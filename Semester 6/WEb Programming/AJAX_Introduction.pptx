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1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59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81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5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0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2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4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6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72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56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4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0108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89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22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30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96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46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808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dirty="0"/>
              <a:t>AJAX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Introduction to AJAX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AJAX?</a:t>
            </a:r>
          </a:p>
          <a:p>
            <a:r>
              <a:t>Why AJAX is needed?</a:t>
            </a:r>
          </a:p>
          <a:p>
            <a:r>
              <a:t>How AJAX changed web development?</a:t>
            </a:r>
          </a:p>
          <a:p>
            <a:r>
              <a:t>Traditional Web Request vs AJAX Web Request</a:t>
            </a:r>
          </a:p>
          <a:p>
            <a:r>
              <a:t>Where AJAX is used today?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AJAX?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Asynchronous JavaScript and XML</a:t>
            </a:r>
          </a:p>
          <a:p>
            <a:r>
              <a:t>Allows web pages to update asynchronously by exchanging data with server</a:t>
            </a:r>
          </a:p>
          <a:p>
            <a:r>
              <a:t>No full page reload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AJAX?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user experience</a:t>
            </a:r>
          </a:p>
          <a:p>
            <a:r>
              <a:t>Faster interactions</a:t>
            </a:r>
          </a:p>
          <a:p>
            <a:r>
              <a:t>Reduced bandwidth consumption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AJAX on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Shifted from static to dynamic web apps</a:t>
            </a:r>
          </a:p>
          <a:p>
            <a:r>
              <a:t>Enabled Single Page Applications (SPA)</a:t>
            </a:r>
          </a:p>
          <a:p>
            <a:r>
              <a:t>Examples: Gmail, Google Maps, Facebook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 AJAX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Traditional: Full page reload</a:t>
            </a:r>
          </a:p>
          <a:p>
            <a:r>
              <a:t>AJAX: Only data transferred, page stays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6FAC-E59E-4740-8823-56DF6F5A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BA62A-8E9B-411C-9C6B-95C55E260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4B70D-A3AF-465D-B8E7-7E4D56792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6" y="609594"/>
            <a:ext cx="8683948" cy="563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7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AJAX is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 submissions without page reload</a:t>
            </a:r>
          </a:p>
          <a:p>
            <a:r>
              <a:t>Loading dynamic content (news, comments)</a:t>
            </a:r>
          </a:p>
          <a:p>
            <a:r>
              <a:t>Real-time chat apps</a:t>
            </a:r>
          </a:p>
          <a:p>
            <a:r>
              <a:t>Data filtering/search suggestions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Concepts of AJAX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Synchronous vs Asynchronous communication</a:t>
            </a:r>
          </a:p>
          <a:p>
            <a:r>
              <a:rPr dirty="0"/>
              <a:t>Web Request-Response Basics</a:t>
            </a:r>
          </a:p>
          <a:p>
            <a:r>
              <a:rPr dirty="0"/>
              <a:t>JavaScript's role in AJAX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Synchronous vs Asynchronous (Real Life)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Synchronous: Wait at counter</a:t>
            </a:r>
          </a:p>
          <a:p>
            <a:r>
              <a:t>Asynchronous: Order &amp; continue working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Synchronous: alert() blocks</a:t>
            </a:r>
          </a:p>
          <a:p>
            <a:r>
              <a:t>Asynchronous: setTimeout() non-blocking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Communication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sends HTTP Request</a:t>
            </a:r>
          </a:p>
          <a:p>
            <a:r>
              <a:t>Server sends HTTP Response</a:t>
            </a:r>
          </a:p>
          <a:p>
            <a:r>
              <a:t>AJAX sends without full reload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XMLHttpRequest or Fetch</a:t>
            </a:r>
          </a:p>
          <a:p>
            <a:r>
              <a:t>Sends GET/POST requests</a:t>
            </a:r>
          </a:p>
          <a:p>
            <a:r>
              <a:t>Handles server response</a:t>
            </a:r>
          </a:p>
          <a:p>
            <a:r>
              <a:t>Updates webpage dynamically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Async Server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Controller returns delayed message</a:t>
            </a:r>
          </a:p>
          <a:p>
            <a:r>
              <a:t>AJAX sends GET asynchronously</a:t>
            </a:r>
          </a:p>
          <a:p>
            <a:r>
              <a:t>UI remains usable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2: Return JSON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Controller returns JSON object</a:t>
            </a:r>
          </a:p>
          <a:p>
            <a:r>
              <a:t>AJAX parses JSON and displays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3: Loading Indicator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'Loading...' while waiting</a:t>
            </a:r>
          </a:p>
          <a:p>
            <a:r>
              <a:t>Handles success/error cleanly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What You Practiced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Async communication</a:t>
            </a:r>
          </a:p>
          <a:p>
            <a:r>
              <a:t>Requests to MVC Controller</a:t>
            </a:r>
          </a:p>
          <a:p>
            <a:r>
              <a:t>Using JSON in AJAX</a:t>
            </a:r>
          </a:p>
          <a:p>
            <a:r>
              <a:t>JavaScript DOM updates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3: Technical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XMLHttpRequest?</a:t>
            </a:r>
          </a:p>
          <a:p>
            <a:r>
              <a:t>Making an AJAX GET Request</a:t>
            </a:r>
          </a:p>
          <a:p>
            <a:r>
              <a:t>Making an AJAX POST Request</a:t>
            </a:r>
          </a:p>
          <a:p>
            <a:r>
              <a:t>Common errors to avoid</a:t>
            </a:r>
          </a:p>
          <a:p>
            <a:r>
              <a:t>Mini project idea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XMLHttpRequest?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 object to interact with server</a:t>
            </a:r>
          </a:p>
          <a:p>
            <a:r>
              <a:t>Send and receive data asynchronously</a:t>
            </a:r>
          </a:p>
          <a:p>
            <a:r>
              <a:t>Basis of traditional AJAX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AJAX GET Request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XMLHttpRequest object</a:t>
            </a:r>
          </a:p>
          <a:p>
            <a:r>
              <a:t>Open connection with method GET</a:t>
            </a:r>
          </a:p>
          <a:p>
            <a:r>
              <a:t>Send request</a:t>
            </a:r>
          </a:p>
          <a:p>
            <a:r>
              <a:t>Process server response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AJAX GET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 xhr = new XMLHttpRequest();</a:t>
            </a:r>
          </a:p>
          <a:p>
            <a:r>
              <a:t>xhr.open('GET', '/Controller/Action', true);</a:t>
            </a:r>
          </a:p>
          <a:p>
            <a:r>
              <a:t>xhr.onreadystatechange = function() { /* handle response */ };</a:t>
            </a:r>
          </a:p>
          <a:p>
            <a:r>
              <a:t>xhr.send();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AJAX POST Request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XMLHttpRequest object</a:t>
            </a:r>
          </a:p>
          <a:p>
            <a:r>
              <a:t>Open connection with POST</a:t>
            </a:r>
          </a:p>
          <a:p>
            <a:r>
              <a:t>Set request headers</a:t>
            </a:r>
          </a:p>
          <a:p>
            <a:r>
              <a:t>Send form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AJAX POST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 xhr = new XMLHttpRequest();</a:t>
            </a:r>
          </a:p>
          <a:p>
            <a:r>
              <a:t>xhr.open('POST', '/Controller/Action', true);</a:t>
            </a:r>
          </a:p>
          <a:p>
            <a:r>
              <a:t>xhr.setRequestHeader('Content-Type', 'application/x-www-form-urlencoded');</a:t>
            </a:r>
          </a:p>
          <a:p>
            <a:r>
              <a:t>xhr.send('key1=value1&amp;key2=value2');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AJAX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Cross-Origin Request blocked (CORS)</a:t>
            </a:r>
          </a:p>
          <a:p>
            <a:r>
              <a:t>Wrong Content-Type header</a:t>
            </a:r>
          </a:p>
          <a:p>
            <a:r>
              <a:t>Invalid JSON parsing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467</Words>
  <Application>Microsoft Office PowerPoint</Application>
  <PresentationFormat>On-screen Show (4:3)</PresentationFormat>
  <Paragraphs>95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Century Gothic</vt:lpstr>
      <vt:lpstr>Wingdings 3</vt:lpstr>
      <vt:lpstr>Ion</vt:lpstr>
      <vt:lpstr>Introduction To AJAX </vt:lpstr>
      <vt:lpstr>Part 1: Introduction to AJAX</vt:lpstr>
      <vt:lpstr>What is AJAX?</vt:lpstr>
      <vt:lpstr>Why AJAX?</vt:lpstr>
      <vt:lpstr>Impact of AJAX on Web</vt:lpstr>
      <vt:lpstr>Traditional vs AJAX Requests</vt:lpstr>
      <vt:lpstr>PowerPoint Presentation</vt:lpstr>
      <vt:lpstr>Where AJAX is used?</vt:lpstr>
      <vt:lpstr>Concepts of AJAX</vt:lpstr>
      <vt:lpstr>Synchronous vs Asynchronous (Real Life)</vt:lpstr>
      <vt:lpstr>Code Examples</vt:lpstr>
      <vt:lpstr>Web Communication Basics</vt:lpstr>
      <vt:lpstr>Role of JavaScript</vt:lpstr>
      <vt:lpstr>Example 1: Async Server Message</vt:lpstr>
      <vt:lpstr>Example 2: Return JSON Data</vt:lpstr>
      <vt:lpstr>Example 3: Loading Indicator</vt:lpstr>
      <vt:lpstr>Recap: What You Practiced</vt:lpstr>
      <vt:lpstr>Part 3: Technical Foundations</vt:lpstr>
      <vt:lpstr>What is XMLHttpRequest?</vt:lpstr>
      <vt:lpstr>AJAX GET Request (Example)</vt:lpstr>
      <vt:lpstr>Sample AJAX GET Code</vt:lpstr>
      <vt:lpstr>AJAX POST Request (Example)</vt:lpstr>
      <vt:lpstr>Sample AJAX POST Code</vt:lpstr>
      <vt:lpstr>Common AJAX Errors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AJAX </dc:title>
  <dc:subject/>
  <dc:creator/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2025-04-29T03:16:47Z</dcterms:modified>
  <cp:category/>
</cp:coreProperties>
</file>