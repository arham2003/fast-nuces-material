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sldIdLst>
    <p:sldId id="256" r:id="rId2"/>
    <p:sldId id="258" r:id="rId3"/>
    <p:sldId id="257" r:id="rId4"/>
    <p:sldId id="259" r:id="rId5"/>
    <p:sldId id="260" r:id="rId6"/>
    <p:sldId id="264" r:id="rId7"/>
    <p:sldId id="265" r:id="rId8"/>
    <p:sldId id="266" r:id="rId9"/>
    <p:sldId id="261" r:id="rId10"/>
    <p:sldId id="262" r:id="rId11"/>
    <p:sldId id="263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1A39FDC-EDF6-4C5D-BF9D-6F3FCEFDE7AC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BE378113-834A-4363-A568-339648255D75}">
      <dgm:prSet phldrT="[Text]"/>
      <dgm:spPr/>
      <dgm:t>
        <a:bodyPr/>
        <a:lstStyle/>
        <a:p>
          <a:r>
            <a:rPr lang="en-US" b="0" dirty="0" smtClean="0"/>
            <a:t>Physical</a:t>
          </a:r>
          <a:endParaRPr lang="en-US" b="0" dirty="0"/>
        </a:p>
      </dgm:t>
    </dgm:pt>
    <dgm:pt modelId="{6BBDAE9B-491B-4151-B7FF-F2763BE3FE4D}" type="parTrans" cxnId="{87176B1C-284D-4D64-8714-CA1B8F4080A7}">
      <dgm:prSet/>
      <dgm:spPr/>
      <dgm:t>
        <a:bodyPr/>
        <a:lstStyle/>
        <a:p>
          <a:endParaRPr lang="en-US"/>
        </a:p>
      </dgm:t>
    </dgm:pt>
    <dgm:pt modelId="{27BCFE4E-40EC-4311-9157-2778EC4AFA49}" type="sibTrans" cxnId="{87176B1C-284D-4D64-8714-CA1B8F4080A7}">
      <dgm:prSet/>
      <dgm:spPr/>
      <dgm:t>
        <a:bodyPr/>
        <a:lstStyle/>
        <a:p>
          <a:endParaRPr lang="en-US"/>
        </a:p>
      </dgm:t>
    </dgm:pt>
    <dgm:pt modelId="{6528348A-8695-4827-9F5C-BFA83803DA3A}">
      <dgm:prSet phldrT="[Text]"/>
      <dgm:spPr/>
      <dgm:t>
        <a:bodyPr/>
        <a:lstStyle/>
        <a:p>
          <a:r>
            <a:rPr lang="en-US" b="0" dirty="0" smtClean="0"/>
            <a:t>Linguistic</a:t>
          </a:r>
          <a:endParaRPr lang="en-US" b="0" dirty="0"/>
        </a:p>
      </dgm:t>
    </dgm:pt>
    <dgm:pt modelId="{2BC315D7-047B-4A74-AE2E-69778C595DE2}" type="parTrans" cxnId="{02F4F1C7-60EE-4E52-929E-A4A8E42389F2}">
      <dgm:prSet/>
      <dgm:spPr/>
      <dgm:t>
        <a:bodyPr/>
        <a:lstStyle/>
        <a:p>
          <a:endParaRPr lang="en-US"/>
        </a:p>
      </dgm:t>
    </dgm:pt>
    <dgm:pt modelId="{B5E41365-ABAF-4460-AF2A-15BE5D7181B6}" type="sibTrans" cxnId="{02F4F1C7-60EE-4E52-929E-A4A8E42389F2}">
      <dgm:prSet/>
      <dgm:spPr/>
      <dgm:t>
        <a:bodyPr/>
        <a:lstStyle/>
        <a:p>
          <a:endParaRPr lang="en-US"/>
        </a:p>
      </dgm:t>
    </dgm:pt>
    <dgm:pt modelId="{4759256F-5363-42C0-AA82-625F1C79A375}">
      <dgm:prSet phldrT="[Text]"/>
      <dgm:spPr/>
      <dgm:t>
        <a:bodyPr/>
        <a:lstStyle/>
        <a:p>
          <a:r>
            <a:rPr lang="en-US" b="0" dirty="0" smtClean="0"/>
            <a:t>Semantic</a:t>
          </a:r>
          <a:endParaRPr lang="en-US" b="0" dirty="0"/>
        </a:p>
      </dgm:t>
    </dgm:pt>
    <dgm:pt modelId="{B6C6290E-AA34-4A1B-A3EA-B7EE0AFB3A46}" type="parTrans" cxnId="{C68066FB-EAE8-44B1-89A3-1F91BB9AB676}">
      <dgm:prSet/>
      <dgm:spPr/>
      <dgm:t>
        <a:bodyPr/>
        <a:lstStyle/>
        <a:p>
          <a:endParaRPr lang="en-US"/>
        </a:p>
      </dgm:t>
    </dgm:pt>
    <dgm:pt modelId="{ABAA0A8A-DEF0-4C4D-8F92-9D1B518607F9}" type="sibTrans" cxnId="{C68066FB-EAE8-44B1-89A3-1F91BB9AB676}">
      <dgm:prSet/>
      <dgm:spPr/>
      <dgm:t>
        <a:bodyPr/>
        <a:lstStyle/>
        <a:p>
          <a:endParaRPr lang="en-US"/>
        </a:p>
      </dgm:t>
    </dgm:pt>
    <dgm:pt modelId="{8EDDF735-B6C7-4FBD-B4A6-23E76B60CF5F}">
      <dgm:prSet phldrT="[Text]"/>
      <dgm:spPr/>
      <dgm:t>
        <a:bodyPr/>
        <a:lstStyle/>
        <a:p>
          <a:r>
            <a:rPr lang="en-US" b="0" dirty="0" smtClean="0"/>
            <a:t>Communication Skills</a:t>
          </a:r>
          <a:endParaRPr lang="en-US" b="0" dirty="0"/>
        </a:p>
      </dgm:t>
    </dgm:pt>
    <dgm:pt modelId="{032FAD33-F6E2-47B2-A215-EF4F6C359E13}" type="parTrans" cxnId="{01F26BEC-BBA1-4065-B79B-B0582299ABFA}">
      <dgm:prSet/>
      <dgm:spPr/>
      <dgm:t>
        <a:bodyPr/>
        <a:lstStyle/>
        <a:p>
          <a:endParaRPr lang="en-US"/>
        </a:p>
      </dgm:t>
    </dgm:pt>
    <dgm:pt modelId="{AB96BFA4-BFF1-4586-ABD7-842C2D7213B0}" type="sibTrans" cxnId="{01F26BEC-BBA1-4065-B79B-B0582299ABFA}">
      <dgm:prSet/>
      <dgm:spPr/>
      <dgm:t>
        <a:bodyPr/>
        <a:lstStyle/>
        <a:p>
          <a:endParaRPr lang="en-US"/>
        </a:p>
      </dgm:t>
    </dgm:pt>
    <dgm:pt modelId="{CE9DE2FA-B398-401B-B4BB-79BCE4F07823}">
      <dgm:prSet phldrT="[Text]"/>
      <dgm:spPr/>
      <dgm:t>
        <a:bodyPr/>
        <a:lstStyle/>
        <a:p>
          <a:r>
            <a:rPr lang="en-US" b="0" dirty="0" smtClean="0"/>
            <a:t>Psychological</a:t>
          </a:r>
          <a:endParaRPr lang="en-US" b="0" dirty="0"/>
        </a:p>
      </dgm:t>
    </dgm:pt>
    <dgm:pt modelId="{D8812573-61CF-4ACB-AF3B-41EDE70E0AA9}" type="parTrans" cxnId="{CB2F3B89-F5DB-41BE-83A9-C9D13AFE5938}">
      <dgm:prSet/>
      <dgm:spPr/>
      <dgm:t>
        <a:bodyPr/>
        <a:lstStyle/>
        <a:p>
          <a:endParaRPr lang="en-US"/>
        </a:p>
      </dgm:t>
    </dgm:pt>
    <dgm:pt modelId="{37F62791-631D-4F3C-AE13-5DA957AC167E}" type="sibTrans" cxnId="{CB2F3B89-F5DB-41BE-83A9-C9D13AFE5938}">
      <dgm:prSet/>
      <dgm:spPr/>
      <dgm:t>
        <a:bodyPr/>
        <a:lstStyle/>
        <a:p>
          <a:endParaRPr lang="en-US"/>
        </a:p>
      </dgm:t>
    </dgm:pt>
    <dgm:pt modelId="{90945B6A-357D-44B1-BEA9-325A1307CAE2}">
      <dgm:prSet phldrT="[Text]"/>
      <dgm:spPr/>
      <dgm:t>
        <a:bodyPr/>
        <a:lstStyle/>
        <a:p>
          <a:r>
            <a:rPr lang="en-US" b="0" dirty="0" smtClean="0"/>
            <a:t>Socio-Cultural</a:t>
          </a:r>
          <a:endParaRPr lang="en-US" b="0" dirty="0"/>
        </a:p>
      </dgm:t>
    </dgm:pt>
    <dgm:pt modelId="{A256C9B1-3F42-4557-8A1E-39BB39FC8965}" type="parTrans" cxnId="{5F1FF5E6-289D-4762-91D7-0E22B697AEB5}">
      <dgm:prSet/>
      <dgm:spPr/>
      <dgm:t>
        <a:bodyPr/>
        <a:lstStyle/>
        <a:p>
          <a:endParaRPr lang="en-US"/>
        </a:p>
      </dgm:t>
    </dgm:pt>
    <dgm:pt modelId="{9B81C893-CD4A-41C5-AE16-356EF790227C}" type="sibTrans" cxnId="{5F1FF5E6-289D-4762-91D7-0E22B697AEB5}">
      <dgm:prSet/>
      <dgm:spPr/>
      <dgm:t>
        <a:bodyPr/>
        <a:lstStyle/>
        <a:p>
          <a:endParaRPr lang="en-US"/>
        </a:p>
      </dgm:t>
    </dgm:pt>
    <dgm:pt modelId="{58D79833-33EA-472C-A7D0-6B6B75DCBE38}" type="pres">
      <dgm:prSet presAssocID="{D1A39FDC-EDF6-4C5D-BF9D-6F3FCEFDE7AC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23F37D3-0066-404B-BD37-6FD9A0E7A418}" type="pres">
      <dgm:prSet presAssocID="{BE378113-834A-4363-A568-339648255D75}" presName="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0D91230-181B-4CD4-ACF2-636B2431EF76}" type="pres">
      <dgm:prSet presAssocID="{27BCFE4E-40EC-4311-9157-2778EC4AFA49}" presName="sibTrans" presStyleCnt="0"/>
      <dgm:spPr/>
    </dgm:pt>
    <dgm:pt modelId="{509EAD9D-E311-4B68-828C-A61CBCD22E66}" type="pres">
      <dgm:prSet presAssocID="{6528348A-8695-4827-9F5C-BFA83803DA3A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8B3A650-85CD-4E7B-A789-CD461C0EA73E}" type="pres">
      <dgm:prSet presAssocID="{B5E41365-ABAF-4460-AF2A-15BE5D7181B6}" presName="sibTrans" presStyleCnt="0"/>
      <dgm:spPr/>
    </dgm:pt>
    <dgm:pt modelId="{676EBBD4-ADE3-4859-974C-48F4B962F0EF}" type="pres">
      <dgm:prSet presAssocID="{4759256F-5363-42C0-AA82-625F1C79A375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963C818-2D8A-4CB2-B284-29AA3B058AD8}" type="pres">
      <dgm:prSet presAssocID="{ABAA0A8A-DEF0-4C4D-8F92-9D1B518607F9}" presName="sibTrans" presStyleCnt="0"/>
      <dgm:spPr/>
    </dgm:pt>
    <dgm:pt modelId="{DF636DF2-2686-422C-9723-77B93707DF98}" type="pres">
      <dgm:prSet presAssocID="{8EDDF735-B6C7-4FBD-B4A6-23E76B60CF5F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260F799-E689-4E1E-9067-6687B43F71E7}" type="pres">
      <dgm:prSet presAssocID="{AB96BFA4-BFF1-4586-ABD7-842C2D7213B0}" presName="sibTrans" presStyleCnt="0"/>
      <dgm:spPr/>
    </dgm:pt>
    <dgm:pt modelId="{B4B9AB38-65E2-4AE3-8683-05C14F64433F}" type="pres">
      <dgm:prSet presAssocID="{CE9DE2FA-B398-401B-B4BB-79BCE4F07823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8E27C1E-BB1E-4EEC-A226-B141AB018D09}" type="pres">
      <dgm:prSet presAssocID="{37F62791-631D-4F3C-AE13-5DA957AC167E}" presName="sibTrans" presStyleCnt="0"/>
      <dgm:spPr/>
    </dgm:pt>
    <dgm:pt modelId="{B2A1E07F-FB3C-4437-B6BD-A346F5759EB3}" type="pres">
      <dgm:prSet presAssocID="{90945B6A-357D-44B1-BEA9-325A1307CAE2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B2F3B89-F5DB-41BE-83A9-C9D13AFE5938}" srcId="{D1A39FDC-EDF6-4C5D-BF9D-6F3FCEFDE7AC}" destId="{CE9DE2FA-B398-401B-B4BB-79BCE4F07823}" srcOrd="4" destOrd="0" parTransId="{D8812573-61CF-4ACB-AF3B-41EDE70E0AA9}" sibTransId="{37F62791-631D-4F3C-AE13-5DA957AC167E}"/>
    <dgm:cxn modelId="{5F1FF5E6-289D-4762-91D7-0E22B697AEB5}" srcId="{D1A39FDC-EDF6-4C5D-BF9D-6F3FCEFDE7AC}" destId="{90945B6A-357D-44B1-BEA9-325A1307CAE2}" srcOrd="5" destOrd="0" parTransId="{A256C9B1-3F42-4557-8A1E-39BB39FC8965}" sibTransId="{9B81C893-CD4A-41C5-AE16-356EF790227C}"/>
    <dgm:cxn modelId="{C68066FB-EAE8-44B1-89A3-1F91BB9AB676}" srcId="{D1A39FDC-EDF6-4C5D-BF9D-6F3FCEFDE7AC}" destId="{4759256F-5363-42C0-AA82-625F1C79A375}" srcOrd="2" destOrd="0" parTransId="{B6C6290E-AA34-4A1B-A3EA-B7EE0AFB3A46}" sibTransId="{ABAA0A8A-DEF0-4C4D-8F92-9D1B518607F9}"/>
    <dgm:cxn modelId="{917EC850-D898-47E0-B593-D89BE032D7E5}" type="presOf" srcId="{6528348A-8695-4827-9F5C-BFA83803DA3A}" destId="{509EAD9D-E311-4B68-828C-A61CBCD22E66}" srcOrd="0" destOrd="0" presId="urn:microsoft.com/office/officeart/2005/8/layout/default"/>
    <dgm:cxn modelId="{0FA80FBB-AF78-4B0B-BB5C-40CC27E462D5}" type="presOf" srcId="{4759256F-5363-42C0-AA82-625F1C79A375}" destId="{676EBBD4-ADE3-4859-974C-48F4B962F0EF}" srcOrd="0" destOrd="0" presId="urn:microsoft.com/office/officeart/2005/8/layout/default"/>
    <dgm:cxn modelId="{87176B1C-284D-4D64-8714-CA1B8F4080A7}" srcId="{D1A39FDC-EDF6-4C5D-BF9D-6F3FCEFDE7AC}" destId="{BE378113-834A-4363-A568-339648255D75}" srcOrd="0" destOrd="0" parTransId="{6BBDAE9B-491B-4151-B7FF-F2763BE3FE4D}" sibTransId="{27BCFE4E-40EC-4311-9157-2778EC4AFA49}"/>
    <dgm:cxn modelId="{02F4F1C7-60EE-4E52-929E-A4A8E42389F2}" srcId="{D1A39FDC-EDF6-4C5D-BF9D-6F3FCEFDE7AC}" destId="{6528348A-8695-4827-9F5C-BFA83803DA3A}" srcOrd="1" destOrd="0" parTransId="{2BC315D7-047B-4A74-AE2E-69778C595DE2}" sibTransId="{B5E41365-ABAF-4460-AF2A-15BE5D7181B6}"/>
    <dgm:cxn modelId="{D0E9E594-0DC0-4290-A2B5-5A7FBF7F88C3}" type="presOf" srcId="{CE9DE2FA-B398-401B-B4BB-79BCE4F07823}" destId="{B4B9AB38-65E2-4AE3-8683-05C14F64433F}" srcOrd="0" destOrd="0" presId="urn:microsoft.com/office/officeart/2005/8/layout/default"/>
    <dgm:cxn modelId="{9E603FB5-9AE7-40C9-85D0-F9E48B9736DC}" type="presOf" srcId="{BE378113-834A-4363-A568-339648255D75}" destId="{323F37D3-0066-404B-BD37-6FD9A0E7A418}" srcOrd="0" destOrd="0" presId="urn:microsoft.com/office/officeart/2005/8/layout/default"/>
    <dgm:cxn modelId="{01F26BEC-BBA1-4065-B79B-B0582299ABFA}" srcId="{D1A39FDC-EDF6-4C5D-BF9D-6F3FCEFDE7AC}" destId="{8EDDF735-B6C7-4FBD-B4A6-23E76B60CF5F}" srcOrd="3" destOrd="0" parTransId="{032FAD33-F6E2-47B2-A215-EF4F6C359E13}" sibTransId="{AB96BFA4-BFF1-4586-ABD7-842C2D7213B0}"/>
    <dgm:cxn modelId="{FA55441A-A091-4B3A-966E-9B971F2255F5}" type="presOf" srcId="{90945B6A-357D-44B1-BEA9-325A1307CAE2}" destId="{B2A1E07F-FB3C-4437-B6BD-A346F5759EB3}" srcOrd="0" destOrd="0" presId="urn:microsoft.com/office/officeart/2005/8/layout/default"/>
    <dgm:cxn modelId="{EA7501EF-E31C-4C64-A6EF-65A980767F4F}" type="presOf" srcId="{D1A39FDC-EDF6-4C5D-BF9D-6F3FCEFDE7AC}" destId="{58D79833-33EA-472C-A7D0-6B6B75DCBE38}" srcOrd="0" destOrd="0" presId="urn:microsoft.com/office/officeart/2005/8/layout/default"/>
    <dgm:cxn modelId="{5743DE0B-A24C-462D-B830-8780EB4C265F}" type="presOf" srcId="{8EDDF735-B6C7-4FBD-B4A6-23E76B60CF5F}" destId="{DF636DF2-2686-422C-9723-77B93707DF98}" srcOrd="0" destOrd="0" presId="urn:microsoft.com/office/officeart/2005/8/layout/default"/>
    <dgm:cxn modelId="{ECDB3775-54EA-4963-A373-2B9BC5112AAF}" type="presParOf" srcId="{58D79833-33EA-472C-A7D0-6B6B75DCBE38}" destId="{323F37D3-0066-404B-BD37-6FD9A0E7A418}" srcOrd="0" destOrd="0" presId="urn:microsoft.com/office/officeart/2005/8/layout/default"/>
    <dgm:cxn modelId="{CC7952EA-F043-40EA-B144-E91D3ACC41BB}" type="presParOf" srcId="{58D79833-33EA-472C-A7D0-6B6B75DCBE38}" destId="{20D91230-181B-4CD4-ACF2-636B2431EF76}" srcOrd="1" destOrd="0" presId="urn:microsoft.com/office/officeart/2005/8/layout/default"/>
    <dgm:cxn modelId="{590B5FE1-A50A-4AA0-B93F-54DACBC1CB79}" type="presParOf" srcId="{58D79833-33EA-472C-A7D0-6B6B75DCBE38}" destId="{509EAD9D-E311-4B68-828C-A61CBCD22E66}" srcOrd="2" destOrd="0" presId="urn:microsoft.com/office/officeart/2005/8/layout/default"/>
    <dgm:cxn modelId="{0363F29A-F077-4780-A596-E3BD1D7E25C3}" type="presParOf" srcId="{58D79833-33EA-472C-A7D0-6B6B75DCBE38}" destId="{C8B3A650-85CD-4E7B-A789-CD461C0EA73E}" srcOrd="3" destOrd="0" presId="urn:microsoft.com/office/officeart/2005/8/layout/default"/>
    <dgm:cxn modelId="{38963347-0001-4DF6-88A7-9C1F4FE6BFC7}" type="presParOf" srcId="{58D79833-33EA-472C-A7D0-6B6B75DCBE38}" destId="{676EBBD4-ADE3-4859-974C-48F4B962F0EF}" srcOrd="4" destOrd="0" presId="urn:microsoft.com/office/officeart/2005/8/layout/default"/>
    <dgm:cxn modelId="{F0F620AB-4146-4C6A-AC34-50B0D3B84F80}" type="presParOf" srcId="{58D79833-33EA-472C-A7D0-6B6B75DCBE38}" destId="{F963C818-2D8A-4CB2-B284-29AA3B058AD8}" srcOrd="5" destOrd="0" presId="urn:microsoft.com/office/officeart/2005/8/layout/default"/>
    <dgm:cxn modelId="{74BBF7FE-52EB-41CD-8DD9-C0D0F79DF79E}" type="presParOf" srcId="{58D79833-33EA-472C-A7D0-6B6B75DCBE38}" destId="{DF636DF2-2686-422C-9723-77B93707DF98}" srcOrd="6" destOrd="0" presId="urn:microsoft.com/office/officeart/2005/8/layout/default"/>
    <dgm:cxn modelId="{99BA8398-FF8B-4CBE-83D7-8F256EC423A1}" type="presParOf" srcId="{58D79833-33EA-472C-A7D0-6B6B75DCBE38}" destId="{F260F799-E689-4E1E-9067-6687B43F71E7}" srcOrd="7" destOrd="0" presId="urn:microsoft.com/office/officeart/2005/8/layout/default"/>
    <dgm:cxn modelId="{7394952E-A18A-4CC0-A846-8588E5E409DD}" type="presParOf" srcId="{58D79833-33EA-472C-A7D0-6B6B75DCBE38}" destId="{B4B9AB38-65E2-4AE3-8683-05C14F64433F}" srcOrd="8" destOrd="0" presId="urn:microsoft.com/office/officeart/2005/8/layout/default"/>
    <dgm:cxn modelId="{7C3718FF-F885-4515-9B64-81E2E14E335B}" type="presParOf" srcId="{58D79833-33EA-472C-A7D0-6B6B75DCBE38}" destId="{28E27C1E-BB1E-4EEC-A226-B141AB018D09}" srcOrd="9" destOrd="0" presId="urn:microsoft.com/office/officeart/2005/8/layout/default"/>
    <dgm:cxn modelId="{19D5C83C-1958-4AF2-B0E7-59709A246357}" type="presParOf" srcId="{58D79833-33EA-472C-A7D0-6B6B75DCBE38}" destId="{B2A1E07F-FB3C-4437-B6BD-A346F5759EB3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0B1C00B-6606-4C2C-BF2A-3CBC1F2F8FC9}" type="doc">
      <dgm:prSet loTypeId="urn:microsoft.com/office/officeart/2005/8/layout/vList5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90874719-DC32-4EE2-9C5B-A3721A1617B4}">
      <dgm:prSet phldrT="[Text]"/>
      <dgm:spPr/>
      <dgm:t>
        <a:bodyPr/>
        <a:lstStyle/>
        <a:p>
          <a:r>
            <a:rPr lang="en-US" dirty="0" smtClean="0"/>
            <a:t>Noise</a:t>
          </a:r>
          <a:endParaRPr lang="en-US" dirty="0"/>
        </a:p>
      </dgm:t>
    </dgm:pt>
    <dgm:pt modelId="{22987DF9-43FC-434C-B651-3E784F870234}" type="parTrans" cxnId="{C3456B78-A1AC-4E52-9F56-B585DAB24415}">
      <dgm:prSet/>
      <dgm:spPr/>
      <dgm:t>
        <a:bodyPr/>
        <a:lstStyle/>
        <a:p>
          <a:endParaRPr lang="en-US"/>
        </a:p>
      </dgm:t>
    </dgm:pt>
    <dgm:pt modelId="{7D123E0E-BCCB-4B04-9E0E-50E265EA1729}" type="sibTrans" cxnId="{C3456B78-A1AC-4E52-9F56-B585DAB24415}">
      <dgm:prSet/>
      <dgm:spPr/>
      <dgm:t>
        <a:bodyPr/>
        <a:lstStyle/>
        <a:p>
          <a:endParaRPr lang="en-US"/>
        </a:p>
      </dgm:t>
    </dgm:pt>
    <dgm:pt modelId="{58D1879B-66AC-4954-AFB9-7E84E0029168}">
      <dgm:prSet phldrT="[Text]"/>
      <dgm:spPr/>
      <dgm:t>
        <a:bodyPr/>
        <a:lstStyle/>
        <a:p>
          <a:r>
            <a:rPr lang="en-US" dirty="0" smtClean="0"/>
            <a:t>Disturbance in the environment</a:t>
          </a:r>
          <a:endParaRPr lang="en-US" dirty="0"/>
        </a:p>
      </dgm:t>
    </dgm:pt>
    <dgm:pt modelId="{E833F9D5-0C02-49E8-87CF-944A73B6ED67}" type="parTrans" cxnId="{EADB5DFA-F111-4EF0-8A69-CCC523C46D2B}">
      <dgm:prSet/>
      <dgm:spPr/>
      <dgm:t>
        <a:bodyPr/>
        <a:lstStyle/>
        <a:p>
          <a:endParaRPr lang="en-US"/>
        </a:p>
      </dgm:t>
    </dgm:pt>
    <dgm:pt modelId="{657344F2-4F49-49F3-84ED-3E9D75975AB0}" type="sibTrans" cxnId="{EADB5DFA-F111-4EF0-8A69-CCC523C46D2B}">
      <dgm:prSet/>
      <dgm:spPr/>
      <dgm:t>
        <a:bodyPr/>
        <a:lstStyle/>
        <a:p>
          <a:endParaRPr lang="en-US"/>
        </a:p>
      </dgm:t>
    </dgm:pt>
    <dgm:pt modelId="{A8652D79-212D-4D81-A117-08B512450EEF}">
      <dgm:prSet phldrT="[Text]"/>
      <dgm:spPr/>
      <dgm:t>
        <a:bodyPr/>
        <a:lstStyle/>
        <a:p>
          <a:r>
            <a:rPr lang="en-US" dirty="0" smtClean="0"/>
            <a:t>Traffic, construction, uncooperative crowd</a:t>
          </a:r>
          <a:endParaRPr lang="en-US" dirty="0"/>
        </a:p>
      </dgm:t>
    </dgm:pt>
    <dgm:pt modelId="{DBCD64F2-DDF6-4743-B017-BA853C8D0AA3}" type="parTrans" cxnId="{D6FCDF01-E6FA-4C1B-806C-8998A28C664C}">
      <dgm:prSet/>
      <dgm:spPr/>
      <dgm:t>
        <a:bodyPr/>
        <a:lstStyle/>
        <a:p>
          <a:endParaRPr lang="en-US"/>
        </a:p>
      </dgm:t>
    </dgm:pt>
    <dgm:pt modelId="{1A66A350-B408-4CA1-8880-18763FF121FE}" type="sibTrans" cxnId="{D6FCDF01-E6FA-4C1B-806C-8998A28C664C}">
      <dgm:prSet/>
      <dgm:spPr/>
      <dgm:t>
        <a:bodyPr/>
        <a:lstStyle/>
        <a:p>
          <a:endParaRPr lang="en-US"/>
        </a:p>
      </dgm:t>
    </dgm:pt>
    <dgm:pt modelId="{A2869B27-3FBC-4CB0-B1E1-04251693C449}">
      <dgm:prSet phldrT="[Text]"/>
      <dgm:spPr/>
      <dgm:t>
        <a:bodyPr/>
        <a:lstStyle/>
        <a:p>
          <a:r>
            <a:rPr lang="en-US" dirty="0" smtClean="0"/>
            <a:t>Climate/Weather</a:t>
          </a:r>
          <a:endParaRPr lang="en-US" dirty="0"/>
        </a:p>
      </dgm:t>
    </dgm:pt>
    <dgm:pt modelId="{AF2ECE33-05FB-424A-B795-616AB0D350AA}" type="parTrans" cxnId="{9E4CE922-431F-4B5D-99DE-9CD219F18E5D}">
      <dgm:prSet/>
      <dgm:spPr/>
      <dgm:t>
        <a:bodyPr/>
        <a:lstStyle/>
        <a:p>
          <a:endParaRPr lang="en-US"/>
        </a:p>
      </dgm:t>
    </dgm:pt>
    <dgm:pt modelId="{CBAFB343-2645-4D03-B48D-FE521DC754EA}" type="sibTrans" cxnId="{9E4CE922-431F-4B5D-99DE-9CD219F18E5D}">
      <dgm:prSet/>
      <dgm:spPr/>
      <dgm:t>
        <a:bodyPr/>
        <a:lstStyle/>
        <a:p>
          <a:endParaRPr lang="en-US"/>
        </a:p>
      </dgm:t>
    </dgm:pt>
    <dgm:pt modelId="{3362AB79-71F2-4A9E-989C-394E48183B9E}">
      <dgm:prSet phldrT="[Text]"/>
      <dgm:spPr/>
      <dgm:t>
        <a:bodyPr/>
        <a:lstStyle/>
        <a:p>
          <a:r>
            <a:rPr lang="en-US" dirty="0" smtClean="0"/>
            <a:t>Thunder, rain, wind</a:t>
          </a:r>
          <a:endParaRPr lang="en-US" dirty="0"/>
        </a:p>
      </dgm:t>
    </dgm:pt>
    <dgm:pt modelId="{52449CF9-9C0E-4E02-A5B7-1787AEEC9E0D}" type="parTrans" cxnId="{7B69A3B5-4625-4134-B288-8223DD7EB3A4}">
      <dgm:prSet/>
      <dgm:spPr/>
      <dgm:t>
        <a:bodyPr/>
        <a:lstStyle/>
        <a:p>
          <a:endParaRPr lang="en-US"/>
        </a:p>
      </dgm:t>
    </dgm:pt>
    <dgm:pt modelId="{F9A2F5AB-737F-4829-9C20-0F3800E929ED}" type="sibTrans" cxnId="{7B69A3B5-4625-4134-B288-8223DD7EB3A4}">
      <dgm:prSet/>
      <dgm:spPr/>
      <dgm:t>
        <a:bodyPr/>
        <a:lstStyle/>
        <a:p>
          <a:endParaRPr lang="en-US"/>
        </a:p>
      </dgm:t>
    </dgm:pt>
    <dgm:pt modelId="{2F6DCA25-010F-436F-A37C-C62FBA6779A4}">
      <dgm:prSet phldrT="[Text]"/>
      <dgm:spPr/>
      <dgm:t>
        <a:bodyPr/>
        <a:lstStyle/>
        <a:p>
          <a:r>
            <a:rPr lang="en-US" dirty="0" smtClean="0"/>
            <a:t>Heat, Cold, Lack of Sunlight</a:t>
          </a:r>
          <a:endParaRPr lang="en-US" dirty="0"/>
        </a:p>
      </dgm:t>
    </dgm:pt>
    <dgm:pt modelId="{885C345F-AC13-4324-B0BB-F5FAA9EE8EA4}" type="parTrans" cxnId="{B892FE57-B231-4048-A4F6-1B490E374CA3}">
      <dgm:prSet/>
      <dgm:spPr/>
      <dgm:t>
        <a:bodyPr/>
        <a:lstStyle/>
        <a:p>
          <a:endParaRPr lang="en-US"/>
        </a:p>
      </dgm:t>
    </dgm:pt>
    <dgm:pt modelId="{99D3E335-5B91-40B7-9831-F80C0C238B86}" type="sibTrans" cxnId="{B892FE57-B231-4048-A4F6-1B490E374CA3}">
      <dgm:prSet/>
      <dgm:spPr/>
      <dgm:t>
        <a:bodyPr/>
        <a:lstStyle/>
        <a:p>
          <a:endParaRPr lang="en-US"/>
        </a:p>
      </dgm:t>
    </dgm:pt>
    <dgm:pt modelId="{CC9A417F-E55A-45CA-B5C4-537240B70269}">
      <dgm:prSet phldrT="[Text]"/>
      <dgm:spPr/>
      <dgm:t>
        <a:bodyPr/>
        <a:lstStyle/>
        <a:p>
          <a:r>
            <a:rPr lang="en-US" dirty="0" smtClean="0"/>
            <a:t>Time</a:t>
          </a:r>
          <a:endParaRPr lang="en-US" dirty="0"/>
        </a:p>
      </dgm:t>
    </dgm:pt>
    <dgm:pt modelId="{5E04A572-8605-4D9B-8F05-A7E8290A79D3}" type="parTrans" cxnId="{73A26E9B-E1D4-4FC3-839B-09D3A5DFD00B}">
      <dgm:prSet/>
      <dgm:spPr/>
      <dgm:t>
        <a:bodyPr/>
        <a:lstStyle/>
        <a:p>
          <a:endParaRPr lang="en-US"/>
        </a:p>
      </dgm:t>
    </dgm:pt>
    <dgm:pt modelId="{D4A78EAA-1335-43FA-A107-5F9D0393A8BF}" type="sibTrans" cxnId="{73A26E9B-E1D4-4FC3-839B-09D3A5DFD00B}">
      <dgm:prSet/>
      <dgm:spPr/>
      <dgm:t>
        <a:bodyPr/>
        <a:lstStyle/>
        <a:p>
          <a:endParaRPr lang="en-US"/>
        </a:p>
      </dgm:t>
    </dgm:pt>
    <dgm:pt modelId="{19FB39F3-6B73-4DCC-BF8D-F971CB4502F6}">
      <dgm:prSet phldrT="[Text]"/>
      <dgm:spPr/>
      <dgm:t>
        <a:bodyPr/>
        <a:lstStyle/>
        <a:p>
          <a:r>
            <a:rPr lang="en-US" dirty="0" smtClean="0"/>
            <a:t>Different time zones</a:t>
          </a:r>
          <a:endParaRPr lang="en-US" dirty="0"/>
        </a:p>
      </dgm:t>
    </dgm:pt>
    <dgm:pt modelId="{317A906F-231E-4EBE-91BB-7710B484140F}" type="parTrans" cxnId="{79FF0E67-7341-4866-9176-657F219CF7DC}">
      <dgm:prSet/>
      <dgm:spPr/>
      <dgm:t>
        <a:bodyPr/>
        <a:lstStyle/>
        <a:p>
          <a:endParaRPr lang="en-US"/>
        </a:p>
      </dgm:t>
    </dgm:pt>
    <dgm:pt modelId="{34E93B10-1E6F-4F0D-BF82-E6B7C86453E9}" type="sibTrans" cxnId="{79FF0E67-7341-4866-9176-657F219CF7DC}">
      <dgm:prSet/>
      <dgm:spPr/>
      <dgm:t>
        <a:bodyPr/>
        <a:lstStyle/>
        <a:p>
          <a:endParaRPr lang="en-US"/>
        </a:p>
      </dgm:t>
    </dgm:pt>
    <dgm:pt modelId="{1F2B432E-556E-4ADD-BA96-F88CE959CCE7}">
      <dgm:prSet phldrT="[Text]"/>
      <dgm:spPr/>
      <dgm:t>
        <a:bodyPr/>
        <a:lstStyle/>
        <a:p>
          <a:r>
            <a:rPr lang="en-US" dirty="0" smtClean="0"/>
            <a:t>Suitability of time</a:t>
          </a:r>
          <a:endParaRPr lang="en-US" dirty="0"/>
        </a:p>
      </dgm:t>
    </dgm:pt>
    <dgm:pt modelId="{F4F7311E-BF0F-4936-95B6-D39D4431DF0B}" type="parTrans" cxnId="{5453C553-922E-45A7-90B1-42AB8E8AB77C}">
      <dgm:prSet/>
      <dgm:spPr/>
      <dgm:t>
        <a:bodyPr/>
        <a:lstStyle/>
        <a:p>
          <a:endParaRPr lang="en-US"/>
        </a:p>
      </dgm:t>
    </dgm:pt>
    <dgm:pt modelId="{54034731-8A17-4FE1-BEC8-0E327C840CB4}" type="sibTrans" cxnId="{5453C553-922E-45A7-90B1-42AB8E8AB77C}">
      <dgm:prSet/>
      <dgm:spPr/>
      <dgm:t>
        <a:bodyPr/>
        <a:lstStyle/>
        <a:p>
          <a:endParaRPr lang="en-US"/>
        </a:p>
      </dgm:t>
    </dgm:pt>
    <dgm:pt modelId="{3670E8D3-AE58-4A35-9EBC-2B653ED7BD10}">
      <dgm:prSet phldrT="[Text]"/>
      <dgm:spPr/>
      <dgm:t>
        <a:bodyPr/>
        <a:lstStyle/>
        <a:p>
          <a:r>
            <a:rPr lang="en-US" dirty="0" smtClean="0"/>
            <a:t>Unpleasant temperature</a:t>
          </a:r>
          <a:endParaRPr lang="en-US" dirty="0"/>
        </a:p>
      </dgm:t>
    </dgm:pt>
    <dgm:pt modelId="{A910017A-2E9F-4B9E-8D64-610EFF12C363}" type="parTrans" cxnId="{085FB894-7646-4AE7-B3CE-3DBD4D1137F1}">
      <dgm:prSet/>
      <dgm:spPr/>
      <dgm:t>
        <a:bodyPr/>
        <a:lstStyle/>
        <a:p>
          <a:endParaRPr lang="en-US"/>
        </a:p>
      </dgm:t>
    </dgm:pt>
    <dgm:pt modelId="{4D36197C-0E61-4FCF-8210-493DC26A4A76}" type="sibTrans" cxnId="{085FB894-7646-4AE7-B3CE-3DBD4D1137F1}">
      <dgm:prSet/>
      <dgm:spPr/>
      <dgm:t>
        <a:bodyPr/>
        <a:lstStyle/>
        <a:p>
          <a:endParaRPr lang="en-US"/>
        </a:p>
      </dgm:t>
    </dgm:pt>
    <dgm:pt modelId="{CEF52A38-1BD4-4AA7-9758-D4F8015357C4}">
      <dgm:prSet phldrT="[Text]"/>
      <dgm:spPr/>
      <dgm:t>
        <a:bodyPr/>
        <a:lstStyle/>
        <a:p>
          <a:r>
            <a:rPr lang="en-US" dirty="0" smtClean="0"/>
            <a:t>Distance</a:t>
          </a:r>
          <a:endParaRPr lang="en-US" dirty="0"/>
        </a:p>
      </dgm:t>
    </dgm:pt>
    <dgm:pt modelId="{C6F85816-4530-4710-8F1B-1ADB67E9B856}" type="parTrans" cxnId="{2984F25F-87C8-4874-93CC-F321B02F20EB}">
      <dgm:prSet/>
      <dgm:spPr/>
      <dgm:t>
        <a:bodyPr/>
        <a:lstStyle/>
        <a:p>
          <a:endParaRPr lang="en-US"/>
        </a:p>
      </dgm:t>
    </dgm:pt>
    <dgm:pt modelId="{8BC932A3-B967-46FF-811D-54CD4B858947}" type="sibTrans" cxnId="{2984F25F-87C8-4874-93CC-F321B02F20EB}">
      <dgm:prSet/>
      <dgm:spPr/>
      <dgm:t>
        <a:bodyPr/>
        <a:lstStyle/>
        <a:p>
          <a:endParaRPr lang="en-US"/>
        </a:p>
      </dgm:t>
    </dgm:pt>
    <dgm:pt modelId="{5B89E24A-BD6E-4DB3-9A10-0B9E59CE6EE1}">
      <dgm:prSet phldrT="[Text]"/>
      <dgm:spPr/>
      <dgm:t>
        <a:bodyPr/>
        <a:lstStyle/>
        <a:p>
          <a:r>
            <a:rPr lang="en-US" dirty="0" smtClean="0"/>
            <a:t>Physical distance between the sender and receiver</a:t>
          </a:r>
          <a:endParaRPr lang="en-US" dirty="0"/>
        </a:p>
      </dgm:t>
    </dgm:pt>
    <dgm:pt modelId="{1EF9C3E1-2847-4820-B785-B5F524BD6C43}" type="parTrans" cxnId="{B8980FE6-4D05-4DEF-B644-419F4F709BC5}">
      <dgm:prSet/>
      <dgm:spPr/>
      <dgm:t>
        <a:bodyPr/>
        <a:lstStyle/>
        <a:p>
          <a:endParaRPr lang="en-US"/>
        </a:p>
      </dgm:t>
    </dgm:pt>
    <dgm:pt modelId="{B7494AC7-84F1-470E-AC6A-13870C2B638A}" type="sibTrans" cxnId="{B8980FE6-4D05-4DEF-B644-419F4F709BC5}">
      <dgm:prSet/>
      <dgm:spPr/>
      <dgm:t>
        <a:bodyPr/>
        <a:lstStyle/>
        <a:p>
          <a:endParaRPr lang="en-US"/>
        </a:p>
      </dgm:t>
    </dgm:pt>
    <dgm:pt modelId="{851FC559-61C7-4510-945D-09C3C6DCB9BE}" type="pres">
      <dgm:prSet presAssocID="{E0B1C00B-6606-4C2C-BF2A-3CBC1F2F8FC9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85E6C08-A570-450C-8C71-7EFD069633D0}" type="pres">
      <dgm:prSet presAssocID="{90874719-DC32-4EE2-9C5B-A3721A1617B4}" presName="linNode" presStyleCnt="0"/>
      <dgm:spPr/>
    </dgm:pt>
    <dgm:pt modelId="{FA8E73A9-EEE8-48E1-A8AF-85F134CD545F}" type="pres">
      <dgm:prSet presAssocID="{90874719-DC32-4EE2-9C5B-A3721A1617B4}" presName="parentText" presStyleLbl="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98CF3CD-47B2-4457-99D8-C266698A0C90}" type="pres">
      <dgm:prSet presAssocID="{90874719-DC32-4EE2-9C5B-A3721A1617B4}" presName="descendantText" presStyleLbl="alignAccFollow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CB6F7FF-04FA-4314-8AD8-54E9B2BE3379}" type="pres">
      <dgm:prSet presAssocID="{7D123E0E-BCCB-4B04-9E0E-50E265EA1729}" presName="sp" presStyleCnt="0"/>
      <dgm:spPr/>
    </dgm:pt>
    <dgm:pt modelId="{F94C097B-4B98-4368-892C-1F5E50332A32}" type="pres">
      <dgm:prSet presAssocID="{A2869B27-3FBC-4CB0-B1E1-04251693C449}" presName="linNode" presStyleCnt="0"/>
      <dgm:spPr/>
    </dgm:pt>
    <dgm:pt modelId="{96890AA3-63FB-4CD4-BF3F-77093DF783CB}" type="pres">
      <dgm:prSet presAssocID="{A2869B27-3FBC-4CB0-B1E1-04251693C449}" presName="parentText" presStyleLbl="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20E49DC-1A1A-471F-9A08-BFF5C880CBA7}" type="pres">
      <dgm:prSet presAssocID="{A2869B27-3FBC-4CB0-B1E1-04251693C449}" presName="descendantText" presStyleLbl="alignAccFollow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8FBEDB2-1884-4986-B986-924A34F7A69E}" type="pres">
      <dgm:prSet presAssocID="{CBAFB343-2645-4D03-B48D-FE521DC754EA}" presName="sp" presStyleCnt="0"/>
      <dgm:spPr/>
    </dgm:pt>
    <dgm:pt modelId="{6C6947B8-1D95-42EE-99CC-938192EC0C75}" type="pres">
      <dgm:prSet presAssocID="{CC9A417F-E55A-45CA-B5C4-537240B70269}" presName="linNode" presStyleCnt="0"/>
      <dgm:spPr/>
    </dgm:pt>
    <dgm:pt modelId="{799B6A80-3CA7-4670-8E39-397BA0E6007D}" type="pres">
      <dgm:prSet presAssocID="{CC9A417F-E55A-45CA-B5C4-537240B70269}" presName="parentText" presStyleLbl="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3941252-B7C3-4E68-87A9-4ACB84A7D88B}" type="pres">
      <dgm:prSet presAssocID="{CC9A417F-E55A-45CA-B5C4-537240B70269}" presName="descendantText" presStyleLbl="alignAccFollow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0C97856-F1A7-4605-A329-905614735B05}" type="pres">
      <dgm:prSet presAssocID="{D4A78EAA-1335-43FA-A107-5F9D0393A8BF}" presName="sp" presStyleCnt="0"/>
      <dgm:spPr/>
    </dgm:pt>
    <dgm:pt modelId="{50CC58C1-7A88-4103-8057-1604C31A8C6E}" type="pres">
      <dgm:prSet presAssocID="{CEF52A38-1BD4-4AA7-9758-D4F8015357C4}" presName="linNode" presStyleCnt="0"/>
      <dgm:spPr/>
    </dgm:pt>
    <dgm:pt modelId="{2C45A5D5-3857-40C1-9ECB-87CF6096C4E8}" type="pres">
      <dgm:prSet presAssocID="{CEF52A38-1BD4-4AA7-9758-D4F8015357C4}" presName="parentText" presStyleLbl="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104D5C3-A9B9-4F7A-B6BE-B84A59882025}" type="pres">
      <dgm:prSet presAssocID="{CEF52A38-1BD4-4AA7-9758-D4F8015357C4}" presName="descendantText" presStyleLbl="alignAccFollow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EE81B37-06DD-4FD7-AEB4-C17A182B8653}" type="presOf" srcId="{90874719-DC32-4EE2-9C5B-A3721A1617B4}" destId="{FA8E73A9-EEE8-48E1-A8AF-85F134CD545F}" srcOrd="0" destOrd="0" presId="urn:microsoft.com/office/officeart/2005/8/layout/vList5"/>
    <dgm:cxn modelId="{8D7CF8E7-2B67-4ADD-B3F5-0274DAD6EE5B}" type="presOf" srcId="{2F6DCA25-010F-436F-A37C-C62FBA6779A4}" destId="{A20E49DC-1A1A-471F-9A08-BFF5C880CBA7}" srcOrd="0" destOrd="1" presId="urn:microsoft.com/office/officeart/2005/8/layout/vList5"/>
    <dgm:cxn modelId="{73A26E9B-E1D4-4FC3-839B-09D3A5DFD00B}" srcId="{E0B1C00B-6606-4C2C-BF2A-3CBC1F2F8FC9}" destId="{CC9A417F-E55A-45CA-B5C4-537240B70269}" srcOrd="2" destOrd="0" parTransId="{5E04A572-8605-4D9B-8F05-A7E8290A79D3}" sibTransId="{D4A78EAA-1335-43FA-A107-5F9D0393A8BF}"/>
    <dgm:cxn modelId="{D7BC13C4-EC70-4EB8-B757-2B5BEFF725C9}" type="presOf" srcId="{5B89E24A-BD6E-4DB3-9A10-0B9E59CE6EE1}" destId="{0104D5C3-A9B9-4F7A-B6BE-B84A59882025}" srcOrd="0" destOrd="0" presId="urn:microsoft.com/office/officeart/2005/8/layout/vList5"/>
    <dgm:cxn modelId="{085FB894-7646-4AE7-B3CE-3DBD4D1137F1}" srcId="{A2869B27-3FBC-4CB0-B1E1-04251693C449}" destId="{3670E8D3-AE58-4A35-9EBC-2B653ED7BD10}" srcOrd="2" destOrd="0" parTransId="{A910017A-2E9F-4B9E-8D64-610EFF12C363}" sibTransId="{4D36197C-0E61-4FCF-8210-493DC26A4A76}"/>
    <dgm:cxn modelId="{53AE7C37-43B4-4EB3-9192-34B728344BD4}" type="presOf" srcId="{19FB39F3-6B73-4DCC-BF8D-F971CB4502F6}" destId="{F3941252-B7C3-4E68-87A9-4ACB84A7D88B}" srcOrd="0" destOrd="0" presId="urn:microsoft.com/office/officeart/2005/8/layout/vList5"/>
    <dgm:cxn modelId="{D6FCDF01-E6FA-4C1B-806C-8998A28C664C}" srcId="{90874719-DC32-4EE2-9C5B-A3721A1617B4}" destId="{A8652D79-212D-4D81-A117-08B512450EEF}" srcOrd="1" destOrd="0" parTransId="{DBCD64F2-DDF6-4743-B017-BA853C8D0AA3}" sibTransId="{1A66A350-B408-4CA1-8880-18763FF121FE}"/>
    <dgm:cxn modelId="{EADB5DFA-F111-4EF0-8A69-CCC523C46D2B}" srcId="{90874719-DC32-4EE2-9C5B-A3721A1617B4}" destId="{58D1879B-66AC-4954-AFB9-7E84E0029168}" srcOrd="0" destOrd="0" parTransId="{E833F9D5-0C02-49E8-87CF-944A73B6ED67}" sibTransId="{657344F2-4F49-49F3-84ED-3E9D75975AB0}"/>
    <dgm:cxn modelId="{FBCF0F3F-048C-4806-802F-5DC005BD6DEA}" type="presOf" srcId="{CEF52A38-1BD4-4AA7-9758-D4F8015357C4}" destId="{2C45A5D5-3857-40C1-9ECB-87CF6096C4E8}" srcOrd="0" destOrd="0" presId="urn:microsoft.com/office/officeart/2005/8/layout/vList5"/>
    <dgm:cxn modelId="{A0251DAF-E046-47EB-9195-35CB0BE7F28F}" type="presOf" srcId="{3670E8D3-AE58-4A35-9EBC-2B653ED7BD10}" destId="{A20E49DC-1A1A-471F-9A08-BFF5C880CBA7}" srcOrd="0" destOrd="2" presId="urn:microsoft.com/office/officeart/2005/8/layout/vList5"/>
    <dgm:cxn modelId="{7B69A3B5-4625-4134-B288-8223DD7EB3A4}" srcId="{A2869B27-3FBC-4CB0-B1E1-04251693C449}" destId="{3362AB79-71F2-4A9E-989C-394E48183B9E}" srcOrd="0" destOrd="0" parTransId="{52449CF9-9C0E-4E02-A5B7-1787AEEC9E0D}" sibTransId="{F9A2F5AB-737F-4829-9C20-0F3800E929ED}"/>
    <dgm:cxn modelId="{B8980FE6-4D05-4DEF-B644-419F4F709BC5}" srcId="{CEF52A38-1BD4-4AA7-9758-D4F8015357C4}" destId="{5B89E24A-BD6E-4DB3-9A10-0B9E59CE6EE1}" srcOrd="0" destOrd="0" parTransId="{1EF9C3E1-2847-4820-B785-B5F524BD6C43}" sibTransId="{B7494AC7-84F1-470E-AC6A-13870C2B638A}"/>
    <dgm:cxn modelId="{B892FE57-B231-4048-A4F6-1B490E374CA3}" srcId="{A2869B27-3FBC-4CB0-B1E1-04251693C449}" destId="{2F6DCA25-010F-436F-A37C-C62FBA6779A4}" srcOrd="1" destOrd="0" parTransId="{885C345F-AC13-4324-B0BB-F5FAA9EE8EA4}" sibTransId="{99D3E335-5B91-40B7-9831-F80C0C238B86}"/>
    <dgm:cxn modelId="{2A4294B2-5677-48F7-9823-3A362F2AAAB4}" type="presOf" srcId="{1F2B432E-556E-4ADD-BA96-F88CE959CCE7}" destId="{F3941252-B7C3-4E68-87A9-4ACB84A7D88B}" srcOrd="0" destOrd="1" presId="urn:microsoft.com/office/officeart/2005/8/layout/vList5"/>
    <dgm:cxn modelId="{2984F25F-87C8-4874-93CC-F321B02F20EB}" srcId="{E0B1C00B-6606-4C2C-BF2A-3CBC1F2F8FC9}" destId="{CEF52A38-1BD4-4AA7-9758-D4F8015357C4}" srcOrd="3" destOrd="0" parTransId="{C6F85816-4530-4710-8F1B-1ADB67E9B856}" sibTransId="{8BC932A3-B967-46FF-811D-54CD4B858947}"/>
    <dgm:cxn modelId="{9E4CE922-431F-4B5D-99DE-9CD219F18E5D}" srcId="{E0B1C00B-6606-4C2C-BF2A-3CBC1F2F8FC9}" destId="{A2869B27-3FBC-4CB0-B1E1-04251693C449}" srcOrd="1" destOrd="0" parTransId="{AF2ECE33-05FB-424A-B795-616AB0D350AA}" sibTransId="{CBAFB343-2645-4D03-B48D-FE521DC754EA}"/>
    <dgm:cxn modelId="{9F252CA5-1099-4BB7-B969-209568814AD8}" type="presOf" srcId="{58D1879B-66AC-4954-AFB9-7E84E0029168}" destId="{198CF3CD-47B2-4457-99D8-C266698A0C90}" srcOrd="0" destOrd="0" presId="urn:microsoft.com/office/officeart/2005/8/layout/vList5"/>
    <dgm:cxn modelId="{355C02AF-0753-4AD2-A1A8-2FAFF9D9DA22}" type="presOf" srcId="{A8652D79-212D-4D81-A117-08B512450EEF}" destId="{198CF3CD-47B2-4457-99D8-C266698A0C90}" srcOrd="0" destOrd="1" presId="urn:microsoft.com/office/officeart/2005/8/layout/vList5"/>
    <dgm:cxn modelId="{3A7277BE-3AA7-41A0-8DB4-7364248315C3}" type="presOf" srcId="{E0B1C00B-6606-4C2C-BF2A-3CBC1F2F8FC9}" destId="{851FC559-61C7-4510-945D-09C3C6DCB9BE}" srcOrd="0" destOrd="0" presId="urn:microsoft.com/office/officeart/2005/8/layout/vList5"/>
    <dgm:cxn modelId="{3EFC36EB-48B2-44E4-9A67-C47AA6BCF107}" type="presOf" srcId="{3362AB79-71F2-4A9E-989C-394E48183B9E}" destId="{A20E49DC-1A1A-471F-9A08-BFF5C880CBA7}" srcOrd="0" destOrd="0" presId="urn:microsoft.com/office/officeart/2005/8/layout/vList5"/>
    <dgm:cxn modelId="{5453C553-922E-45A7-90B1-42AB8E8AB77C}" srcId="{CC9A417F-E55A-45CA-B5C4-537240B70269}" destId="{1F2B432E-556E-4ADD-BA96-F88CE959CCE7}" srcOrd="1" destOrd="0" parTransId="{F4F7311E-BF0F-4936-95B6-D39D4431DF0B}" sibTransId="{54034731-8A17-4FE1-BEC8-0E327C840CB4}"/>
    <dgm:cxn modelId="{0B0CC455-A866-43B8-8DEE-F6BB4FF8EB56}" type="presOf" srcId="{CC9A417F-E55A-45CA-B5C4-537240B70269}" destId="{799B6A80-3CA7-4670-8E39-397BA0E6007D}" srcOrd="0" destOrd="0" presId="urn:microsoft.com/office/officeart/2005/8/layout/vList5"/>
    <dgm:cxn modelId="{EC42C377-36D8-477B-941C-F00701D06F15}" type="presOf" srcId="{A2869B27-3FBC-4CB0-B1E1-04251693C449}" destId="{96890AA3-63FB-4CD4-BF3F-77093DF783CB}" srcOrd="0" destOrd="0" presId="urn:microsoft.com/office/officeart/2005/8/layout/vList5"/>
    <dgm:cxn modelId="{79FF0E67-7341-4866-9176-657F219CF7DC}" srcId="{CC9A417F-E55A-45CA-B5C4-537240B70269}" destId="{19FB39F3-6B73-4DCC-BF8D-F971CB4502F6}" srcOrd="0" destOrd="0" parTransId="{317A906F-231E-4EBE-91BB-7710B484140F}" sibTransId="{34E93B10-1E6F-4F0D-BF82-E6B7C86453E9}"/>
    <dgm:cxn modelId="{C3456B78-A1AC-4E52-9F56-B585DAB24415}" srcId="{E0B1C00B-6606-4C2C-BF2A-3CBC1F2F8FC9}" destId="{90874719-DC32-4EE2-9C5B-A3721A1617B4}" srcOrd="0" destOrd="0" parTransId="{22987DF9-43FC-434C-B651-3E784F870234}" sibTransId="{7D123E0E-BCCB-4B04-9E0E-50E265EA1729}"/>
    <dgm:cxn modelId="{6DD003FC-2493-49C6-A7A1-F0502F3D35FF}" type="presParOf" srcId="{851FC559-61C7-4510-945D-09C3C6DCB9BE}" destId="{C85E6C08-A570-450C-8C71-7EFD069633D0}" srcOrd="0" destOrd="0" presId="urn:microsoft.com/office/officeart/2005/8/layout/vList5"/>
    <dgm:cxn modelId="{D8E70B1A-0706-42A6-BDF7-8EE5AB01E833}" type="presParOf" srcId="{C85E6C08-A570-450C-8C71-7EFD069633D0}" destId="{FA8E73A9-EEE8-48E1-A8AF-85F134CD545F}" srcOrd="0" destOrd="0" presId="urn:microsoft.com/office/officeart/2005/8/layout/vList5"/>
    <dgm:cxn modelId="{15E06EC6-9048-4AD9-9319-14A5D5C77D86}" type="presParOf" srcId="{C85E6C08-A570-450C-8C71-7EFD069633D0}" destId="{198CF3CD-47B2-4457-99D8-C266698A0C90}" srcOrd="1" destOrd="0" presId="urn:microsoft.com/office/officeart/2005/8/layout/vList5"/>
    <dgm:cxn modelId="{447B92D4-BCA2-4F22-B432-8204F1FFF3E1}" type="presParOf" srcId="{851FC559-61C7-4510-945D-09C3C6DCB9BE}" destId="{DCB6F7FF-04FA-4314-8AD8-54E9B2BE3379}" srcOrd="1" destOrd="0" presId="urn:microsoft.com/office/officeart/2005/8/layout/vList5"/>
    <dgm:cxn modelId="{4991CD6D-938E-4F84-A604-0C43D752E19B}" type="presParOf" srcId="{851FC559-61C7-4510-945D-09C3C6DCB9BE}" destId="{F94C097B-4B98-4368-892C-1F5E50332A32}" srcOrd="2" destOrd="0" presId="urn:microsoft.com/office/officeart/2005/8/layout/vList5"/>
    <dgm:cxn modelId="{B79318D9-FAD2-42EC-AFA2-F0CDD7090EFC}" type="presParOf" srcId="{F94C097B-4B98-4368-892C-1F5E50332A32}" destId="{96890AA3-63FB-4CD4-BF3F-77093DF783CB}" srcOrd="0" destOrd="0" presId="urn:microsoft.com/office/officeart/2005/8/layout/vList5"/>
    <dgm:cxn modelId="{F8EE4C80-4D13-4651-96A5-904CFC3075CD}" type="presParOf" srcId="{F94C097B-4B98-4368-892C-1F5E50332A32}" destId="{A20E49DC-1A1A-471F-9A08-BFF5C880CBA7}" srcOrd="1" destOrd="0" presId="urn:microsoft.com/office/officeart/2005/8/layout/vList5"/>
    <dgm:cxn modelId="{2354F483-BCC0-4C5B-A69C-18C086A535B7}" type="presParOf" srcId="{851FC559-61C7-4510-945D-09C3C6DCB9BE}" destId="{28FBEDB2-1884-4986-B986-924A34F7A69E}" srcOrd="3" destOrd="0" presId="urn:microsoft.com/office/officeart/2005/8/layout/vList5"/>
    <dgm:cxn modelId="{ECEFF23D-04FD-4DD1-92C7-16C3E3A1806E}" type="presParOf" srcId="{851FC559-61C7-4510-945D-09C3C6DCB9BE}" destId="{6C6947B8-1D95-42EE-99CC-938192EC0C75}" srcOrd="4" destOrd="0" presId="urn:microsoft.com/office/officeart/2005/8/layout/vList5"/>
    <dgm:cxn modelId="{158E1D0E-239E-4CCC-A1D9-467FD1229991}" type="presParOf" srcId="{6C6947B8-1D95-42EE-99CC-938192EC0C75}" destId="{799B6A80-3CA7-4670-8E39-397BA0E6007D}" srcOrd="0" destOrd="0" presId="urn:microsoft.com/office/officeart/2005/8/layout/vList5"/>
    <dgm:cxn modelId="{42881344-3C1F-4280-A717-F7F5FE436011}" type="presParOf" srcId="{6C6947B8-1D95-42EE-99CC-938192EC0C75}" destId="{F3941252-B7C3-4E68-87A9-4ACB84A7D88B}" srcOrd="1" destOrd="0" presId="urn:microsoft.com/office/officeart/2005/8/layout/vList5"/>
    <dgm:cxn modelId="{43F5AAAE-6D66-46F5-BE14-952DAECE3D9C}" type="presParOf" srcId="{851FC559-61C7-4510-945D-09C3C6DCB9BE}" destId="{60C97856-F1A7-4605-A329-905614735B05}" srcOrd="5" destOrd="0" presId="urn:microsoft.com/office/officeart/2005/8/layout/vList5"/>
    <dgm:cxn modelId="{8212904C-9059-402A-A57C-C7DD8030B419}" type="presParOf" srcId="{851FC559-61C7-4510-945D-09C3C6DCB9BE}" destId="{50CC58C1-7A88-4103-8057-1604C31A8C6E}" srcOrd="6" destOrd="0" presId="urn:microsoft.com/office/officeart/2005/8/layout/vList5"/>
    <dgm:cxn modelId="{7CD1FF3C-4898-4BCA-B92F-709EE7EE52F3}" type="presParOf" srcId="{50CC58C1-7A88-4103-8057-1604C31A8C6E}" destId="{2C45A5D5-3857-40C1-9ECB-87CF6096C4E8}" srcOrd="0" destOrd="0" presId="urn:microsoft.com/office/officeart/2005/8/layout/vList5"/>
    <dgm:cxn modelId="{C45E2427-41C1-42BC-AD9F-13EE7ABF1041}" type="presParOf" srcId="{50CC58C1-7A88-4103-8057-1604C31A8C6E}" destId="{0104D5C3-A9B9-4F7A-B6BE-B84A59882025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4DD91D7-61A2-4EED-94B6-89B3AA7F7A77}" type="doc">
      <dgm:prSet loTypeId="urn:microsoft.com/office/officeart/2005/8/layout/vList5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FE15C0F6-B709-493B-998F-0E1F6D14D578}">
      <dgm:prSet phldrT="[Text]"/>
      <dgm:spPr/>
      <dgm:t>
        <a:bodyPr/>
        <a:lstStyle/>
        <a:p>
          <a:r>
            <a:rPr lang="en-US" dirty="0" smtClean="0"/>
            <a:t>Technical Problems/Medium Disturbance</a:t>
          </a:r>
          <a:endParaRPr lang="en-US" dirty="0"/>
        </a:p>
      </dgm:t>
    </dgm:pt>
    <dgm:pt modelId="{FDE89F01-C284-454F-93C3-0F495AEAE9FF}" type="parTrans" cxnId="{A3E65266-170B-40F5-B50C-7414A8A305ED}">
      <dgm:prSet/>
      <dgm:spPr/>
      <dgm:t>
        <a:bodyPr/>
        <a:lstStyle/>
        <a:p>
          <a:endParaRPr lang="en-US"/>
        </a:p>
      </dgm:t>
    </dgm:pt>
    <dgm:pt modelId="{1EB99FF0-EECE-465C-9011-E4BD3DAB3816}" type="sibTrans" cxnId="{A3E65266-170B-40F5-B50C-7414A8A305ED}">
      <dgm:prSet/>
      <dgm:spPr/>
      <dgm:t>
        <a:bodyPr/>
        <a:lstStyle/>
        <a:p>
          <a:endParaRPr lang="en-US"/>
        </a:p>
      </dgm:t>
    </dgm:pt>
    <dgm:pt modelId="{F9C41D9A-EDEA-4165-A6EF-D4DCA2EDAE08}">
      <dgm:prSet phldrT="[Text]"/>
      <dgm:spPr/>
      <dgm:t>
        <a:bodyPr/>
        <a:lstStyle/>
        <a:p>
          <a:r>
            <a:rPr lang="en-US" dirty="0" smtClean="0"/>
            <a:t>Malfunctioning equipment (computers, projectors, microphones, headphones, applications)</a:t>
          </a:r>
          <a:endParaRPr lang="en-US" dirty="0"/>
        </a:p>
      </dgm:t>
    </dgm:pt>
    <dgm:pt modelId="{49C65F58-C5C4-4B51-A868-8A8C760210ED}" type="parTrans" cxnId="{C5D0CEE4-D278-4AB8-B63B-986EEBDBFF80}">
      <dgm:prSet/>
      <dgm:spPr/>
      <dgm:t>
        <a:bodyPr/>
        <a:lstStyle/>
        <a:p>
          <a:endParaRPr lang="en-US"/>
        </a:p>
      </dgm:t>
    </dgm:pt>
    <dgm:pt modelId="{F819E2DD-52A8-4806-B0B3-A4DC91479BC4}" type="sibTrans" cxnId="{C5D0CEE4-D278-4AB8-B63B-986EEBDBFF80}">
      <dgm:prSet/>
      <dgm:spPr/>
      <dgm:t>
        <a:bodyPr/>
        <a:lstStyle/>
        <a:p>
          <a:endParaRPr lang="en-US"/>
        </a:p>
      </dgm:t>
    </dgm:pt>
    <dgm:pt modelId="{6194900F-3F38-4A07-9481-34F90736262A}">
      <dgm:prSet phldrT="[Text]" phldr="1"/>
      <dgm:spPr/>
      <dgm:t>
        <a:bodyPr/>
        <a:lstStyle/>
        <a:p>
          <a:endParaRPr lang="en-US"/>
        </a:p>
      </dgm:t>
    </dgm:pt>
    <dgm:pt modelId="{AAC83B5C-198F-49AF-8109-B9F20DBE0F30}" type="parTrans" cxnId="{208B04FB-28E1-4E08-93BF-ABA7A85FE8DB}">
      <dgm:prSet/>
      <dgm:spPr/>
      <dgm:t>
        <a:bodyPr/>
        <a:lstStyle/>
        <a:p>
          <a:endParaRPr lang="en-US"/>
        </a:p>
      </dgm:t>
    </dgm:pt>
    <dgm:pt modelId="{4F08DB92-B823-4780-AE0A-E4AA2ECBD7D7}" type="sibTrans" cxnId="{208B04FB-28E1-4E08-93BF-ABA7A85FE8DB}">
      <dgm:prSet/>
      <dgm:spPr/>
      <dgm:t>
        <a:bodyPr/>
        <a:lstStyle/>
        <a:p>
          <a:endParaRPr lang="en-US"/>
        </a:p>
      </dgm:t>
    </dgm:pt>
    <dgm:pt modelId="{DF6D1F8E-BD7F-48DE-A98D-C263B816B4CA}">
      <dgm:prSet phldrT="[Text]"/>
      <dgm:spPr/>
      <dgm:t>
        <a:bodyPr/>
        <a:lstStyle/>
        <a:p>
          <a:r>
            <a:rPr lang="en-US" dirty="0" smtClean="0"/>
            <a:t>Architecture/Room Design</a:t>
          </a:r>
          <a:endParaRPr lang="en-US" dirty="0"/>
        </a:p>
      </dgm:t>
    </dgm:pt>
    <dgm:pt modelId="{70F97797-1E31-4FF9-8224-D46C59275F1C}" type="parTrans" cxnId="{49F66334-BAEC-42E6-B4A1-8FABE75D3699}">
      <dgm:prSet/>
      <dgm:spPr/>
      <dgm:t>
        <a:bodyPr/>
        <a:lstStyle/>
        <a:p>
          <a:endParaRPr lang="en-US"/>
        </a:p>
      </dgm:t>
    </dgm:pt>
    <dgm:pt modelId="{D0AE3C51-FCA4-4D77-B5BA-E4C643804365}" type="sibTrans" cxnId="{49F66334-BAEC-42E6-B4A1-8FABE75D3699}">
      <dgm:prSet/>
      <dgm:spPr/>
      <dgm:t>
        <a:bodyPr/>
        <a:lstStyle/>
        <a:p>
          <a:endParaRPr lang="en-US"/>
        </a:p>
      </dgm:t>
    </dgm:pt>
    <dgm:pt modelId="{A2C29002-557B-44B3-A1AF-F3154B736405}">
      <dgm:prSet phldrT="[Text]"/>
      <dgm:spPr/>
      <dgm:t>
        <a:bodyPr/>
        <a:lstStyle/>
        <a:p>
          <a:r>
            <a:rPr lang="en-US" dirty="0" smtClean="0"/>
            <a:t>Distance, seating arrangements, quality of furniture, lighting</a:t>
          </a:r>
          <a:endParaRPr lang="en-US" dirty="0"/>
        </a:p>
      </dgm:t>
    </dgm:pt>
    <dgm:pt modelId="{7B20AB3B-7A47-42AF-9F32-24A87989ABD3}" type="parTrans" cxnId="{CBA4C9BF-EF14-466F-BBCE-844AF333E36D}">
      <dgm:prSet/>
      <dgm:spPr/>
      <dgm:t>
        <a:bodyPr/>
        <a:lstStyle/>
        <a:p>
          <a:endParaRPr lang="en-US"/>
        </a:p>
      </dgm:t>
    </dgm:pt>
    <dgm:pt modelId="{42F15E24-54C4-485C-A512-0DBE2478E8A8}" type="sibTrans" cxnId="{CBA4C9BF-EF14-466F-BBCE-844AF333E36D}">
      <dgm:prSet/>
      <dgm:spPr/>
      <dgm:t>
        <a:bodyPr/>
        <a:lstStyle/>
        <a:p>
          <a:endParaRPr lang="en-US"/>
        </a:p>
      </dgm:t>
    </dgm:pt>
    <dgm:pt modelId="{9B52D2D9-2C42-4866-B5C7-512DBC936685}">
      <dgm:prSet phldrT="[Text]"/>
      <dgm:spPr/>
      <dgm:t>
        <a:bodyPr/>
        <a:lstStyle/>
        <a:p>
          <a:r>
            <a:rPr lang="en-US" dirty="0" smtClean="0"/>
            <a:t>Internet speed and connection problems</a:t>
          </a:r>
          <a:endParaRPr lang="en-US" dirty="0"/>
        </a:p>
      </dgm:t>
    </dgm:pt>
    <dgm:pt modelId="{D4EF71E8-21D5-4BBE-A08C-9F4A39ADD5AD}" type="parTrans" cxnId="{BFD17D75-103C-484C-9375-A8B0D2C71CD3}">
      <dgm:prSet/>
      <dgm:spPr/>
      <dgm:t>
        <a:bodyPr/>
        <a:lstStyle/>
        <a:p>
          <a:endParaRPr lang="en-US"/>
        </a:p>
      </dgm:t>
    </dgm:pt>
    <dgm:pt modelId="{892518D2-79B6-4662-A414-E46CA1F600CF}" type="sibTrans" cxnId="{BFD17D75-103C-484C-9375-A8B0D2C71CD3}">
      <dgm:prSet/>
      <dgm:spPr/>
      <dgm:t>
        <a:bodyPr/>
        <a:lstStyle/>
        <a:p>
          <a:endParaRPr lang="en-US"/>
        </a:p>
      </dgm:t>
    </dgm:pt>
    <dgm:pt modelId="{80CC3AC4-B79E-4B3B-972A-901FC28EA3F4}">
      <dgm:prSet phldrT="[Text]"/>
      <dgm:spPr/>
      <dgm:t>
        <a:bodyPr/>
        <a:lstStyle/>
        <a:p>
          <a:r>
            <a:rPr lang="en-US" dirty="0" smtClean="0"/>
            <a:t>Colors, decoration, acoustics</a:t>
          </a:r>
          <a:endParaRPr lang="en-US" dirty="0"/>
        </a:p>
      </dgm:t>
    </dgm:pt>
    <dgm:pt modelId="{12C07C22-C6D8-4A50-83D9-BFADAE3D01AA}" type="parTrans" cxnId="{5FBBA034-57DE-495F-BD0C-9319A6BF25F6}">
      <dgm:prSet/>
      <dgm:spPr/>
      <dgm:t>
        <a:bodyPr/>
        <a:lstStyle/>
        <a:p>
          <a:endParaRPr lang="en-US"/>
        </a:p>
      </dgm:t>
    </dgm:pt>
    <dgm:pt modelId="{A577A5A5-7E45-4DFF-8CA2-58B6F3966DB8}" type="sibTrans" cxnId="{5FBBA034-57DE-495F-BD0C-9319A6BF25F6}">
      <dgm:prSet/>
      <dgm:spPr/>
      <dgm:t>
        <a:bodyPr/>
        <a:lstStyle/>
        <a:p>
          <a:endParaRPr lang="en-US"/>
        </a:p>
      </dgm:t>
    </dgm:pt>
    <dgm:pt modelId="{EB60CEE3-95EA-420F-BA7C-14A1D8D8A3F2}" type="pres">
      <dgm:prSet presAssocID="{B4DD91D7-61A2-4EED-94B6-89B3AA7F7A77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AC90826D-8C13-4CEB-BACC-B6A25A40F913}" type="pres">
      <dgm:prSet presAssocID="{FE15C0F6-B709-493B-998F-0E1F6D14D578}" presName="linNode" presStyleCnt="0"/>
      <dgm:spPr/>
    </dgm:pt>
    <dgm:pt modelId="{C7A83F00-CCFB-4FFB-B5EC-E018EB8F0D73}" type="pres">
      <dgm:prSet presAssocID="{FE15C0F6-B709-493B-998F-0E1F6D14D578}" presName="parentText" presStyleLbl="node1" presStyleIdx="0" presStyleCnt="2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174F4C4-7E77-4BB2-83D1-FC462E36CB11}" type="pres">
      <dgm:prSet presAssocID="{FE15C0F6-B709-493B-998F-0E1F6D14D578}" presName="descendantText" presStyleLbl="align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82304A6-6099-460E-88A3-BDCC46F0A20C}" type="pres">
      <dgm:prSet presAssocID="{1EB99FF0-EECE-465C-9011-E4BD3DAB3816}" presName="sp" presStyleCnt="0"/>
      <dgm:spPr/>
    </dgm:pt>
    <dgm:pt modelId="{36C31765-71DF-4A06-9F9E-915839521C48}" type="pres">
      <dgm:prSet presAssocID="{DF6D1F8E-BD7F-48DE-A98D-C263B816B4CA}" presName="linNode" presStyleCnt="0"/>
      <dgm:spPr/>
    </dgm:pt>
    <dgm:pt modelId="{03F0D67E-FFA0-4977-A44F-59C900590D6C}" type="pres">
      <dgm:prSet presAssocID="{DF6D1F8E-BD7F-48DE-A98D-C263B816B4CA}" presName="parentText" presStyleLbl="node1" presStyleIdx="1" presStyleCnt="2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97D19A6-EEEC-495D-ADE8-794A5075DB9E}" type="pres">
      <dgm:prSet presAssocID="{DF6D1F8E-BD7F-48DE-A98D-C263B816B4CA}" presName="descendantText" presStyleLbl="align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657F5DF-43E2-4E97-9EDD-571919187760}" type="presOf" srcId="{B4DD91D7-61A2-4EED-94B6-89B3AA7F7A77}" destId="{EB60CEE3-95EA-420F-BA7C-14A1D8D8A3F2}" srcOrd="0" destOrd="0" presId="urn:microsoft.com/office/officeart/2005/8/layout/vList5"/>
    <dgm:cxn modelId="{578997C6-5BA3-4CE7-8426-644FF782CC46}" type="presOf" srcId="{DF6D1F8E-BD7F-48DE-A98D-C263B816B4CA}" destId="{03F0D67E-FFA0-4977-A44F-59C900590D6C}" srcOrd="0" destOrd="0" presId="urn:microsoft.com/office/officeart/2005/8/layout/vList5"/>
    <dgm:cxn modelId="{10BB14CD-34CA-4303-90F9-F8A936515C8C}" type="presOf" srcId="{9B52D2D9-2C42-4866-B5C7-512DBC936685}" destId="{2174F4C4-7E77-4BB2-83D1-FC462E36CB11}" srcOrd="0" destOrd="1" presId="urn:microsoft.com/office/officeart/2005/8/layout/vList5"/>
    <dgm:cxn modelId="{647C9C45-F435-4295-BD68-1C1B3448AA1D}" type="presOf" srcId="{6194900F-3F38-4A07-9481-34F90736262A}" destId="{2174F4C4-7E77-4BB2-83D1-FC462E36CB11}" srcOrd="0" destOrd="2" presId="urn:microsoft.com/office/officeart/2005/8/layout/vList5"/>
    <dgm:cxn modelId="{C5D0CEE4-D278-4AB8-B63B-986EEBDBFF80}" srcId="{FE15C0F6-B709-493B-998F-0E1F6D14D578}" destId="{F9C41D9A-EDEA-4165-A6EF-D4DCA2EDAE08}" srcOrd="0" destOrd="0" parTransId="{49C65F58-C5C4-4B51-A868-8A8C760210ED}" sibTransId="{F819E2DD-52A8-4806-B0B3-A4DC91479BC4}"/>
    <dgm:cxn modelId="{5FBBA034-57DE-495F-BD0C-9319A6BF25F6}" srcId="{DF6D1F8E-BD7F-48DE-A98D-C263B816B4CA}" destId="{80CC3AC4-B79E-4B3B-972A-901FC28EA3F4}" srcOrd="1" destOrd="0" parTransId="{12C07C22-C6D8-4A50-83D9-BFADAE3D01AA}" sibTransId="{A577A5A5-7E45-4DFF-8CA2-58B6F3966DB8}"/>
    <dgm:cxn modelId="{EB004EFE-9301-4DB7-BEFE-62C77413F82D}" type="presOf" srcId="{80CC3AC4-B79E-4B3B-972A-901FC28EA3F4}" destId="{997D19A6-EEEC-495D-ADE8-794A5075DB9E}" srcOrd="0" destOrd="1" presId="urn:microsoft.com/office/officeart/2005/8/layout/vList5"/>
    <dgm:cxn modelId="{CBA4C9BF-EF14-466F-BBCE-844AF333E36D}" srcId="{DF6D1F8E-BD7F-48DE-A98D-C263B816B4CA}" destId="{A2C29002-557B-44B3-A1AF-F3154B736405}" srcOrd="0" destOrd="0" parTransId="{7B20AB3B-7A47-42AF-9F32-24A87989ABD3}" sibTransId="{42F15E24-54C4-485C-A512-0DBE2478E8A8}"/>
    <dgm:cxn modelId="{A3E65266-170B-40F5-B50C-7414A8A305ED}" srcId="{B4DD91D7-61A2-4EED-94B6-89B3AA7F7A77}" destId="{FE15C0F6-B709-493B-998F-0E1F6D14D578}" srcOrd="0" destOrd="0" parTransId="{FDE89F01-C284-454F-93C3-0F495AEAE9FF}" sibTransId="{1EB99FF0-EECE-465C-9011-E4BD3DAB3816}"/>
    <dgm:cxn modelId="{208B04FB-28E1-4E08-93BF-ABA7A85FE8DB}" srcId="{FE15C0F6-B709-493B-998F-0E1F6D14D578}" destId="{6194900F-3F38-4A07-9481-34F90736262A}" srcOrd="2" destOrd="0" parTransId="{AAC83B5C-198F-49AF-8109-B9F20DBE0F30}" sibTransId="{4F08DB92-B823-4780-AE0A-E4AA2ECBD7D7}"/>
    <dgm:cxn modelId="{0A10B33A-D2BE-4E0C-9AD9-DEC2801098E9}" type="presOf" srcId="{FE15C0F6-B709-493B-998F-0E1F6D14D578}" destId="{C7A83F00-CCFB-4FFB-B5EC-E018EB8F0D73}" srcOrd="0" destOrd="0" presId="urn:microsoft.com/office/officeart/2005/8/layout/vList5"/>
    <dgm:cxn modelId="{BFD17D75-103C-484C-9375-A8B0D2C71CD3}" srcId="{FE15C0F6-B709-493B-998F-0E1F6D14D578}" destId="{9B52D2D9-2C42-4866-B5C7-512DBC936685}" srcOrd="1" destOrd="0" parTransId="{D4EF71E8-21D5-4BBE-A08C-9F4A39ADD5AD}" sibTransId="{892518D2-79B6-4662-A414-E46CA1F600CF}"/>
    <dgm:cxn modelId="{CFDC4DC2-3A6D-4958-A5D8-ED51BD841AC1}" type="presOf" srcId="{F9C41D9A-EDEA-4165-A6EF-D4DCA2EDAE08}" destId="{2174F4C4-7E77-4BB2-83D1-FC462E36CB11}" srcOrd="0" destOrd="0" presId="urn:microsoft.com/office/officeart/2005/8/layout/vList5"/>
    <dgm:cxn modelId="{49F66334-BAEC-42E6-B4A1-8FABE75D3699}" srcId="{B4DD91D7-61A2-4EED-94B6-89B3AA7F7A77}" destId="{DF6D1F8E-BD7F-48DE-A98D-C263B816B4CA}" srcOrd="1" destOrd="0" parTransId="{70F97797-1E31-4FF9-8224-D46C59275F1C}" sibTransId="{D0AE3C51-FCA4-4D77-B5BA-E4C643804365}"/>
    <dgm:cxn modelId="{B1D9FA0C-0BF1-4CC3-8598-6DC9D10EE074}" type="presOf" srcId="{A2C29002-557B-44B3-A1AF-F3154B736405}" destId="{997D19A6-EEEC-495D-ADE8-794A5075DB9E}" srcOrd="0" destOrd="0" presId="urn:microsoft.com/office/officeart/2005/8/layout/vList5"/>
    <dgm:cxn modelId="{E72A8C35-846C-48C9-9CBC-63B464A1C4BB}" type="presParOf" srcId="{EB60CEE3-95EA-420F-BA7C-14A1D8D8A3F2}" destId="{AC90826D-8C13-4CEB-BACC-B6A25A40F913}" srcOrd="0" destOrd="0" presId="urn:microsoft.com/office/officeart/2005/8/layout/vList5"/>
    <dgm:cxn modelId="{B62F6012-DB4B-461A-8E27-E070C84FABAD}" type="presParOf" srcId="{AC90826D-8C13-4CEB-BACC-B6A25A40F913}" destId="{C7A83F00-CCFB-4FFB-B5EC-E018EB8F0D73}" srcOrd="0" destOrd="0" presId="urn:microsoft.com/office/officeart/2005/8/layout/vList5"/>
    <dgm:cxn modelId="{2E7B3DB3-269C-41A9-9A27-65E5D89DB2CC}" type="presParOf" srcId="{AC90826D-8C13-4CEB-BACC-B6A25A40F913}" destId="{2174F4C4-7E77-4BB2-83D1-FC462E36CB11}" srcOrd="1" destOrd="0" presId="urn:microsoft.com/office/officeart/2005/8/layout/vList5"/>
    <dgm:cxn modelId="{C329BD82-5692-440F-9F3C-151CB99BA350}" type="presParOf" srcId="{EB60CEE3-95EA-420F-BA7C-14A1D8D8A3F2}" destId="{A82304A6-6099-460E-88A3-BDCC46F0A20C}" srcOrd="1" destOrd="0" presId="urn:microsoft.com/office/officeart/2005/8/layout/vList5"/>
    <dgm:cxn modelId="{C42E1667-4BA8-4A04-90FF-FED3DFBF5518}" type="presParOf" srcId="{EB60CEE3-95EA-420F-BA7C-14A1D8D8A3F2}" destId="{36C31765-71DF-4A06-9F9E-915839521C48}" srcOrd="2" destOrd="0" presId="urn:microsoft.com/office/officeart/2005/8/layout/vList5"/>
    <dgm:cxn modelId="{EE7BCC11-7FDA-4D3A-A145-9D7E29A7F0F8}" type="presParOf" srcId="{36C31765-71DF-4A06-9F9E-915839521C48}" destId="{03F0D67E-FFA0-4977-A44F-59C900590D6C}" srcOrd="0" destOrd="0" presId="urn:microsoft.com/office/officeart/2005/8/layout/vList5"/>
    <dgm:cxn modelId="{CDCDDA4D-DBC3-44D7-82D7-2AAE1EC4193D}" type="presParOf" srcId="{36C31765-71DF-4A06-9F9E-915839521C48}" destId="{997D19A6-EEEC-495D-ADE8-794A5075DB9E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71C4B5D-9E08-45FA-A91B-14C7349427A6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A61A1063-AD0B-4772-BDBF-0CBE0BF60669}">
      <dgm:prSet phldrT="[Text]"/>
      <dgm:spPr/>
      <dgm:t>
        <a:bodyPr/>
        <a:lstStyle/>
        <a:p>
          <a:r>
            <a:rPr lang="en-US" dirty="0" smtClean="0"/>
            <a:t>General language Command/Proficiency (grammar, spelling, syntax, vocabulary)</a:t>
          </a:r>
          <a:endParaRPr lang="en-US" dirty="0"/>
        </a:p>
      </dgm:t>
    </dgm:pt>
    <dgm:pt modelId="{16972DA4-8427-4E25-804F-B76C2692D91C}" type="parTrans" cxnId="{E23CD784-2B89-492D-98ED-2CE784D5A1F8}">
      <dgm:prSet/>
      <dgm:spPr/>
      <dgm:t>
        <a:bodyPr/>
        <a:lstStyle/>
        <a:p>
          <a:endParaRPr lang="en-US"/>
        </a:p>
      </dgm:t>
    </dgm:pt>
    <dgm:pt modelId="{B8DE89F5-48BD-4F1C-93FA-740BD8A4404D}" type="sibTrans" cxnId="{E23CD784-2B89-492D-98ED-2CE784D5A1F8}">
      <dgm:prSet/>
      <dgm:spPr/>
      <dgm:t>
        <a:bodyPr/>
        <a:lstStyle/>
        <a:p>
          <a:endParaRPr lang="en-US"/>
        </a:p>
      </dgm:t>
    </dgm:pt>
    <dgm:pt modelId="{1390E47B-6F87-4CF5-B0D4-AF24BDD087C4}">
      <dgm:prSet phldrT="[Text]"/>
      <dgm:spPr/>
      <dgm:t>
        <a:bodyPr/>
        <a:lstStyle/>
        <a:p>
          <a:r>
            <a:rPr lang="en-US" dirty="0" smtClean="0"/>
            <a:t>Foreign Language</a:t>
          </a:r>
          <a:endParaRPr lang="en-US" dirty="0"/>
        </a:p>
      </dgm:t>
    </dgm:pt>
    <dgm:pt modelId="{2CC7A128-9982-4A92-9D62-DB197CA09B9C}" type="parTrans" cxnId="{74A522ED-FA87-4375-B8F9-146177989C9F}">
      <dgm:prSet/>
      <dgm:spPr/>
      <dgm:t>
        <a:bodyPr/>
        <a:lstStyle/>
        <a:p>
          <a:endParaRPr lang="en-US"/>
        </a:p>
      </dgm:t>
    </dgm:pt>
    <dgm:pt modelId="{3365774B-48BA-459B-A2CC-C60DA2C563CC}" type="sibTrans" cxnId="{74A522ED-FA87-4375-B8F9-146177989C9F}">
      <dgm:prSet/>
      <dgm:spPr/>
      <dgm:t>
        <a:bodyPr/>
        <a:lstStyle/>
        <a:p>
          <a:endParaRPr lang="en-US"/>
        </a:p>
      </dgm:t>
    </dgm:pt>
    <dgm:pt modelId="{6EAD94C8-B9B1-4A12-AD92-29C8BFE771C9}">
      <dgm:prSet phldrT="[Text]"/>
      <dgm:spPr/>
      <dgm:t>
        <a:bodyPr/>
        <a:lstStyle/>
        <a:p>
          <a:r>
            <a:rPr lang="en-US" dirty="0" smtClean="0"/>
            <a:t>Command on dialects/pidgins used (vocabulary differences)</a:t>
          </a:r>
          <a:endParaRPr lang="en-US" dirty="0"/>
        </a:p>
      </dgm:t>
    </dgm:pt>
    <dgm:pt modelId="{E6F633D5-8CA6-4524-AC96-E32CCEE368ED}" type="parTrans" cxnId="{9FA5AF1E-C9CE-4C72-91E0-174708C5D4EB}">
      <dgm:prSet/>
      <dgm:spPr/>
      <dgm:t>
        <a:bodyPr/>
        <a:lstStyle/>
        <a:p>
          <a:endParaRPr lang="en-US"/>
        </a:p>
      </dgm:t>
    </dgm:pt>
    <dgm:pt modelId="{7BEEA45F-4B39-4DC8-B813-0DBCCF5DF913}" type="sibTrans" cxnId="{9FA5AF1E-C9CE-4C72-91E0-174708C5D4EB}">
      <dgm:prSet/>
      <dgm:spPr/>
      <dgm:t>
        <a:bodyPr/>
        <a:lstStyle/>
        <a:p>
          <a:endParaRPr lang="en-US"/>
        </a:p>
      </dgm:t>
    </dgm:pt>
    <dgm:pt modelId="{DF298BFC-3309-4913-986D-8EAAC842003D}">
      <dgm:prSet phldrT="[Text]"/>
      <dgm:spPr/>
      <dgm:t>
        <a:bodyPr/>
        <a:lstStyle/>
        <a:p>
          <a:r>
            <a:rPr lang="en-US" dirty="0" smtClean="0"/>
            <a:t>Command on Accent (pronunciation)</a:t>
          </a:r>
          <a:endParaRPr lang="en-US" dirty="0"/>
        </a:p>
      </dgm:t>
    </dgm:pt>
    <dgm:pt modelId="{D76FB072-93E0-4273-B43B-EA8C829FAB99}" type="parTrans" cxnId="{3E3BA478-8804-4490-9D3B-3E3624B3E5BF}">
      <dgm:prSet/>
      <dgm:spPr/>
      <dgm:t>
        <a:bodyPr/>
        <a:lstStyle/>
        <a:p>
          <a:endParaRPr lang="en-US"/>
        </a:p>
      </dgm:t>
    </dgm:pt>
    <dgm:pt modelId="{B15F6904-BC05-4588-AA12-9D763D5815B3}" type="sibTrans" cxnId="{3E3BA478-8804-4490-9D3B-3E3624B3E5BF}">
      <dgm:prSet/>
      <dgm:spPr/>
      <dgm:t>
        <a:bodyPr/>
        <a:lstStyle/>
        <a:p>
          <a:endParaRPr lang="en-US"/>
        </a:p>
      </dgm:t>
    </dgm:pt>
    <dgm:pt modelId="{5AB3CA17-F06D-4255-A631-79FFF5CAE0B6}">
      <dgm:prSet phldrT="[Text]"/>
      <dgm:spPr/>
      <dgm:t>
        <a:bodyPr/>
        <a:lstStyle/>
        <a:p>
          <a:r>
            <a:rPr lang="en-US" dirty="0" smtClean="0"/>
            <a:t>Technical language/jargon</a:t>
          </a:r>
          <a:endParaRPr lang="en-US" dirty="0"/>
        </a:p>
      </dgm:t>
    </dgm:pt>
    <dgm:pt modelId="{A1601778-6F88-4716-829D-EC0EA1FE4850}" type="parTrans" cxnId="{1DFBEF23-AFC4-48C2-9FCA-0ABF9BAB6AF3}">
      <dgm:prSet/>
      <dgm:spPr/>
      <dgm:t>
        <a:bodyPr/>
        <a:lstStyle/>
        <a:p>
          <a:endParaRPr lang="en-US"/>
        </a:p>
      </dgm:t>
    </dgm:pt>
    <dgm:pt modelId="{671A334C-341E-459B-A0B7-51EBE5463B1C}" type="sibTrans" cxnId="{1DFBEF23-AFC4-48C2-9FCA-0ABF9BAB6AF3}">
      <dgm:prSet/>
      <dgm:spPr/>
      <dgm:t>
        <a:bodyPr/>
        <a:lstStyle/>
        <a:p>
          <a:endParaRPr lang="en-US"/>
        </a:p>
      </dgm:t>
    </dgm:pt>
    <dgm:pt modelId="{28B91EB2-CCB0-49EB-A091-FD8CB0E7F88C}">
      <dgm:prSet phldrT="[Text]"/>
      <dgm:spPr/>
      <dgm:t>
        <a:bodyPr/>
        <a:lstStyle/>
        <a:p>
          <a:r>
            <a:rPr lang="en-US" dirty="0" smtClean="0"/>
            <a:t>Speech and writing difference</a:t>
          </a:r>
          <a:endParaRPr lang="en-US" dirty="0"/>
        </a:p>
      </dgm:t>
    </dgm:pt>
    <dgm:pt modelId="{5AB4E70B-E51A-42D3-ACEF-8C552D7618B9}" type="parTrans" cxnId="{248944EB-7C06-47D6-B094-F7FC7D06F55C}">
      <dgm:prSet/>
      <dgm:spPr/>
      <dgm:t>
        <a:bodyPr/>
        <a:lstStyle/>
        <a:p>
          <a:endParaRPr lang="en-US"/>
        </a:p>
      </dgm:t>
    </dgm:pt>
    <dgm:pt modelId="{9A8A9BD7-2D2A-49B3-8F89-75EF36951C0D}" type="sibTrans" cxnId="{248944EB-7C06-47D6-B094-F7FC7D06F55C}">
      <dgm:prSet/>
      <dgm:spPr/>
      <dgm:t>
        <a:bodyPr/>
        <a:lstStyle/>
        <a:p>
          <a:endParaRPr lang="en-US"/>
        </a:p>
      </dgm:t>
    </dgm:pt>
    <dgm:pt modelId="{474D0AE1-B939-4FFD-8AD3-8EE9AF8082A9}">
      <dgm:prSet phldrT="[Text]"/>
      <dgm:spPr/>
      <dgm:t>
        <a:bodyPr/>
        <a:lstStyle/>
        <a:p>
          <a:r>
            <a:rPr lang="en-US" dirty="0" smtClean="0"/>
            <a:t>Command on Language variety (formal, informal)</a:t>
          </a:r>
          <a:endParaRPr lang="en-US" dirty="0"/>
        </a:p>
      </dgm:t>
    </dgm:pt>
    <dgm:pt modelId="{C3A506E1-6C49-48DC-A87B-E1E62C6F285B}" type="parTrans" cxnId="{66D46A20-6AA2-4447-A82A-C87F831CF44B}">
      <dgm:prSet/>
      <dgm:spPr/>
      <dgm:t>
        <a:bodyPr/>
        <a:lstStyle/>
        <a:p>
          <a:endParaRPr lang="en-US"/>
        </a:p>
      </dgm:t>
    </dgm:pt>
    <dgm:pt modelId="{69A03A7F-D99B-4A8F-9568-9C5000A68D35}" type="sibTrans" cxnId="{66D46A20-6AA2-4447-A82A-C87F831CF44B}">
      <dgm:prSet/>
      <dgm:spPr/>
      <dgm:t>
        <a:bodyPr/>
        <a:lstStyle/>
        <a:p>
          <a:endParaRPr lang="en-US"/>
        </a:p>
      </dgm:t>
    </dgm:pt>
    <dgm:pt modelId="{3B1FF113-61D4-4AEB-8D30-75FF007F23B9}" type="pres">
      <dgm:prSet presAssocID="{171C4B5D-9E08-45FA-A91B-14C7349427A6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F0BB621-42D7-4FC1-B6F0-35E6E7575A4A}" type="pres">
      <dgm:prSet presAssocID="{A61A1063-AD0B-4772-BDBF-0CBE0BF60669}" presName="parentText" presStyleLbl="node1" presStyleIdx="0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8CCCF93-AFEE-4AC0-81F4-73213EF25A76}" type="pres">
      <dgm:prSet presAssocID="{B8DE89F5-48BD-4F1C-93FA-740BD8A4404D}" presName="spacer" presStyleCnt="0"/>
      <dgm:spPr/>
    </dgm:pt>
    <dgm:pt modelId="{70F57A6D-1F88-41AE-922D-26DE592F060F}" type="pres">
      <dgm:prSet presAssocID="{474D0AE1-B939-4FFD-8AD3-8EE9AF8082A9}" presName="parentText" presStyleLbl="node1" presStyleIdx="1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60C7358-CC0C-4717-AB67-7DB8A3B78D4C}" type="pres">
      <dgm:prSet presAssocID="{69A03A7F-D99B-4A8F-9568-9C5000A68D35}" presName="spacer" presStyleCnt="0"/>
      <dgm:spPr/>
    </dgm:pt>
    <dgm:pt modelId="{7DF58F25-C492-4201-B9E3-9ECE76346233}" type="pres">
      <dgm:prSet presAssocID="{1390E47B-6F87-4CF5-B0D4-AF24BDD087C4}" presName="parentText" presStyleLbl="node1" presStyleIdx="2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0CD8F53-8E4C-4532-AC67-F7D09FEDF831}" type="pres">
      <dgm:prSet presAssocID="{3365774B-48BA-459B-A2CC-C60DA2C563CC}" presName="spacer" presStyleCnt="0"/>
      <dgm:spPr/>
    </dgm:pt>
    <dgm:pt modelId="{C2341188-F861-4FE6-AABF-69BB81397FD9}" type="pres">
      <dgm:prSet presAssocID="{6EAD94C8-B9B1-4A12-AD92-29C8BFE771C9}" presName="parentText" presStyleLbl="node1" presStyleIdx="3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FA7FBC9-DDBC-4CA7-9EEE-5865239822F1}" type="pres">
      <dgm:prSet presAssocID="{7BEEA45F-4B39-4DC8-B813-0DBCCF5DF913}" presName="spacer" presStyleCnt="0"/>
      <dgm:spPr/>
    </dgm:pt>
    <dgm:pt modelId="{4D59D0E6-1AFB-4B78-95D8-9FDC4792117C}" type="pres">
      <dgm:prSet presAssocID="{DF298BFC-3309-4913-986D-8EAAC842003D}" presName="parentText" presStyleLbl="node1" presStyleIdx="4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0FA93F8-9E70-4E9F-BAF4-B9080D430958}" type="pres">
      <dgm:prSet presAssocID="{B15F6904-BC05-4588-AA12-9D763D5815B3}" presName="spacer" presStyleCnt="0"/>
      <dgm:spPr/>
    </dgm:pt>
    <dgm:pt modelId="{DA7384CC-2492-4FA6-94EF-0C098A2783B4}" type="pres">
      <dgm:prSet presAssocID="{5AB3CA17-F06D-4255-A631-79FFF5CAE0B6}" presName="parentText" presStyleLbl="node1" presStyleIdx="5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D8A63E0-DFE1-4F25-978D-4F436D9524CA}" type="pres">
      <dgm:prSet presAssocID="{671A334C-341E-459B-A0B7-51EBE5463B1C}" presName="spacer" presStyleCnt="0"/>
      <dgm:spPr/>
    </dgm:pt>
    <dgm:pt modelId="{3AE336B0-F6FD-4B51-AC54-C0D2EBF8CEE4}" type="pres">
      <dgm:prSet presAssocID="{28B91EB2-CCB0-49EB-A091-FD8CB0E7F88C}" presName="parentText" presStyleLbl="node1" presStyleIdx="6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E3BA478-8804-4490-9D3B-3E3624B3E5BF}" srcId="{171C4B5D-9E08-45FA-A91B-14C7349427A6}" destId="{DF298BFC-3309-4913-986D-8EAAC842003D}" srcOrd="4" destOrd="0" parTransId="{D76FB072-93E0-4273-B43B-EA8C829FAB99}" sibTransId="{B15F6904-BC05-4588-AA12-9D763D5815B3}"/>
    <dgm:cxn modelId="{6AB7E974-A0BD-43C1-BA45-CA3A928CC49C}" type="presOf" srcId="{28B91EB2-CCB0-49EB-A091-FD8CB0E7F88C}" destId="{3AE336B0-F6FD-4B51-AC54-C0D2EBF8CEE4}" srcOrd="0" destOrd="0" presId="urn:microsoft.com/office/officeart/2005/8/layout/vList2"/>
    <dgm:cxn modelId="{6917B7DE-F702-48ED-B50A-F44BA1D79EC1}" type="presOf" srcId="{1390E47B-6F87-4CF5-B0D4-AF24BDD087C4}" destId="{7DF58F25-C492-4201-B9E3-9ECE76346233}" srcOrd="0" destOrd="0" presId="urn:microsoft.com/office/officeart/2005/8/layout/vList2"/>
    <dgm:cxn modelId="{D515353C-E177-4646-B3BC-E479DAAA448F}" type="presOf" srcId="{474D0AE1-B939-4FFD-8AD3-8EE9AF8082A9}" destId="{70F57A6D-1F88-41AE-922D-26DE592F060F}" srcOrd="0" destOrd="0" presId="urn:microsoft.com/office/officeart/2005/8/layout/vList2"/>
    <dgm:cxn modelId="{9FA5AF1E-C9CE-4C72-91E0-174708C5D4EB}" srcId="{171C4B5D-9E08-45FA-A91B-14C7349427A6}" destId="{6EAD94C8-B9B1-4A12-AD92-29C8BFE771C9}" srcOrd="3" destOrd="0" parTransId="{E6F633D5-8CA6-4524-AC96-E32CCEE368ED}" sibTransId="{7BEEA45F-4B39-4DC8-B813-0DBCCF5DF913}"/>
    <dgm:cxn modelId="{AF9B382F-B0D3-4009-A6AE-631164100C51}" type="presOf" srcId="{DF298BFC-3309-4913-986D-8EAAC842003D}" destId="{4D59D0E6-1AFB-4B78-95D8-9FDC4792117C}" srcOrd="0" destOrd="0" presId="urn:microsoft.com/office/officeart/2005/8/layout/vList2"/>
    <dgm:cxn modelId="{248944EB-7C06-47D6-B094-F7FC7D06F55C}" srcId="{171C4B5D-9E08-45FA-A91B-14C7349427A6}" destId="{28B91EB2-CCB0-49EB-A091-FD8CB0E7F88C}" srcOrd="6" destOrd="0" parTransId="{5AB4E70B-E51A-42D3-ACEF-8C552D7618B9}" sibTransId="{9A8A9BD7-2D2A-49B3-8F89-75EF36951C0D}"/>
    <dgm:cxn modelId="{393D25B5-37DC-4699-A5CB-01BE0C53CEB3}" type="presOf" srcId="{6EAD94C8-B9B1-4A12-AD92-29C8BFE771C9}" destId="{C2341188-F861-4FE6-AABF-69BB81397FD9}" srcOrd="0" destOrd="0" presId="urn:microsoft.com/office/officeart/2005/8/layout/vList2"/>
    <dgm:cxn modelId="{66D46A20-6AA2-4447-A82A-C87F831CF44B}" srcId="{171C4B5D-9E08-45FA-A91B-14C7349427A6}" destId="{474D0AE1-B939-4FFD-8AD3-8EE9AF8082A9}" srcOrd="1" destOrd="0" parTransId="{C3A506E1-6C49-48DC-A87B-E1E62C6F285B}" sibTransId="{69A03A7F-D99B-4A8F-9568-9C5000A68D35}"/>
    <dgm:cxn modelId="{E23CD784-2B89-492D-98ED-2CE784D5A1F8}" srcId="{171C4B5D-9E08-45FA-A91B-14C7349427A6}" destId="{A61A1063-AD0B-4772-BDBF-0CBE0BF60669}" srcOrd="0" destOrd="0" parTransId="{16972DA4-8427-4E25-804F-B76C2692D91C}" sibTransId="{B8DE89F5-48BD-4F1C-93FA-740BD8A4404D}"/>
    <dgm:cxn modelId="{C5D9B00D-A3E9-4C8C-97A4-2AF77621D239}" type="presOf" srcId="{5AB3CA17-F06D-4255-A631-79FFF5CAE0B6}" destId="{DA7384CC-2492-4FA6-94EF-0C098A2783B4}" srcOrd="0" destOrd="0" presId="urn:microsoft.com/office/officeart/2005/8/layout/vList2"/>
    <dgm:cxn modelId="{1DFBEF23-AFC4-48C2-9FCA-0ABF9BAB6AF3}" srcId="{171C4B5D-9E08-45FA-A91B-14C7349427A6}" destId="{5AB3CA17-F06D-4255-A631-79FFF5CAE0B6}" srcOrd="5" destOrd="0" parTransId="{A1601778-6F88-4716-829D-EC0EA1FE4850}" sibTransId="{671A334C-341E-459B-A0B7-51EBE5463B1C}"/>
    <dgm:cxn modelId="{74A522ED-FA87-4375-B8F9-146177989C9F}" srcId="{171C4B5D-9E08-45FA-A91B-14C7349427A6}" destId="{1390E47B-6F87-4CF5-B0D4-AF24BDD087C4}" srcOrd="2" destOrd="0" parTransId="{2CC7A128-9982-4A92-9D62-DB197CA09B9C}" sibTransId="{3365774B-48BA-459B-A2CC-C60DA2C563CC}"/>
    <dgm:cxn modelId="{C01D01A5-F544-4B2F-B486-40F46A6C819F}" type="presOf" srcId="{A61A1063-AD0B-4772-BDBF-0CBE0BF60669}" destId="{3F0BB621-42D7-4FC1-B6F0-35E6E7575A4A}" srcOrd="0" destOrd="0" presId="urn:microsoft.com/office/officeart/2005/8/layout/vList2"/>
    <dgm:cxn modelId="{923F9B3F-13CD-4F92-91D5-88CD99CB4C22}" type="presOf" srcId="{171C4B5D-9E08-45FA-A91B-14C7349427A6}" destId="{3B1FF113-61D4-4AEB-8D30-75FF007F23B9}" srcOrd="0" destOrd="0" presId="urn:microsoft.com/office/officeart/2005/8/layout/vList2"/>
    <dgm:cxn modelId="{64B1B4EF-9041-423E-8FA5-3056F25CF6CA}" type="presParOf" srcId="{3B1FF113-61D4-4AEB-8D30-75FF007F23B9}" destId="{3F0BB621-42D7-4FC1-B6F0-35E6E7575A4A}" srcOrd="0" destOrd="0" presId="urn:microsoft.com/office/officeart/2005/8/layout/vList2"/>
    <dgm:cxn modelId="{0CFEA0D4-34BF-4E04-A8C2-F9C256D625AC}" type="presParOf" srcId="{3B1FF113-61D4-4AEB-8D30-75FF007F23B9}" destId="{F8CCCF93-AFEE-4AC0-81F4-73213EF25A76}" srcOrd="1" destOrd="0" presId="urn:microsoft.com/office/officeart/2005/8/layout/vList2"/>
    <dgm:cxn modelId="{3CF1E8BB-BF7F-4375-8C67-52B297E79D01}" type="presParOf" srcId="{3B1FF113-61D4-4AEB-8D30-75FF007F23B9}" destId="{70F57A6D-1F88-41AE-922D-26DE592F060F}" srcOrd="2" destOrd="0" presId="urn:microsoft.com/office/officeart/2005/8/layout/vList2"/>
    <dgm:cxn modelId="{89D463AB-8331-485E-95EA-9CF20488318A}" type="presParOf" srcId="{3B1FF113-61D4-4AEB-8D30-75FF007F23B9}" destId="{260C7358-CC0C-4717-AB67-7DB8A3B78D4C}" srcOrd="3" destOrd="0" presId="urn:microsoft.com/office/officeart/2005/8/layout/vList2"/>
    <dgm:cxn modelId="{EDCF53A2-BBA9-4984-BFFE-E4A21C87547E}" type="presParOf" srcId="{3B1FF113-61D4-4AEB-8D30-75FF007F23B9}" destId="{7DF58F25-C492-4201-B9E3-9ECE76346233}" srcOrd="4" destOrd="0" presId="urn:microsoft.com/office/officeart/2005/8/layout/vList2"/>
    <dgm:cxn modelId="{3E34BEA4-2B5D-47C8-A133-E6A68EDA7CD0}" type="presParOf" srcId="{3B1FF113-61D4-4AEB-8D30-75FF007F23B9}" destId="{E0CD8F53-8E4C-4532-AC67-F7D09FEDF831}" srcOrd="5" destOrd="0" presId="urn:microsoft.com/office/officeart/2005/8/layout/vList2"/>
    <dgm:cxn modelId="{75D16F98-D061-46EF-9F95-C93E3F99C4B8}" type="presParOf" srcId="{3B1FF113-61D4-4AEB-8D30-75FF007F23B9}" destId="{C2341188-F861-4FE6-AABF-69BB81397FD9}" srcOrd="6" destOrd="0" presId="urn:microsoft.com/office/officeart/2005/8/layout/vList2"/>
    <dgm:cxn modelId="{B6B6D824-3D89-4D00-9180-A4305627DC48}" type="presParOf" srcId="{3B1FF113-61D4-4AEB-8D30-75FF007F23B9}" destId="{2FA7FBC9-DDBC-4CA7-9EEE-5865239822F1}" srcOrd="7" destOrd="0" presId="urn:microsoft.com/office/officeart/2005/8/layout/vList2"/>
    <dgm:cxn modelId="{42258900-0154-490D-9C78-CDB0A639D7D0}" type="presParOf" srcId="{3B1FF113-61D4-4AEB-8D30-75FF007F23B9}" destId="{4D59D0E6-1AFB-4B78-95D8-9FDC4792117C}" srcOrd="8" destOrd="0" presId="urn:microsoft.com/office/officeart/2005/8/layout/vList2"/>
    <dgm:cxn modelId="{77A388B0-18CB-4C6B-B990-9B8EA303A560}" type="presParOf" srcId="{3B1FF113-61D4-4AEB-8D30-75FF007F23B9}" destId="{40FA93F8-9E70-4E9F-BAF4-B9080D430958}" srcOrd="9" destOrd="0" presId="urn:microsoft.com/office/officeart/2005/8/layout/vList2"/>
    <dgm:cxn modelId="{57BA2AC4-4610-4FE7-B043-AF7655C50FC9}" type="presParOf" srcId="{3B1FF113-61D4-4AEB-8D30-75FF007F23B9}" destId="{DA7384CC-2492-4FA6-94EF-0C098A2783B4}" srcOrd="10" destOrd="0" presId="urn:microsoft.com/office/officeart/2005/8/layout/vList2"/>
    <dgm:cxn modelId="{4F98B5D2-4D46-4090-9C30-34E7BC08DE56}" type="presParOf" srcId="{3B1FF113-61D4-4AEB-8D30-75FF007F23B9}" destId="{2D8A63E0-DFE1-4F25-978D-4F436D9524CA}" srcOrd="11" destOrd="0" presId="urn:microsoft.com/office/officeart/2005/8/layout/vList2"/>
    <dgm:cxn modelId="{38DA1F0E-9138-4885-8C1D-D44FBCD99892}" type="presParOf" srcId="{3B1FF113-61D4-4AEB-8D30-75FF007F23B9}" destId="{3AE336B0-F6FD-4B51-AC54-C0D2EBF8CEE4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FDF2733-5DAE-4AB6-9359-25B775449426}" type="doc">
      <dgm:prSet loTypeId="urn:microsoft.com/office/officeart/2005/8/layout/list1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F7E1B8A5-A24F-476B-B77A-A5A6D02C803D}">
      <dgm:prSet phldrT="[Text]"/>
      <dgm:spPr/>
      <dgm:t>
        <a:bodyPr/>
        <a:lstStyle/>
        <a:p>
          <a:r>
            <a:rPr lang="en-US" dirty="0" smtClean="0"/>
            <a:t>Using ambiguous words (words with multiple meanings)</a:t>
          </a:r>
          <a:endParaRPr lang="en-US" dirty="0"/>
        </a:p>
      </dgm:t>
    </dgm:pt>
    <dgm:pt modelId="{C7B24DCA-2530-40F5-AA6C-802995032B2B}" type="parTrans" cxnId="{3C1DE154-C02A-4C30-8F3A-F05BCD75EFE7}">
      <dgm:prSet/>
      <dgm:spPr/>
      <dgm:t>
        <a:bodyPr/>
        <a:lstStyle/>
        <a:p>
          <a:endParaRPr lang="en-US"/>
        </a:p>
      </dgm:t>
    </dgm:pt>
    <dgm:pt modelId="{A25467D2-7894-4977-AB22-78EAA8C1E060}" type="sibTrans" cxnId="{3C1DE154-C02A-4C30-8F3A-F05BCD75EFE7}">
      <dgm:prSet/>
      <dgm:spPr/>
      <dgm:t>
        <a:bodyPr/>
        <a:lstStyle/>
        <a:p>
          <a:endParaRPr lang="en-US"/>
        </a:p>
      </dgm:t>
    </dgm:pt>
    <dgm:pt modelId="{A6EBCF17-A745-4FFB-840E-EDECAA20958C}">
      <dgm:prSet phldrT="[Text]"/>
      <dgm:spPr/>
      <dgm:t>
        <a:bodyPr/>
        <a:lstStyle/>
        <a:p>
          <a:r>
            <a:rPr lang="en-US" dirty="0" smtClean="0"/>
            <a:t>Multiple denotative meanings</a:t>
          </a:r>
          <a:endParaRPr lang="en-US" dirty="0"/>
        </a:p>
      </dgm:t>
    </dgm:pt>
    <dgm:pt modelId="{69F7EB21-31C5-49BB-A8CB-AC5005C86303}" type="parTrans" cxnId="{6B4018E5-8D53-48B0-8BCE-35ABDCE11A80}">
      <dgm:prSet/>
      <dgm:spPr/>
      <dgm:t>
        <a:bodyPr/>
        <a:lstStyle/>
        <a:p>
          <a:endParaRPr lang="en-US"/>
        </a:p>
      </dgm:t>
    </dgm:pt>
    <dgm:pt modelId="{3DE81244-5DA3-4E73-9AC5-74FE63F17D44}" type="sibTrans" cxnId="{6B4018E5-8D53-48B0-8BCE-35ABDCE11A80}">
      <dgm:prSet/>
      <dgm:spPr/>
      <dgm:t>
        <a:bodyPr/>
        <a:lstStyle/>
        <a:p>
          <a:endParaRPr lang="en-US"/>
        </a:p>
      </dgm:t>
    </dgm:pt>
    <dgm:pt modelId="{0E433339-3A1C-48A6-A23B-A808B10A3435}">
      <dgm:prSet phldrT="[Text]"/>
      <dgm:spPr/>
      <dgm:t>
        <a:bodyPr/>
        <a:lstStyle/>
        <a:p>
          <a:r>
            <a:rPr lang="en-US" dirty="0" smtClean="0"/>
            <a:t>Connotative meaning</a:t>
          </a:r>
          <a:endParaRPr lang="en-US" dirty="0"/>
        </a:p>
      </dgm:t>
    </dgm:pt>
    <dgm:pt modelId="{36AC0D69-48AA-4958-9262-EDFBE2FAD9CB}" type="parTrans" cxnId="{34F20F3F-A96B-4A3D-8D8B-EF7EF16B36C1}">
      <dgm:prSet/>
      <dgm:spPr/>
      <dgm:t>
        <a:bodyPr/>
        <a:lstStyle/>
        <a:p>
          <a:endParaRPr lang="en-US"/>
        </a:p>
      </dgm:t>
    </dgm:pt>
    <dgm:pt modelId="{C88126F9-E5D7-4016-9EE2-4153AD589277}" type="sibTrans" cxnId="{34F20F3F-A96B-4A3D-8D8B-EF7EF16B36C1}">
      <dgm:prSet/>
      <dgm:spPr/>
      <dgm:t>
        <a:bodyPr/>
        <a:lstStyle/>
        <a:p>
          <a:endParaRPr lang="en-US"/>
        </a:p>
      </dgm:t>
    </dgm:pt>
    <dgm:pt modelId="{37B7E397-5E7E-4802-A6FC-9CBFC7A24980}">
      <dgm:prSet phldrT="[Text]"/>
      <dgm:spPr/>
      <dgm:t>
        <a:bodyPr/>
        <a:lstStyle/>
        <a:p>
          <a:r>
            <a:rPr lang="en-US" dirty="0" smtClean="0"/>
            <a:t>Bypassing (people having different concepts/meanings associated with certain words)</a:t>
          </a:r>
          <a:endParaRPr lang="en-US" dirty="0"/>
        </a:p>
      </dgm:t>
    </dgm:pt>
    <dgm:pt modelId="{38843BE6-5549-43D5-995F-9F1D363E5353}" type="parTrans" cxnId="{4D0AC62F-114C-40CF-AD4E-ACBCDA9CD649}">
      <dgm:prSet/>
      <dgm:spPr/>
      <dgm:t>
        <a:bodyPr/>
        <a:lstStyle/>
        <a:p>
          <a:endParaRPr lang="en-US"/>
        </a:p>
      </dgm:t>
    </dgm:pt>
    <dgm:pt modelId="{2E7E2B98-F255-49BB-8EF1-B4BF0754DD25}" type="sibTrans" cxnId="{4D0AC62F-114C-40CF-AD4E-ACBCDA9CD649}">
      <dgm:prSet/>
      <dgm:spPr/>
      <dgm:t>
        <a:bodyPr/>
        <a:lstStyle/>
        <a:p>
          <a:endParaRPr lang="en-US"/>
        </a:p>
      </dgm:t>
    </dgm:pt>
    <dgm:pt modelId="{D2F78D1A-0E0D-40E0-A92A-C97BAA2CF3C6}">
      <dgm:prSet phldrT="[Text]"/>
      <dgm:spPr/>
      <dgm:t>
        <a:bodyPr/>
        <a:lstStyle/>
        <a:p>
          <a:r>
            <a:rPr lang="en-US" dirty="0" smtClean="0"/>
            <a:t>Inference and implication</a:t>
          </a:r>
          <a:endParaRPr lang="en-US" dirty="0"/>
        </a:p>
      </dgm:t>
    </dgm:pt>
    <dgm:pt modelId="{71ED934D-1B1C-4E73-82D2-D9B4888685DC}" type="parTrans" cxnId="{08607A21-4319-4D7B-9B4A-77D1B7ECA5A3}">
      <dgm:prSet/>
      <dgm:spPr/>
      <dgm:t>
        <a:bodyPr/>
        <a:lstStyle/>
        <a:p>
          <a:endParaRPr lang="en-US"/>
        </a:p>
      </dgm:t>
    </dgm:pt>
    <dgm:pt modelId="{D6CA1842-0F6B-48B9-B4B9-AB15DC91D67F}" type="sibTrans" cxnId="{08607A21-4319-4D7B-9B4A-77D1B7ECA5A3}">
      <dgm:prSet/>
      <dgm:spPr/>
      <dgm:t>
        <a:bodyPr/>
        <a:lstStyle/>
        <a:p>
          <a:endParaRPr lang="en-US"/>
        </a:p>
      </dgm:t>
    </dgm:pt>
    <dgm:pt modelId="{DDD9EDD7-9BC7-4851-958F-AED37BA0076D}">
      <dgm:prSet phldrT="[Text]"/>
      <dgm:spPr/>
      <dgm:t>
        <a:bodyPr/>
        <a:lstStyle/>
        <a:p>
          <a:r>
            <a:rPr lang="en-US" dirty="0" smtClean="0"/>
            <a:t>Concrete versus abstract words</a:t>
          </a:r>
          <a:endParaRPr lang="en-US" dirty="0"/>
        </a:p>
      </dgm:t>
    </dgm:pt>
    <dgm:pt modelId="{B8B974BE-6619-4FC1-A8D0-594BB421A430}" type="parTrans" cxnId="{F4F4C1C3-A12D-438D-90A3-F5CFFAE67676}">
      <dgm:prSet/>
      <dgm:spPr/>
      <dgm:t>
        <a:bodyPr/>
        <a:lstStyle/>
        <a:p>
          <a:endParaRPr lang="en-US"/>
        </a:p>
      </dgm:t>
    </dgm:pt>
    <dgm:pt modelId="{880D9D71-1E86-49BD-B1F2-E99E2106DCFF}" type="sibTrans" cxnId="{F4F4C1C3-A12D-438D-90A3-F5CFFAE67676}">
      <dgm:prSet/>
      <dgm:spPr/>
      <dgm:t>
        <a:bodyPr/>
        <a:lstStyle/>
        <a:p>
          <a:endParaRPr lang="en-US"/>
        </a:p>
      </dgm:t>
    </dgm:pt>
    <dgm:pt modelId="{42E4B5AF-1AE6-408B-90BD-542373A7BA09}" type="pres">
      <dgm:prSet presAssocID="{3FDF2733-5DAE-4AB6-9359-25B775449426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59604A3-4D8B-490E-A724-D65F0DCF31DB}" type="pres">
      <dgm:prSet presAssocID="{F7E1B8A5-A24F-476B-B77A-A5A6D02C803D}" presName="parentLin" presStyleCnt="0"/>
      <dgm:spPr/>
    </dgm:pt>
    <dgm:pt modelId="{21C308A5-216E-44BB-BA54-C9DD1F680DDC}" type="pres">
      <dgm:prSet presAssocID="{F7E1B8A5-A24F-476B-B77A-A5A6D02C803D}" presName="parentLeftMargin" presStyleLbl="node1" presStyleIdx="0" presStyleCnt="6"/>
      <dgm:spPr/>
      <dgm:t>
        <a:bodyPr/>
        <a:lstStyle/>
        <a:p>
          <a:endParaRPr lang="en-US"/>
        </a:p>
      </dgm:t>
    </dgm:pt>
    <dgm:pt modelId="{F674EF70-2717-4C8C-A718-2F9B63AFBED8}" type="pres">
      <dgm:prSet presAssocID="{F7E1B8A5-A24F-476B-B77A-A5A6D02C803D}" presName="parentText" presStyleLbl="node1" presStyleIdx="0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B09CF1F-EA8A-4FE3-A417-2980C414EA6C}" type="pres">
      <dgm:prSet presAssocID="{F7E1B8A5-A24F-476B-B77A-A5A6D02C803D}" presName="negativeSpace" presStyleCnt="0"/>
      <dgm:spPr/>
    </dgm:pt>
    <dgm:pt modelId="{72BE9800-31D0-4B3F-9DB7-5D5A6844C28C}" type="pres">
      <dgm:prSet presAssocID="{F7E1B8A5-A24F-476B-B77A-A5A6D02C803D}" presName="childText" presStyleLbl="conFgAcc1" presStyleIdx="0" presStyleCnt="6">
        <dgm:presLayoutVars>
          <dgm:bulletEnabled val="1"/>
        </dgm:presLayoutVars>
      </dgm:prSet>
      <dgm:spPr/>
    </dgm:pt>
    <dgm:pt modelId="{DA3C6770-A248-41FE-9F2C-22D82AE0C512}" type="pres">
      <dgm:prSet presAssocID="{A25467D2-7894-4977-AB22-78EAA8C1E060}" presName="spaceBetweenRectangles" presStyleCnt="0"/>
      <dgm:spPr/>
    </dgm:pt>
    <dgm:pt modelId="{B1689A0B-EEEE-4116-A0A5-A50E7E932122}" type="pres">
      <dgm:prSet presAssocID="{DDD9EDD7-9BC7-4851-958F-AED37BA0076D}" presName="parentLin" presStyleCnt="0"/>
      <dgm:spPr/>
    </dgm:pt>
    <dgm:pt modelId="{163FF926-6091-4700-9773-75FCC1EC5D77}" type="pres">
      <dgm:prSet presAssocID="{DDD9EDD7-9BC7-4851-958F-AED37BA0076D}" presName="parentLeftMargin" presStyleLbl="node1" presStyleIdx="0" presStyleCnt="6"/>
      <dgm:spPr/>
      <dgm:t>
        <a:bodyPr/>
        <a:lstStyle/>
        <a:p>
          <a:endParaRPr lang="en-US"/>
        </a:p>
      </dgm:t>
    </dgm:pt>
    <dgm:pt modelId="{43F1AB2D-26BB-4FAB-892F-A43588336821}" type="pres">
      <dgm:prSet presAssocID="{DDD9EDD7-9BC7-4851-958F-AED37BA0076D}" presName="parentText" presStyleLbl="node1" presStyleIdx="1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4EEE8FD-94D9-476D-B4C0-45AD101A5739}" type="pres">
      <dgm:prSet presAssocID="{DDD9EDD7-9BC7-4851-958F-AED37BA0076D}" presName="negativeSpace" presStyleCnt="0"/>
      <dgm:spPr/>
    </dgm:pt>
    <dgm:pt modelId="{C6EDC902-4AFF-4A33-9A30-EF5E152BAF1C}" type="pres">
      <dgm:prSet presAssocID="{DDD9EDD7-9BC7-4851-958F-AED37BA0076D}" presName="childText" presStyleLbl="conFgAcc1" presStyleIdx="1" presStyleCnt="6">
        <dgm:presLayoutVars>
          <dgm:bulletEnabled val="1"/>
        </dgm:presLayoutVars>
      </dgm:prSet>
      <dgm:spPr/>
    </dgm:pt>
    <dgm:pt modelId="{1FC63133-B914-40FB-AF98-0CFEEDEE3E93}" type="pres">
      <dgm:prSet presAssocID="{880D9D71-1E86-49BD-B1F2-E99E2106DCFF}" presName="spaceBetweenRectangles" presStyleCnt="0"/>
      <dgm:spPr/>
    </dgm:pt>
    <dgm:pt modelId="{4F32415C-C552-4050-A1CB-EF88E53AD964}" type="pres">
      <dgm:prSet presAssocID="{A6EBCF17-A745-4FFB-840E-EDECAA20958C}" presName="parentLin" presStyleCnt="0"/>
      <dgm:spPr/>
    </dgm:pt>
    <dgm:pt modelId="{4FF45052-97B4-46AD-AE1C-C6CCDE395776}" type="pres">
      <dgm:prSet presAssocID="{A6EBCF17-A745-4FFB-840E-EDECAA20958C}" presName="parentLeftMargin" presStyleLbl="node1" presStyleIdx="1" presStyleCnt="6"/>
      <dgm:spPr/>
      <dgm:t>
        <a:bodyPr/>
        <a:lstStyle/>
        <a:p>
          <a:endParaRPr lang="en-US"/>
        </a:p>
      </dgm:t>
    </dgm:pt>
    <dgm:pt modelId="{C3CE2B23-6F6B-4CD5-83DC-7F33B12B58A4}" type="pres">
      <dgm:prSet presAssocID="{A6EBCF17-A745-4FFB-840E-EDECAA20958C}" presName="parentText" presStyleLbl="node1" presStyleIdx="2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57A04ED-0CC3-45DB-9568-A0770B85C20F}" type="pres">
      <dgm:prSet presAssocID="{A6EBCF17-A745-4FFB-840E-EDECAA20958C}" presName="negativeSpace" presStyleCnt="0"/>
      <dgm:spPr/>
    </dgm:pt>
    <dgm:pt modelId="{A59D4088-6062-4A08-8769-BDEB06E2CBDF}" type="pres">
      <dgm:prSet presAssocID="{A6EBCF17-A745-4FFB-840E-EDECAA20958C}" presName="childText" presStyleLbl="conFgAcc1" presStyleIdx="2" presStyleCnt="6">
        <dgm:presLayoutVars>
          <dgm:bulletEnabled val="1"/>
        </dgm:presLayoutVars>
      </dgm:prSet>
      <dgm:spPr/>
    </dgm:pt>
    <dgm:pt modelId="{3A1778B6-34F0-436B-B888-7693F4B636F3}" type="pres">
      <dgm:prSet presAssocID="{3DE81244-5DA3-4E73-9AC5-74FE63F17D44}" presName="spaceBetweenRectangles" presStyleCnt="0"/>
      <dgm:spPr/>
    </dgm:pt>
    <dgm:pt modelId="{5615B15B-9ECF-40BE-852C-E78CB4406611}" type="pres">
      <dgm:prSet presAssocID="{0E433339-3A1C-48A6-A23B-A808B10A3435}" presName="parentLin" presStyleCnt="0"/>
      <dgm:spPr/>
    </dgm:pt>
    <dgm:pt modelId="{3D8E566F-941B-484F-978E-846871FD1AE6}" type="pres">
      <dgm:prSet presAssocID="{0E433339-3A1C-48A6-A23B-A808B10A3435}" presName="parentLeftMargin" presStyleLbl="node1" presStyleIdx="2" presStyleCnt="6"/>
      <dgm:spPr/>
      <dgm:t>
        <a:bodyPr/>
        <a:lstStyle/>
        <a:p>
          <a:endParaRPr lang="en-US"/>
        </a:p>
      </dgm:t>
    </dgm:pt>
    <dgm:pt modelId="{5479E607-C1DE-4AD8-B364-2DEFC9B744A5}" type="pres">
      <dgm:prSet presAssocID="{0E433339-3A1C-48A6-A23B-A808B10A3435}" presName="parentText" presStyleLbl="node1" presStyleIdx="3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502EF77-0FF4-46A3-AC76-A8C6AE26A0C8}" type="pres">
      <dgm:prSet presAssocID="{0E433339-3A1C-48A6-A23B-A808B10A3435}" presName="negativeSpace" presStyleCnt="0"/>
      <dgm:spPr/>
    </dgm:pt>
    <dgm:pt modelId="{4823BD99-F903-46D3-A920-74E83968A023}" type="pres">
      <dgm:prSet presAssocID="{0E433339-3A1C-48A6-A23B-A808B10A3435}" presName="childText" presStyleLbl="conFgAcc1" presStyleIdx="3" presStyleCnt="6">
        <dgm:presLayoutVars>
          <dgm:bulletEnabled val="1"/>
        </dgm:presLayoutVars>
      </dgm:prSet>
      <dgm:spPr/>
    </dgm:pt>
    <dgm:pt modelId="{8FF4F505-4955-4124-A38F-BBD9175FD9A5}" type="pres">
      <dgm:prSet presAssocID="{C88126F9-E5D7-4016-9EE2-4153AD589277}" presName="spaceBetweenRectangles" presStyleCnt="0"/>
      <dgm:spPr/>
    </dgm:pt>
    <dgm:pt modelId="{C5188204-3B2D-4BE1-8AB8-1705190D7DCB}" type="pres">
      <dgm:prSet presAssocID="{37B7E397-5E7E-4802-A6FC-9CBFC7A24980}" presName="parentLin" presStyleCnt="0"/>
      <dgm:spPr/>
    </dgm:pt>
    <dgm:pt modelId="{AC095C52-233B-4147-BF5F-523A6E971C69}" type="pres">
      <dgm:prSet presAssocID="{37B7E397-5E7E-4802-A6FC-9CBFC7A24980}" presName="parentLeftMargin" presStyleLbl="node1" presStyleIdx="3" presStyleCnt="6"/>
      <dgm:spPr/>
      <dgm:t>
        <a:bodyPr/>
        <a:lstStyle/>
        <a:p>
          <a:endParaRPr lang="en-US"/>
        </a:p>
      </dgm:t>
    </dgm:pt>
    <dgm:pt modelId="{9B8B0CBB-5C92-4107-9EAA-58BEB5AE529E}" type="pres">
      <dgm:prSet presAssocID="{37B7E397-5E7E-4802-A6FC-9CBFC7A24980}" presName="parentText" presStyleLbl="node1" presStyleIdx="4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746E109-CD14-4682-939C-60FD189A47ED}" type="pres">
      <dgm:prSet presAssocID="{37B7E397-5E7E-4802-A6FC-9CBFC7A24980}" presName="negativeSpace" presStyleCnt="0"/>
      <dgm:spPr/>
    </dgm:pt>
    <dgm:pt modelId="{AA5A8C05-0EF4-4A8B-8B8A-62599FEA8C2B}" type="pres">
      <dgm:prSet presAssocID="{37B7E397-5E7E-4802-A6FC-9CBFC7A24980}" presName="childText" presStyleLbl="conFgAcc1" presStyleIdx="4" presStyleCnt="6">
        <dgm:presLayoutVars>
          <dgm:bulletEnabled val="1"/>
        </dgm:presLayoutVars>
      </dgm:prSet>
      <dgm:spPr/>
    </dgm:pt>
    <dgm:pt modelId="{376EDDB4-7C06-46E5-AED5-7AB7EBDD969F}" type="pres">
      <dgm:prSet presAssocID="{2E7E2B98-F255-49BB-8EF1-B4BF0754DD25}" presName="spaceBetweenRectangles" presStyleCnt="0"/>
      <dgm:spPr/>
    </dgm:pt>
    <dgm:pt modelId="{539C3EF7-1905-4E56-AE0E-29FB05B07E38}" type="pres">
      <dgm:prSet presAssocID="{D2F78D1A-0E0D-40E0-A92A-C97BAA2CF3C6}" presName="parentLin" presStyleCnt="0"/>
      <dgm:spPr/>
    </dgm:pt>
    <dgm:pt modelId="{03785F0D-FD0D-488E-AFF5-300BE247836A}" type="pres">
      <dgm:prSet presAssocID="{D2F78D1A-0E0D-40E0-A92A-C97BAA2CF3C6}" presName="parentLeftMargin" presStyleLbl="node1" presStyleIdx="4" presStyleCnt="6"/>
      <dgm:spPr/>
      <dgm:t>
        <a:bodyPr/>
        <a:lstStyle/>
        <a:p>
          <a:endParaRPr lang="en-US"/>
        </a:p>
      </dgm:t>
    </dgm:pt>
    <dgm:pt modelId="{8149060E-2643-4FC7-AD3E-81DE823F47B0}" type="pres">
      <dgm:prSet presAssocID="{D2F78D1A-0E0D-40E0-A92A-C97BAA2CF3C6}" presName="parentText" presStyleLbl="node1" presStyleIdx="5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A1C44D8-07E7-4155-A663-D9531BE4D41C}" type="pres">
      <dgm:prSet presAssocID="{D2F78D1A-0E0D-40E0-A92A-C97BAA2CF3C6}" presName="negativeSpace" presStyleCnt="0"/>
      <dgm:spPr/>
    </dgm:pt>
    <dgm:pt modelId="{757ED324-8D41-4F96-9B39-B44550DB3B12}" type="pres">
      <dgm:prSet presAssocID="{D2F78D1A-0E0D-40E0-A92A-C97BAA2CF3C6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971E891D-4F83-49B2-81B5-11E3A4C070D2}" type="presOf" srcId="{D2F78D1A-0E0D-40E0-A92A-C97BAA2CF3C6}" destId="{8149060E-2643-4FC7-AD3E-81DE823F47B0}" srcOrd="1" destOrd="0" presId="urn:microsoft.com/office/officeart/2005/8/layout/list1"/>
    <dgm:cxn modelId="{E5FDFA3C-E904-464F-A289-E8964BF1FC60}" type="presOf" srcId="{DDD9EDD7-9BC7-4851-958F-AED37BA0076D}" destId="{43F1AB2D-26BB-4FAB-892F-A43588336821}" srcOrd="1" destOrd="0" presId="urn:microsoft.com/office/officeart/2005/8/layout/list1"/>
    <dgm:cxn modelId="{519E744D-6B1D-4F06-823B-03E062616E8D}" type="presOf" srcId="{F7E1B8A5-A24F-476B-B77A-A5A6D02C803D}" destId="{21C308A5-216E-44BB-BA54-C9DD1F680DDC}" srcOrd="0" destOrd="0" presId="urn:microsoft.com/office/officeart/2005/8/layout/list1"/>
    <dgm:cxn modelId="{F4F4C1C3-A12D-438D-90A3-F5CFFAE67676}" srcId="{3FDF2733-5DAE-4AB6-9359-25B775449426}" destId="{DDD9EDD7-9BC7-4851-958F-AED37BA0076D}" srcOrd="1" destOrd="0" parTransId="{B8B974BE-6619-4FC1-A8D0-594BB421A430}" sibTransId="{880D9D71-1E86-49BD-B1F2-E99E2106DCFF}"/>
    <dgm:cxn modelId="{2A1D6571-5D73-4FEA-B67A-982B901F7692}" type="presOf" srcId="{D2F78D1A-0E0D-40E0-A92A-C97BAA2CF3C6}" destId="{03785F0D-FD0D-488E-AFF5-300BE247836A}" srcOrd="0" destOrd="0" presId="urn:microsoft.com/office/officeart/2005/8/layout/list1"/>
    <dgm:cxn modelId="{D8D62FF0-E3E8-4932-9F68-C962B6F9BEA5}" type="presOf" srcId="{0E433339-3A1C-48A6-A23B-A808B10A3435}" destId="{5479E607-C1DE-4AD8-B364-2DEFC9B744A5}" srcOrd="1" destOrd="0" presId="urn:microsoft.com/office/officeart/2005/8/layout/list1"/>
    <dgm:cxn modelId="{0119E347-D9E8-45F9-ACCC-4CD5DD5EFD71}" type="presOf" srcId="{DDD9EDD7-9BC7-4851-958F-AED37BA0076D}" destId="{163FF926-6091-4700-9773-75FCC1EC5D77}" srcOrd="0" destOrd="0" presId="urn:microsoft.com/office/officeart/2005/8/layout/list1"/>
    <dgm:cxn modelId="{E84A0885-2DCB-4112-A2EF-CF81809F6AC3}" type="presOf" srcId="{3FDF2733-5DAE-4AB6-9359-25B775449426}" destId="{42E4B5AF-1AE6-408B-90BD-542373A7BA09}" srcOrd="0" destOrd="0" presId="urn:microsoft.com/office/officeart/2005/8/layout/list1"/>
    <dgm:cxn modelId="{F4E25593-FD92-4624-9B38-118E63729C5A}" type="presOf" srcId="{37B7E397-5E7E-4802-A6FC-9CBFC7A24980}" destId="{AC095C52-233B-4147-BF5F-523A6E971C69}" srcOrd="0" destOrd="0" presId="urn:microsoft.com/office/officeart/2005/8/layout/list1"/>
    <dgm:cxn modelId="{14C47544-86CE-48A9-AA80-7293E8F86CAC}" type="presOf" srcId="{0E433339-3A1C-48A6-A23B-A808B10A3435}" destId="{3D8E566F-941B-484F-978E-846871FD1AE6}" srcOrd="0" destOrd="0" presId="urn:microsoft.com/office/officeart/2005/8/layout/list1"/>
    <dgm:cxn modelId="{F82B89DB-4397-44C6-9E14-5E3C17473DDC}" type="presOf" srcId="{A6EBCF17-A745-4FFB-840E-EDECAA20958C}" destId="{C3CE2B23-6F6B-4CD5-83DC-7F33B12B58A4}" srcOrd="1" destOrd="0" presId="urn:microsoft.com/office/officeart/2005/8/layout/list1"/>
    <dgm:cxn modelId="{34F20F3F-A96B-4A3D-8D8B-EF7EF16B36C1}" srcId="{3FDF2733-5DAE-4AB6-9359-25B775449426}" destId="{0E433339-3A1C-48A6-A23B-A808B10A3435}" srcOrd="3" destOrd="0" parTransId="{36AC0D69-48AA-4958-9262-EDFBE2FAD9CB}" sibTransId="{C88126F9-E5D7-4016-9EE2-4153AD589277}"/>
    <dgm:cxn modelId="{3C1DE154-C02A-4C30-8F3A-F05BCD75EFE7}" srcId="{3FDF2733-5DAE-4AB6-9359-25B775449426}" destId="{F7E1B8A5-A24F-476B-B77A-A5A6D02C803D}" srcOrd="0" destOrd="0" parTransId="{C7B24DCA-2530-40F5-AA6C-802995032B2B}" sibTransId="{A25467D2-7894-4977-AB22-78EAA8C1E060}"/>
    <dgm:cxn modelId="{030E2E8B-ADD5-4E92-9A88-6E945081FD24}" type="presOf" srcId="{F7E1B8A5-A24F-476B-B77A-A5A6D02C803D}" destId="{F674EF70-2717-4C8C-A718-2F9B63AFBED8}" srcOrd="1" destOrd="0" presId="urn:microsoft.com/office/officeart/2005/8/layout/list1"/>
    <dgm:cxn modelId="{6B4018E5-8D53-48B0-8BCE-35ABDCE11A80}" srcId="{3FDF2733-5DAE-4AB6-9359-25B775449426}" destId="{A6EBCF17-A745-4FFB-840E-EDECAA20958C}" srcOrd="2" destOrd="0" parTransId="{69F7EB21-31C5-49BB-A8CB-AC5005C86303}" sibTransId="{3DE81244-5DA3-4E73-9AC5-74FE63F17D44}"/>
    <dgm:cxn modelId="{4D0AC62F-114C-40CF-AD4E-ACBCDA9CD649}" srcId="{3FDF2733-5DAE-4AB6-9359-25B775449426}" destId="{37B7E397-5E7E-4802-A6FC-9CBFC7A24980}" srcOrd="4" destOrd="0" parTransId="{38843BE6-5549-43D5-995F-9F1D363E5353}" sibTransId="{2E7E2B98-F255-49BB-8EF1-B4BF0754DD25}"/>
    <dgm:cxn modelId="{E7169592-D15D-44BB-85C3-02A31D14B746}" type="presOf" srcId="{37B7E397-5E7E-4802-A6FC-9CBFC7A24980}" destId="{9B8B0CBB-5C92-4107-9EAA-58BEB5AE529E}" srcOrd="1" destOrd="0" presId="urn:microsoft.com/office/officeart/2005/8/layout/list1"/>
    <dgm:cxn modelId="{08607A21-4319-4D7B-9B4A-77D1B7ECA5A3}" srcId="{3FDF2733-5DAE-4AB6-9359-25B775449426}" destId="{D2F78D1A-0E0D-40E0-A92A-C97BAA2CF3C6}" srcOrd="5" destOrd="0" parTransId="{71ED934D-1B1C-4E73-82D2-D9B4888685DC}" sibTransId="{D6CA1842-0F6B-48B9-B4B9-AB15DC91D67F}"/>
    <dgm:cxn modelId="{739AB6A1-C3FC-44C5-8B71-A5724F309D50}" type="presOf" srcId="{A6EBCF17-A745-4FFB-840E-EDECAA20958C}" destId="{4FF45052-97B4-46AD-AE1C-C6CCDE395776}" srcOrd="0" destOrd="0" presId="urn:microsoft.com/office/officeart/2005/8/layout/list1"/>
    <dgm:cxn modelId="{EED81803-7F75-468B-9EBA-FA49E99AD463}" type="presParOf" srcId="{42E4B5AF-1AE6-408B-90BD-542373A7BA09}" destId="{659604A3-4D8B-490E-A724-D65F0DCF31DB}" srcOrd="0" destOrd="0" presId="urn:microsoft.com/office/officeart/2005/8/layout/list1"/>
    <dgm:cxn modelId="{1A23E3A0-C441-473B-A8BA-69DFCB469FDB}" type="presParOf" srcId="{659604A3-4D8B-490E-A724-D65F0DCF31DB}" destId="{21C308A5-216E-44BB-BA54-C9DD1F680DDC}" srcOrd="0" destOrd="0" presId="urn:microsoft.com/office/officeart/2005/8/layout/list1"/>
    <dgm:cxn modelId="{A0B8B1ED-39CC-4B3F-84E6-804D26A5C31A}" type="presParOf" srcId="{659604A3-4D8B-490E-A724-D65F0DCF31DB}" destId="{F674EF70-2717-4C8C-A718-2F9B63AFBED8}" srcOrd="1" destOrd="0" presId="urn:microsoft.com/office/officeart/2005/8/layout/list1"/>
    <dgm:cxn modelId="{7F7401F9-3F7B-469A-82D3-E98E489FCA7E}" type="presParOf" srcId="{42E4B5AF-1AE6-408B-90BD-542373A7BA09}" destId="{4B09CF1F-EA8A-4FE3-A417-2980C414EA6C}" srcOrd="1" destOrd="0" presId="urn:microsoft.com/office/officeart/2005/8/layout/list1"/>
    <dgm:cxn modelId="{FFA3A5F3-2FAD-4752-9B31-5913EE1D4117}" type="presParOf" srcId="{42E4B5AF-1AE6-408B-90BD-542373A7BA09}" destId="{72BE9800-31D0-4B3F-9DB7-5D5A6844C28C}" srcOrd="2" destOrd="0" presId="urn:microsoft.com/office/officeart/2005/8/layout/list1"/>
    <dgm:cxn modelId="{EB6E3958-EFC4-4667-9ADE-471813B5FD5C}" type="presParOf" srcId="{42E4B5AF-1AE6-408B-90BD-542373A7BA09}" destId="{DA3C6770-A248-41FE-9F2C-22D82AE0C512}" srcOrd="3" destOrd="0" presId="urn:microsoft.com/office/officeart/2005/8/layout/list1"/>
    <dgm:cxn modelId="{D789D4F6-6DAC-493A-8002-74E65177B1C7}" type="presParOf" srcId="{42E4B5AF-1AE6-408B-90BD-542373A7BA09}" destId="{B1689A0B-EEEE-4116-A0A5-A50E7E932122}" srcOrd="4" destOrd="0" presId="urn:microsoft.com/office/officeart/2005/8/layout/list1"/>
    <dgm:cxn modelId="{B8A9FC7D-D5C9-4F96-8B39-CEDFFD795EB9}" type="presParOf" srcId="{B1689A0B-EEEE-4116-A0A5-A50E7E932122}" destId="{163FF926-6091-4700-9773-75FCC1EC5D77}" srcOrd="0" destOrd="0" presId="urn:microsoft.com/office/officeart/2005/8/layout/list1"/>
    <dgm:cxn modelId="{BF7DF6BA-E327-42B8-845B-F58C89480B1F}" type="presParOf" srcId="{B1689A0B-EEEE-4116-A0A5-A50E7E932122}" destId="{43F1AB2D-26BB-4FAB-892F-A43588336821}" srcOrd="1" destOrd="0" presId="urn:microsoft.com/office/officeart/2005/8/layout/list1"/>
    <dgm:cxn modelId="{240A12B7-9A49-468B-83F9-C50BD11E825C}" type="presParOf" srcId="{42E4B5AF-1AE6-408B-90BD-542373A7BA09}" destId="{D4EEE8FD-94D9-476D-B4C0-45AD101A5739}" srcOrd="5" destOrd="0" presId="urn:microsoft.com/office/officeart/2005/8/layout/list1"/>
    <dgm:cxn modelId="{7B9EF860-2876-4219-B88B-9ACC880E90C1}" type="presParOf" srcId="{42E4B5AF-1AE6-408B-90BD-542373A7BA09}" destId="{C6EDC902-4AFF-4A33-9A30-EF5E152BAF1C}" srcOrd="6" destOrd="0" presId="urn:microsoft.com/office/officeart/2005/8/layout/list1"/>
    <dgm:cxn modelId="{7551FF6A-25FA-47D9-B305-698D4EE46ACC}" type="presParOf" srcId="{42E4B5AF-1AE6-408B-90BD-542373A7BA09}" destId="{1FC63133-B914-40FB-AF98-0CFEEDEE3E93}" srcOrd="7" destOrd="0" presId="urn:microsoft.com/office/officeart/2005/8/layout/list1"/>
    <dgm:cxn modelId="{FEF3497D-7462-4AEC-A246-F62DA2E6C38C}" type="presParOf" srcId="{42E4B5AF-1AE6-408B-90BD-542373A7BA09}" destId="{4F32415C-C552-4050-A1CB-EF88E53AD964}" srcOrd="8" destOrd="0" presId="urn:microsoft.com/office/officeart/2005/8/layout/list1"/>
    <dgm:cxn modelId="{4EE07AB4-2081-4710-A5F8-FD801A224284}" type="presParOf" srcId="{4F32415C-C552-4050-A1CB-EF88E53AD964}" destId="{4FF45052-97B4-46AD-AE1C-C6CCDE395776}" srcOrd="0" destOrd="0" presId="urn:microsoft.com/office/officeart/2005/8/layout/list1"/>
    <dgm:cxn modelId="{285E3CE7-3AA1-4178-8D5C-1C4FB138ED0A}" type="presParOf" srcId="{4F32415C-C552-4050-A1CB-EF88E53AD964}" destId="{C3CE2B23-6F6B-4CD5-83DC-7F33B12B58A4}" srcOrd="1" destOrd="0" presId="urn:microsoft.com/office/officeart/2005/8/layout/list1"/>
    <dgm:cxn modelId="{7109F8F3-482B-4FF8-937E-231ED72E7F4C}" type="presParOf" srcId="{42E4B5AF-1AE6-408B-90BD-542373A7BA09}" destId="{E57A04ED-0CC3-45DB-9568-A0770B85C20F}" srcOrd="9" destOrd="0" presId="urn:microsoft.com/office/officeart/2005/8/layout/list1"/>
    <dgm:cxn modelId="{33F6234E-5E77-4A43-A731-53EE637617D6}" type="presParOf" srcId="{42E4B5AF-1AE6-408B-90BD-542373A7BA09}" destId="{A59D4088-6062-4A08-8769-BDEB06E2CBDF}" srcOrd="10" destOrd="0" presId="urn:microsoft.com/office/officeart/2005/8/layout/list1"/>
    <dgm:cxn modelId="{2E2B9350-6740-4CB5-B6A8-901DEA65DB9F}" type="presParOf" srcId="{42E4B5AF-1AE6-408B-90BD-542373A7BA09}" destId="{3A1778B6-34F0-436B-B888-7693F4B636F3}" srcOrd="11" destOrd="0" presId="urn:microsoft.com/office/officeart/2005/8/layout/list1"/>
    <dgm:cxn modelId="{ECDA1A69-3C3E-4F2B-A3C9-9BCA46E42A48}" type="presParOf" srcId="{42E4B5AF-1AE6-408B-90BD-542373A7BA09}" destId="{5615B15B-9ECF-40BE-852C-E78CB4406611}" srcOrd="12" destOrd="0" presId="urn:microsoft.com/office/officeart/2005/8/layout/list1"/>
    <dgm:cxn modelId="{2AA5FEF3-639F-4F37-8D27-11ABD23DD92D}" type="presParOf" srcId="{5615B15B-9ECF-40BE-852C-E78CB4406611}" destId="{3D8E566F-941B-484F-978E-846871FD1AE6}" srcOrd="0" destOrd="0" presId="urn:microsoft.com/office/officeart/2005/8/layout/list1"/>
    <dgm:cxn modelId="{A6D996C8-80D4-48A8-961A-AD1E36F83814}" type="presParOf" srcId="{5615B15B-9ECF-40BE-852C-E78CB4406611}" destId="{5479E607-C1DE-4AD8-B364-2DEFC9B744A5}" srcOrd="1" destOrd="0" presId="urn:microsoft.com/office/officeart/2005/8/layout/list1"/>
    <dgm:cxn modelId="{AA582DA8-6BBE-4B05-9BF4-B3B90EA1753A}" type="presParOf" srcId="{42E4B5AF-1AE6-408B-90BD-542373A7BA09}" destId="{9502EF77-0FF4-46A3-AC76-A8C6AE26A0C8}" srcOrd="13" destOrd="0" presId="urn:microsoft.com/office/officeart/2005/8/layout/list1"/>
    <dgm:cxn modelId="{F8978ED6-A85A-4CA3-A244-89263B2999A0}" type="presParOf" srcId="{42E4B5AF-1AE6-408B-90BD-542373A7BA09}" destId="{4823BD99-F903-46D3-A920-74E83968A023}" srcOrd="14" destOrd="0" presId="urn:microsoft.com/office/officeart/2005/8/layout/list1"/>
    <dgm:cxn modelId="{5D367275-9BA4-4069-BED8-E2A98A077A31}" type="presParOf" srcId="{42E4B5AF-1AE6-408B-90BD-542373A7BA09}" destId="{8FF4F505-4955-4124-A38F-BBD9175FD9A5}" srcOrd="15" destOrd="0" presId="urn:microsoft.com/office/officeart/2005/8/layout/list1"/>
    <dgm:cxn modelId="{D9A94D05-32F7-4CCD-9F1B-A527A553ECF6}" type="presParOf" srcId="{42E4B5AF-1AE6-408B-90BD-542373A7BA09}" destId="{C5188204-3B2D-4BE1-8AB8-1705190D7DCB}" srcOrd="16" destOrd="0" presId="urn:microsoft.com/office/officeart/2005/8/layout/list1"/>
    <dgm:cxn modelId="{4ACE8E27-7DB5-4727-A9D4-C86BAC9148BE}" type="presParOf" srcId="{C5188204-3B2D-4BE1-8AB8-1705190D7DCB}" destId="{AC095C52-233B-4147-BF5F-523A6E971C69}" srcOrd="0" destOrd="0" presId="urn:microsoft.com/office/officeart/2005/8/layout/list1"/>
    <dgm:cxn modelId="{B0C09602-B844-4DAA-839C-AB2B79FBFC95}" type="presParOf" srcId="{C5188204-3B2D-4BE1-8AB8-1705190D7DCB}" destId="{9B8B0CBB-5C92-4107-9EAA-58BEB5AE529E}" srcOrd="1" destOrd="0" presId="urn:microsoft.com/office/officeart/2005/8/layout/list1"/>
    <dgm:cxn modelId="{1CACEEB1-1C50-4B7D-AD07-96BFD0CD06C5}" type="presParOf" srcId="{42E4B5AF-1AE6-408B-90BD-542373A7BA09}" destId="{C746E109-CD14-4682-939C-60FD189A47ED}" srcOrd="17" destOrd="0" presId="urn:microsoft.com/office/officeart/2005/8/layout/list1"/>
    <dgm:cxn modelId="{EEDFFFCF-C27B-4E2C-8B94-473421A627EC}" type="presParOf" srcId="{42E4B5AF-1AE6-408B-90BD-542373A7BA09}" destId="{AA5A8C05-0EF4-4A8B-8B8A-62599FEA8C2B}" srcOrd="18" destOrd="0" presId="urn:microsoft.com/office/officeart/2005/8/layout/list1"/>
    <dgm:cxn modelId="{13C01F8C-37DE-4267-8008-5D506094F0C1}" type="presParOf" srcId="{42E4B5AF-1AE6-408B-90BD-542373A7BA09}" destId="{376EDDB4-7C06-46E5-AED5-7AB7EBDD969F}" srcOrd="19" destOrd="0" presId="urn:microsoft.com/office/officeart/2005/8/layout/list1"/>
    <dgm:cxn modelId="{7317EAE3-F1C0-4C92-91FA-F3283C1A9532}" type="presParOf" srcId="{42E4B5AF-1AE6-408B-90BD-542373A7BA09}" destId="{539C3EF7-1905-4E56-AE0E-29FB05B07E38}" srcOrd="20" destOrd="0" presId="urn:microsoft.com/office/officeart/2005/8/layout/list1"/>
    <dgm:cxn modelId="{FC764C29-8024-4FEC-9322-D2808D1E4491}" type="presParOf" srcId="{539C3EF7-1905-4E56-AE0E-29FB05B07E38}" destId="{03785F0D-FD0D-488E-AFF5-300BE247836A}" srcOrd="0" destOrd="0" presId="urn:microsoft.com/office/officeart/2005/8/layout/list1"/>
    <dgm:cxn modelId="{52261CF1-EFED-4482-BDC0-FD7359215EA5}" type="presParOf" srcId="{539C3EF7-1905-4E56-AE0E-29FB05B07E38}" destId="{8149060E-2643-4FC7-AD3E-81DE823F47B0}" srcOrd="1" destOrd="0" presId="urn:microsoft.com/office/officeart/2005/8/layout/list1"/>
    <dgm:cxn modelId="{885E6BE6-7CE1-447C-AAFF-4587852B2B80}" type="presParOf" srcId="{42E4B5AF-1AE6-408B-90BD-542373A7BA09}" destId="{AA1C44D8-07E7-4155-A663-D9531BE4D41C}" srcOrd="21" destOrd="0" presId="urn:microsoft.com/office/officeart/2005/8/layout/list1"/>
    <dgm:cxn modelId="{F4C3A026-DC55-4726-8475-246C6EA1756D}" type="presParOf" srcId="{42E4B5AF-1AE6-408B-90BD-542373A7BA09}" destId="{757ED324-8D41-4F96-9B39-B44550DB3B12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3FB2EF6-38C6-4CA1-AEF5-433BB709407E}" type="doc">
      <dgm:prSet loTypeId="urn:microsoft.com/office/officeart/2005/8/layout/pyramid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271B325-0168-4513-AA76-6E371B0FA90F}" type="pres">
      <dgm:prSet presAssocID="{A3FB2EF6-38C6-4CA1-AEF5-433BB709407E}" presName="compositeShape" presStyleCnt="0">
        <dgm:presLayoutVars>
          <dgm:dir/>
          <dgm:resizeHandles/>
        </dgm:presLayoutVars>
      </dgm:prSet>
      <dgm:spPr/>
      <dgm:t>
        <a:bodyPr/>
        <a:lstStyle/>
        <a:p>
          <a:endParaRPr lang="en-US"/>
        </a:p>
      </dgm:t>
    </dgm:pt>
  </dgm:ptLst>
  <dgm:cxnLst>
    <dgm:cxn modelId="{09A269BD-206F-4988-AF0F-886E83D839ED}" type="presOf" srcId="{A3FB2EF6-38C6-4CA1-AEF5-433BB709407E}" destId="{1271B325-0168-4513-AA76-6E371B0FA90F}" srcOrd="0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BF21D31-03D2-4051-BB98-400D9821B9FF}" type="doc">
      <dgm:prSet loTypeId="urn:microsoft.com/office/officeart/2005/8/layout/pyramid2" loCatId="list" qsTypeId="urn:microsoft.com/office/officeart/2005/8/quickstyle/simple1" qsCatId="simple" csTypeId="urn:microsoft.com/office/officeart/2005/8/colors/colorful5" csCatId="colorful" phldr="1"/>
      <dgm:spPr/>
    </dgm:pt>
    <dgm:pt modelId="{8DC2B1A8-D239-4241-960D-E602B83083AC}">
      <dgm:prSet phldrT="[Text]"/>
      <dgm:spPr/>
      <dgm:t>
        <a:bodyPr/>
        <a:lstStyle/>
        <a:p>
          <a:r>
            <a:rPr lang="en-US" dirty="0" smtClean="0"/>
            <a:t>Perceptions/Worldviews/Ideologies</a:t>
          </a:r>
          <a:endParaRPr lang="en-US" dirty="0"/>
        </a:p>
      </dgm:t>
    </dgm:pt>
    <dgm:pt modelId="{043D9BFE-2C12-48E8-965A-6BCEC3C55D36}" type="parTrans" cxnId="{13BDFC4D-5713-4F87-BC8F-1BEF405C10BC}">
      <dgm:prSet/>
      <dgm:spPr/>
      <dgm:t>
        <a:bodyPr/>
        <a:lstStyle/>
        <a:p>
          <a:endParaRPr lang="en-US"/>
        </a:p>
      </dgm:t>
    </dgm:pt>
    <dgm:pt modelId="{9A817AC8-E9A0-4C78-8AB5-81691CCE5B85}" type="sibTrans" cxnId="{13BDFC4D-5713-4F87-BC8F-1BEF405C10BC}">
      <dgm:prSet/>
      <dgm:spPr/>
      <dgm:t>
        <a:bodyPr/>
        <a:lstStyle/>
        <a:p>
          <a:endParaRPr lang="en-US"/>
        </a:p>
      </dgm:t>
    </dgm:pt>
    <dgm:pt modelId="{5D2DEBC1-C42A-4AFC-9747-0570D1A46384}">
      <dgm:prSet phldrT="[Text]"/>
      <dgm:spPr/>
      <dgm:t>
        <a:bodyPr/>
        <a:lstStyle/>
        <a:p>
          <a:r>
            <a:rPr lang="en-US" dirty="0" smtClean="0"/>
            <a:t>Self-image/Self-esteem/Complexes	</a:t>
          </a:r>
        </a:p>
      </dgm:t>
    </dgm:pt>
    <dgm:pt modelId="{095810AF-6E34-4B6D-A4E7-789EB081C987}" type="parTrans" cxnId="{2F672FED-906A-4FF9-859D-08AB25B764F2}">
      <dgm:prSet/>
      <dgm:spPr/>
      <dgm:t>
        <a:bodyPr/>
        <a:lstStyle/>
        <a:p>
          <a:endParaRPr lang="en-US"/>
        </a:p>
      </dgm:t>
    </dgm:pt>
    <dgm:pt modelId="{75396AA5-7999-49A6-841E-87C20F27239A}" type="sibTrans" cxnId="{2F672FED-906A-4FF9-859D-08AB25B764F2}">
      <dgm:prSet/>
      <dgm:spPr/>
      <dgm:t>
        <a:bodyPr/>
        <a:lstStyle/>
        <a:p>
          <a:endParaRPr lang="en-US"/>
        </a:p>
      </dgm:t>
    </dgm:pt>
    <dgm:pt modelId="{843779EB-120F-45DE-B485-B6E00CA9B7D8}">
      <dgm:prSet phldrT="[Text]"/>
      <dgm:spPr/>
      <dgm:t>
        <a:bodyPr/>
        <a:lstStyle/>
        <a:p>
          <a:r>
            <a:rPr lang="en-US" dirty="0" smtClean="0"/>
            <a:t>Ego</a:t>
          </a:r>
          <a:endParaRPr lang="en-US" dirty="0"/>
        </a:p>
      </dgm:t>
    </dgm:pt>
    <dgm:pt modelId="{E88CEBCF-48BC-4D87-8944-199776D9AEBA}" type="parTrans" cxnId="{090DAAA2-E686-4AD0-9B77-09DAF277B37E}">
      <dgm:prSet/>
      <dgm:spPr/>
      <dgm:t>
        <a:bodyPr/>
        <a:lstStyle/>
        <a:p>
          <a:endParaRPr lang="en-US"/>
        </a:p>
      </dgm:t>
    </dgm:pt>
    <dgm:pt modelId="{95FCB9B6-C7CE-4D49-AAB7-135F952C9B6F}" type="sibTrans" cxnId="{090DAAA2-E686-4AD0-9B77-09DAF277B37E}">
      <dgm:prSet/>
      <dgm:spPr/>
      <dgm:t>
        <a:bodyPr/>
        <a:lstStyle/>
        <a:p>
          <a:endParaRPr lang="en-US"/>
        </a:p>
      </dgm:t>
    </dgm:pt>
    <dgm:pt modelId="{FD692F8F-5FA2-446A-B60D-7C730DFCB9CA}">
      <dgm:prSet phldrT="[Text]"/>
      <dgm:spPr/>
      <dgm:t>
        <a:bodyPr/>
        <a:lstStyle/>
        <a:p>
          <a:r>
            <a:rPr lang="en-US" dirty="0" smtClean="0"/>
            <a:t>Emotional State</a:t>
          </a:r>
          <a:endParaRPr lang="en-US" dirty="0"/>
        </a:p>
      </dgm:t>
    </dgm:pt>
    <dgm:pt modelId="{5744BB23-7091-4D17-8314-AA9AA42FE8DC}" type="parTrans" cxnId="{AD5CC6BE-3B7C-481A-977C-A88B65B9858D}">
      <dgm:prSet/>
      <dgm:spPr/>
      <dgm:t>
        <a:bodyPr/>
        <a:lstStyle/>
        <a:p>
          <a:endParaRPr lang="en-US"/>
        </a:p>
      </dgm:t>
    </dgm:pt>
    <dgm:pt modelId="{323EF1ED-BCB7-4FD0-8525-6991D684A5BA}" type="sibTrans" cxnId="{AD5CC6BE-3B7C-481A-977C-A88B65B9858D}">
      <dgm:prSet/>
      <dgm:spPr/>
      <dgm:t>
        <a:bodyPr/>
        <a:lstStyle/>
        <a:p>
          <a:endParaRPr lang="en-US"/>
        </a:p>
      </dgm:t>
    </dgm:pt>
    <dgm:pt modelId="{266E11E7-129B-4B75-832F-968E9AAEDD7E}">
      <dgm:prSet phldrT="[Text]"/>
      <dgm:spPr/>
      <dgm:t>
        <a:bodyPr/>
        <a:lstStyle/>
        <a:p>
          <a:r>
            <a:rPr lang="en-US" dirty="0" smtClean="0"/>
            <a:t>Lack of interest/Boredom</a:t>
          </a:r>
          <a:endParaRPr lang="en-US" dirty="0"/>
        </a:p>
      </dgm:t>
    </dgm:pt>
    <dgm:pt modelId="{50AFA9E3-A02D-4462-9A86-D5600CDA8459}" type="parTrans" cxnId="{4E457870-754D-4C70-801A-70965D2DF75F}">
      <dgm:prSet/>
      <dgm:spPr/>
      <dgm:t>
        <a:bodyPr/>
        <a:lstStyle/>
        <a:p>
          <a:endParaRPr lang="en-US"/>
        </a:p>
      </dgm:t>
    </dgm:pt>
    <dgm:pt modelId="{39E4274E-F232-4589-8411-8767023C93BC}" type="sibTrans" cxnId="{4E457870-754D-4C70-801A-70965D2DF75F}">
      <dgm:prSet/>
      <dgm:spPr/>
      <dgm:t>
        <a:bodyPr/>
        <a:lstStyle/>
        <a:p>
          <a:endParaRPr lang="en-US"/>
        </a:p>
      </dgm:t>
    </dgm:pt>
    <dgm:pt modelId="{B18EA5A0-04FB-4634-9023-59BB0A19A173}">
      <dgm:prSet phldrT="[Text]"/>
      <dgm:spPr/>
      <dgm:t>
        <a:bodyPr/>
        <a:lstStyle/>
        <a:p>
          <a:r>
            <a:rPr lang="en-US" dirty="0" smtClean="0"/>
            <a:t>Prejudice/Bias</a:t>
          </a:r>
          <a:endParaRPr lang="en-US" dirty="0"/>
        </a:p>
      </dgm:t>
    </dgm:pt>
    <dgm:pt modelId="{51FC5556-FA96-4A56-A9AB-510FB0BA73F1}" type="parTrans" cxnId="{332CBBB7-5E86-4E19-A79A-BB3395F8FE69}">
      <dgm:prSet/>
      <dgm:spPr/>
      <dgm:t>
        <a:bodyPr/>
        <a:lstStyle/>
        <a:p>
          <a:endParaRPr lang="en-US"/>
        </a:p>
      </dgm:t>
    </dgm:pt>
    <dgm:pt modelId="{61B96320-CC73-4067-8460-6382FCB03192}" type="sibTrans" cxnId="{332CBBB7-5E86-4E19-A79A-BB3395F8FE69}">
      <dgm:prSet/>
      <dgm:spPr/>
      <dgm:t>
        <a:bodyPr/>
        <a:lstStyle/>
        <a:p>
          <a:endParaRPr lang="en-US"/>
        </a:p>
      </dgm:t>
    </dgm:pt>
    <dgm:pt modelId="{8B79CB0D-9971-4A03-AE36-6AFCDC7B1116}">
      <dgm:prSet phldrT="[Text]"/>
      <dgm:spPr/>
      <dgm:t>
        <a:bodyPr/>
        <a:lstStyle/>
        <a:p>
          <a:r>
            <a:rPr lang="en-US" dirty="0" smtClean="0"/>
            <a:t>Lack of trust</a:t>
          </a:r>
          <a:endParaRPr lang="en-US" dirty="0"/>
        </a:p>
      </dgm:t>
    </dgm:pt>
    <dgm:pt modelId="{44B86B07-233C-4DBE-AC61-EDBF1D692604}" type="parTrans" cxnId="{4E92DC18-2480-42B5-9FB4-146E584FFCCF}">
      <dgm:prSet/>
      <dgm:spPr/>
      <dgm:t>
        <a:bodyPr/>
        <a:lstStyle/>
        <a:p>
          <a:endParaRPr lang="en-US"/>
        </a:p>
      </dgm:t>
    </dgm:pt>
    <dgm:pt modelId="{E95C3113-1540-4B59-983F-1D678BC22BE8}" type="sibTrans" cxnId="{4E92DC18-2480-42B5-9FB4-146E584FFCCF}">
      <dgm:prSet/>
      <dgm:spPr/>
      <dgm:t>
        <a:bodyPr/>
        <a:lstStyle/>
        <a:p>
          <a:endParaRPr lang="en-US"/>
        </a:p>
      </dgm:t>
    </dgm:pt>
    <dgm:pt modelId="{2FAC994E-7981-4458-A4F0-30C7B1B2B9A6}">
      <dgm:prSet phldrT="[Text]"/>
      <dgm:spPr/>
      <dgm:t>
        <a:bodyPr/>
        <a:lstStyle/>
        <a:p>
          <a:r>
            <a:rPr lang="en-US" dirty="0" smtClean="0"/>
            <a:t>Negative/Hostile attitudes/Halo </a:t>
          </a:r>
          <a:r>
            <a:rPr lang="en-US" dirty="0" smtClean="0"/>
            <a:t>effect/Stereotypes</a:t>
          </a:r>
          <a:endParaRPr lang="en-US" dirty="0"/>
        </a:p>
      </dgm:t>
    </dgm:pt>
    <dgm:pt modelId="{1FC94E5F-785C-43E6-B7AF-44867113EF35}" type="parTrans" cxnId="{196088B2-AA76-4D3A-B460-D9F5F1CC74CC}">
      <dgm:prSet/>
      <dgm:spPr/>
      <dgm:t>
        <a:bodyPr/>
        <a:lstStyle/>
        <a:p>
          <a:endParaRPr lang="en-US"/>
        </a:p>
      </dgm:t>
    </dgm:pt>
    <dgm:pt modelId="{1E086041-EEEA-494E-8D01-42D8E9F023FB}" type="sibTrans" cxnId="{196088B2-AA76-4D3A-B460-D9F5F1CC74CC}">
      <dgm:prSet/>
      <dgm:spPr/>
      <dgm:t>
        <a:bodyPr/>
        <a:lstStyle/>
        <a:p>
          <a:endParaRPr lang="en-US"/>
        </a:p>
      </dgm:t>
    </dgm:pt>
    <dgm:pt modelId="{742CB894-CE44-4411-9087-A037C8F2882D}">
      <dgm:prSet phldrT="[Text]"/>
      <dgm:spPr/>
      <dgm:t>
        <a:bodyPr/>
        <a:lstStyle/>
        <a:p>
          <a:r>
            <a:rPr lang="en-US" dirty="0" smtClean="0"/>
            <a:t>Selective attention</a:t>
          </a:r>
          <a:endParaRPr lang="en-US" dirty="0"/>
        </a:p>
      </dgm:t>
    </dgm:pt>
    <dgm:pt modelId="{CF124BD9-F4E3-485A-9061-54C20187C034}" type="parTrans" cxnId="{91CAF343-73B4-407A-97AF-8DCCD1799B01}">
      <dgm:prSet/>
      <dgm:spPr/>
      <dgm:t>
        <a:bodyPr/>
        <a:lstStyle/>
        <a:p>
          <a:endParaRPr lang="en-US"/>
        </a:p>
      </dgm:t>
    </dgm:pt>
    <dgm:pt modelId="{6B8D7835-FF44-4128-BACC-E7DDBABD283D}" type="sibTrans" cxnId="{91CAF343-73B4-407A-97AF-8DCCD1799B01}">
      <dgm:prSet/>
      <dgm:spPr/>
      <dgm:t>
        <a:bodyPr/>
        <a:lstStyle/>
        <a:p>
          <a:endParaRPr lang="en-US"/>
        </a:p>
      </dgm:t>
    </dgm:pt>
    <dgm:pt modelId="{5073FA74-A34E-469C-A7E2-0F9274466A4A}" type="pres">
      <dgm:prSet presAssocID="{0BF21D31-03D2-4051-BB98-400D9821B9FF}" presName="compositeShape" presStyleCnt="0">
        <dgm:presLayoutVars>
          <dgm:dir/>
          <dgm:resizeHandles/>
        </dgm:presLayoutVars>
      </dgm:prSet>
      <dgm:spPr/>
    </dgm:pt>
    <dgm:pt modelId="{5CEAB9E2-8C20-4FF1-9BDA-35A2EA078C3A}" type="pres">
      <dgm:prSet presAssocID="{0BF21D31-03D2-4051-BB98-400D9821B9FF}" presName="pyramid" presStyleLbl="node1" presStyleIdx="0" presStyleCnt="1"/>
      <dgm:spPr/>
    </dgm:pt>
    <dgm:pt modelId="{73769FDF-319B-4382-A7FE-0B160D275C55}" type="pres">
      <dgm:prSet presAssocID="{0BF21D31-03D2-4051-BB98-400D9821B9FF}" presName="theList" presStyleCnt="0"/>
      <dgm:spPr/>
    </dgm:pt>
    <dgm:pt modelId="{B9207006-4AC2-4172-83B1-269B23BC6574}" type="pres">
      <dgm:prSet presAssocID="{8DC2B1A8-D239-4241-960D-E602B83083AC}" presName="aNode" presStyleLbl="fgAcc1" presStyleIdx="0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5BAAECC-62BF-4195-9619-AC522D0D4DF5}" type="pres">
      <dgm:prSet presAssocID="{8DC2B1A8-D239-4241-960D-E602B83083AC}" presName="aSpace" presStyleCnt="0"/>
      <dgm:spPr/>
    </dgm:pt>
    <dgm:pt modelId="{F62DB6C8-A6A7-46BE-8033-7664DB3E9490}" type="pres">
      <dgm:prSet presAssocID="{5D2DEBC1-C42A-4AFC-9747-0570D1A46384}" presName="aNode" presStyleLbl="fgAcc1" presStyleIdx="1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57187C0-EAD3-4E8F-B033-1CE8BFACC419}" type="pres">
      <dgm:prSet presAssocID="{5D2DEBC1-C42A-4AFC-9747-0570D1A46384}" presName="aSpace" presStyleCnt="0"/>
      <dgm:spPr/>
    </dgm:pt>
    <dgm:pt modelId="{E2A6F2C0-CB54-4ED0-84BF-3D522F0F154D}" type="pres">
      <dgm:prSet presAssocID="{843779EB-120F-45DE-B485-B6E00CA9B7D8}" presName="aNode" presStyleLbl="fgAcc1" presStyleIdx="2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79380BD-CD09-409A-8138-D5C72D64DC4C}" type="pres">
      <dgm:prSet presAssocID="{843779EB-120F-45DE-B485-B6E00CA9B7D8}" presName="aSpace" presStyleCnt="0"/>
      <dgm:spPr/>
    </dgm:pt>
    <dgm:pt modelId="{79785967-FCCD-4A02-99C2-EC976146568F}" type="pres">
      <dgm:prSet presAssocID="{FD692F8F-5FA2-446A-B60D-7C730DFCB9CA}" presName="aNode" presStyleLbl="fgAcc1" presStyleIdx="3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71E577D-EC26-4A68-927D-D1D455C65EC0}" type="pres">
      <dgm:prSet presAssocID="{FD692F8F-5FA2-446A-B60D-7C730DFCB9CA}" presName="aSpace" presStyleCnt="0"/>
      <dgm:spPr/>
    </dgm:pt>
    <dgm:pt modelId="{6918633A-587B-4B70-8257-2B361EFFC61C}" type="pres">
      <dgm:prSet presAssocID="{266E11E7-129B-4B75-832F-968E9AAEDD7E}" presName="aNode" presStyleLbl="fgAcc1" presStyleIdx="4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26CE297-55D6-4B49-AEEF-D25A0C5C7021}" type="pres">
      <dgm:prSet presAssocID="{266E11E7-129B-4B75-832F-968E9AAEDD7E}" presName="aSpace" presStyleCnt="0"/>
      <dgm:spPr/>
    </dgm:pt>
    <dgm:pt modelId="{CB891211-71C2-4BD2-BE9E-BD5CA6CB88D1}" type="pres">
      <dgm:prSet presAssocID="{B18EA5A0-04FB-4634-9023-59BB0A19A173}" presName="aNode" presStyleLbl="fgAcc1" presStyleIdx="5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ED9E4A3-9C09-48AE-B905-A4552D96DD4B}" type="pres">
      <dgm:prSet presAssocID="{B18EA5A0-04FB-4634-9023-59BB0A19A173}" presName="aSpace" presStyleCnt="0"/>
      <dgm:spPr/>
    </dgm:pt>
    <dgm:pt modelId="{0566D1D5-884B-4AF1-996D-32363DEC8622}" type="pres">
      <dgm:prSet presAssocID="{8B79CB0D-9971-4A03-AE36-6AFCDC7B1116}" presName="aNode" presStyleLbl="fgAcc1" presStyleIdx="6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59AEBC7-3EB8-42CD-A29B-62EDCABA06F3}" type="pres">
      <dgm:prSet presAssocID="{8B79CB0D-9971-4A03-AE36-6AFCDC7B1116}" presName="aSpace" presStyleCnt="0"/>
      <dgm:spPr/>
    </dgm:pt>
    <dgm:pt modelId="{48A86EE7-E06D-40CD-A6CC-BB6CAD3DF8E6}" type="pres">
      <dgm:prSet presAssocID="{2FAC994E-7981-4458-A4F0-30C7B1B2B9A6}" presName="aNode" presStyleLbl="fgAcc1" presStyleIdx="7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E5C8EA0-5CC4-4935-8064-42902B831B33}" type="pres">
      <dgm:prSet presAssocID="{2FAC994E-7981-4458-A4F0-30C7B1B2B9A6}" presName="aSpace" presStyleCnt="0"/>
      <dgm:spPr/>
    </dgm:pt>
    <dgm:pt modelId="{DD201C9E-7A9C-4E07-AC33-6ABD3A6932F3}" type="pres">
      <dgm:prSet presAssocID="{742CB894-CE44-4411-9087-A037C8F2882D}" presName="aNode" presStyleLbl="fgAcc1" presStyleIdx="8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641290F-1807-4FA3-8660-9B9C445B5DB3}" type="pres">
      <dgm:prSet presAssocID="{742CB894-CE44-4411-9087-A037C8F2882D}" presName="aSpace" presStyleCnt="0"/>
      <dgm:spPr/>
    </dgm:pt>
  </dgm:ptLst>
  <dgm:cxnLst>
    <dgm:cxn modelId="{91CAF343-73B4-407A-97AF-8DCCD1799B01}" srcId="{0BF21D31-03D2-4051-BB98-400D9821B9FF}" destId="{742CB894-CE44-4411-9087-A037C8F2882D}" srcOrd="8" destOrd="0" parTransId="{CF124BD9-F4E3-485A-9061-54C20187C034}" sibTransId="{6B8D7835-FF44-4128-BACC-E7DDBABD283D}"/>
    <dgm:cxn modelId="{9F00F685-4593-49B3-8522-34EAF554006D}" type="presOf" srcId="{B18EA5A0-04FB-4634-9023-59BB0A19A173}" destId="{CB891211-71C2-4BD2-BE9E-BD5CA6CB88D1}" srcOrd="0" destOrd="0" presId="urn:microsoft.com/office/officeart/2005/8/layout/pyramid2"/>
    <dgm:cxn modelId="{BDAC78D0-D807-43F4-A28F-6F030B6288C1}" type="presOf" srcId="{742CB894-CE44-4411-9087-A037C8F2882D}" destId="{DD201C9E-7A9C-4E07-AC33-6ABD3A6932F3}" srcOrd="0" destOrd="0" presId="urn:microsoft.com/office/officeart/2005/8/layout/pyramid2"/>
    <dgm:cxn modelId="{196088B2-AA76-4D3A-B460-D9F5F1CC74CC}" srcId="{0BF21D31-03D2-4051-BB98-400D9821B9FF}" destId="{2FAC994E-7981-4458-A4F0-30C7B1B2B9A6}" srcOrd="7" destOrd="0" parTransId="{1FC94E5F-785C-43E6-B7AF-44867113EF35}" sibTransId="{1E086041-EEEA-494E-8D01-42D8E9F023FB}"/>
    <dgm:cxn modelId="{13BDFC4D-5713-4F87-BC8F-1BEF405C10BC}" srcId="{0BF21D31-03D2-4051-BB98-400D9821B9FF}" destId="{8DC2B1A8-D239-4241-960D-E602B83083AC}" srcOrd="0" destOrd="0" parTransId="{043D9BFE-2C12-48E8-965A-6BCEC3C55D36}" sibTransId="{9A817AC8-E9A0-4C78-8AB5-81691CCE5B85}"/>
    <dgm:cxn modelId="{A8466E56-B817-4783-A096-7A139639CBA1}" type="presOf" srcId="{8B79CB0D-9971-4A03-AE36-6AFCDC7B1116}" destId="{0566D1D5-884B-4AF1-996D-32363DEC8622}" srcOrd="0" destOrd="0" presId="urn:microsoft.com/office/officeart/2005/8/layout/pyramid2"/>
    <dgm:cxn modelId="{332CBBB7-5E86-4E19-A79A-BB3395F8FE69}" srcId="{0BF21D31-03D2-4051-BB98-400D9821B9FF}" destId="{B18EA5A0-04FB-4634-9023-59BB0A19A173}" srcOrd="5" destOrd="0" parTransId="{51FC5556-FA96-4A56-A9AB-510FB0BA73F1}" sibTransId="{61B96320-CC73-4067-8460-6382FCB03192}"/>
    <dgm:cxn modelId="{2F672FED-906A-4FF9-859D-08AB25B764F2}" srcId="{0BF21D31-03D2-4051-BB98-400D9821B9FF}" destId="{5D2DEBC1-C42A-4AFC-9747-0570D1A46384}" srcOrd="1" destOrd="0" parTransId="{095810AF-6E34-4B6D-A4E7-789EB081C987}" sibTransId="{75396AA5-7999-49A6-841E-87C20F27239A}"/>
    <dgm:cxn modelId="{471DB588-F425-4B08-8B3E-6F9AA219ACA5}" type="presOf" srcId="{843779EB-120F-45DE-B485-B6E00CA9B7D8}" destId="{E2A6F2C0-CB54-4ED0-84BF-3D522F0F154D}" srcOrd="0" destOrd="0" presId="urn:microsoft.com/office/officeart/2005/8/layout/pyramid2"/>
    <dgm:cxn modelId="{5D63AC93-7B00-4826-A1DE-25F2FB75A3B8}" type="presOf" srcId="{5D2DEBC1-C42A-4AFC-9747-0570D1A46384}" destId="{F62DB6C8-A6A7-46BE-8033-7664DB3E9490}" srcOrd="0" destOrd="0" presId="urn:microsoft.com/office/officeart/2005/8/layout/pyramid2"/>
    <dgm:cxn modelId="{4E92DC18-2480-42B5-9FB4-146E584FFCCF}" srcId="{0BF21D31-03D2-4051-BB98-400D9821B9FF}" destId="{8B79CB0D-9971-4A03-AE36-6AFCDC7B1116}" srcOrd="6" destOrd="0" parTransId="{44B86B07-233C-4DBE-AC61-EDBF1D692604}" sibTransId="{E95C3113-1540-4B59-983F-1D678BC22BE8}"/>
    <dgm:cxn modelId="{090DAAA2-E686-4AD0-9B77-09DAF277B37E}" srcId="{0BF21D31-03D2-4051-BB98-400D9821B9FF}" destId="{843779EB-120F-45DE-B485-B6E00CA9B7D8}" srcOrd="2" destOrd="0" parTransId="{E88CEBCF-48BC-4D87-8944-199776D9AEBA}" sibTransId="{95FCB9B6-C7CE-4D49-AAB7-135F952C9B6F}"/>
    <dgm:cxn modelId="{96F47D13-CF72-4175-AAD1-8E7C383B1F39}" type="presOf" srcId="{0BF21D31-03D2-4051-BB98-400D9821B9FF}" destId="{5073FA74-A34E-469C-A7E2-0F9274466A4A}" srcOrd="0" destOrd="0" presId="urn:microsoft.com/office/officeart/2005/8/layout/pyramid2"/>
    <dgm:cxn modelId="{3C9151AB-8270-4CCD-944A-6E26E8D0FDF6}" type="presOf" srcId="{2FAC994E-7981-4458-A4F0-30C7B1B2B9A6}" destId="{48A86EE7-E06D-40CD-A6CC-BB6CAD3DF8E6}" srcOrd="0" destOrd="0" presId="urn:microsoft.com/office/officeart/2005/8/layout/pyramid2"/>
    <dgm:cxn modelId="{AD5CC6BE-3B7C-481A-977C-A88B65B9858D}" srcId="{0BF21D31-03D2-4051-BB98-400D9821B9FF}" destId="{FD692F8F-5FA2-446A-B60D-7C730DFCB9CA}" srcOrd="3" destOrd="0" parTransId="{5744BB23-7091-4D17-8314-AA9AA42FE8DC}" sibTransId="{323EF1ED-BCB7-4FD0-8525-6991D684A5BA}"/>
    <dgm:cxn modelId="{6D21807B-A776-4446-84A9-6B78496FFFD2}" type="presOf" srcId="{266E11E7-129B-4B75-832F-968E9AAEDD7E}" destId="{6918633A-587B-4B70-8257-2B361EFFC61C}" srcOrd="0" destOrd="0" presId="urn:microsoft.com/office/officeart/2005/8/layout/pyramid2"/>
    <dgm:cxn modelId="{0EE91345-F2AB-4F1C-9B2B-DA57B821BDA5}" type="presOf" srcId="{8DC2B1A8-D239-4241-960D-E602B83083AC}" destId="{B9207006-4AC2-4172-83B1-269B23BC6574}" srcOrd="0" destOrd="0" presId="urn:microsoft.com/office/officeart/2005/8/layout/pyramid2"/>
    <dgm:cxn modelId="{FFC9ADC6-7024-47B0-9CC4-38A52CCD7D29}" type="presOf" srcId="{FD692F8F-5FA2-446A-B60D-7C730DFCB9CA}" destId="{79785967-FCCD-4A02-99C2-EC976146568F}" srcOrd="0" destOrd="0" presId="urn:microsoft.com/office/officeart/2005/8/layout/pyramid2"/>
    <dgm:cxn modelId="{4E457870-754D-4C70-801A-70965D2DF75F}" srcId="{0BF21D31-03D2-4051-BB98-400D9821B9FF}" destId="{266E11E7-129B-4B75-832F-968E9AAEDD7E}" srcOrd="4" destOrd="0" parTransId="{50AFA9E3-A02D-4462-9A86-D5600CDA8459}" sibTransId="{39E4274E-F232-4589-8411-8767023C93BC}"/>
    <dgm:cxn modelId="{96B0FCAE-6F77-4CD8-B97B-35E187107D87}" type="presParOf" srcId="{5073FA74-A34E-469C-A7E2-0F9274466A4A}" destId="{5CEAB9E2-8C20-4FF1-9BDA-35A2EA078C3A}" srcOrd="0" destOrd="0" presId="urn:microsoft.com/office/officeart/2005/8/layout/pyramid2"/>
    <dgm:cxn modelId="{393FFE33-29B2-456A-8518-2C41F6533E74}" type="presParOf" srcId="{5073FA74-A34E-469C-A7E2-0F9274466A4A}" destId="{73769FDF-319B-4382-A7FE-0B160D275C55}" srcOrd="1" destOrd="0" presId="urn:microsoft.com/office/officeart/2005/8/layout/pyramid2"/>
    <dgm:cxn modelId="{1AB54809-C572-4A17-A8CF-79EF6C7EEB35}" type="presParOf" srcId="{73769FDF-319B-4382-A7FE-0B160D275C55}" destId="{B9207006-4AC2-4172-83B1-269B23BC6574}" srcOrd="0" destOrd="0" presId="urn:microsoft.com/office/officeart/2005/8/layout/pyramid2"/>
    <dgm:cxn modelId="{B4915467-1AD2-4304-A38B-F07B32AFDB2D}" type="presParOf" srcId="{73769FDF-319B-4382-A7FE-0B160D275C55}" destId="{95BAAECC-62BF-4195-9619-AC522D0D4DF5}" srcOrd="1" destOrd="0" presId="urn:microsoft.com/office/officeart/2005/8/layout/pyramid2"/>
    <dgm:cxn modelId="{05FA815A-F52E-4A38-BB8B-2D64377701E9}" type="presParOf" srcId="{73769FDF-319B-4382-A7FE-0B160D275C55}" destId="{F62DB6C8-A6A7-46BE-8033-7664DB3E9490}" srcOrd="2" destOrd="0" presId="urn:microsoft.com/office/officeart/2005/8/layout/pyramid2"/>
    <dgm:cxn modelId="{5D67031C-F0CD-4D36-8D4D-C6FEE11D74FC}" type="presParOf" srcId="{73769FDF-319B-4382-A7FE-0B160D275C55}" destId="{757187C0-EAD3-4E8F-B033-1CE8BFACC419}" srcOrd="3" destOrd="0" presId="urn:microsoft.com/office/officeart/2005/8/layout/pyramid2"/>
    <dgm:cxn modelId="{33058E12-1A29-462F-9169-2584FEC4F580}" type="presParOf" srcId="{73769FDF-319B-4382-A7FE-0B160D275C55}" destId="{E2A6F2C0-CB54-4ED0-84BF-3D522F0F154D}" srcOrd="4" destOrd="0" presId="urn:microsoft.com/office/officeart/2005/8/layout/pyramid2"/>
    <dgm:cxn modelId="{42FF1E20-A076-434C-839B-C265D940AFB3}" type="presParOf" srcId="{73769FDF-319B-4382-A7FE-0B160D275C55}" destId="{679380BD-CD09-409A-8138-D5C72D64DC4C}" srcOrd="5" destOrd="0" presId="urn:microsoft.com/office/officeart/2005/8/layout/pyramid2"/>
    <dgm:cxn modelId="{E11C2F22-5383-4E71-A51F-C58989A05B50}" type="presParOf" srcId="{73769FDF-319B-4382-A7FE-0B160D275C55}" destId="{79785967-FCCD-4A02-99C2-EC976146568F}" srcOrd="6" destOrd="0" presId="urn:microsoft.com/office/officeart/2005/8/layout/pyramid2"/>
    <dgm:cxn modelId="{189193DB-2235-488A-B76F-EB704261A171}" type="presParOf" srcId="{73769FDF-319B-4382-A7FE-0B160D275C55}" destId="{D71E577D-EC26-4A68-927D-D1D455C65EC0}" srcOrd="7" destOrd="0" presId="urn:microsoft.com/office/officeart/2005/8/layout/pyramid2"/>
    <dgm:cxn modelId="{0F8EEF0C-F491-433E-9CEC-B7B99DA1E443}" type="presParOf" srcId="{73769FDF-319B-4382-A7FE-0B160D275C55}" destId="{6918633A-587B-4B70-8257-2B361EFFC61C}" srcOrd="8" destOrd="0" presId="urn:microsoft.com/office/officeart/2005/8/layout/pyramid2"/>
    <dgm:cxn modelId="{9D0ECF83-23ED-4EA1-A4F2-218B3206B70E}" type="presParOf" srcId="{73769FDF-319B-4382-A7FE-0B160D275C55}" destId="{826CE297-55D6-4B49-AEEF-D25A0C5C7021}" srcOrd="9" destOrd="0" presId="urn:microsoft.com/office/officeart/2005/8/layout/pyramid2"/>
    <dgm:cxn modelId="{BF1C0074-3926-4D8F-91EE-8CE131E25D38}" type="presParOf" srcId="{73769FDF-319B-4382-A7FE-0B160D275C55}" destId="{CB891211-71C2-4BD2-BE9E-BD5CA6CB88D1}" srcOrd="10" destOrd="0" presId="urn:microsoft.com/office/officeart/2005/8/layout/pyramid2"/>
    <dgm:cxn modelId="{51338F3A-ABB3-4B14-92C7-6429CC656F01}" type="presParOf" srcId="{73769FDF-319B-4382-A7FE-0B160D275C55}" destId="{5ED9E4A3-9C09-48AE-B905-A4552D96DD4B}" srcOrd="11" destOrd="0" presId="urn:microsoft.com/office/officeart/2005/8/layout/pyramid2"/>
    <dgm:cxn modelId="{4D365730-3CCB-474D-8305-295A9911CDF3}" type="presParOf" srcId="{73769FDF-319B-4382-A7FE-0B160D275C55}" destId="{0566D1D5-884B-4AF1-996D-32363DEC8622}" srcOrd="12" destOrd="0" presId="urn:microsoft.com/office/officeart/2005/8/layout/pyramid2"/>
    <dgm:cxn modelId="{40C72E2D-ECF4-4AAC-8569-D5E0B7ED3725}" type="presParOf" srcId="{73769FDF-319B-4382-A7FE-0B160D275C55}" destId="{D59AEBC7-3EB8-42CD-A29B-62EDCABA06F3}" srcOrd="13" destOrd="0" presId="urn:microsoft.com/office/officeart/2005/8/layout/pyramid2"/>
    <dgm:cxn modelId="{60A67F62-EC54-4F0C-A1EE-F4F4633E7C47}" type="presParOf" srcId="{73769FDF-319B-4382-A7FE-0B160D275C55}" destId="{48A86EE7-E06D-40CD-A6CC-BB6CAD3DF8E6}" srcOrd="14" destOrd="0" presId="urn:microsoft.com/office/officeart/2005/8/layout/pyramid2"/>
    <dgm:cxn modelId="{64D1C1B2-FEDA-4370-ADB4-DF5AA0ACC580}" type="presParOf" srcId="{73769FDF-319B-4382-A7FE-0B160D275C55}" destId="{7E5C8EA0-5CC4-4935-8064-42902B831B33}" srcOrd="15" destOrd="0" presId="urn:microsoft.com/office/officeart/2005/8/layout/pyramid2"/>
    <dgm:cxn modelId="{EC57E1D8-9B60-42F9-84F2-099A2BE37753}" type="presParOf" srcId="{73769FDF-319B-4382-A7FE-0B160D275C55}" destId="{DD201C9E-7A9C-4E07-AC33-6ABD3A6932F3}" srcOrd="16" destOrd="0" presId="urn:microsoft.com/office/officeart/2005/8/layout/pyramid2"/>
    <dgm:cxn modelId="{5BAD265D-213F-4D47-941F-70A8844BA226}" type="presParOf" srcId="{73769FDF-319B-4382-A7FE-0B160D275C55}" destId="{B641290F-1807-4FA3-8660-9B9C445B5DB3}" srcOrd="17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D53702A-DC51-456C-AF31-5634D7B1CAB3}" type="doc">
      <dgm:prSet loTypeId="urn:microsoft.com/office/officeart/2008/layout/AlternatingHexagons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69A06A57-5830-4D4E-A979-3918A173203F}">
      <dgm:prSet phldrT="[Text]"/>
      <dgm:spPr/>
      <dgm:t>
        <a:bodyPr/>
        <a:lstStyle/>
        <a:p>
          <a:r>
            <a:rPr lang="en-US" dirty="0" smtClean="0"/>
            <a:t>Concept of time</a:t>
          </a:r>
          <a:endParaRPr lang="en-US" dirty="0"/>
        </a:p>
      </dgm:t>
    </dgm:pt>
    <dgm:pt modelId="{89136B72-A3E7-4FEA-B6DC-AF437370CB46}" type="parTrans" cxnId="{63EE3471-52B0-4D5A-B784-856B03F158B3}">
      <dgm:prSet/>
      <dgm:spPr/>
      <dgm:t>
        <a:bodyPr/>
        <a:lstStyle/>
        <a:p>
          <a:endParaRPr lang="en-US"/>
        </a:p>
      </dgm:t>
    </dgm:pt>
    <dgm:pt modelId="{A437AEB3-87B1-4194-A1C1-74AAEB2DA04B}" type="sibTrans" cxnId="{63EE3471-52B0-4D5A-B784-856B03F158B3}">
      <dgm:prSet/>
      <dgm:spPr/>
      <dgm:t>
        <a:bodyPr/>
        <a:lstStyle/>
        <a:p>
          <a:endParaRPr lang="en-US"/>
        </a:p>
      </dgm:t>
    </dgm:pt>
    <dgm:pt modelId="{DDE6EFEF-AF64-41A2-B8AB-C99CE250030E}">
      <dgm:prSet phldrT="[Text]"/>
      <dgm:spPr/>
      <dgm:t>
        <a:bodyPr/>
        <a:lstStyle/>
        <a:p>
          <a:r>
            <a:rPr lang="en-US" dirty="0" smtClean="0"/>
            <a:t>Assumptions about social strata and caste system</a:t>
          </a:r>
          <a:endParaRPr lang="en-US" dirty="0"/>
        </a:p>
      </dgm:t>
    </dgm:pt>
    <dgm:pt modelId="{B2B30815-35CF-4AE1-A218-0FE10D0E7DFE}" type="parTrans" cxnId="{8EB5FF9D-C82F-4DB0-9E75-A36FD96DC737}">
      <dgm:prSet/>
      <dgm:spPr/>
      <dgm:t>
        <a:bodyPr/>
        <a:lstStyle/>
        <a:p>
          <a:endParaRPr lang="en-US"/>
        </a:p>
      </dgm:t>
    </dgm:pt>
    <dgm:pt modelId="{FC09CD5E-4886-4D93-9B93-162BE27630C5}" type="sibTrans" cxnId="{8EB5FF9D-C82F-4DB0-9E75-A36FD96DC737}">
      <dgm:prSet/>
      <dgm:spPr/>
      <dgm:t>
        <a:bodyPr/>
        <a:lstStyle/>
        <a:p>
          <a:endParaRPr lang="en-US"/>
        </a:p>
      </dgm:t>
    </dgm:pt>
    <dgm:pt modelId="{90C8A03D-4F67-453F-8CA4-F561F922AF0F}">
      <dgm:prSet phldrT="[Text]"/>
      <dgm:spPr/>
      <dgm:t>
        <a:bodyPr/>
        <a:lstStyle/>
        <a:p>
          <a:r>
            <a:rPr lang="en-US" dirty="0" smtClean="0"/>
            <a:t>Etiquettes</a:t>
          </a:r>
          <a:endParaRPr lang="en-US" dirty="0"/>
        </a:p>
      </dgm:t>
    </dgm:pt>
    <dgm:pt modelId="{E3B43B08-3701-4C11-A717-D2496E77A33C}" type="parTrans" cxnId="{E346EC78-AFAA-4192-B7CD-3685262E253F}">
      <dgm:prSet/>
      <dgm:spPr/>
      <dgm:t>
        <a:bodyPr/>
        <a:lstStyle/>
        <a:p>
          <a:endParaRPr lang="en-US"/>
        </a:p>
      </dgm:t>
    </dgm:pt>
    <dgm:pt modelId="{46DFE77A-EE0C-41BF-9C9A-9DCAB1E5C73F}" type="sibTrans" cxnId="{E346EC78-AFAA-4192-B7CD-3685262E253F}">
      <dgm:prSet/>
      <dgm:spPr/>
      <dgm:t>
        <a:bodyPr/>
        <a:lstStyle/>
        <a:p>
          <a:endParaRPr lang="en-US"/>
        </a:p>
      </dgm:t>
    </dgm:pt>
    <dgm:pt modelId="{B5BC133C-9075-4477-9496-44736352E1F8}">
      <dgm:prSet phldrT="[Text]"/>
      <dgm:spPr/>
      <dgm:t>
        <a:bodyPr/>
        <a:lstStyle/>
        <a:p>
          <a:r>
            <a:rPr lang="en-US" dirty="0" smtClean="0"/>
            <a:t>Privileged and marginalized groups</a:t>
          </a:r>
          <a:endParaRPr lang="en-US" dirty="0"/>
        </a:p>
      </dgm:t>
    </dgm:pt>
    <dgm:pt modelId="{345DD3CC-25F4-4BB6-B60D-E5EF0396AE58}" type="parTrans" cxnId="{0DAB952D-3A91-4402-9647-2D219F0F33ED}">
      <dgm:prSet/>
      <dgm:spPr/>
      <dgm:t>
        <a:bodyPr/>
        <a:lstStyle/>
        <a:p>
          <a:endParaRPr lang="en-US"/>
        </a:p>
      </dgm:t>
    </dgm:pt>
    <dgm:pt modelId="{2E8A526E-75DB-4CF2-A0AF-6DF5AF47B50B}" type="sibTrans" cxnId="{0DAB952D-3A91-4402-9647-2D219F0F33ED}">
      <dgm:prSet/>
      <dgm:spPr/>
      <dgm:t>
        <a:bodyPr/>
        <a:lstStyle/>
        <a:p>
          <a:endParaRPr lang="en-US"/>
        </a:p>
      </dgm:t>
    </dgm:pt>
    <dgm:pt modelId="{A1026160-DB57-48DB-BF7D-C899EDB9FB00}">
      <dgm:prSet phldrT="[Text]"/>
      <dgm:spPr/>
      <dgm:t>
        <a:bodyPr/>
        <a:lstStyle/>
        <a:p>
          <a:r>
            <a:rPr lang="en-US" dirty="0" smtClean="0"/>
            <a:t>Values</a:t>
          </a:r>
          <a:endParaRPr lang="en-US" dirty="0"/>
        </a:p>
      </dgm:t>
    </dgm:pt>
    <dgm:pt modelId="{62C9A36E-F85D-427F-9A96-144F7D3F6081}" type="parTrans" cxnId="{E5A52E05-A079-41D5-BA75-DE035A7CBD38}">
      <dgm:prSet/>
      <dgm:spPr/>
      <dgm:t>
        <a:bodyPr/>
        <a:lstStyle/>
        <a:p>
          <a:endParaRPr lang="en-US"/>
        </a:p>
      </dgm:t>
    </dgm:pt>
    <dgm:pt modelId="{2D56096E-4D1E-401A-AF17-03EBF8C10DB9}" type="sibTrans" cxnId="{E5A52E05-A079-41D5-BA75-DE035A7CBD38}">
      <dgm:prSet/>
      <dgm:spPr/>
      <dgm:t>
        <a:bodyPr/>
        <a:lstStyle/>
        <a:p>
          <a:endParaRPr lang="en-US"/>
        </a:p>
      </dgm:t>
    </dgm:pt>
    <dgm:pt modelId="{E8995DD6-5EDB-49E4-B698-410148A2E450}">
      <dgm:prSet phldrT="[Text]"/>
      <dgm:spPr/>
      <dgm:t>
        <a:bodyPr/>
        <a:lstStyle/>
        <a:p>
          <a:r>
            <a:rPr lang="en-US" dirty="0" smtClean="0"/>
            <a:t>Concept of Space/Proximity</a:t>
          </a:r>
          <a:endParaRPr lang="en-US" dirty="0"/>
        </a:p>
      </dgm:t>
    </dgm:pt>
    <dgm:pt modelId="{851637BE-90A5-45F0-813A-9E51B443C933}" type="parTrans" cxnId="{E52A5D04-1AC0-48C9-89C8-47D07B8CAFA6}">
      <dgm:prSet/>
      <dgm:spPr/>
      <dgm:t>
        <a:bodyPr/>
        <a:lstStyle/>
        <a:p>
          <a:endParaRPr lang="en-US"/>
        </a:p>
      </dgm:t>
    </dgm:pt>
    <dgm:pt modelId="{6569EE0B-6670-4397-A528-E1D9FB70C8A2}" type="sibTrans" cxnId="{E52A5D04-1AC0-48C9-89C8-47D07B8CAFA6}">
      <dgm:prSet/>
      <dgm:spPr/>
      <dgm:t>
        <a:bodyPr/>
        <a:lstStyle/>
        <a:p>
          <a:endParaRPr lang="en-US"/>
        </a:p>
      </dgm:t>
    </dgm:pt>
    <dgm:pt modelId="{6EF368F0-F258-43BC-8FE8-4F782F54D3E3}">
      <dgm:prSet phldrT="[Text]"/>
      <dgm:spPr/>
      <dgm:t>
        <a:bodyPr/>
        <a:lstStyle/>
        <a:p>
          <a:r>
            <a:rPr lang="en-US" dirty="0" smtClean="0"/>
            <a:t>Gender rules</a:t>
          </a:r>
          <a:endParaRPr lang="en-US" dirty="0"/>
        </a:p>
      </dgm:t>
    </dgm:pt>
    <dgm:pt modelId="{1DB87230-C841-43A3-9835-FD46E975430F}" type="parTrans" cxnId="{875104D4-23BB-4DE0-9C71-4A02C0EAF73E}">
      <dgm:prSet/>
      <dgm:spPr/>
      <dgm:t>
        <a:bodyPr/>
        <a:lstStyle/>
        <a:p>
          <a:endParaRPr lang="en-US"/>
        </a:p>
      </dgm:t>
    </dgm:pt>
    <dgm:pt modelId="{73CC38CE-A6D5-4E1E-9634-1582430DDB6F}" type="sibTrans" cxnId="{875104D4-23BB-4DE0-9C71-4A02C0EAF73E}">
      <dgm:prSet/>
      <dgm:spPr/>
      <dgm:t>
        <a:bodyPr/>
        <a:lstStyle/>
        <a:p>
          <a:endParaRPr lang="en-US"/>
        </a:p>
      </dgm:t>
    </dgm:pt>
    <dgm:pt modelId="{64C4136A-357A-4077-AB0A-CCD70200733C}" type="pres">
      <dgm:prSet presAssocID="{2D53702A-DC51-456C-AF31-5634D7B1CAB3}" presName="Name0" presStyleCnt="0">
        <dgm:presLayoutVars>
          <dgm:chMax/>
          <dgm:chPref/>
          <dgm:dir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9BC7BD92-CF10-4262-9B8A-BEEA847B9203}" type="pres">
      <dgm:prSet presAssocID="{69A06A57-5830-4D4E-A979-3918A173203F}" presName="composite" presStyleCnt="0"/>
      <dgm:spPr/>
    </dgm:pt>
    <dgm:pt modelId="{44C25448-ADA7-4980-A166-D3E6B2CE27AB}" type="pres">
      <dgm:prSet presAssocID="{69A06A57-5830-4D4E-A979-3918A173203F}" presName="Parent1" presStyleLbl="node1" presStyleIdx="0" presStyleCnt="8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7291DD2-A797-4527-830C-0AE1D0F44833}" type="pres">
      <dgm:prSet presAssocID="{69A06A57-5830-4D4E-A979-3918A173203F}" presName="Childtext1" presStyleLbl="revTx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433208C-CB46-4A2A-94DB-03317EB7A868}" type="pres">
      <dgm:prSet presAssocID="{69A06A57-5830-4D4E-A979-3918A173203F}" presName="BalanceSpacing" presStyleCnt="0"/>
      <dgm:spPr/>
    </dgm:pt>
    <dgm:pt modelId="{5FF0AFF7-B2A2-418B-825D-44AF18078B4A}" type="pres">
      <dgm:prSet presAssocID="{69A06A57-5830-4D4E-A979-3918A173203F}" presName="BalanceSpacing1" presStyleCnt="0"/>
      <dgm:spPr/>
    </dgm:pt>
    <dgm:pt modelId="{E4274FEB-E9C1-4FEF-9DD3-592CE61931F0}" type="pres">
      <dgm:prSet presAssocID="{A437AEB3-87B1-4194-A1C1-74AAEB2DA04B}" presName="Accent1Text" presStyleLbl="node1" presStyleIdx="1" presStyleCnt="8"/>
      <dgm:spPr/>
      <dgm:t>
        <a:bodyPr/>
        <a:lstStyle/>
        <a:p>
          <a:endParaRPr lang="en-US"/>
        </a:p>
      </dgm:t>
    </dgm:pt>
    <dgm:pt modelId="{D2139DA2-285B-403D-9C54-E874CB69EA48}" type="pres">
      <dgm:prSet presAssocID="{A437AEB3-87B1-4194-A1C1-74AAEB2DA04B}" presName="spaceBetweenRectangles" presStyleCnt="0"/>
      <dgm:spPr/>
    </dgm:pt>
    <dgm:pt modelId="{D101FA2B-7F5C-425A-A31F-4019F93D5545}" type="pres">
      <dgm:prSet presAssocID="{90C8A03D-4F67-453F-8CA4-F561F922AF0F}" presName="composite" presStyleCnt="0"/>
      <dgm:spPr/>
    </dgm:pt>
    <dgm:pt modelId="{832F9229-6EAC-4520-AF60-3CDF0B30757E}" type="pres">
      <dgm:prSet presAssocID="{90C8A03D-4F67-453F-8CA4-F561F922AF0F}" presName="Parent1" presStyleLbl="node1" presStyleIdx="2" presStyleCnt="8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41C643E-4CBD-46C5-869B-3926DBA11E6C}" type="pres">
      <dgm:prSet presAssocID="{90C8A03D-4F67-453F-8CA4-F561F922AF0F}" presName="Childtext1" presStyleLbl="revTx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34C995E-3484-4BFF-89DE-F6891420DF88}" type="pres">
      <dgm:prSet presAssocID="{90C8A03D-4F67-453F-8CA4-F561F922AF0F}" presName="BalanceSpacing" presStyleCnt="0"/>
      <dgm:spPr/>
    </dgm:pt>
    <dgm:pt modelId="{75E57692-9923-4D20-9A4E-1860B364185F}" type="pres">
      <dgm:prSet presAssocID="{90C8A03D-4F67-453F-8CA4-F561F922AF0F}" presName="BalanceSpacing1" presStyleCnt="0"/>
      <dgm:spPr/>
    </dgm:pt>
    <dgm:pt modelId="{06CBE945-90E7-4AD8-BAA2-CE43CA7484B5}" type="pres">
      <dgm:prSet presAssocID="{46DFE77A-EE0C-41BF-9C9A-9DCAB1E5C73F}" presName="Accent1Text" presStyleLbl="node1" presStyleIdx="3" presStyleCnt="8"/>
      <dgm:spPr/>
      <dgm:t>
        <a:bodyPr/>
        <a:lstStyle/>
        <a:p>
          <a:endParaRPr lang="en-US"/>
        </a:p>
      </dgm:t>
    </dgm:pt>
    <dgm:pt modelId="{A043F541-1ADB-4141-B89F-D2FFFEEC2D5C}" type="pres">
      <dgm:prSet presAssocID="{46DFE77A-EE0C-41BF-9C9A-9DCAB1E5C73F}" presName="spaceBetweenRectangles" presStyleCnt="0"/>
      <dgm:spPr/>
    </dgm:pt>
    <dgm:pt modelId="{E401E18F-DDAB-456E-924E-5839344DBA0C}" type="pres">
      <dgm:prSet presAssocID="{A1026160-DB57-48DB-BF7D-C899EDB9FB00}" presName="composite" presStyleCnt="0"/>
      <dgm:spPr/>
    </dgm:pt>
    <dgm:pt modelId="{CAD53D9E-4CBF-4CA5-BB39-4DFA1014F9CF}" type="pres">
      <dgm:prSet presAssocID="{A1026160-DB57-48DB-BF7D-C899EDB9FB00}" presName="Parent1" presStyleLbl="node1" presStyleIdx="4" presStyleCnt="8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90979B0-3172-4272-BB13-DA8D90534263}" type="pres">
      <dgm:prSet presAssocID="{A1026160-DB57-48DB-BF7D-C899EDB9FB00}" presName="Childtext1" presStyleLbl="revTx" presStyleIdx="2" presStyleCnt="4">
        <dgm:presLayoutVars>
          <dgm:chMax val="0"/>
          <dgm:chPref val="0"/>
          <dgm:bulletEnabled val="1"/>
        </dgm:presLayoutVars>
      </dgm:prSet>
      <dgm:spPr/>
    </dgm:pt>
    <dgm:pt modelId="{45DA0C47-8929-4045-B56E-34C8C95BC53E}" type="pres">
      <dgm:prSet presAssocID="{A1026160-DB57-48DB-BF7D-C899EDB9FB00}" presName="BalanceSpacing" presStyleCnt="0"/>
      <dgm:spPr/>
    </dgm:pt>
    <dgm:pt modelId="{5DE1F069-606B-44C0-AC19-CDBF4EE1AE2A}" type="pres">
      <dgm:prSet presAssocID="{A1026160-DB57-48DB-BF7D-C899EDB9FB00}" presName="BalanceSpacing1" presStyleCnt="0"/>
      <dgm:spPr/>
    </dgm:pt>
    <dgm:pt modelId="{D3060FA4-9BD0-4E3D-A4A0-6C6F5A42F97E}" type="pres">
      <dgm:prSet presAssocID="{2D56096E-4D1E-401A-AF17-03EBF8C10DB9}" presName="Accent1Text" presStyleLbl="node1" presStyleIdx="5" presStyleCnt="8"/>
      <dgm:spPr/>
      <dgm:t>
        <a:bodyPr/>
        <a:lstStyle/>
        <a:p>
          <a:endParaRPr lang="en-US"/>
        </a:p>
      </dgm:t>
    </dgm:pt>
    <dgm:pt modelId="{64ED68F8-4215-4BE6-ADEC-2E3863C9D76D}" type="pres">
      <dgm:prSet presAssocID="{2D56096E-4D1E-401A-AF17-03EBF8C10DB9}" presName="spaceBetweenRectangles" presStyleCnt="0"/>
      <dgm:spPr/>
    </dgm:pt>
    <dgm:pt modelId="{75FC9237-4147-4AFE-B476-7D070DB685B3}" type="pres">
      <dgm:prSet presAssocID="{6EF368F0-F258-43BC-8FE8-4F782F54D3E3}" presName="composite" presStyleCnt="0"/>
      <dgm:spPr/>
    </dgm:pt>
    <dgm:pt modelId="{FE7BC1B2-8F48-47F8-8816-4A73CF55E2ED}" type="pres">
      <dgm:prSet presAssocID="{6EF368F0-F258-43BC-8FE8-4F782F54D3E3}" presName="Parent1" presStyleLbl="node1" presStyleIdx="6" presStyleCnt="8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A06F16A-B203-4ED0-B1DE-F59B6055EFDD}" type="pres">
      <dgm:prSet presAssocID="{6EF368F0-F258-43BC-8FE8-4F782F54D3E3}" presName="Childtext1" presStyleLbl="revTx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36F959D-8C3B-43B7-A841-64B7C53C71CB}" type="pres">
      <dgm:prSet presAssocID="{6EF368F0-F258-43BC-8FE8-4F782F54D3E3}" presName="BalanceSpacing" presStyleCnt="0"/>
      <dgm:spPr/>
    </dgm:pt>
    <dgm:pt modelId="{DBB2805E-A231-4048-8693-A5AD1F99BABE}" type="pres">
      <dgm:prSet presAssocID="{6EF368F0-F258-43BC-8FE8-4F782F54D3E3}" presName="BalanceSpacing1" presStyleCnt="0"/>
      <dgm:spPr/>
    </dgm:pt>
    <dgm:pt modelId="{7880C07E-D823-4FA6-AE13-E3E9EC4A2996}" type="pres">
      <dgm:prSet presAssocID="{73CC38CE-A6D5-4E1E-9634-1582430DDB6F}" presName="Accent1Text" presStyleLbl="node1" presStyleIdx="7" presStyleCnt="8"/>
      <dgm:spPr/>
      <dgm:t>
        <a:bodyPr/>
        <a:lstStyle/>
        <a:p>
          <a:endParaRPr lang="en-US"/>
        </a:p>
      </dgm:t>
    </dgm:pt>
  </dgm:ptLst>
  <dgm:cxnLst>
    <dgm:cxn modelId="{E346EC78-AFAA-4192-B7CD-3685262E253F}" srcId="{2D53702A-DC51-456C-AF31-5634D7B1CAB3}" destId="{90C8A03D-4F67-453F-8CA4-F561F922AF0F}" srcOrd="1" destOrd="0" parTransId="{E3B43B08-3701-4C11-A717-D2496E77A33C}" sibTransId="{46DFE77A-EE0C-41BF-9C9A-9DCAB1E5C73F}"/>
    <dgm:cxn modelId="{63EE3471-52B0-4D5A-B784-856B03F158B3}" srcId="{2D53702A-DC51-456C-AF31-5634D7B1CAB3}" destId="{69A06A57-5830-4D4E-A979-3918A173203F}" srcOrd="0" destOrd="0" parTransId="{89136B72-A3E7-4FEA-B6DC-AF437370CB46}" sibTransId="{A437AEB3-87B1-4194-A1C1-74AAEB2DA04B}"/>
    <dgm:cxn modelId="{875104D4-23BB-4DE0-9C71-4A02C0EAF73E}" srcId="{2D53702A-DC51-456C-AF31-5634D7B1CAB3}" destId="{6EF368F0-F258-43BC-8FE8-4F782F54D3E3}" srcOrd="3" destOrd="0" parTransId="{1DB87230-C841-43A3-9835-FD46E975430F}" sibTransId="{73CC38CE-A6D5-4E1E-9634-1582430DDB6F}"/>
    <dgm:cxn modelId="{E52A5D04-1AC0-48C9-89C8-47D07B8CAFA6}" srcId="{6EF368F0-F258-43BC-8FE8-4F782F54D3E3}" destId="{E8995DD6-5EDB-49E4-B698-410148A2E450}" srcOrd="0" destOrd="0" parTransId="{851637BE-90A5-45F0-813A-9E51B443C933}" sibTransId="{6569EE0B-6670-4397-A528-E1D9FB70C8A2}"/>
    <dgm:cxn modelId="{E1B2072F-B63D-45DA-AFB3-C52F00071C9A}" type="presOf" srcId="{6EF368F0-F258-43BC-8FE8-4F782F54D3E3}" destId="{FE7BC1B2-8F48-47F8-8816-4A73CF55E2ED}" srcOrd="0" destOrd="0" presId="urn:microsoft.com/office/officeart/2008/layout/AlternatingHexagons"/>
    <dgm:cxn modelId="{28CB69F3-D05F-48A0-A0FF-116099A2495C}" type="presOf" srcId="{90C8A03D-4F67-453F-8CA4-F561F922AF0F}" destId="{832F9229-6EAC-4520-AF60-3CDF0B30757E}" srcOrd="0" destOrd="0" presId="urn:microsoft.com/office/officeart/2008/layout/AlternatingHexagons"/>
    <dgm:cxn modelId="{8EB5FF9D-C82F-4DB0-9E75-A36FD96DC737}" srcId="{69A06A57-5830-4D4E-A979-3918A173203F}" destId="{DDE6EFEF-AF64-41A2-B8AB-C99CE250030E}" srcOrd="0" destOrd="0" parTransId="{B2B30815-35CF-4AE1-A218-0FE10D0E7DFE}" sibTransId="{FC09CD5E-4886-4D93-9B93-162BE27630C5}"/>
    <dgm:cxn modelId="{89777221-98CF-428E-9EF0-F828AAFD19DE}" type="presOf" srcId="{46DFE77A-EE0C-41BF-9C9A-9DCAB1E5C73F}" destId="{06CBE945-90E7-4AD8-BAA2-CE43CA7484B5}" srcOrd="0" destOrd="0" presId="urn:microsoft.com/office/officeart/2008/layout/AlternatingHexagons"/>
    <dgm:cxn modelId="{3F49638D-95EB-420E-B4CD-A1EB11C8898A}" type="presOf" srcId="{69A06A57-5830-4D4E-A979-3918A173203F}" destId="{44C25448-ADA7-4980-A166-D3E6B2CE27AB}" srcOrd="0" destOrd="0" presId="urn:microsoft.com/office/officeart/2008/layout/AlternatingHexagons"/>
    <dgm:cxn modelId="{58A23B51-E08A-4BE9-AE91-ECADA97C0031}" type="presOf" srcId="{2D53702A-DC51-456C-AF31-5634D7B1CAB3}" destId="{64C4136A-357A-4077-AB0A-CCD70200733C}" srcOrd="0" destOrd="0" presId="urn:microsoft.com/office/officeart/2008/layout/AlternatingHexagons"/>
    <dgm:cxn modelId="{C84EAA01-6188-4EFF-9382-BA2CEAFA1872}" type="presOf" srcId="{A437AEB3-87B1-4194-A1C1-74AAEB2DA04B}" destId="{E4274FEB-E9C1-4FEF-9DD3-592CE61931F0}" srcOrd="0" destOrd="0" presId="urn:microsoft.com/office/officeart/2008/layout/AlternatingHexagons"/>
    <dgm:cxn modelId="{13D48FB7-1412-43DA-BDF2-28423F2C9D70}" type="presOf" srcId="{B5BC133C-9075-4477-9496-44736352E1F8}" destId="{A41C643E-4CBD-46C5-869B-3926DBA11E6C}" srcOrd="0" destOrd="0" presId="urn:microsoft.com/office/officeart/2008/layout/AlternatingHexagons"/>
    <dgm:cxn modelId="{8E429E55-1EC0-4427-9736-19F721AB8AF4}" type="presOf" srcId="{DDE6EFEF-AF64-41A2-B8AB-C99CE250030E}" destId="{47291DD2-A797-4527-830C-0AE1D0F44833}" srcOrd="0" destOrd="0" presId="urn:microsoft.com/office/officeart/2008/layout/AlternatingHexagons"/>
    <dgm:cxn modelId="{0DAB952D-3A91-4402-9647-2D219F0F33ED}" srcId="{90C8A03D-4F67-453F-8CA4-F561F922AF0F}" destId="{B5BC133C-9075-4477-9496-44736352E1F8}" srcOrd="0" destOrd="0" parTransId="{345DD3CC-25F4-4BB6-B60D-E5EF0396AE58}" sibTransId="{2E8A526E-75DB-4CF2-A0AF-6DF5AF47B50B}"/>
    <dgm:cxn modelId="{C9FB64F2-6023-4805-BA49-18AEBFA64DA9}" type="presOf" srcId="{A1026160-DB57-48DB-BF7D-C899EDB9FB00}" destId="{CAD53D9E-4CBF-4CA5-BB39-4DFA1014F9CF}" srcOrd="0" destOrd="0" presId="urn:microsoft.com/office/officeart/2008/layout/AlternatingHexagons"/>
    <dgm:cxn modelId="{4428094F-82C2-4031-8F83-2E9F01C5D22B}" type="presOf" srcId="{73CC38CE-A6D5-4E1E-9634-1582430DDB6F}" destId="{7880C07E-D823-4FA6-AE13-E3E9EC4A2996}" srcOrd="0" destOrd="0" presId="urn:microsoft.com/office/officeart/2008/layout/AlternatingHexagons"/>
    <dgm:cxn modelId="{1939537F-492D-44E7-BD66-1AE95F357A57}" type="presOf" srcId="{E8995DD6-5EDB-49E4-B698-410148A2E450}" destId="{9A06F16A-B203-4ED0-B1DE-F59B6055EFDD}" srcOrd="0" destOrd="0" presId="urn:microsoft.com/office/officeart/2008/layout/AlternatingHexagons"/>
    <dgm:cxn modelId="{E5A52E05-A079-41D5-BA75-DE035A7CBD38}" srcId="{2D53702A-DC51-456C-AF31-5634D7B1CAB3}" destId="{A1026160-DB57-48DB-BF7D-C899EDB9FB00}" srcOrd="2" destOrd="0" parTransId="{62C9A36E-F85D-427F-9A96-144F7D3F6081}" sibTransId="{2D56096E-4D1E-401A-AF17-03EBF8C10DB9}"/>
    <dgm:cxn modelId="{931A20AC-0AAB-4EE1-A728-341B8365FD1C}" type="presOf" srcId="{2D56096E-4D1E-401A-AF17-03EBF8C10DB9}" destId="{D3060FA4-9BD0-4E3D-A4A0-6C6F5A42F97E}" srcOrd="0" destOrd="0" presId="urn:microsoft.com/office/officeart/2008/layout/AlternatingHexagons"/>
    <dgm:cxn modelId="{E57352F4-070F-43C2-83CF-C6F01F6BC71C}" type="presParOf" srcId="{64C4136A-357A-4077-AB0A-CCD70200733C}" destId="{9BC7BD92-CF10-4262-9B8A-BEEA847B9203}" srcOrd="0" destOrd="0" presId="urn:microsoft.com/office/officeart/2008/layout/AlternatingHexagons"/>
    <dgm:cxn modelId="{44280996-47FE-4B7C-9FDA-B91B8132CE08}" type="presParOf" srcId="{9BC7BD92-CF10-4262-9B8A-BEEA847B9203}" destId="{44C25448-ADA7-4980-A166-D3E6B2CE27AB}" srcOrd="0" destOrd="0" presId="urn:microsoft.com/office/officeart/2008/layout/AlternatingHexagons"/>
    <dgm:cxn modelId="{97514BCD-D5C6-49F9-BE6B-DDFFA84C6838}" type="presParOf" srcId="{9BC7BD92-CF10-4262-9B8A-BEEA847B9203}" destId="{47291DD2-A797-4527-830C-0AE1D0F44833}" srcOrd="1" destOrd="0" presId="urn:microsoft.com/office/officeart/2008/layout/AlternatingHexagons"/>
    <dgm:cxn modelId="{CE87DCF0-9986-4807-929E-3CEF78020200}" type="presParOf" srcId="{9BC7BD92-CF10-4262-9B8A-BEEA847B9203}" destId="{3433208C-CB46-4A2A-94DB-03317EB7A868}" srcOrd="2" destOrd="0" presId="urn:microsoft.com/office/officeart/2008/layout/AlternatingHexagons"/>
    <dgm:cxn modelId="{BFAEC74E-1C75-483D-929C-5AC4889EA77C}" type="presParOf" srcId="{9BC7BD92-CF10-4262-9B8A-BEEA847B9203}" destId="{5FF0AFF7-B2A2-418B-825D-44AF18078B4A}" srcOrd="3" destOrd="0" presId="urn:microsoft.com/office/officeart/2008/layout/AlternatingHexagons"/>
    <dgm:cxn modelId="{A2A63160-F534-49B8-B9CC-5BB5EF18EB2B}" type="presParOf" srcId="{9BC7BD92-CF10-4262-9B8A-BEEA847B9203}" destId="{E4274FEB-E9C1-4FEF-9DD3-592CE61931F0}" srcOrd="4" destOrd="0" presId="urn:microsoft.com/office/officeart/2008/layout/AlternatingHexagons"/>
    <dgm:cxn modelId="{4326ED48-3A62-4886-B48B-B434C5782D1C}" type="presParOf" srcId="{64C4136A-357A-4077-AB0A-CCD70200733C}" destId="{D2139DA2-285B-403D-9C54-E874CB69EA48}" srcOrd="1" destOrd="0" presId="urn:microsoft.com/office/officeart/2008/layout/AlternatingHexagons"/>
    <dgm:cxn modelId="{AD77399B-5973-441F-8E9B-18F81D28AC32}" type="presParOf" srcId="{64C4136A-357A-4077-AB0A-CCD70200733C}" destId="{D101FA2B-7F5C-425A-A31F-4019F93D5545}" srcOrd="2" destOrd="0" presId="urn:microsoft.com/office/officeart/2008/layout/AlternatingHexagons"/>
    <dgm:cxn modelId="{DAE5CF26-A2E0-4FCC-AC76-2A4BA5D2596E}" type="presParOf" srcId="{D101FA2B-7F5C-425A-A31F-4019F93D5545}" destId="{832F9229-6EAC-4520-AF60-3CDF0B30757E}" srcOrd="0" destOrd="0" presId="urn:microsoft.com/office/officeart/2008/layout/AlternatingHexagons"/>
    <dgm:cxn modelId="{6B1859BE-AD12-41A1-AAF0-E47416A51ECA}" type="presParOf" srcId="{D101FA2B-7F5C-425A-A31F-4019F93D5545}" destId="{A41C643E-4CBD-46C5-869B-3926DBA11E6C}" srcOrd="1" destOrd="0" presId="urn:microsoft.com/office/officeart/2008/layout/AlternatingHexagons"/>
    <dgm:cxn modelId="{825BD157-B611-4864-8361-33D88DC1F90D}" type="presParOf" srcId="{D101FA2B-7F5C-425A-A31F-4019F93D5545}" destId="{F34C995E-3484-4BFF-89DE-F6891420DF88}" srcOrd="2" destOrd="0" presId="urn:microsoft.com/office/officeart/2008/layout/AlternatingHexagons"/>
    <dgm:cxn modelId="{01ECBF94-B875-4861-9BF3-53250D72E4CD}" type="presParOf" srcId="{D101FA2B-7F5C-425A-A31F-4019F93D5545}" destId="{75E57692-9923-4D20-9A4E-1860B364185F}" srcOrd="3" destOrd="0" presId="urn:microsoft.com/office/officeart/2008/layout/AlternatingHexagons"/>
    <dgm:cxn modelId="{628FCD4B-AD85-407A-8193-578C3D68D985}" type="presParOf" srcId="{D101FA2B-7F5C-425A-A31F-4019F93D5545}" destId="{06CBE945-90E7-4AD8-BAA2-CE43CA7484B5}" srcOrd="4" destOrd="0" presId="urn:microsoft.com/office/officeart/2008/layout/AlternatingHexagons"/>
    <dgm:cxn modelId="{65C56585-867D-4FE7-95E9-F49E1389D5DE}" type="presParOf" srcId="{64C4136A-357A-4077-AB0A-CCD70200733C}" destId="{A043F541-1ADB-4141-B89F-D2FFFEEC2D5C}" srcOrd="3" destOrd="0" presId="urn:microsoft.com/office/officeart/2008/layout/AlternatingHexagons"/>
    <dgm:cxn modelId="{EC39C73C-B74D-47D7-A4AF-51430E81F26B}" type="presParOf" srcId="{64C4136A-357A-4077-AB0A-CCD70200733C}" destId="{E401E18F-DDAB-456E-924E-5839344DBA0C}" srcOrd="4" destOrd="0" presId="urn:microsoft.com/office/officeart/2008/layout/AlternatingHexagons"/>
    <dgm:cxn modelId="{0477E0EE-866D-4B53-92D9-3885F8349436}" type="presParOf" srcId="{E401E18F-DDAB-456E-924E-5839344DBA0C}" destId="{CAD53D9E-4CBF-4CA5-BB39-4DFA1014F9CF}" srcOrd="0" destOrd="0" presId="urn:microsoft.com/office/officeart/2008/layout/AlternatingHexagons"/>
    <dgm:cxn modelId="{3B95AAB0-AB3B-47E2-97A4-F87A7175BF57}" type="presParOf" srcId="{E401E18F-DDAB-456E-924E-5839344DBA0C}" destId="{F90979B0-3172-4272-BB13-DA8D90534263}" srcOrd="1" destOrd="0" presId="urn:microsoft.com/office/officeart/2008/layout/AlternatingHexagons"/>
    <dgm:cxn modelId="{15B704C8-1888-495E-AA41-4FA797C17999}" type="presParOf" srcId="{E401E18F-DDAB-456E-924E-5839344DBA0C}" destId="{45DA0C47-8929-4045-B56E-34C8C95BC53E}" srcOrd="2" destOrd="0" presId="urn:microsoft.com/office/officeart/2008/layout/AlternatingHexagons"/>
    <dgm:cxn modelId="{FE218EC5-75F2-4BF3-A4FE-4BAA248AE753}" type="presParOf" srcId="{E401E18F-DDAB-456E-924E-5839344DBA0C}" destId="{5DE1F069-606B-44C0-AC19-CDBF4EE1AE2A}" srcOrd="3" destOrd="0" presId="urn:microsoft.com/office/officeart/2008/layout/AlternatingHexagons"/>
    <dgm:cxn modelId="{AFFE20FD-3DF5-42CC-A8EB-863CD4254BB7}" type="presParOf" srcId="{E401E18F-DDAB-456E-924E-5839344DBA0C}" destId="{D3060FA4-9BD0-4E3D-A4A0-6C6F5A42F97E}" srcOrd="4" destOrd="0" presId="urn:microsoft.com/office/officeart/2008/layout/AlternatingHexagons"/>
    <dgm:cxn modelId="{407E0035-E9FF-48A4-8C2D-9A592DECF8AD}" type="presParOf" srcId="{64C4136A-357A-4077-AB0A-CCD70200733C}" destId="{64ED68F8-4215-4BE6-ADEC-2E3863C9D76D}" srcOrd="5" destOrd="0" presId="urn:microsoft.com/office/officeart/2008/layout/AlternatingHexagons"/>
    <dgm:cxn modelId="{0CCAB426-7072-4981-AECE-7549C1F9E921}" type="presParOf" srcId="{64C4136A-357A-4077-AB0A-CCD70200733C}" destId="{75FC9237-4147-4AFE-B476-7D070DB685B3}" srcOrd="6" destOrd="0" presId="urn:microsoft.com/office/officeart/2008/layout/AlternatingHexagons"/>
    <dgm:cxn modelId="{9511174D-71D7-46AA-957D-CAEB65E6ADD3}" type="presParOf" srcId="{75FC9237-4147-4AFE-B476-7D070DB685B3}" destId="{FE7BC1B2-8F48-47F8-8816-4A73CF55E2ED}" srcOrd="0" destOrd="0" presId="urn:microsoft.com/office/officeart/2008/layout/AlternatingHexagons"/>
    <dgm:cxn modelId="{CA147AA2-314A-4F6E-89C0-673F19F128B5}" type="presParOf" srcId="{75FC9237-4147-4AFE-B476-7D070DB685B3}" destId="{9A06F16A-B203-4ED0-B1DE-F59B6055EFDD}" srcOrd="1" destOrd="0" presId="urn:microsoft.com/office/officeart/2008/layout/AlternatingHexagons"/>
    <dgm:cxn modelId="{F7250685-6972-4D14-AE7C-4A92318CC5B6}" type="presParOf" srcId="{75FC9237-4147-4AFE-B476-7D070DB685B3}" destId="{436F959D-8C3B-43B7-A841-64B7C53C71CB}" srcOrd="2" destOrd="0" presId="urn:microsoft.com/office/officeart/2008/layout/AlternatingHexagons"/>
    <dgm:cxn modelId="{0BB1454C-7499-42B8-B956-6ADB0D8A8B23}" type="presParOf" srcId="{75FC9237-4147-4AFE-B476-7D070DB685B3}" destId="{DBB2805E-A231-4048-8693-A5AD1F99BABE}" srcOrd="3" destOrd="0" presId="urn:microsoft.com/office/officeart/2008/layout/AlternatingHexagons"/>
    <dgm:cxn modelId="{6F92CCDF-82E2-4579-9933-6F27D78EAB49}" type="presParOf" srcId="{75FC9237-4147-4AFE-B476-7D070DB685B3}" destId="{7880C07E-D823-4FA6-AE13-E3E9EC4A2996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3F37D3-0066-404B-BD37-6FD9A0E7A418}">
      <dsp:nvSpPr>
        <dsp:cNvPr id="0" name=""/>
        <dsp:cNvSpPr/>
      </dsp:nvSpPr>
      <dsp:spPr>
        <a:xfrm>
          <a:off x="0" y="249237"/>
          <a:ext cx="3000374" cy="180022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b="0" kern="1200" dirty="0" smtClean="0"/>
            <a:t>Physical</a:t>
          </a:r>
          <a:endParaRPr lang="en-US" sz="3200" b="0" kern="1200" dirty="0"/>
        </a:p>
      </dsp:txBody>
      <dsp:txXfrm>
        <a:off x="0" y="249237"/>
        <a:ext cx="3000374" cy="1800225"/>
      </dsp:txXfrm>
    </dsp:sp>
    <dsp:sp modelId="{509EAD9D-E311-4B68-828C-A61CBCD22E66}">
      <dsp:nvSpPr>
        <dsp:cNvPr id="0" name=""/>
        <dsp:cNvSpPr/>
      </dsp:nvSpPr>
      <dsp:spPr>
        <a:xfrm>
          <a:off x="3300412" y="249237"/>
          <a:ext cx="3000374" cy="1800225"/>
        </a:xfrm>
        <a:prstGeom prst="rect">
          <a:avLst/>
        </a:prstGeom>
        <a:solidFill>
          <a:schemeClr val="accent5">
            <a:hueOff val="1766471"/>
            <a:satOff val="5752"/>
            <a:lumOff val="200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b="0" kern="1200" dirty="0" smtClean="0"/>
            <a:t>Linguistic</a:t>
          </a:r>
          <a:endParaRPr lang="en-US" sz="3200" b="0" kern="1200" dirty="0"/>
        </a:p>
      </dsp:txBody>
      <dsp:txXfrm>
        <a:off x="3300412" y="249237"/>
        <a:ext cx="3000374" cy="1800225"/>
      </dsp:txXfrm>
    </dsp:sp>
    <dsp:sp modelId="{676EBBD4-ADE3-4859-974C-48F4B962F0EF}">
      <dsp:nvSpPr>
        <dsp:cNvPr id="0" name=""/>
        <dsp:cNvSpPr/>
      </dsp:nvSpPr>
      <dsp:spPr>
        <a:xfrm>
          <a:off x="6600824" y="249237"/>
          <a:ext cx="3000374" cy="1800225"/>
        </a:xfrm>
        <a:prstGeom prst="rect">
          <a:avLst/>
        </a:prstGeom>
        <a:solidFill>
          <a:schemeClr val="accent5">
            <a:hueOff val="3532942"/>
            <a:satOff val="11503"/>
            <a:lumOff val="400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b="0" kern="1200" dirty="0" smtClean="0"/>
            <a:t>Semantic</a:t>
          </a:r>
          <a:endParaRPr lang="en-US" sz="3200" b="0" kern="1200" dirty="0"/>
        </a:p>
      </dsp:txBody>
      <dsp:txXfrm>
        <a:off x="6600824" y="249237"/>
        <a:ext cx="3000374" cy="1800225"/>
      </dsp:txXfrm>
    </dsp:sp>
    <dsp:sp modelId="{DF636DF2-2686-422C-9723-77B93707DF98}">
      <dsp:nvSpPr>
        <dsp:cNvPr id="0" name=""/>
        <dsp:cNvSpPr/>
      </dsp:nvSpPr>
      <dsp:spPr>
        <a:xfrm>
          <a:off x="0" y="2349499"/>
          <a:ext cx="3000374" cy="1800225"/>
        </a:xfrm>
        <a:prstGeom prst="rect">
          <a:avLst/>
        </a:prstGeom>
        <a:solidFill>
          <a:schemeClr val="accent5">
            <a:hueOff val="5299413"/>
            <a:satOff val="17255"/>
            <a:lumOff val="600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b="0" kern="1200" dirty="0" smtClean="0"/>
            <a:t>Communication Skills</a:t>
          </a:r>
          <a:endParaRPr lang="en-US" sz="3200" b="0" kern="1200" dirty="0"/>
        </a:p>
      </dsp:txBody>
      <dsp:txXfrm>
        <a:off x="0" y="2349499"/>
        <a:ext cx="3000374" cy="1800225"/>
      </dsp:txXfrm>
    </dsp:sp>
    <dsp:sp modelId="{B4B9AB38-65E2-4AE3-8683-05C14F64433F}">
      <dsp:nvSpPr>
        <dsp:cNvPr id="0" name=""/>
        <dsp:cNvSpPr/>
      </dsp:nvSpPr>
      <dsp:spPr>
        <a:xfrm>
          <a:off x="3300412" y="2349499"/>
          <a:ext cx="3000374" cy="1800225"/>
        </a:xfrm>
        <a:prstGeom prst="rect">
          <a:avLst/>
        </a:prstGeom>
        <a:solidFill>
          <a:schemeClr val="accent5">
            <a:hueOff val="7065884"/>
            <a:satOff val="23006"/>
            <a:lumOff val="800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b="0" kern="1200" dirty="0" smtClean="0"/>
            <a:t>Psychological</a:t>
          </a:r>
          <a:endParaRPr lang="en-US" sz="3200" b="0" kern="1200" dirty="0"/>
        </a:p>
      </dsp:txBody>
      <dsp:txXfrm>
        <a:off x="3300412" y="2349499"/>
        <a:ext cx="3000374" cy="1800225"/>
      </dsp:txXfrm>
    </dsp:sp>
    <dsp:sp modelId="{B2A1E07F-FB3C-4437-B6BD-A346F5759EB3}">
      <dsp:nvSpPr>
        <dsp:cNvPr id="0" name=""/>
        <dsp:cNvSpPr/>
      </dsp:nvSpPr>
      <dsp:spPr>
        <a:xfrm>
          <a:off x="6600824" y="2349499"/>
          <a:ext cx="3000374" cy="1800225"/>
        </a:xfrm>
        <a:prstGeom prst="rect">
          <a:avLst/>
        </a:prstGeom>
        <a:solidFill>
          <a:schemeClr val="accent5">
            <a:hueOff val="8832355"/>
            <a:satOff val="28758"/>
            <a:lumOff val="1000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b="0" kern="1200" dirty="0" smtClean="0"/>
            <a:t>Socio-Cultural</a:t>
          </a:r>
          <a:endParaRPr lang="en-US" sz="3200" b="0" kern="1200" dirty="0"/>
        </a:p>
      </dsp:txBody>
      <dsp:txXfrm>
        <a:off x="6600824" y="2349499"/>
        <a:ext cx="3000374" cy="180022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8CF3CD-47B2-4457-99D8-C266698A0C90}">
      <dsp:nvSpPr>
        <dsp:cNvPr id="0" name=""/>
        <dsp:cNvSpPr/>
      </dsp:nvSpPr>
      <dsp:spPr>
        <a:xfrm rot="5400000">
          <a:off x="6091945" y="-2524024"/>
          <a:ext cx="873741" cy="6144768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/>
            <a:t>Disturbance in the environment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/>
            <a:t>Traffic, construction, uncooperative crowd</a:t>
          </a:r>
          <a:endParaRPr lang="en-US" sz="1600" kern="1200" dirty="0"/>
        </a:p>
      </dsp:txBody>
      <dsp:txXfrm rot="-5400000">
        <a:off x="3456432" y="154142"/>
        <a:ext cx="6102115" cy="788435"/>
      </dsp:txXfrm>
    </dsp:sp>
    <dsp:sp modelId="{FA8E73A9-EEE8-48E1-A8AF-85F134CD545F}">
      <dsp:nvSpPr>
        <dsp:cNvPr id="0" name=""/>
        <dsp:cNvSpPr/>
      </dsp:nvSpPr>
      <dsp:spPr>
        <a:xfrm>
          <a:off x="0" y="2270"/>
          <a:ext cx="3456432" cy="1092176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100" kern="1200" dirty="0" smtClean="0"/>
            <a:t>Noise</a:t>
          </a:r>
          <a:endParaRPr lang="en-US" sz="3100" kern="1200" dirty="0"/>
        </a:p>
      </dsp:txBody>
      <dsp:txXfrm>
        <a:off x="53316" y="55586"/>
        <a:ext cx="3349800" cy="985544"/>
      </dsp:txXfrm>
    </dsp:sp>
    <dsp:sp modelId="{A20E49DC-1A1A-471F-9A08-BFF5C880CBA7}">
      <dsp:nvSpPr>
        <dsp:cNvPr id="0" name=""/>
        <dsp:cNvSpPr/>
      </dsp:nvSpPr>
      <dsp:spPr>
        <a:xfrm rot="5400000">
          <a:off x="6091945" y="-1377239"/>
          <a:ext cx="873741" cy="6144768"/>
        </a:xfrm>
        <a:prstGeom prst="round2SameRect">
          <a:avLst/>
        </a:prstGeom>
        <a:solidFill>
          <a:schemeClr val="accent3">
            <a:tint val="40000"/>
            <a:alpha val="90000"/>
            <a:hueOff val="1708130"/>
            <a:satOff val="873"/>
            <a:lumOff val="1093"/>
            <a:alphaOff val="0"/>
          </a:schemeClr>
        </a:solidFill>
        <a:ln w="34925" cap="flat" cmpd="sng" algn="in">
          <a:solidFill>
            <a:schemeClr val="accent3">
              <a:tint val="40000"/>
              <a:alpha val="90000"/>
              <a:hueOff val="1708130"/>
              <a:satOff val="873"/>
              <a:lumOff val="109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/>
            <a:t>Thunder, rain, wind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/>
            <a:t>Heat, Cold, Lack of Sunlight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/>
            <a:t>Unpleasant temperature</a:t>
          </a:r>
          <a:endParaRPr lang="en-US" sz="1600" kern="1200" dirty="0"/>
        </a:p>
      </dsp:txBody>
      <dsp:txXfrm rot="-5400000">
        <a:off x="3456432" y="1300927"/>
        <a:ext cx="6102115" cy="788435"/>
      </dsp:txXfrm>
    </dsp:sp>
    <dsp:sp modelId="{96890AA3-63FB-4CD4-BF3F-77093DF783CB}">
      <dsp:nvSpPr>
        <dsp:cNvPr id="0" name=""/>
        <dsp:cNvSpPr/>
      </dsp:nvSpPr>
      <dsp:spPr>
        <a:xfrm>
          <a:off x="0" y="1149056"/>
          <a:ext cx="3456432" cy="1092176"/>
        </a:xfrm>
        <a:prstGeom prst="roundRect">
          <a:avLst/>
        </a:prstGeom>
        <a:solidFill>
          <a:schemeClr val="accent3">
            <a:hueOff val="1659989"/>
            <a:satOff val="-648"/>
            <a:lumOff val="5098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100" kern="1200" dirty="0" smtClean="0"/>
            <a:t>Climate/Weather</a:t>
          </a:r>
          <a:endParaRPr lang="en-US" sz="3100" kern="1200" dirty="0"/>
        </a:p>
      </dsp:txBody>
      <dsp:txXfrm>
        <a:off x="53316" y="1202372"/>
        <a:ext cx="3349800" cy="985544"/>
      </dsp:txXfrm>
    </dsp:sp>
    <dsp:sp modelId="{F3941252-B7C3-4E68-87A9-4ACB84A7D88B}">
      <dsp:nvSpPr>
        <dsp:cNvPr id="0" name=""/>
        <dsp:cNvSpPr/>
      </dsp:nvSpPr>
      <dsp:spPr>
        <a:xfrm rot="5400000">
          <a:off x="6091945" y="-230453"/>
          <a:ext cx="873741" cy="6144768"/>
        </a:xfrm>
        <a:prstGeom prst="round2SameRect">
          <a:avLst/>
        </a:prstGeom>
        <a:solidFill>
          <a:schemeClr val="accent3">
            <a:tint val="40000"/>
            <a:alpha val="90000"/>
            <a:hueOff val="3416260"/>
            <a:satOff val="1746"/>
            <a:lumOff val="2186"/>
            <a:alphaOff val="0"/>
          </a:schemeClr>
        </a:solidFill>
        <a:ln w="34925" cap="flat" cmpd="sng" algn="in">
          <a:solidFill>
            <a:schemeClr val="accent3">
              <a:tint val="40000"/>
              <a:alpha val="90000"/>
              <a:hueOff val="3416260"/>
              <a:satOff val="1746"/>
              <a:lumOff val="21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/>
            <a:t>Different time zones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/>
            <a:t>Suitability of time</a:t>
          </a:r>
          <a:endParaRPr lang="en-US" sz="1600" kern="1200" dirty="0"/>
        </a:p>
      </dsp:txBody>
      <dsp:txXfrm rot="-5400000">
        <a:off x="3456432" y="2447713"/>
        <a:ext cx="6102115" cy="788435"/>
      </dsp:txXfrm>
    </dsp:sp>
    <dsp:sp modelId="{799B6A80-3CA7-4670-8E39-397BA0E6007D}">
      <dsp:nvSpPr>
        <dsp:cNvPr id="0" name=""/>
        <dsp:cNvSpPr/>
      </dsp:nvSpPr>
      <dsp:spPr>
        <a:xfrm>
          <a:off x="0" y="2295841"/>
          <a:ext cx="3456432" cy="1092176"/>
        </a:xfrm>
        <a:prstGeom prst="roundRect">
          <a:avLst/>
        </a:prstGeom>
        <a:solidFill>
          <a:schemeClr val="accent3">
            <a:hueOff val="3319977"/>
            <a:satOff val="-1295"/>
            <a:lumOff val="10196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100" kern="1200" dirty="0" smtClean="0"/>
            <a:t>Time</a:t>
          </a:r>
          <a:endParaRPr lang="en-US" sz="3100" kern="1200" dirty="0"/>
        </a:p>
      </dsp:txBody>
      <dsp:txXfrm>
        <a:off x="53316" y="2349157"/>
        <a:ext cx="3349800" cy="985544"/>
      </dsp:txXfrm>
    </dsp:sp>
    <dsp:sp modelId="{0104D5C3-A9B9-4F7A-B6BE-B84A59882025}">
      <dsp:nvSpPr>
        <dsp:cNvPr id="0" name=""/>
        <dsp:cNvSpPr/>
      </dsp:nvSpPr>
      <dsp:spPr>
        <a:xfrm rot="5400000">
          <a:off x="6091945" y="916331"/>
          <a:ext cx="873741" cy="6144768"/>
        </a:xfrm>
        <a:prstGeom prst="round2SameRect">
          <a:avLst/>
        </a:prstGeom>
        <a:solidFill>
          <a:schemeClr val="accent3">
            <a:tint val="40000"/>
            <a:alpha val="90000"/>
            <a:hueOff val="5124390"/>
            <a:satOff val="2619"/>
            <a:lumOff val="3279"/>
            <a:alphaOff val="0"/>
          </a:schemeClr>
        </a:solidFill>
        <a:ln w="34925" cap="flat" cmpd="sng" algn="in">
          <a:solidFill>
            <a:schemeClr val="accent3">
              <a:tint val="40000"/>
              <a:alpha val="90000"/>
              <a:hueOff val="5124390"/>
              <a:satOff val="2619"/>
              <a:lumOff val="327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/>
            <a:t>Physical distance between the sender and receiver</a:t>
          </a:r>
          <a:endParaRPr lang="en-US" sz="1600" kern="1200" dirty="0"/>
        </a:p>
      </dsp:txBody>
      <dsp:txXfrm rot="-5400000">
        <a:off x="3456432" y="3594498"/>
        <a:ext cx="6102115" cy="788435"/>
      </dsp:txXfrm>
    </dsp:sp>
    <dsp:sp modelId="{2C45A5D5-3857-40C1-9ECB-87CF6096C4E8}">
      <dsp:nvSpPr>
        <dsp:cNvPr id="0" name=""/>
        <dsp:cNvSpPr/>
      </dsp:nvSpPr>
      <dsp:spPr>
        <a:xfrm>
          <a:off x="0" y="3442627"/>
          <a:ext cx="3456432" cy="1092176"/>
        </a:xfrm>
        <a:prstGeom prst="roundRect">
          <a:avLst/>
        </a:prstGeom>
        <a:solidFill>
          <a:schemeClr val="accent3">
            <a:hueOff val="4979966"/>
            <a:satOff val="-1943"/>
            <a:lumOff val="15294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100" kern="1200" dirty="0" smtClean="0"/>
            <a:t>Distance</a:t>
          </a:r>
          <a:endParaRPr lang="en-US" sz="3100" kern="1200" dirty="0"/>
        </a:p>
      </dsp:txBody>
      <dsp:txXfrm>
        <a:off x="53316" y="3495943"/>
        <a:ext cx="3349800" cy="98554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74F4C4-7E77-4BB2-83D1-FC462E36CB11}">
      <dsp:nvSpPr>
        <dsp:cNvPr id="0" name=""/>
        <dsp:cNvSpPr/>
      </dsp:nvSpPr>
      <dsp:spPr>
        <a:xfrm rot="5400000">
          <a:off x="5692185" y="-2026543"/>
          <a:ext cx="1673261" cy="6144768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dirty="0" smtClean="0"/>
            <a:t>Malfunctioning equipment (computers, projectors, microphones, headphones, applications)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dirty="0" smtClean="0"/>
            <a:t>Internet speed and connection problems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2100" kern="1200"/>
        </a:p>
      </dsp:txBody>
      <dsp:txXfrm rot="-5400000">
        <a:off x="3456432" y="290892"/>
        <a:ext cx="6063086" cy="1509897"/>
      </dsp:txXfrm>
    </dsp:sp>
    <dsp:sp modelId="{C7A83F00-CCFB-4FFB-B5EC-E018EB8F0D73}">
      <dsp:nvSpPr>
        <dsp:cNvPr id="0" name=""/>
        <dsp:cNvSpPr/>
      </dsp:nvSpPr>
      <dsp:spPr>
        <a:xfrm>
          <a:off x="0" y="52"/>
          <a:ext cx="3456432" cy="209157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Technical Problems/Medium Disturbance</a:t>
          </a:r>
          <a:endParaRPr lang="en-US" sz="2800" kern="1200" dirty="0"/>
        </a:p>
      </dsp:txBody>
      <dsp:txXfrm>
        <a:off x="102102" y="102154"/>
        <a:ext cx="3252228" cy="1887372"/>
      </dsp:txXfrm>
    </dsp:sp>
    <dsp:sp modelId="{997D19A6-EEEC-495D-ADE8-794A5075DB9E}">
      <dsp:nvSpPr>
        <dsp:cNvPr id="0" name=""/>
        <dsp:cNvSpPr/>
      </dsp:nvSpPr>
      <dsp:spPr>
        <a:xfrm rot="5400000">
          <a:off x="5692185" y="169612"/>
          <a:ext cx="1673261" cy="6144768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dirty="0" smtClean="0"/>
            <a:t>Distance, seating arrangements, quality of furniture, lighting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dirty="0" smtClean="0"/>
            <a:t>Colors, decoration, acoustics</a:t>
          </a:r>
          <a:endParaRPr lang="en-US" sz="2100" kern="1200" dirty="0"/>
        </a:p>
      </dsp:txBody>
      <dsp:txXfrm rot="-5400000">
        <a:off x="3456432" y="2487047"/>
        <a:ext cx="6063086" cy="1509897"/>
      </dsp:txXfrm>
    </dsp:sp>
    <dsp:sp modelId="{03F0D67E-FFA0-4977-A44F-59C900590D6C}">
      <dsp:nvSpPr>
        <dsp:cNvPr id="0" name=""/>
        <dsp:cNvSpPr/>
      </dsp:nvSpPr>
      <dsp:spPr>
        <a:xfrm>
          <a:off x="0" y="2196207"/>
          <a:ext cx="3456432" cy="2091576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Architecture/Room Design</a:t>
          </a:r>
          <a:endParaRPr lang="en-US" sz="2800" kern="1200" dirty="0"/>
        </a:p>
      </dsp:txBody>
      <dsp:txXfrm>
        <a:off x="102102" y="2298309"/>
        <a:ext cx="3252228" cy="188737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0BB621-42D7-4FC1-B6F0-35E6E7575A4A}">
      <dsp:nvSpPr>
        <dsp:cNvPr id="0" name=""/>
        <dsp:cNvSpPr/>
      </dsp:nvSpPr>
      <dsp:spPr>
        <a:xfrm>
          <a:off x="0" y="742797"/>
          <a:ext cx="10141527" cy="52474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General language Command/Proficiency (grammar, spelling, syntax, vocabulary)</a:t>
          </a:r>
          <a:endParaRPr lang="en-US" sz="2300" kern="1200" dirty="0"/>
        </a:p>
      </dsp:txBody>
      <dsp:txXfrm>
        <a:off x="25616" y="768413"/>
        <a:ext cx="10090295" cy="473513"/>
      </dsp:txXfrm>
    </dsp:sp>
    <dsp:sp modelId="{70F57A6D-1F88-41AE-922D-26DE592F060F}">
      <dsp:nvSpPr>
        <dsp:cNvPr id="0" name=""/>
        <dsp:cNvSpPr/>
      </dsp:nvSpPr>
      <dsp:spPr>
        <a:xfrm>
          <a:off x="0" y="1333782"/>
          <a:ext cx="10141527" cy="52474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Command on Language variety (formal, informal)</a:t>
          </a:r>
          <a:endParaRPr lang="en-US" sz="2300" kern="1200" dirty="0"/>
        </a:p>
      </dsp:txBody>
      <dsp:txXfrm>
        <a:off x="25616" y="1359398"/>
        <a:ext cx="10090295" cy="473513"/>
      </dsp:txXfrm>
    </dsp:sp>
    <dsp:sp modelId="{7DF58F25-C492-4201-B9E3-9ECE76346233}">
      <dsp:nvSpPr>
        <dsp:cNvPr id="0" name=""/>
        <dsp:cNvSpPr/>
      </dsp:nvSpPr>
      <dsp:spPr>
        <a:xfrm>
          <a:off x="0" y="1924767"/>
          <a:ext cx="10141527" cy="52474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Foreign Language</a:t>
          </a:r>
          <a:endParaRPr lang="en-US" sz="2300" kern="1200" dirty="0"/>
        </a:p>
      </dsp:txBody>
      <dsp:txXfrm>
        <a:off x="25616" y="1950383"/>
        <a:ext cx="10090295" cy="473513"/>
      </dsp:txXfrm>
    </dsp:sp>
    <dsp:sp modelId="{C2341188-F861-4FE6-AABF-69BB81397FD9}">
      <dsp:nvSpPr>
        <dsp:cNvPr id="0" name=""/>
        <dsp:cNvSpPr/>
      </dsp:nvSpPr>
      <dsp:spPr>
        <a:xfrm>
          <a:off x="0" y="2515753"/>
          <a:ext cx="10141527" cy="52474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Command on dialects/pidgins used (vocabulary differences)</a:t>
          </a:r>
          <a:endParaRPr lang="en-US" sz="2300" kern="1200" dirty="0"/>
        </a:p>
      </dsp:txBody>
      <dsp:txXfrm>
        <a:off x="25616" y="2541369"/>
        <a:ext cx="10090295" cy="473513"/>
      </dsp:txXfrm>
    </dsp:sp>
    <dsp:sp modelId="{4D59D0E6-1AFB-4B78-95D8-9FDC4792117C}">
      <dsp:nvSpPr>
        <dsp:cNvPr id="0" name=""/>
        <dsp:cNvSpPr/>
      </dsp:nvSpPr>
      <dsp:spPr>
        <a:xfrm>
          <a:off x="0" y="3106737"/>
          <a:ext cx="10141527" cy="524745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Command on Accent (pronunciation)</a:t>
          </a:r>
          <a:endParaRPr lang="en-US" sz="2300" kern="1200" dirty="0"/>
        </a:p>
      </dsp:txBody>
      <dsp:txXfrm>
        <a:off x="25616" y="3132353"/>
        <a:ext cx="10090295" cy="473513"/>
      </dsp:txXfrm>
    </dsp:sp>
    <dsp:sp modelId="{DA7384CC-2492-4FA6-94EF-0C098A2783B4}">
      <dsp:nvSpPr>
        <dsp:cNvPr id="0" name=""/>
        <dsp:cNvSpPr/>
      </dsp:nvSpPr>
      <dsp:spPr>
        <a:xfrm>
          <a:off x="0" y="3697723"/>
          <a:ext cx="10141527" cy="52474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Technical language/jargon</a:t>
          </a:r>
          <a:endParaRPr lang="en-US" sz="2300" kern="1200" dirty="0"/>
        </a:p>
      </dsp:txBody>
      <dsp:txXfrm>
        <a:off x="25616" y="3723339"/>
        <a:ext cx="10090295" cy="473513"/>
      </dsp:txXfrm>
    </dsp:sp>
    <dsp:sp modelId="{3AE336B0-F6FD-4B51-AC54-C0D2EBF8CEE4}">
      <dsp:nvSpPr>
        <dsp:cNvPr id="0" name=""/>
        <dsp:cNvSpPr/>
      </dsp:nvSpPr>
      <dsp:spPr>
        <a:xfrm>
          <a:off x="0" y="4288708"/>
          <a:ext cx="10141527" cy="52474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Speech and writing difference</a:t>
          </a:r>
          <a:endParaRPr lang="en-US" sz="2300" kern="1200" dirty="0"/>
        </a:p>
      </dsp:txBody>
      <dsp:txXfrm>
        <a:off x="25616" y="4314324"/>
        <a:ext cx="10090295" cy="47351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BE9800-31D0-4B3F-9DB7-5D5A6844C28C}">
      <dsp:nvSpPr>
        <dsp:cNvPr id="0" name=""/>
        <dsp:cNvSpPr/>
      </dsp:nvSpPr>
      <dsp:spPr>
        <a:xfrm>
          <a:off x="0" y="350017"/>
          <a:ext cx="9601200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74EF70-2717-4C8C-A718-2F9B63AFBED8}">
      <dsp:nvSpPr>
        <dsp:cNvPr id="0" name=""/>
        <dsp:cNvSpPr/>
      </dsp:nvSpPr>
      <dsp:spPr>
        <a:xfrm>
          <a:off x="480060" y="54817"/>
          <a:ext cx="6720840" cy="59040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32" tIns="0" rIns="254032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Using ambiguous words (words with multiple meanings)</a:t>
          </a:r>
          <a:endParaRPr lang="en-US" sz="2000" kern="1200" dirty="0"/>
        </a:p>
      </dsp:txBody>
      <dsp:txXfrm>
        <a:off x="508881" y="83638"/>
        <a:ext cx="6663198" cy="532758"/>
      </dsp:txXfrm>
    </dsp:sp>
    <dsp:sp modelId="{C6EDC902-4AFF-4A33-9A30-EF5E152BAF1C}">
      <dsp:nvSpPr>
        <dsp:cNvPr id="0" name=""/>
        <dsp:cNvSpPr/>
      </dsp:nvSpPr>
      <dsp:spPr>
        <a:xfrm>
          <a:off x="0" y="1257217"/>
          <a:ext cx="9601200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3">
              <a:hueOff val="995993"/>
              <a:satOff val="-389"/>
              <a:lumOff val="305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F1AB2D-26BB-4FAB-892F-A43588336821}">
      <dsp:nvSpPr>
        <dsp:cNvPr id="0" name=""/>
        <dsp:cNvSpPr/>
      </dsp:nvSpPr>
      <dsp:spPr>
        <a:xfrm>
          <a:off x="480060" y="962017"/>
          <a:ext cx="6720840" cy="590400"/>
        </a:xfrm>
        <a:prstGeom prst="roundRect">
          <a:avLst/>
        </a:prstGeom>
        <a:solidFill>
          <a:schemeClr val="accent3">
            <a:hueOff val="995993"/>
            <a:satOff val="-389"/>
            <a:lumOff val="3059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32" tIns="0" rIns="254032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Concrete versus abstract words</a:t>
          </a:r>
          <a:endParaRPr lang="en-US" sz="2000" kern="1200" dirty="0"/>
        </a:p>
      </dsp:txBody>
      <dsp:txXfrm>
        <a:off x="508881" y="990838"/>
        <a:ext cx="6663198" cy="532758"/>
      </dsp:txXfrm>
    </dsp:sp>
    <dsp:sp modelId="{A59D4088-6062-4A08-8769-BDEB06E2CBDF}">
      <dsp:nvSpPr>
        <dsp:cNvPr id="0" name=""/>
        <dsp:cNvSpPr/>
      </dsp:nvSpPr>
      <dsp:spPr>
        <a:xfrm>
          <a:off x="0" y="2164418"/>
          <a:ext cx="9601200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3">
              <a:hueOff val="1991987"/>
              <a:satOff val="-777"/>
              <a:lumOff val="611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CE2B23-6F6B-4CD5-83DC-7F33B12B58A4}">
      <dsp:nvSpPr>
        <dsp:cNvPr id="0" name=""/>
        <dsp:cNvSpPr/>
      </dsp:nvSpPr>
      <dsp:spPr>
        <a:xfrm>
          <a:off x="480060" y="1869218"/>
          <a:ext cx="6720840" cy="590400"/>
        </a:xfrm>
        <a:prstGeom prst="roundRect">
          <a:avLst/>
        </a:prstGeom>
        <a:solidFill>
          <a:schemeClr val="accent3">
            <a:hueOff val="1991987"/>
            <a:satOff val="-777"/>
            <a:lumOff val="6118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32" tIns="0" rIns="254032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Multiple denotative meanings</a:t>
          </a:r>
          <a:endParaRPr lang="en-US" sz="2000" kern="1200" dirty="0"/>
        </a:p>
      </dsp:txBody>
      <dsp:txXfrm>
        <a:off x="508881" y="1898039"/>
        <a:ext cx="6663198" cy="532758"/>
      </dsp:txXfrm>
    </dsp:sp>
    <dsp:sp modelId="{4823BD99-F903-46D3-A920-74E83968A023}">
      <dsp:nvSpPr>
        <dsp:cNvPr id="0" name=""/>
        <dsp:cNvSpPr/>
      </dsp:nvSpPr>
      <dsp:spPr>
        <a:xfrm>
          <a:off x="0" y="3071618"/>
          <a:ext cx="9601200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3">
              <a:hueOff val="2987980"/>
              <a:satOff val="-1166"/>
              <a:lumOff val="917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79E607-C1DE-4AD8-B364-2DEFC9B744A5}">
      <dsp:nvSpPr>
        <dsp:cNvPr id="0" name=""/>
        <dsp:cNvSpPr/>
      </dsp:nvSpPr>
      <dsp:spPr>
        <a:xfrm>
          <a:off x="480060" y="2776418"/>
          <a:ext cx="6720840" cy="590400"/>
        </a:xfrm>
        <a:prstGeom prst="roundRect">
          <a:avLst/>
        </a:prstGeom>
        <a:solidFill>
          <a:schemeClr val="accent3">
            <a:hueOff val="2987980"/>
            <a:satOff val="-1166"/>
            <a:lumOff val="9176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32" tIns="0" rIns="254032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Connotative meaning</a:t>
          </a:r>
          <a:endParaRPr lang="en-US" sz="2000" kern="1200" dirty="0"/>
        </a:p>
      </dsp:txBody>
      <dsp:txXfrm>
        <a:off x="508881" y="2805239"/>
        <a:ext cx="6663198" cy="532758"/>
      </dsp:txXfrm>
    </dsp:sp>
    <dsp:sp modelId="{AA5A8C05-0EF4-4A8B-8B8A-62599FEA8C2B}">
      <dsp:nvSpPr>
        <dsp:cNvPr id="0" name=""/>
        <dsp:cNvSpPr/>
      </dsp:nvSpPr>
      <dsp:spPr>
        <a:xfrm>
          <a:off x="0" y="3978818"/>
          <a:ext cx="9601200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3">
              <a:hueOff val="3983973"/>
              <a:satOff val="-1554"/>
              <a:lumOff val="1223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8B0CBB-5C92-4107-9EAA-58BEB5AE529E}">
      <dsp:nvSpPr>
        <dsp:cNvPr id="0" name=""/>
        <dsp:cNvSpPr/>
      </dsp:nvSpPr>
      <dsp:spPr>
        <a:xfrm>
          <a:off x="480060" y="3683618"/>
          <a:ext cx="6720840" cy="590400"/>
        </a:xfrm>
        <a:prstGeom prst="roundRect">
          <a:avLst/>
        </a:prstGeom>
        <a:solidFill>
          <a:schemeClr val="accent3">
            <a:hueOff val="3983973"/>
            <a:satOff val="-1554"/>
            <a:lumOff val="12235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32" tIns="0" rIns="254032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Bypassing (people having different concepts/meanings associated with certain words)</a:t>
          </a:r>
          <a:endParaRPr lang="en-US" sz="2000" kern="1200" dirty="0"/>
        </a:p>
      </dsp:txBody>
      <dsp:txXfrm>
        <a:off x="508881" y="3712439"/>
        <a:ext cx="6663198" cy="532758"/>
      </dsp:txXfrm>
    </dsp:sp>
    <dsp:sp modelId="{757ED324-8D41-4F96-9B39-B44550DB3B12}">
      <dsp:nvSpPr>
        <dsp:cNvPr id="0" name=""/>
        <dsp:cNvSpPr/>
      </dsp:nvSpPr>
      <dsp:spPr>
        <a:xfrm>
          <a:off x="0" y="4886018"/>
          <a:ext cx="9601200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3">
              <a:hueOff val="4979966"/>
              <a:satOff val="-1943"/>
              <a:lumOff val="1529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49060E-2643-4FC7-AD3E-81DE823F47B0}">
      <dsp:nvSpPr>
        <dsp:cNvPr id="0" name=""/>
        <dsp:cNvSpPr/>
      </dsp:nvSpPr>
      <dsp:spPr>
        <a:xfrm>
          <a:off x="480060" y="4590818"/>
          <a:ext cx="6720840" cy="590400"/>
        </a:xfrm>
        <a:prstGeom prst="roundRect">
          <a:avLst/>
        </a:prstGeom>
        <a:solidFill>
          <a:schemeClr val="accent3">
            <a:hueOff val="4979966"/>
            <a:satOff val="-1943"/>
            <a:lumOff val="15294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32" tIns="0" rIns="254032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Inference and implication</a:t>
          </a:r>
          <a:endParaRPr lang="en-US" sz="2000" kern="1200" dirty="0"/>
        </a:p>
      </dsp:txBody>
      <dsp:txXfrm>
        <a:off x="508881" y="4619639"/>
        <a:ext cx="6663198" cy="53275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EAB9E2-8C20-4FF1-9BDA-35A2EA078C3A}">
      <dsp:nvSpPr>
        <dsp:cNvPr id="0" name=""/>
        <dsp:cNvSpPr/>
      </dsp:nvSpPr>
      <dsp:spPr>
        <a:xfrm>
          <a:off x="622087" y="0"/>
          <a:ext cx="5985934" cy="5985934"/>
        </a:xfrm>
        <a:prstGeom prst="triangl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207006-4AC2-4172-83B1-269B23BC6574}">
      <dsp:nvSpPr>
        <dsp:cNvPr id="0" name=""/>
        <dsp:cNvSpPr/>
      </dsp:nvSpPr>
      <dsp:spPr>
        <a:xfrm>
          <a:off x="3615054" y="598849"/>
          <a:ext cx="3890857" cy="472912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Perceptions/Worldviews/Ideologies</a:t>
          </a:r>
          <a:endParaRPr lang="en-US" sz="1300" kern="1200" dirty="0"/>
        </a:p>
      </dsp:txBody>
      <dsp:txXfrm>
        <a:off x="3638140" y="621935"/>
        <a:ext cx="3844685" cy="426740"/>
      </dsp:txXfrm>
    </dsp:sp>
    <dsp:sp modelId="{F62DB6C8-A6A7-46BE-8033-7664DB3E9490}">
      <dsp:nvSpPr>
        <dsp:cNvPr id="0" name=""/>
        <dsp:cNvSpPr/>
      </dsp:nvSpPr>
      <dsp:spPr>
        <a:xfrm>
          <a:off x="3615054" y="1130875"/>
          <a:ext cx="3890857" cy="472912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5">
              <a:hueOff val="1104044"/>
              <a:satOff val="3595"/>
              <a:lumOff val="125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Self-image/Self-esteem/Complexes	</a:t>
          </a:r>
        </a:p>
      </dsp:txBody>
      <dsp:txXfrm>
        <a:off x="3638140" y="1153961"/>
        <a:ext cx="3844685" cy="426740"/>
      </dsp:txXfrm>
    </dsp:sp>
    <dsp:sp modelId="{E2A6F2C0-CB54-4ED0-84BF-3D522F0F154D}">
      <dsp:nvSpPr>
        <dsp:cNvPr id="0" name=""/>
        <dsp:cNvSpPr/>
      </dsp:nvSpPr>
      <dsp:spPr>
        <a:xfrm>
          <a:off x="3615054" y="1662901"/>
          <a:ext cx="3890857" cy="472912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5">
              <a:hueOff val="2208089"/>
              <a:satOff val="7189"/>
              <a:lumOff val="250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Ego</a:t>
          </a:r>
          <a:endParaRPr lang="en-US" sz="1300" kern="1200" dirty="0"/>
        </a:p>
      </dsp:txBody>
      <dsp:txXfrm>
        <a:off x="3638140" y="1685987"/>
        <a:ext cx="3844685" cy="426740"/>
      </dsp:txXfrm>
    </dsp:sp>
    <dsp:sp modelId="{79785967-FCCD-4A02-99C2-EC976146568F}">
      <dsp:nvSpPr>
        <dsp:cNvPr id="0" name=""/>
        <dsp:cNvSpPr/>
      </dsp:nvSpPr>
      <dsp:spPr>
        <a:xfrm>
          <a:off x="3615054" y="2194927"/>
          <a:ext cx="3890857" cy="472912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5">
              <a:hueOff val="3312133"/>
              <a:satOff val="10784"/>
              <a:lumOff val="375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Emotional State</a:t>
          </a:r>
          <a:endParaRPr lang="en-US" sz="1300" kern="1200" dirty="0"/>
        </a:p>
      </dsp:txBody>
      <dsp:txXfrm>
        <a:off x="3638140" y="2218013"/>
        <a:ext cx="3844685" cy="426740"/>
      </dsp:txXfrm>
    </dsp:sp>
    <dsp:sp modelId="{6918633A-587B-4B70-8257-2B361EFFC61C}">
      <dsp:nvSpPr>
        <dsp:cNvPr id="0" name=""/>
        <dsp:cNvSpPr/>
      </dsp:nvSpPr>
      <dsp:spPr>
        <a:xfrm>
          <a:off x="3615054" y="2726953"/>
          <a:ext cx="3890857" cy="472912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5">
              <a:hueOff val="4416178"/>
              <a:satOff val="14379"/>
              <a:lumOff val="500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Lack of interest/Boredom</a:t>
          </a:r>
          <a:endParaRPr lang="en-US" sz="1300" kern="1200" dirty="0"/>
        </a:p>
      </dsp:txBody>
      <dsp:txXfrm>
        <a:off x="3638140" y="2750039"/>
        <a:ext cx="3844685" cy="426740"/>
      </dsp:txXfrm>
    </dsp:sp>
    <dsp:sp modelId="{CB891211-71C2-4BD2-BE9E-BD5CA6CB88D1}">
      <dsp:nvSpPr>
        <dsp:cNvPr id="0" name=""/>
        <dsp:cNvSpPr/>
      </dsp:nvSpPr>
      <dsp:spPr>
        <a:xfrm>
          <a:off x="3615054" y="3258980"/>
          <a:ext cx="3890857" cy="472912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5">
              <a:hueOff val="5520222"/>
              <a:satOff val="17974"/>
              <a:lumOff val="625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Prejudice/Bias</a:t>
          </a:r>
          <a:endParaRPr lang="en-US" sz="1300" kern="1200" dirty="0"/>
        </a:p>
      </dsp:txBody>
      <dsp:txXfrm>
        <a:off x="3638140" y="3282066"/>
        <a:ext cx="3844685" cy="426740"/>
      </dsp:txXfrm>
    </dsp:sp>
    <dsp:sp modelId="{0566D1D5-884B-4AF1-996D-32363DEC8622}">
      <dsp:nvSpPr>
        <dsp:cNvPr id="0" name=""/>
        <dsp:cNvSpPr/>
      </dsp:nvSpPr>
      <dsp:spPr>
        <a:xfrm>
          <a:off x="3615054" y="3791006"/>
          <a:ext cx="3890857" cy="472912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5">
              <a:hueOff val="6624266"/>
              <a:satOff val="21568"/>
              <a:lumOff val="750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Lack of trust</a:t>
          </a:r>
          <a:endParaRPr lang="en-US" sz="1300" kern="1200" dirty="0"/>
        </a:p>
      </dsp:txBody>
      <dsp:txXfrm>
        <a:off x="3638140" y="3814092"/>
        <a:ext cx="3844685" cy="426740"/>
      </dsp:txXfrm>
    </dsp:sp>
    <dsp:sp modelId="{48A86EE7-E06D-40CD-A6CC-BB6CAD3DF8E6}">
      <dsp:nvSpPr>
        <dsp:cNvPr id="0" name=""/>
        <dsp:cNvSpPr/>
      </dsp:nvSpPr>
      <dsp:spPr>
        <a:xfrm>
          <a:off x="3615054" y="4323032"/>
          <a:ext cx="3890857" cy="472912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5">
              <a:hueOff val="7728311"/>
              <a:satOff val="25163"/>
              <a:lumOff val="875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Negative/Hostile attitudes/Halo </a:t>
          </a:r>
          <a:r>
            <a:rPr lang="en-US" sz="1300" kern="1200" dirty="0" smtClean="0"/>
            <a:t>effect/Stereotypes</a:t>
          </a:r>
          <a:endParaRPr lang="en-US" sz="1300" kern="1200" dirty="0"/>
        </a:p>
      </dsp:txBody>
      <dsp:txXfrm>
        <a:off x="3638140" y="4346118"/>
        <a:ext cx="3844685" cy="426740"/>
      </dsp:txXfrm>
    </dsp:sp>
    <dsp:sp modelId="{DD201C9E-7A9C-4E07-AC33-6ABD3A6932F3}">
      <dsp:nvSpPr>
        <dsp:cNvPr id="0" name=""/>
        <dsp:cNvSpPr/>
      </dsp:nvSpPr>
      <dsp:spPr>
        <a:xfrm>
          <a:off x="3615054" y="4855058"/>
          <a:ext cx="3890857" cy="472912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5">
              <a:hueOff val="8832355"/>
              <a:satOff val="28758"/>
              <a:lumOff val="1000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Selective attention</a:t>
          </a:r>
          <a:endParaRPr lang="en-US" sz="1300" kern="1200" dirty="0"/>
        </a:p>
      </dsp:txBody>
      <dsp:txXfrm>
        <a:off x="3638140" y="4878144"/>
        <a:ext cx="3844685" cy="42674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C25448-ADA7-4980-A166-D3E6B2CE27AB}">
      <dsp:nvSpPr>
        <dsp:cNvPr id="0" name=""/>
        <dsp:cNvSpPr/>
      </dsp:nvSpPr>
      <dsp:spPr>
        <a:xfrm rot="5400000">
          <a:off x="4783043" y="111740"/>
          <a:ext cx="1686478" cy="1467235"/>
        </a:xfrm>
        <a:prstGeom prst="hexagon">
          <a:avLst>
            <a:gd name="adj" fmla="val 25000"/>
            <a:gd name="vf" fmla="val 11547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Concept of time</a:t>
          </a:r>
          <a:endParaRPr lang="en-US" sz="1600" kern="1200" dirty="0"/>
        </a:p>
      </dsp:txBody>
      <dsp:txXfrm rot="-5400000">
        <a:off x="5121308" y="264928"/>
        <a:ext cx="1009947" cy="1160860"/>
      </dsp:txXfrm>
    </dsp:sp>
    <dsp:sp modelId="{47291DD2-A797-4527-830C-0AE1D0F44833}">
      <dsp:nvSpPr>
        <dsp:cNvPr id="0" name=""/>
        <dsp:cNvSpPr/>
      </dsp:nvSpPr>
      <dsp:spPr>
        <a:xfrm>
          <a:off x="6404423" y="339414"/>
          <a:ext cx="1882109" cy="1011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Assumptions about social strata and caste system</a:t>
          </a:r>
          <a:endParaRPr lang="en-US" sz="1600" kern="1200" dirty="0"/>
        </a:p>
      </dsp:txBody>
      <dsp:txXfrm>
        <a:off x="6404423" y="339414"/>
        <a:ext cx="1882109" cy="1011886"/>
      </dsp:txXfrm>
    </dsp:sp>
    <dsp:sp modelId="{E4274FEB-E9C1-4FEF-9DD3-592CE61931F0}">
      <dsp:nvSpPr>
        <dsp:cNvPr id="0" name=""/>
        <dsp:cNvSpPr/>
      </dsp:nvSpPr>
      <dsp:spPr>
        <a:xfrm rot="5400000">
          <a:off x="3198428" y="111740"/>
          <a:ext cx="1686478" cy="1467235"/>
        </a:xfrm>
        <a:prstGeom prst="hexagon">
          <a:avLst>
            <a:gd name="adj" fmla="val 25000"/>
            <a:gd name="vf" fmla="val 11547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600" kern="1200"/>
        </a:p>
      </dsp:txBody>
      <dsp:txXfrm rot="-5400000">
        <a:off x="3536693" y="264928"/>
        <a:ext cx="1009947" cy="1160860"/>
      </dsp:txXfrm>
    </dsp:sp>
    <dsp:sp modelId="{832F9229-6EAC-4520-AF60-3CDF0B30757E}">
      <dsp:nvSpPr>
        <dsp:cNvPr id="0" name=""/>
        <dsp:cNvSpPr/>
      </dsp:nvSpPr>
      <dsp:spPr>
        <a:xfrm rot="5400000">
          <a:off x="3987700" y="1543222"/>
          <a:ext cx="1686478" cy="1467235"/>
        </a:xfrm>
        <a:prstGeom prst="hexagon">
          <a:avLst>
            <a:gd name="adj" fmla="val 25000"/>
            <a:gd name="vf" fmla="val 11547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Etiquettes</a:t>
          </a:r>
          <a:endParaRPr lang="en-US" sz="1600" kern="1200" dirty="0"/>
        </a:p>
      </dsp:txBody>
      <dsp:txXfrm rot="-5400000">
        <a:off x="4325965" y="1696410"/>
        <a:ext cx="1009947" cy="1160860"/>
      </dsp:txXfrm>
    </dsp:sp>
    <dsp:sp modelId="{A41C643E-4CBD-46C5-869B-3926DBA11E6C}">
      <dsp:nvSpPr>
        <dsp:cNvPr id="0" name=""/>
        <dsp:cNvSpPr/>
      </dsp:nvSpPr>
      <dsp:spPr>
        <a:xfrm>
          <a:off x="2215211" y="1770897"/>
          <a:ext cx="1821396" cy="1011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Privileged and marginalized groups</a:t>
          </a:r>
          <a:endParaRPr lang="en-US" sz="1600" kern="1200" dirty="0"/>
        </a:p>
      </dsp:txBody>
      <dsp:txXfrm>
        <a:off x="2215211" y="1770897"/>
        <a:ext cx="1821396" cy="1011886"/>
      </dsp:txXfrm>
    </dsp:sp>
    <dsp:sp modelId="{06CBE945-90E7-4AD8-BAA2-CE43CA7484B5}">
      <dsp:nvSpPr>
        <dsp:cNvPr id="0" name=""/>
        <dsp:cNvSpPr/>
      </dsp:nvSpPr>
      <dsp:spPr>
        <a:xfrm rot="5400000">
          <a:off x="5572315" y="1543222"/>
          <a:ext cx="1686478" cy="1467235"/>
        </a:xfrm>
        <a:prstGeom prst="hexagon">
          <a:avLst>
            <a:gd name="adj" fmla="val 25000"/>
            <a:gd name="vf" fmla="val 11547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600" kern="1200"/>
        </a:p>
      </dsp:txBody>
      <dsp:txXfrm rot="-5400000">
        <a:off x="5910580" y="1696410"/>
        <a:ext cx="1009947" cy="1160860"/>
      </dsp:txXfrm>
    </dsp:sp>
    <dsp:sp modelId="{CAD53D9E-4CBF-4CA5-BB39-4DFA1014F9CF}">
      <dsp:nvSpPr>
        <dsp:cNvPr id="0" name=""/>
        <dsp:cNvSpPr/>
      </dsp:nvSpPr>
      <dsp:spPr>
        <a:xfrm rot="5400000">
          <a:off x="4783043" y="2974705"/>
          <a:ext cx="1686478" cy="1467235"/>
        </a:xfrm>
        <a:prstGeom prst="hexagon">
          <a:avLst>
            <a:gd name="adj" fmla="val 25000"/>
            <a:gd name="vf" fmla="val 11547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Values</a:t>
          </a:r>
          <a:endParaRPr lang="en-US" sz="1600" kern="1200" dirty="0"/>
        </a:p>
      </dsp:txBody>
      <dsp:txXfrm rot="-5400000">
        <a:off x="5121308" y="3127893"/>
        <a:ext cx="1009947" cy="1160860"/>
      </dsp:txXfrm>
    </dsp:sp>
    <dsp:sp modelId="{F90979B0-3172-4272-BB13-DA8D90534263}">
      <dsp:nvSpPr>
        <dsp:cNvPr id="0" name=""/>
        <dsp:cNvSpPr/>
      </dsp:nvSpPr>
      <dsp:spPr>
        <a:xfrm>
          <a:off x="6404423" y="3202379"/>
          <a:ext cx="1882109" cy="1011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3060FA4-9BD0-4E3D-A4A0-6C6F5A42F97E}">
      <dsp:nvSpPr>
        <dsp:cNvPr id="0" name=""/>
        <dsp:cNvSpPr/>
      </dsp:nvSpPr>
      <dsp:spPr>
        <a:xfrm rot="5400000">
          <a:off x="3198428" y="2974705"/>
          <a:ext cx="1686478" cy="1467235"/>
        </a:xfrm>
        <a:prstGeom prst="hexagon">
          <a:avLst>
            <a:gd name="adj" fmla="val 25000"/>
            <a:gd name="vf" fmla="val 11547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600" kern="1200"/>
        </a:p>
      </dsp:txBody>
      <dsp:txXfrm rot="-5400000">
        <a:off x="3536693" y="3127893"/>
        <a:ext cx="1009947" cy="1160860"/>
      </dsp:txXfrm>
    </dsp:sp>
    <dsp:sp modelId="{FE7BC1B2-8F48-47F8-8816-4A73CF55E2ED}">
      <dsp:nvSpPr>
        <dsp:cNvPr id="0" name=""/>
        <dsp:cNvSpPr/>
      </dsp:nvSpPr>
      <dsp:spPr>
        <a:xfrm rot="5400000">
          <a:off x="3987700" y="4406187"/>
          <a:ext cx="1686478" cy="1467235"/>
        </a:xfrm>
        <a:prstGeom prst="hexagon">
          <a:avLst>
            <a:gd name="adj" fmla="val 25000"/>
            <a:gd name="vf" fmla="val 11547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Gender rules</a:t>
          </a:r>
          <a:endParaRPr lang="en-US" sz="1600" kern="1200" dirty="0"/>
        </a:p>
      </dsp:txBody>
      <dsp:txXfrm rot="-5400000">
        <a:off x="4325965" y="4559375"/>
        <a:ext cx="1009947" cy="1160860"/>
      </dsp:txXfrm>
    </dsp:sp>
    <dsp:sp modelId="{9A06F16A-B203-4ED0-B1DE-F59B6055EFDD}">
      <dsp:nvSpPr>
        <dsp:cNvPr id="0" name=""/>
        <dsp:cNvSpPr/>
      </dsp:nvSpPr>
      <dsp:spPr>
        <a:xfrm>
          <a:off x="2215211" y="4633862"/>
          <a:ext cx="1821396" cy="1011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Concept of Space/Proximity</a:t>
          </a:r>
          <a:endParaRPr lang="en-US" sz="1600" kern="1200" dirty="0"/>
        </a:p>
      </dsp:txBody>
      <dsp:txXfrm>
        <a:off x="2215211" y="4633862"/>
        <a:ext cx="1821396" cy="1011886"/>
      </dsp:txXfrm>
    </dsp:sp>
    <dsp:sp modelId="{7880C07E-D823-4FA6-AE13-E3E9EC4A2996}">
      <dsp:nvSpPr>
        <dsp:cNvPr id="0" name=""/>
        <dsp:cNvSpPr/>
      </dsp:nvSpPr>
      <dsp:spPr>
        <a:xfrm rot="5400000">
          <a:off x="5572315" y="4406187"/>
          <a:ext cx="1686478" cy="1467235"/>
        </a:xfrm>
        <a:prstGeom prst="hexagon">
          <a:avLst>
            <a:gd name="adj" fmla="val 25000"/>
            <a:gd name="vf" fmla="val 11547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600" kern="1200"/>
        </a:p>
      </dsp:txBody>
      <dsp:txXfrm rot="-5400000">
        <a:off x="5910580" y="4559375"/>
        <a:ext cx="1009947" cy="11608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33C8753-7C63-4CF9-8179-68DD3582BA4C}" type="datetimeFigureOut">
              <a:rPr lang="en-US" smtClean="0"/>
              <a:t>2/18/2022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08FAEC7F-DEA9-4CB8-A50F-197600930EFE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27613431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C8753-7C63-4CF9-8179-68DD3582BA4C}" type="datetimeFigureOut">
              <a:rPr lang="en-US" smtClean="0"/>
              <a:t>2/18/2022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AEC7F-DEA9-4CB8-A50F-197600930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377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33C8753-7C63-4CF9-8179-68DD3582BA4C}" type="datetimeFigureOut">
              <a:rPr lang="en-US" smtClean="0"/>
              <a:t>2/18/2022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8FAEC7F-DEA9-4CB8-A50F-197600930EF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879881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C8753-7C63-4CF9-8179-68DD3582BA4C}" type="datetimeFigureOut">
              <a:rPr lang="en-US" smtClean="0"/>
              <a:t>2/18/2022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AEC7F-DEA9-4CB8-A50F-197600930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816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C8753-7C63-4CF9-8179-68DD3582BA4C}" type="datetimeFigureOut">
              <a:rPr lang="en-US" smtClean="0"/>
              <a:t>2/18/2022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AEC7F-DEA9-4CB8-A50F-197600930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439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C8753-7C63-4CF9-8179-68DD3582BA4C}" type="datetimeFigureOut">
              <a:rPr lang="en-US" smtClean="0"/>
              <a:t>2/18/2022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AEC7F-DEA9-4CB8-A50F-197600930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085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C8753-7C63-4CF9-8179-68DD3582BA4C}" type="datetimeFigureOut">
              <a:rPr lang="en-US" smtClean="0"/>
              <a:t>2/18/2022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AEC7F-DEA9-4CB8-A50F-197600930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044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33C8753-7C63-4CF9-8179-68DD3582BA4C}" type="datetimeFigureOut">
              <a:rPr lang="en-US" smtClean="0"/>
              <a:t>2/18/2022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8FAEC7F-DEA9-4CB8-A50F-197600930EF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86717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33C8753-7C63-4CF9-8179-68DD3582BA4C}" type="datetimeFigureOut">
              <a:rPr lang="en-US" smtClean="0"/>
              <a:t>2/18/2022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8FAEC7F-DEA9-4CB8-A50F-197600930EF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80951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C8753-7C63-4CF9-8179-68DD3582BA4C}" type="datetimeFigureOut">
              <a:rPr lang="en-US" smtClean="0"/>
              <a:t>2/18/2022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AEC7F-DEA9-4CB8-A50F-197600930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604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C8753-7C63-4CF9-8179-68DD3582BA4C}" type="datetimeFigureOut">
              <a:rPr lang="en-US" smtClean="0"/>
              <a:t>2/18/2022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AEC7F-DEA9-4CB8-A50F-197600930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857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933C8753-7C63-4CF9-8179-68DD3582BA4C}" type="datetimeFigureOut">
              <a:rPr lang="en-US" smtClean="0"/>
              <a:t>2/18/2022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08FAEC7F-DEA9-4CB8-A50F-197600930EF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686385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arketing91.com/individual-marketing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7.xml"/><Relationship Id="rId3" Type="http://schemas.openxmlformats.org/officeDocument/2006/relationships/diagramLayout" Target="../diagrams/layout6.xml"/><Relationship Id="rId7" Type="http://schemas.openxmlformats.org/officeDocument/2006/relationships/diagramData" Target="../diagrams/data7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11" Type="http://schemas.microsoft.com/office/2007/relationships/diagramDrawing" Target="../diagrams/drawing7.xml"/><Relationship Id="rId5" Type="http://schemas.openxmlformats.org/officeDocument/2006/relationships/diagramColors" Target="../diagrams/colors6.xml"/><Relationship Id="rId10" Type="http://schemas.openxmlformats.org/officeDocument/2006/relationships/diagramColors" Target="../diagrams/colors7.xml"/><Relationship Id="rId4" Type="http://schemas.openxmlformats.org/officeDocument/2006/relationships/diagramQuickStyle" Target="../diagrams/quickStyle6.xml"/><Relationship Id="rId9" Type="http://schemas.openxmlformats.org/officeDocument/2006/relationships/diagramQuickStyle" Target="../diagrams/quickStyle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BARRIERS TO COMMUNICATION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285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A Barrier</a:t>
            </a:r>
            <a:endParaRPr lang="en-US" b="1" dirty="0"/>
          </a:p>
        </p:txBody>
      </p:sp>
      <p:sp>
        <p:nvSpPr>
          <p:cNvPr id="4" name="AutoShape 2" descr="under construction barrier | Strategic Networks Group, Inc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0" name="Picture 6" descr="under construction barrier | Strategic Networks Group, Inc.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4879" y="2286000"/>
            <a:ext cx="4154642" cy="358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1662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63038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What are Barriers to Communication?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316182"/>
            <a:ext cx="9601200" cy="5195454"/>
          </a:xfrm>
        </p:spPr>
        <p:txBody>
          <a:bodyPr>
            <a:normAutofit fontScale="92500" lnSpcReduction="10000"/>
          </a:bodyPr>
          <a:lstStyle/>
          <a:p>
            <a:r>
              <a:rPr lang="en-US" sz="3200" dirty="0"/>
              <a:t>Barriers to communication mean </a:t>
            </a:r>
            <a:r>
              <a:rPr lang="en-US" sz="3200" dirty="0">
                <a:solidFill>
                  <a:srgbClr val="FF0000"/>
                </a:solidFill>
              </a:rPr>
              <a:t>obstacles</a:t>
            </a:r>
            <a:r>
              <a:rPr lang="en-US" sz="3200" dirty="0"/>
              <a:t> to the process of communication</a:t>
            </a:r>
            <a:r>
              <a:rPr lang="en-US" sz="3200" dirty="0" smtClean="0"/>
              <a:t>.</a:t>
            </a:r>
          </a:p>
          <a:p>
            <a:r>
              <a:rPr lang="en-US" sz="3200" dirty="0"/>
              <a:t>Communication barriers are the </a:t>
            </a:r>
            <a:r>
              <a:rPr lang="en-US" sz="3200" dirty="0">
                <a:solidFill>
                  <a:srgbClr val="FF0000"/>
                </a:solidFill>
              </a:rPr>
              <a:t>problems</a:t>
            </a:r>
            <a:r>
              <a:rPr lang="en-US" sz="3200" dirty="0"/>
              <a:t> that arise at every stage of the communication process and have the potential to create misunderstanding and confusion</a:t>
            </a:r>
            <a:r>
              <a:rPr lang="en-US" sz="3200" dirty="0" smtClean="0"/>
              <a:t>.</a:t>
            </a:r>
          </a:p>
          <a:p>
            <a:r>
              <a:rPr lang="en-US" sz="3200" dirty="0"/>
              <a:t>Communication, when it is impeded and does not reach the receiver is often somewhat ineffective and the </a:t>
            </a:r>
            <a:r>
              <a:rPr lang="en-US" sz="3200" dirty="0">
                <a:solidFill>
                  <a:srgbClr val="FF0000"/>
                </a:solidFill>
              </a:rPr>
              <a:t>impediments</a:t>
            </a:r>
            <a:r>
              <a:rPr lang="en-US" sz="3200" dirty="0"/>
              <a:t> are known as barriers</a:t>
            </a:r>
            <a:r>
              <a:rPr lang="en-US" sz="3200" dirty="0" smtClean="0"/>
              <a:t>.”</a:t>
            </a:r>
          </a:p>
          <a:p>
            <a:r>
              <a:rPr lang="en-US" sz="3200" dirty="0" smtClean="0"/>
              <a:t>These barriers to communication</a:t>
            </a:r>
            <a:r>
              <a:rPr lang="en-US" sz="3200" dirty="0"/>
              <a:t> are specific items that can </a:t>
            </a:r>
            <a:r>
              <a:rPr lang="en-US" sz="3200" dirty="0">
                <a:solidFill>
                  <a:srgbClr val="FF0000"/>
                </a:solidFill>
              </a:rPr>
              <a:t>distort or prevent </a:t>
            </a:r>
            <a:r>
              <a:rPr lang="en-US" sz="3200" dirty="0"/>
              <a:t>communication within an organization.</a:t>
            </a:r>
          </a:p>
        </p:txBody>
      </p:sp>
    </p:spTree>
    <p:extLst>
      <p:ext uri="{BB962C8B-B14F-4D97-AF65-F5344CB8AC3E}">
        <p14:creationId xmlns:p14="http://schemas.microsoft.com/office/powerpoint/2010/main" val="944331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64423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Types of Barriers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7611072"/>
              </p:ext>
            </p:extLst>
          </p:nvPr>
        </p:nvGraphicFramePr>
        <p:xfrm>
          <a:off x="1371600" y="1468438"/>
          <a:ext cx="9601200" cy="43989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817540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457200"/>
            <a:ext cx="9601200" cy="484909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Physical Barriers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080655"/>
            <a:ext cx="9601200" cy="4786745"/>
          </a:xfrm>
        </p:spPr>
        <p:txBody>
          <a:bodyPr>
            <a:noAutofit/>
          </a:bodyPr>
          <a:lstStyle/>
          <a:p>
            <a:pPr algn="just" fontAlgn="base"/>
            <a:r>
              <a:rPr lang="en-US" sz="2800" dirty="0"/>
              <a:t>Physical barrier is the </a:t>
            </a:r>
            <a:r>
              <a:rPr lang="en-US" sz="2800" dirty="0">
                <a:solidFill>
                  <a:srgbClr val="FF0000"/>
                </a:solidFill>
              </a:rPr>
              <a:t>environmental and natural condition </a:t>
            </a:r>
            <a:r>
              <a:rPr lang="en-US" sz="2800" dirty="0"/>
              <a:t>that act as a barrier in communication in sending message from sender to receiver. </a:t>
            </a:r>
            <a:r>
              <a:rPr lang="en-US" sz="2800" dirty="0">
                <a:solidFill>
                  <a:srgbClr val="FF0000"/>
                </a:solidFill>
              </a:rPr>
              <a:t>Organizational environment </a:t>
            </a:r>
            <a:r>
              <a:rPr lang="en-US" sz="2800" dirty="0"/>
              <a:t>or </a:t>
            </a:r>
            <a:r>
              <a:rPr lang="en-US" sz="2800" dirty="0">
                <a:solidFill>
                  <a:srgbClr val="FF0000"/>
                </a:solidFill>
              </a:rPr>
              <a:t>interior workspace design problems</a:t>
            </a:r>
            <a:r>
              <a:rPr lang="en-US" sz="2800" dirty="0"/>
              <a:t>, </a:t>
            </a:r>
            <a:r>
              <a:rPr lang="en-US" sz="2800" dirty="0">
                <a:solidFill>
                  <a:srgbClr val="FF0000"/>
                </a:solidFill>
              </a:rPr>
              <a:t>technological problems </a:t>
            </a:r>
            <a:r>
              <a:rPr lang="en-US" sz="2800" dirty="0"/>
              <a:t>and noise are the parts of physical barriers.</a:t>
            </a:r>
          </a:p>
          <a:p>
            <a:pPr algn="just"/>
            <a:r>
              <a:rPr lang="en-US" sz="2800" dirty="0"/>
              <a:t>A physical barrier to communication can be defined as an </a:t>
            </a:r>
            <a:r>
              <a:rPr lang="en-US" sz="2800" dirty="0">
                <a:solidFill>
                  <a:srgbClr val="FF0000"/>
                </a:solidFill>
              </a:rPr>
              <a:t>element or a physical factor that acts as a distraction </a:t>
            </a:r>
            <a:r>
              <a:rPr lang="en-US" sz="2800" dirty="0"/>
              <a:t>to hinder the flow of communication. A physical barrier can be </a:t>
            </a:r>
            <a:r>
              <a:rPr lang="en-US" sz="2800" dirty="0">
                <a:solidFill>
                  <a:srgbClr val="FF0000"/>
                </a:solidFill>
              </a:rPr>
              <a:t>natural or human-made </a:t>
            </a:r>
            <a:r>
              <a:rPr lang="en-US" sz="2800" dirty="0"/>
              <a:t>and is easy to spot. Noise, bad architecture and closed doors are all physical barriers to listening. Even a network disturbance due to a thunderstorm can be considered as one of the examples of physical barrier. </a:t>
            </a:r>
            <a:br>
              <a:rPr lang="en-US" sz="2800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629812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86150" y="2286000"/>
            <a:ext cx="5372100" cy="358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65300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5365" y="2340119"/>
            <a:ext cx="2143125" cy="2143125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4507" y="2654443"/>
            <a:ext cx="3028950" cy="15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586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6676" y="2654012"/>
            <a:ext cx="2466975" cy="1847850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6778" y="2711162"/>
            <a:ext cx="2552700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889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429492"/>
            <a:ext cx="9601200" cy="720436"/>
          </a:xfrm>
        </p:spPr>
        <p:txBody>
          <a:bodyPr>
            <a:normAutofit/>
          </a:bodyPr>
          <a:lstStyle/>
          <a:p>
            <a:r>
              <a:rPr lang="en-US" b="1" dirty="0" smtClean="0"/>
              <a:t>Common Physical Barriers</a:t>
            </a:r>
            <a:endParaRPr lang="en-US" b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8366661"/>
              </p:ext>
            </p:extLst>
          </p:nvPr>
        </p:nvGraphicFramePr>
        <p:xfrm>
          <a:off x="1371600" y="1330325"/>
          <a:ext cx="9601200" cy="45370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445128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5073"/>
          </a:xfrm>
        </p:spPr>
        <p:txBody>
          <a:bodyPr/>
          <a:lstStyle/>
          <a:p>
            <a:r>
              <a:rPr lang="en-US" b="1" dirty="0"/>
              <a:t>Common Physical Barriers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6981370"/>
              </p:ext>
            </p:extLst>
          </p:nvPr>
        </p:nvGraphicFramePr>
        <p:xfrm>
          <a:off x="1371600" y="1579563"/>
          <a:ext cx="9601200" cy="42878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94375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387928"/>
            <a:ext cx="9601200" cy="845128"/>
          </a:xfrm>
        </p:spPr>
        <p:txBody>
          <a:bodyPr>
            <a:normAutofit/>
          </a:bodyPr>
          <a:lstStyle/>
          <a:p>
            <a:r>
              <a:rPr lang="en-US" b="1" dirty="0" smtClean="0"/>
              <a:t>Linguistic Barriers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233056"/>
            <a:ext cx="9601200" cy="4634344"/>
          </a:xfrm>
        </p:spPr>
        <p:txBody>
          <a:bodyPr>
            <a:normAutofit/>
          </a:bodyPr>
          <a:lstStyle/>
          <a:p>
            <a:pPr algn="just"/>
            <a:r>
              <a:rPr lang="en-US" sz="4000" dirty="0" smtClean="0"/>
              <a:t>Linguistic barrier is any problem or obstacle arising in communication due to language use.</a:t>
            </a:r>
          </a:p>
          <a:p>
            <a:pPr algn="just"/>
            <a:r>
              <a:rPr lang="en-US" sz="4000" dirty="0"/>
              <a:t>A language barrier is any linguistic limitation that creates confusion or prevents comprehension. </a:t>
            </a:r>
          </a:p>
        </p:txBody>
      </p:sp>
    </p:spTree>
    <p:extLst>
      <p:ext uri="{BB962C8B-B14F-4D97-AF65-F5344CB8AC3E}">
        <p14:creationId xmlns:p14="http://schemas.microsoft.com/office/powerpoint/2010/main" val="14851446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526474"/>
            <a:ext cx="9601200" cy="775854"/>
          </a:xfrm>
        </p:spPr>
        <p:txBody>
          <a:bodyPr>
            <a:normAutofit/>
          </a:bodyPr>
          <a:lstStyle/>
          <a:p>
            <a:r>
              <a:rPr lang="en-US" b="1" dirty="0" smtClean="0"/>
              <a:t>Common Linguistic Barriers</a:t>
            </a:r>
            <a:endParaRPr lang="en-US" b="1" dirty="0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1448297"/>
              </p:ext>
            </p:extLst>
          </p:nvPr>
        </p:nvGraphicFramePr>
        <p:xfrm>
          <a:off x="1371599" y="1301749"/>
          <a:ext cx="10141527" cy="55562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550662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450273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Semantic Barriers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371600"/>
            <a:ext cx="9601200" cy="5140036"/>
          </a:xfrm>
        </p:spPr>
        <p:txBody>
          <a:bodyPr>
            <a:normAutofit/>
          </a:bodyPr>
          <a:lstStyle/>
          <a:p>
            <a:pPr algn="just"/>
            <a:r>
              <a:rPr lang="en-US" sz="3600" b="1" dirty="0">
                <a:solidFill>
                  <a:schemeClr val="tx1"/>
                </a:solidFill>
              </a:rPr>
              <a:t>Semantic barriers</a:t>
            </a:r>
            <a:r>
              <a:rPr lang="en-US" sz="3600" dirty="0">
                <a:solidFill>
                  <a:schemeClr val="tx1"/>
                </a:solidFill>
              </a:rPr>
              <a:t> refer to the obstacles caused in </a:t>
            </a:r>
            <a:r>
              <a:rPr lang="en-US" sz="3600" dirty="0" smtClean="0">
                <a:solidFill>
                  <a:schemeClr val="tx1"/>
                </a:solidFill>
              </a:rPr>
              <a:t>encoding Opens in new window</a:t>
            </a:r>
            <a:r>
              <a:rPr lang="en-US" sz="3600" dirty="0">
                <a:solidFill>
                  <a:schemeClr val="tx1"/>
                </a:solidFill>
              </a:rPr>
              <a:t> and </a:t>
            </a:r>
            <a:r>
              <a:rPr lang="en-US" sz="3600" dirty="0" smtClean="0">
                <a:solidFill>
                  <a:schemeClr val="tx1"/>
                </a:solidFill>
              </a:rPr>
              <a:t>decoding</a:t>
            </a:r>
            <a:r>
              <a:rPr lang="en-US" sz="3600" dirty="0">
                <a:solidFill>
                  <a:schemeClr val="tx1"/>
                </a:solidFill>
              </a:rPr>
              <a:t> process due to problems with the interpretation of meanings</a:t>
            </a:r>
            <a:r>
              <a:rPr lang="en-US" sz="3600" dirty="0" smtClean="0">
                <a:solidFill>
                  <a:schemeClr val="tx1"/>
                </a:solidFill>
              </a:rPr>
              <a:t>.</a:t>
            </a:r>
          </a:p>
          <a:p>
            <a:pPr algn="just"/>
            <a:r>
              <a:rPr lang="en-US" sz="3600" dirty="0" smtClean="0"/>
              <a:t>The</a:t>
            </a:r>
            <a:r>
              <a:rPr lang="en-US" sz="3600" dirty="0"/>
              <a:t> </a:t>
            </a:r>
            <a:r>
              <a:rPr lang="en-US" sz="3600" b="1" dirty="0"/>
              <a:t>Semantic Barriers</a:t>
            </a:r>
            <a:r>
              <a:rPr lang="en-US" sz="3600" dirty="0"/>
              <a:t> refers to the misunderstanding between the sender and receiver arising due to the different meanings of words, and other symbols used in the communication.</a:t>
            </a:r>
            <a:endParaRPr lang="en-US" sz="3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97545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346364"/>
            <a:ext cx="96012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Common Semantic Barriers</a:t>
            </a:r>
            <a:endParaRPr lang="en-US" b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8975376"/>
              </p:ext>
            </p:extLst>
          </p:nvPr>
        </p:nvGraphicFramePr>
        <p:xfrm>
          <a:off x="1579563" y="997528"/>
          <a:ext cx="9601200" cy="54448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103585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346364"/>
            <a:ext cx="9601200" cy="692727"/>
          </a:xfrm>
        </p:spPr>
        <p:txBody>
          <a:bodyPr/>
          <a:lstStyle/>
          <a:p>
            <a:r>
              <a:rPr lang="en-US" b="1" dirty="0" smtClean="0"/>
              <a:t>Psychological Barriers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246909"/>
            <a:ext cx="9601200" cy="4620491"/>
          </a:xfrm>
        </p:spPr>
        <p:txBody>
          <a:bodyPr>
            <a:normAutofit/>
          </a:bodyPr>
          <a:lstStyle/>
          <a:p>
            <a:r>
              <a:rPr lang="en-US" sz="3200" dirty="0" smtClean="0"/>
              <a:t>Psychological barriers arise in the mind. </a:t>
            </a:r>
          </a:p>
          <a:p>
            <a:r>
              <a:rPr lang="en-US" sz="3200" dirty="0"/>
              <a:t>Psychological barriers refer to the internal belief of a person that stops him from effectively completing a task. It also refers to the emotions, opinions, and status consciousness of an </a:t>
            </a:r>
            <a:r>
              <a:rPr lang="en-US" sz="3200" dirty="0">
                <a:hlinkClick r:id="rId2"/>
              </a:rPr>
              <a:t>individual</a:t>
            </a:r>
            <a:r>
              <a:rPr lang="en-US" sz="3200" dirty="0"/>
              <a:t> and has a direct impact on his ability to communicate with others in a positive frame of mind.</a:t>
            </a:r>
          </a:p>
        </p:txBody>
      </p:sp>
    </p:spTree>
    <p:extLst>
      <p:ext uri="{BB962C8B-B14F-4D97-AF65-F5344CB8AC3E}">
        <p14:creationId xmlns:p14="http://schemas.microsoft.com/office/powerpoint/2010/main" val="23956360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52400"/>
            <a:ext cx="9601200" cy="567266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Common Psychological Barriers</a:t>
            </a:r>
            <a:endParaRPr lang="en-US" b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31266"/>
              </p:ext>
            </p:extLst>
          </p:nvPr>
        </p:nvGraphicFramePr>
        <p:xfrm>
          <a:off x="1371600" y="1371600"/>
          <a:ext cx="9601200" cy="49879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459920753"/>
              </p:ext>
            </p:extLst>
          </p:nvPr>
        </p:nvGraphicFramePr>
        <p:xfrm>
          <a:off x="2032000" y="719666"/>
          <a:ext cx="8128000" cy="59859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8780278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318655"/>
            <a:ext cx="9601200" cy="789709"/>
          </a:xfrm>
        </p:spPr>
        <p:txBody>
          <a:bodyPr/>
          <a:lstStyle/>
          <a:p>
            <a:r>
              <a:rPr lang="en-US" b="1" dirty="0" smtClean="0"/>
              <a:t>Socio-Cultural Barriers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302327"/>
            <a:ext cx="9601200" cy="4565073"/>
          </a:xfrm>
        </p:spPr>
        <p:txBody>
          <a:bodyPr>
            <a:noAutofit/>
          </a:bodyPr>
          <a:lstStyle/>
          <a:p>
            <a:r>
              <a:rPr lang="en-US" sz="3200" dirty="0"/>
              <a:t>Socio-cultural barriers are </a:t>
            </a:r>
            <a:r>
              <a:rPr lang="en-US" sz="3200" b="1" dirty="0"/>
              <a:t>man-made constructs originating from social norms and cultural values</a:t>
            </a:r>
            <a:r>
              <a:rPr lang="en-US" sz="3200" dirty="0"/>
              <a:t>. They have mainly an adverse impact on information seeking by restricting access to information sources and giving rise to negative emotions</a:t>
            </a:r>
            <a:r>
              <a:rPr lang="en-US" sz="3200" dirty="0" smtClean="0"/>
              <a:t>.</a:t>
            </a:r>
          </a:p>
          <a:p>
            <a:r>
              <a:rPr lang="en-US" sz="3200" dirty="0" smtClean="0"/>
              <a:t>Culture is a way of life and every culture has its own norms for social interaction and communication.</a:t>
            </a:r>
          </a:p>
          <a:p>
            <a:r>
              <a:rPr lang="en-US" sz="3200" dirty="0" smtClean="0"/>
              <a:t>People belonging to different cultures may face a socio-cultural barrier owing to different communication norms and practices.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9990711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10836"/>
            <a:ext cx="9601200" cy="651164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Socio-Cultural Barriers</a:t>
            </a:r>
            <a:endParaRPr lang="en-US" b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1843848"/>
              </p:ext>
            </p:extLst>
          </p:nvPr>
        </p:nvGraphicFramePr>
        <p:xfrm>
          <a:off x="1371599" y="762000"/>
          <a:ext cx="10501745" cy="59851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701888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263236"/>
            <a:ext cx="9601200" cy="762000"/>
          </a:xfrm>
        </p:spPr>
        <p:txBody>
          <a:bodyPr/>
          <a:lstStyle/>
          <a:p>
            <a:r>
              <a:rPr lang="en-US" b="1" dirty="0" smtClean="0"/>
              <a:t>Poor Communication Skills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385455"/>
            <a:ext cx="9601200" cy="5084618"/>
          </a:xfrm>
        </p:spPr>
        <p:txBody>
          <a:bodyPr>
            <a:normAutofit/>
          </a:bodyPr>
          <a:lstStyle/>
          <a:p>
            <a:r>
              <a:rPr lang="en-US" sz="6000" dirty="0" smtClean="0"/>
              <a:t>No knowledge of the principles of Effective Communication.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23117380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332510"/>
            <a:ext cx="9601200" cy="665018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Overcoming Barriers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997528"/>
            <a:ext cx="9601200" cy="4869872"/>
          </a:xfrm>
        </p:spPr>
        <p:txBody>
          <a:bodyPr/>
          <a:lstStyle/>
          <a:p>
            <a:r>
              <a:rPr lang="en-US" dirty="0" smtClean="0"/>
              <a:t>Treating communication as a tool or problem solving activity.</a:t>
            </a:r>
          </a:p>
          <a:p>
            <a:r>
              <a:rPr lang="en-US" dirty="0" smtClean="0"/>
              <a:t>Not taking communication for granted.</a:t>
            </a:r>
          </a:p>
          <a:p>
            <a:r>
              <a:rPr lang="en-US" dirty="0" smtClean="0"/>
              <a:t>Self-knowledge and awareness</a:t>
            </a:r>
          </a:p>
          <a:p>
            <a:r>
              <a:rPr lang="en-US" dirty="0" smtClean="0"/>
              <a:t>Audience analysis</a:t>
            </a:r>
          </a:p>
          <a:p>
            <a:r>
              <a:rPr lang="en-US" dirty="0" smtClean="0"/>
              <a:t>Context analysis</a:t>
            </a:r>
          </a:p>
          <a:p>
            <a:r>
              <a:rPr lang="en-US" dirty="0" smtClean="0"/>
              <a:t>Plan B’s for technical physical barriers (especially technical)</a:t>
            </a:r>
          </a:p>
          <a:p>
            <a:r>
              <a:rPr lang="en-US" dirty="0" smtClean="0"/>
              <a:t>Using the 7 Cs of Communication</a:t>
            </a:r>
          </a:p>
          <a:p>
            <a:r>
              <a:rPr lang="en-US" dirty="0" smtClean="0"/>
              <a:t>Being friendly, respectful, and thoughtful</a:t>
            </a:r>
          </a:p>
          <a:p>
            <a:r>
              <a:rPr lang="en-US" dirty="0" smtClean="0"/>
              <a:t>Appropriate non-verbal communication</a:t>
            </a:r>
          </a:p>
          <a:p>
            <a:r>
              <a:rPr lang="en-US" dirty="0" smtClean="0"/>
              <a:t>Being open and progressive</a:t>
            </a:r>
          </a:p>
          <a:p>
            <a:r>
              <a:rPr lang="en-US" dirty="0" smtClean="0"/>
              <a:t>Emotional regulation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5245563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158</TotalTime>
  <Words>486</Words>
  <Application>Microsoft Office PowerPoint</Application>
  <PresentationFormat>Widescreen</PresentationFormat>
  <Paragraphs>97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Franklin Gothic Book</vt:lpstr>
      <vt:lpstr>Crop</vt:lpstr>
      <vt:lpstr>BARRIERS TO COMMUNICATION</vt:lpstr>
      <vt:lpstr>A Barrier</vt:lpstr>
      <vt:lpstr>What are Barriers to Communication?</vt:lpstr>
      <vt:lpstr>Types of Barriers</vt:lpstr>
      <vt:lpstr>Physical Barriers</vt:lpstr>
      <vt:lpstr>PowerPoint Presentation</vt:lpstr>
      <vt:lpstr>PowerPoint Presentation</vt:lpstr>
      <vt:lpstr>PowerPoint Presentation</vt:lpstr>
      <vt:lpstr>Common Physical Barriers</vt:lpstr>
      <vt:lpstr>Common Physical Barriers</vt:lpstr>
      <vt:lpstr>Linguistic Barriers</vt:lpstr>
      <vt:lpstr>Common Linguistic Barriers</vt:lpstr>
      <vt:lpstr>Semantic Barriers</vt:lpstr>
      <vt:lpstr>Common Semantic Barriers</vt:lpstr>
      <vt:lpstr>Psychological Barriers</vt:lpstr>
      <vt:lpstr>Common Psychological Barriers</vt:lpstr>
      <vt:lpstr>Socio-Cultural Barriers</vt:lpstr>
      <vt:lpstr>Socio-Cultural Barriers</vt:lpstr>
      <vt:lpstr>Poor Communication Skills</vt:lpstr>
      <vt:lpstr>Overcoming Barriers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BARRIERS TO COMMUNICATION</dc:title>
  <dc:creator>Sameera Sultan</dc:creator>
  <cp:lastModifiedBy>Sameera Sultan</cp:lastModifiedBy>
  <cp:revision>25</cp:revision>
  <dcterms:created xsi:type="dcterms:W3CDTF">2022-02-11T03:11:46Z</dcterms:created>
  <dcterms:modified xsi:type="dcterms:W3CDTF">2022-02-18T10:35:10Z</dcterms:modified>
</cp:coreProperties>
</file>