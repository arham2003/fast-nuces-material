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58" r:id="rId2"/>
  </p:sldMasterIdLst>
  <p:notesMasterIdLst>
    <p:notesMasterId r:id="rId38"/>
  </p:notesMasterIdLst>
  <p:sldIdLst>
    <p:sldId id="960" r:id="rId3"/>
    <p:sldId id="1129" r:id="rId4"/>
    <p:sldId id="964" r:id="rId5"/>
    <p:sldId id="1047" r:id="rId6"/>
    <p:sldId id="1130" r:id="rId7"/>
    <p:sldId id="1353" r:id="rId8"/>
    <p:sldId id="1131" r:id="rId9"/>
    <p:sldId id="1132" r:id="rId10"/>
    <p:sldId id="1133" r:id="rId11"/>
    <p:sldId id="1134" r:id="rId12"/>
    <p:sldId id="1197" r:id="rId13"/>
    <p:sldId id="1198" r:id="rId14"/>
    <p:sldId id="1199" r:id="rId15"/>
    <p:sldId id="1200" r:id="rId16"/>
    <p:sldId id="1201" r:id="rId17"/>
    <p:sldId id="1202" r:id="rId18"/>
    <p:sldId id="1203" r:id="rId19"/>
    <p:sldId id="1204" r:id="rId20"/>
    <p:sldId id="1205" r:id="rId21"/>
    <p:sldId id="1208" r:id="rId22"/>
    <p:sldId id="1211" r:id="rId23"/>
    <p:sldId id="1210" r:id="rId24"/>
    <p:sldId id="1212" r:id="rId25"/>
    <p:sldId id="1213" r:id="rId26"/>
    <p:sldId id="1256" r:id="rId27"/>
    <p:sldId id="1257" r:id="rId28"/>
    <p:sldId id="1261" r:id="rId29"/>
    <p:sldId id="1262" r:id="rId30"/>
    <p:sldId id="1263" r:id="rId31"/>
    <p:sldId id="1264" r:id="rId32"/>
    <p:sldId id="1265" r:id="rId33"/>
    <p:sldId id="1266" r:id="rId34"/>
    <p:sldId id="1268" r:id="rId35"/>
    <p:sldId id="1258" r:id="rId36"/>
    <p:sldId id="1260" r:id="rId3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4656" userDrawn="1">
          <p15:clr>
            <a:srgbClr val="A4A3A4"/>
          </p15:clr>
        </p15:guide>
        <p15:guide id="3" orient="horz" pos="331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CE0FA"/>
    <a:srgbClr val="0000A8"/>
    <a:srgbClr val="CDBDE8"/>
    <a:srgbClr val="F56F6F"/>
    <a:srgbClr val="2FB050"/>
    <a:srgbClr val="E40000"/>
    <a:srgbClr val="DB0004"/>
    <a:srgbClr val="EC86A6"/>
    <a:srgbClr val="8DDFB0"/>
    <a:srgbClr val="FFFE6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8088" autoAdjust="0"/>
    <p:restoredTop sz="94364" autoAdjust="0"/>
  </p:normalViewPr>
  <p:slideViewPr>
    <p:cSldViewPr snapToGrid="0" snapToObjects="1">
      <p:cViewPr varScale="1">
        <p:scale>
          <a:sx n="72" d="100"/>
          <a:sy n="72" d="100"/>
        </p:scale>
        <p:origin x="126" y="78"/>
      </p:cViewPr>
      <p:guideLst>
        <p:guide pos="4656"/>
        <p:guide orient="horz" pos="3312"/>
      </p:guideLst>
    </p:cSldViewPr>
  </p:slideViewPr>
  <p:outlineViewPr>
    <p:cViewPr>
      <p:scale>
        <a:sx n="33" d="100"/>
        <a:sy n="33" d="100"/>
      </p:scale>
      <p:origin x="0" y="-9672"/>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presProps" Target="presProps.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153024D-5FCD-D142-BBE1-7B391F60AD88}" type="datetimeFigureOut">
              <a:rPr lang="en-US" smtClean="0"/>
              <a:t>3/25/2025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D91EEAC-CFEF-9647-876F-EABC6B8338D7}" type="slidenum">
              <a:rPr lang="en-US" smtClean="0"/>
              <a:t>‹#›</a:t>
            </a:fld>
            <a:endParaRPr lang="en-US" dirty="0"/>
          </a:p>
        </p:txBody>
      </p:sp>
    </p:spTree>
    <p:extLst>
      <p:ext uri="{BB962C8B-B14F-4D97-AF65-F5344CB8AC3E}">
        <p14:creationId xmlns:p14="http://schemas.microsoft.com/office/powerpoint/2010/main" val="16755616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Version History</a:t>
            </a:r>
          </a:p>
          <a:p>
            <a:endParaRPr lang="en-US" dirty="0"/>
          </a:p>
          <a:p>
            <a:r>
              <a:rPr lang="en-US" dirty="0"/>
              <a:t>8.0  (May 2020)</a:t>
            </a:r>
          </a:p>
          <a:p>
            <a:pPr marL="171450" indent="-171450">
              <a:buFont typeface="Arial" panose="020B0604020202020204" pitchFamily="34" charset="0"/>
              <a:buChar char="•"/>
            </a:pPr>
            <a:r>
              <a:rPr lang="en-US" dirty="0"/>
              <a:t>All slides reformatted for 16:9 aspect ratio</a:t>
            </a:r>
          </a:p>
          <a:p>
            <a:pPr marL="171450" indent="-171450">
              <a:buFont typeface="Arial" panose="020B0604020202020204" pitchFamily="34" charset="0"/>
              <a:buChar char="•"/>
            </a:pPr>
            <a:r>
              <a:rPr lang="en-US" dirty="0"/>
              <a:t>All slides updated to 8</a:t>
            </a:r>
            <a:r>
              <a:rPr lang="en-US" baseline="30000" dirty="0"/>
              <a:t>th</a:t>
            </a:r>
            <a:r>
              <a:rPr lang="en-US" dirty="0"/>
              <a:t> edition material</a:t>
            </a:r>
          </a:p>
          <a:p>
            <a:pPr marL="171450" indent="-171450">
              <a:buFont typeface="Arial" panose="020B0604020202020204" pitchFamily="34" charset="0"/>
              <a:buChar char="•"/>
            </a:pPr>
            <a:r>
              <a:rPr lang="en-US" dirty="0"/>
              <a:t>Use of Calibri font, rather that Gill Sans MT</a:t>
            </a:r>
          </a:p>
          <a:p>
            <a:pPr marL="171450" indent="-171450">
              <a:buFont typeface="Arial" panose="020B0604020202020204" pitchFamily="34" charset="0"/>
              <a:buChar char="•"/>
            </a:pPr>
            <a:r>
              <a:rPr lang="en-US" dirty="0"/>
              <a:t>Add LOTS more animation throughout</a:t>
            </a:r>
          </a:p>
          <a:p>
            <a:pPr marL="171450" indent="-171450">
              <a:buFont typeface="Arial" panose="020B0604020202020204" pitchFamily="34" charset="0"/>
              <a:buChar char="•"/>
            </a:pPr>
            <a:r>
              <a:rPr lang="en-US" dirty="0"/>
              <a:t>lighter header font</a:t>
            </a:r>
          </a:p>
          <a:p>
            <a:pPr marL="171450" indent="-171450">
              <a:buFont typeface="Arial" panose="020B0604020202020204" pitchFamily="34" charset="0"/>
              <a:buChar char="•"/>
            </a:pPr>
            <a:r>
              <a:rPr lang="en-US" dirty="0"/>
              <a:t>Updated datacenter slides, day-in-the-life</a:t>
            </a:r>
          </a:p>
          <a:p>
            <a:pPr marL="171450" indent="-171450">
              <a:buFont typeface="Arial" panose="020B0604020202020204" pitchFamily="34" charset="0"/>
              <a:buChar char="•"/>
            </a:pPr>
            <a:endParaRPr lang="en-US" dirty="0"/>
          </a:p>
          <a:p>
            <a:pPr marL="0" indent="0">
              <a:buFont typeface="Arial" panose="020B0604020202020204" pitchFamily="34" charset="0"/>
              <a:buNone/>
            </a:pPr>
            <a:r>
              <a:rPr lang="en-US" dirty="0"/>
              <a:t>8.2 (July 2023): </a:t>
            </a:r>
            <a:r>
              <a:rPr lang="en-US"/>
              <a:t>changes from 8.0</a:t>
            </a:r>
            <a:endParaRPr lang="en-US" dirty="0"/>
          </a:p>
          <a:p>
            <a:pPr marL="171450" indent="-171450">
              <a:buFont typeface="Arial" panose="020B0604020202020204" pitchFamily="34" charset="0"/>
              <a:buChar char="•"/>
            </a:pPr>
            <a:r>
              <a:rPr lang="en-US" dirty="0"/>
              <a:t>Minor updates throughout, including removal of master/slave</a:t>
            </a:r>
          </a:p>
          <a:p>
            <a:pPr marL="171450" indent="-171450">
              <a:buFont typeface="Arial" panose="020B0604020202020204" pitchFamily="34" charset="0"/>
              <a:buChar char="•"/>
            </a:pPr>
            <a:r>
              <a:rPr lang="en-US" dirty="0"/>
              <a:t>A few new slides added (transportation analogy, UMass LAN example, extended LANs)</a:t>
            </a:r>
          </a:p>
          <a:p>
            <a:pPr marL="171450" indent="-171450">
              <a:buFont typeface="Arial" panose="020B0604020202020204" pitchFamily="34" charset="0"/>
              <a:buChar char="•"/>
            </a:pPr>
            <a:r>
              <a:rPr lang="en-US" dirty="0"/>
              <a:t>Couple of not-used slides now hidden. </a:t>
            </a:r>
          </a:p>
        </p:txBody>
      </p:sp>
      <p:sp>
        <p:nvSpPr>
          <p:cNvPr id="4" name="Slide Number Placeholder 3"/>
          <p:cNvSpPr>
            <a:spLocks noGrp="1"/>
          </p:cNvSpPr>
          <p:nvPr>
            <p:ph type="sldNum" sz="quarter" idx="5"/>
          </p:nvPr>
        </p:nvSpPr>
        <p:spPr/>
        <p:txBody>
          <a:bodyPr/>
          <a:lstStyle/>
          <a:p>
            <a:fld id="{3D91EEAC-CFEF-9647-876F-EABC6B8338D7}" type="slidenum">
              <a:rPr lang="en-US" smtClean="0"/>
              <a:t>1</a:t>
            </a:fld>
            <a:endParaRPr lang="en-US" dirty="0"/>
          </a:p>
        </p:txBody>
      </p:sp>
    </p:spTree>
    <p:extLst>
      <p:ext uri="{BB962C8B-B14F-4D97-AF65-F5344CB8AC3E}">
        <p14:creationId xmlns:p14="http://schemas.microsoft.com/office/powerpoint/2010/main" val="27926612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16EA1AD-6EA3-1049-AB4E-FC15F4DC35F9}" type="slidenum">
              <a:rPr lang="en-US" smtClean="0"/>
              <a:t>2</a:t>
            </a:fld>
            <a:endParaRPr lang="en-US" dirty="0"/>
          </a:p>
        </p:txBody>
      </p:sp>
    </p:spTree>
    <p:extLst>
      <p:ext uri="{BB962C8B-B14F-4D97-AF65-F5344CB8AC3E}">
        <p14:creationId xmlns:p14="http://schemas.microsoft.com/office/powerpoint/2010/main" val="32642990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D91EEAC-CFEF-9647-876F-EABC6B8338D7}" type="slidenum">
              <a:rPr lang="en-US" smtClean="0"/>
              <a:t>3</a:t>
            </a:fld>
            <a:endParaRPr lang="en-US" dirty="0"/>
          </a:p>
        </p:txBody>
      </p:sp>
    </p:spTree>
    <p:extLst>
      <p:ext uri="{BB962C8B-B14F-4D97-AF65-F5344CB8AC3E}">
        <p14:creationId xmlns:p14="http://schemas.microsoft.com/office/powerpoint/2010/main" val="19873036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5" name="Slide Number Placeholder 4">
            <a:extLst>
              <a:ext uri="{FF2B5EF4-FFF2-40B4-BE49-F238E27FC236}">
                <a16:creationId xmlns:a16="http://schemas.microsoft.com/office/drawing/2014/main" id="{B5203222-5D06-F187-6565-C93329E3C38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16EA1AD-6EA3-1049-AB4E-FC15F4DC35F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361080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5" name="Slide Number Placeholder 4">
            <a:extLst>
              <a:ext uri="{FF2B5EF4-FFF2-40B4-BE49-F238E27FC236}">
                <a16:creationId xmlns:a16="http://schemas.microsoft.com/office/drawing/2014/main" id="{79E23A06-A8EC-8C6F-B8B9-6092DCF7CEA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16EA1AD-6EA3-1049-AB4E-FC15F4DC35F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294895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a:t>
            </a:r>
            <a:r>
              <a:rPr kumimoji="0" lang="en-US" sz="1200" b="0" i="0" u="none" strike="noStrike" kern="1200" cap="none" spc="0" normalizeH="0" baseline="0" noProof="0" dirty="0">
                <a:ln>
                  <a:noFill/>
                </a:ln>
                <a:solidFill>
                  <a:srgbClr val="C00000"/>
                </a:solidFill>
                <a:effectLst/>
                <a:uLnTx/>
                <a:uFillTx/>
                <a:latin typeface="Calibri" panose="020F0502020204030204"/>
                <a:ea typeface="+mn-ea"/>
                <a:cs typeface="+mn-cs"/>
              </a:rPr>
              <a:t>reliable delivery between adjacent nodes</a:t>
            </a:r>
          </a:p>
          <a:p>
            <a:pPr marL="171450" indent="-171450">
              <a:buFontTx/>
              <a:buChar char="-"/>
            </a:pPr>
            <a:r>
              <a:rPr lang="en-US" dirty="0"/>
              <a:t>Not always</a:t>
            </a:r>
          </a:p>
          <a:p>
            <a:pPr marL="171450" indent="-171450">
              <a:buFontTx/>
              <a:buChar char="-"/>
            </a:pPr>
            <a:r>
              <a:rPr lang="en-US" dirty="0"/>
              <a:t>Rdt likes we studied in transport layer</a:t>
            </a:r>
          </a:p>
          <a:p>
            <a:pPr marL="171450" indent="-171450">
              <a:buFontTx/>
              <a:buChar char="-"/>
            </a:pPr>
            <a:r>
              <a:rPr lang="en-US" dirty="0"/>
              <a:t>Reliable is not as important is correctness.  How is correctness assured?</a:t>
            </a:r>
          </a:p>
          <a:p>
            <a:pPr marL="171450" indent="-171450">
              <a:buFontTx/>
              <a:buChar char="-"/>
            </a:pPr>
            <a:endParaRPr lang="en-US" dirty="0"/>
          </a:p>
          <a:p>
            <a:pPr marL="171450" indent="-171450">
              <a:buFontTx/>
              <a:buChar char="-"/>
            </a:pPr>
            <a:r>
              <a:rPr lang="en-US" dirty="0"/>
              <a:t>Wireless is subjected to noise, interference and has high bit error rate.</a:t>
            </a:r>
          </a:p>
          <a:p>
            <a:pPr marL="171450" indent="-171450">
              <a:buFontTx/>
              <a:buChar char="-"/>
            </a:pPr>
            <a:r>
              <a:rPr lang="en-US" dirty="0"/>
              <a:t>Why </a:t>
            </a:r>
          </a:p>
          <a:p>
            <a:pPr marL="171450" indent="-171450">
              <a:buFontTx/>
              <a:buChar char="-"/>
            </a:pPr>
            <a:endParaRPr lang="en-US" dirty="0"/>
          </a:p>
          <a:p>
            <a:pPr marL="171450" indent="-171450">
              <a:buFontTx/>
              <a:buChar char="-"/>
            </a:pPr>
            <a:endParaRPr lang="en-US" dirty="0"/>
          </a:p>
        </p:txBody>
      </p:sp>
      <p:sp>
        <p:nvSpPr>
          <p:cNvPr id="5" name="Slide Number Placeholder 4">
            <a:extLst>
              <a:ext uri="{FF2B5EF4-FFF2-40B4-BE49-F238E27FC236}">
                <a16:creationId xmlns:a16="http://schemas.microsoft.com/office/drawing/2014/main" id="{9043B1B1-B190-B6BB-B5BB-D51D9636627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16EA1AD-6EA3-1049-AB4E-FC15F4DC35F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4255385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TimesLTPro"/>
              </a:rPr>
              <a:t>Error detection in the link layer is usually more sophisticated and is implemented in hardware. Error correction is similar to error detection, except that a receiver not only detects when bit errors have occurred in the frame but also deter- mines exactly where in the frame the errors have occurred (and then corrects these errors). </a:t>
            </a:r>
            <a:endParaRPr lang="en-US" dirty="0">
              <a:effectLst/>
            </a:endParaRPr>
          </a:p>
          <a:p>
            <a:endParaRPr lang="en-US" dirty="0"/>
          </a:p>
        </p:txBody>
      </p:sp>
      <p:sp>
        <p:nvSpPr>
          <p:cNvPr id="5" name="Slide Number Placeholder 4">
            <a:extLst>
              <a:ext uri="{FF2B5EF4-FFF2-40B4-BE49-F238E27FC236}">
                <a16:creationId xmlns:a16="http://schemas.microsoft.com/office/drawing/2014/main" id="{310A23E5-C440-16F7-AA8F-DC888EDF4D3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16EA1AD-6EA3-1049-AB4E-FC15F4DC35F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8682131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TimesLTPro"/>
              </a:rPr>
              <a:t>The Ethernet capabilities are either integrated into the motherboard chipset or implemented via a low-cost dedicated Ethernet chip. For the most part, the link layer is implemented on a chip called the </a:t>
            </a:r>
            <a:r>
              <a:rPr lang="en-US" sz="1800" b="1" dirty="0">
                <a:effectLst/>
                <a:latin typeface="TimesLTPro"/>
              </a:rPr>
              <a:t>network adapter</a:t>
            </a:r>
            <a:r>
              <a:rPr lang="en-US" sz="1800" dirty="0">
                <a:effectLst/>
                <a:latin typeface="TimesLTPro"/>
              </a:rPr>
              <a:t>, also sometimes known as a </a:t>
            </a:r>
            <a:r>
              <a:rPr lang="en-US" sz="1800" b="1" dirty="0">
                <a:effectLst/>
                <a:latin typeface="TimesLTPro"/>
              </a:rPr>
              <a:t>network interface controller (NIC)</a:t>
            </a:r>
            <a:r>
              <a:rPr lang="en-US" sz="1800" dirty="0">
                <a:effectLst/>
                <a:latin typeface="TimesLTPro"/>
              </a:rPr>
              <a:t>. The network adapter implements many link layer services including framing, link access, error detection, and so on. Thus, much of a link-layer controller’s functionality is implemented in hardware. For example, Intel’s 700 series adapters [Intel 2020] implements the Ethernet protocols we’ll study in Section 6.5; the Atheros AR5006 [Atheros 2020] controller implements the 802.11 WiFi protocols we’ll study in Chapter 7. </a:t>
            </a:r>
            <a:endParaRPr lang="en-US" dirty="0">
              <a:effectLst/>
            </a:endParaRP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TimesLTPro"/>
              </a:rPr>
              <a:t>Figure 6.2 shows that while most of the link layer is implemented in hardware, part of the link layer is implemented in software that runs on the host’s CPU. The software components of the link layer implement higher-level link-layer functionality such as assembling link-layer addressing information and activating the controller hardware. On the receiving side, link-layer software responds to con- troller interrupts (for example, due to the receipt of one or more frames), handling error conditions and passing a datagram up to the network layer. Thus, the link layer is a combination of hardware and software </a:t>
            </a:r>
            <a:endParaRPr lang="en-US" dirty="0">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effectLst/>
            </a:endParaRPr>
          </a:p>
          <a:p>
            <a:endParaRPr lang="en-US" dirty="0"/>
          </a:p>
        </p:txBody>
      </p:sp>
      <p:sp>
        <p:nvSpPr>
          <p:cNvPr id="5" name="Slide Number Placeholder 4">
            <a:extLst>
              <a:ext uri="{FF2B5EF4-FFF2-40B4-BE49-F238E27FC236}">
                <a16:creationId xmlns:a16="http://schemas.microsoft.com/office/drawing/2014/main" id="{5FC0B56E-1933-678B-BFC9-57C5523AB02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16EA1AD-6EA3-1049-AB4E-FC15F4DC35F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742542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5" name="Slide Number Placeholder 4">
            <a:extLst>
              <a:ext uri="{FF2B5EF4-FFF2-40B4-BE49-F238E27FC236}">
                <a16:creationId xmlns:a16="http://schemas.microsoft.com/office/drawing/2014/main" id="{70E5216A-12E6-9573-1D59-3C5954ED689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16EA1AD-6EA3-1049-AB4E-FC15F4DC35F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6484439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D91EEAC-CFEF-9647-876F-EABC6B8338D7}" type="slidenum">
              <a:rPr lang="en-US" smtClean="0"/>
              <a:t>11</a:t>
            </a:fld>
            <a:endParaRPr lang="en-US" dirty="0"/>
          </a:p>
        </p:txBody>
      </p:sp>
    </p:spTree>
    <p:extLst>
      <p:ext uri="{BB962C8B-B14F-4D97-AF65-F5344CB8AC3E}">
        <p14:creationId xmlns:p14="http://schemas.microsoft.com/office/powerpoint/2010/main" val="116957201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7528624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0249407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0263581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0904383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2688432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6566323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482785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9841318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2745663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830370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0675191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6946934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3129217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D91EEAC-CFEF-9647-876F-EABC6B8338D7}" type="slidenum">
              <a:rPr lang="en-US" smtClean="0"/>
              <a:t>25</a:t>
            </a:fld>
            <a:endParaRPr lang="en-US" dirty="0"/>
          </a:p>
        </p:txBody>
      </p:sp>
    </p:spTree>
    <p:extLst>
      <p:ext uri="{BB962C8B-B14F-4D97-AF65-F5344CB8AC3E}">
        <p14:creationId xmlns:p14="http://schemas.microsoft.com/office/powerpoint/2010/main" val="202428902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5188897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D91EEAC-CFEF-9647-876F-EABC6B8338D7}" type="slidenum">
              <a:rPr lang="en-US" smtClean="0"/>
              <a:t>32</a:t>
            </a:fld>
            <a:endParaRPr lang="en-US" dirty="0"/>
          </a:p>
        </p:txBody>
      </p:sp>
    </p:spTree>
    <p:extLst>
      <p:ext uri="{BB962C8B-B14F-4D97-AF65-F5344CB8AC3E}">
        <p14:creationId xmlns:p14="http://schemas.microsoft.com/office/powerpoint/2010/main" val="363073029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D91EEAC-CFEF-9647-876F-EABC6B8338D7}" type="slidenum">
              <a:rPr lang="en-US" smtClean="0"/>
              <a:t>33</a:t>
            </a:fld>
            <a:endParaRPr lang="en-US" dirty="0"/>
          </a:p>
        </p:txBody>
      </p:sp>
    </p:spTree>
    <p:extLst>
      <p:ext uri="{BB962C8B-B14F-4D97-AF65-F5344CB8AC3E}">
        <p14:creationId xmlns:p14="http://schemas.microsoft.com/office/powerpoint/2010/main" val="428885732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0642802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47295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EC686-8429-2E40-81FA-5EC9C4AB3C55}"/>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8CC2C238-9334-5D47-BE46-7DBB933E487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5" name="Slide Number Placeholder 5">
            <a:extLst>
              <a:ext uri="{FF2B5EF4-FFF2-40B4-BE49-F238E27FC236}">
                <a16:creationId xmlns:a16="http://schemas.microsoft.com/office/drawing/2014/main" id="{67E93C0D-5E34-354A-A654-B3839136622B}"/>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lvl1pPr algn="r">
              <a:defRPr sz="1100">
                <a:solidFill>
                  <a:schemeClr val="bg1">
                    <a:lumMod val="50000"/>
                  </a:schemeClr>
                </a:solidFill>
              </a:defRPr>
            </a:lvl1pPr>
          </a:lstStyle>
          <a:p>
            <a:r>
              <a:rPr lang="en-US" dirty="0"/>
              <a:t>Link Layer: 6-</a:t>
            </a:r>
            <a:fld id="{C4204591-24BD-A542-B9D5-F8D8A88D2FEE}" type="slidenum">
              <a:rPr lang="en-US" smtClean="0"/>
              <a:pPr/>
              <a:t>‹#›</a:t>
            </a:fld>
            <a:endParaRPr lang="en-US" dirty="0"/>
          </a:p>
        </p:txBody>
      </p:sp>
    </p:spTree>
    <p:extLst>
      <p:ext uri="{BB962C8B-B14F-4D97-AF65-F5344CB8AC3E}">
        <p14:creationId xmlns:p14="http://schemas.microsoft.com/office/powerpoint/2010/main" val="339365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DA2846C-3DC3-2A4C-84E1-3E3C50231FF2}"/>
              </a:ext>
            </a:extLst>
          </p:cNvPr>
          <p:cNvSpPr>
            <a:spLocks noGrp="1"/>
          </p:cNvSpPr>
          <p:nvPr>
            <p:ph idx="1"/>
          </p:nvPr>
        </p:nvSpPr>
        <p:spPr>
          <a:xfrm>
            <a:off x="838200" y="1724027"/>
            <a:ext cx="10515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7">
            <a:extLst>
              <a:ext uri="{FF2B5EF4-FFF2-40B4-BE49-F238E27FC236}">
                <a16:creationId xmlns:a16="http://schemas.microsoft.com/office/drawing/2014/main" id="{F32235DD-B99A-7744-92BB-36CB49B43BEC}"/>
              </a:ext>
            </a:extLst>
          </p:cNvPr>
          <p:cNvSpPr>
            <a:spLocks noGrp="1"/>
          </p:cNvSpPr>
          <p:nvPr>
            <p:ph type="title"/>
          </p:nvPr>
        </p:nvSpPr>
        <p:spPr/>
        <p:txBody>
          <a:bodyPr>
            <a:normAutofit/>
          </a:bodyPr>
          <a:lstStyle>
            <a:lvl1pPr>
              <a:defRPr sz="4400">
                <a:latin typeface="+mj-lt"/>
              </a:defRPr>
            </a:lvl1pPr>
          </a:lstStyle>
          <a:p>
            <a:r>
              <a:rPr lang="en-US" dirty="0"/>
              <a:t>Click to edit Master title style</a:t>
            </a:r>
          </a:p>
        </p:txBody>
      </p:sp>
      <p:sp>
        <p:nvSpPr>
          <p:cNvPr id="5" name="Slide Number Placeholder 5">
            <a:extLst>
              <a:ext uri="{FF2B5EF4-FFF2-40B4-BE49-F238E27FC236}">
                <a16:creationId xmlns:a16="http://schemas.microsoft.com/office/drawing/2014/main" id="{D41126D0-2478-AE48-891D-9046D4F5EA04}"/>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lvl1pPr algn="r">
              <a:defRPr sz="1100">
                <a:solidFill>
                  <a:schemeClr val="bg1">
                    <a:lumMod val="50000"/>
                  </a:schemeClr>
                </a:solidFill>
              </a:defRPr>
            </a:lvl1pPr>
          </a:lstStyle>
          <a:p>
            <a:r>
              <a:rPr lang="en-US" dirty="0"/>
              <a:t>Link Layer: 6-</a:t>
            </a:r>
            <a:fld id="{C4204591-24BD-A542-B9D5-F8D8A88D2FEE}" type="slidenum">
              <a:rPr lang="en-US" smtClean="0"/>
              <a:pPr/>
              <a:t>‹#›</a:t>
            </a:fld>
            <a:endParaRPr lang="en-US" dirty="0"/>
          </a:p>
        </p:txBody>
      </p:sp>
    </p:spTree>
    <p:extLst>
      <p:ext uri="{BB962C8B-B14F-4D97-AF65-F5344CB8AC3E}">
        <p14:creationId xmlns:p14="http://schemas.microsoft.com/office/powerpoint/2010/main" val="18784461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E48D4C-6954-CC4D-A491-4B78BF548F31}"/>
              </a:ext>
            </a:extLst>
          </p:cNvPr>
          <p:cNvSpPr>
            <a:spLocks noGrp="1"/>
          </p:cNvSpPr>
          <p:nvPr>
            <p:ph type="title"/>
          </p:nvPr>
        </p:nvSpPr>
        <p:spPr/>
        <p:txBody>
          <a:bodyPr>
            <a:normAutofit/>
          </a:bodyPr>
          <a:lstStyle>
            <a:lvl1pPr>
              <a:defRPr sz="4400">
                <a:latin typeface="+mj-lt"/>
              </a:defRPr>
            </a:lvl1pPr>
          </a:lstStyle>
          <a:p>
            <a:r>
              <a:rPr lang="en-US" dirty="0"/>
              <a:t>Click to edit Master title style</a:t>
            </a:r>
          </a:p>
        </p:txBody>
      </p:sp>
      <p:sp>
        <p:nvSpPr>
          <p:cNvPr id="3" name="Content Placeholder 2">
            <a:extLst>
              <a:ext uri="{FF2B5EF4-FFF2-40B4-BE49-F238E27FC236}">
                <a16:creationId xmlns:a16="http://schemas.microsoft.com/office/drawing/2014/main" id="{3ABE2032-3F11-1945-8A1D-25EC80CF916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ADCF1CB-5DBA-8B49-A839-F079E4BF437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5">
            <a:extLst>
              <a:ext uri="{FF2B5EF4-FFF2-40B4-BE49-F238E27FC236}">
                <a16:creationId xmlns:a16="http://schemas.microsoft.com/office/drawing/2014/main" id="{139731AF-B9DB-1E4D-A017-6D1C48DC0579}"/>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lvl1pPr algn="r">
              <a:defRPr sz="1100">
                <a:solidFill>
                  <a:schemeClr val="bg1">
                    <a:lumMod val="50000"/>
                  </a:schemeClr>
                </a:solidFill>
              </a:defRPr>
            </a:lvl1pPr>
          </a:lstStyle>
          <a:p>
            <a:r>
              <a:rPr lang="en-US" dirty="0"/>
              <a:t>Link Layer: 6-</a:t>
            </a:r>
            <a:fld id="{C4204591-24BD-A542-B9D5-F8D8A88D2FEE}" type="slidenum">
              <a:rPr lang="en-US" smtClean="0"/>
              <a:pPr/>
              <a:t>‹#›</a:t>
            </a:fld>
            <a:endParaRPr lang="en-US" dirty="0"/>
          </a:p>
        </p:txBody>
      </p:sp>
    </p:spTree>
    <p:extLst>
      <p:ext uri="{BB962C8B-B14F-4D97-AF65-F5344CB8AC3E}">
        <p14:creationId xmlns:p14="http://schemas.microsoft.com/office/powerpoint/2010/main" val="12739582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2B102D-EC4F-B64D-BB0A-3CBBCEE21B6B}"/>
              </a:ext>
            </a:extLst>
          </p:cNvPr>
          <p:cNvSpPr>
            <a:spLocks noGrp="1"/>
          </p:cNvSpPr>
          <p:nvPr>
            <p:ph type="title"/>
          </p:nvPr>
        </p:nvSpPr>
        <p:spPr/>
        <p:txBody>
          <a:bodyPr>
            <a:normAutofit/>
          </a:bodyPr>
          <a:lstStyle>
            <a:lvl1pPr>
              <a:defRPr sz="4400">
                <a:latin typeface="+mj-lt"/>
              </a:defRPr>
            </a:lvl1pPr>
          </a:lstStyle>
          <a:p>
            <a:r>
              <a:rPr lang="en-US" dirty="0"/>
              <a:t>Click to edit Master title style</a:t>
            </a:r>
          </a:p>
        </p:txBody>
      </p:sp>
      <p:sp>
        <p:nvSpPr>
          <p:cNvPr id="8" name="Slide Number Placeholder 5">
            <a:extLst>
              <a:ext uri="{FF2B5EF4-FFF2-40B4-BE49-F238E27FC236}">
                <a16:creationId xmlns:a16="http://schemas.microsoft.com/office/drawing/2014/main" id="{80DCD8E0-36D6-2D43-9C3A-92DC921E1D78}"/>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lvl1pPr algn="r">
              <a:defRPr sz="1100">
                <a:solidFill>
                  <a:schemeClr val="bg1">
                    <a:lumMod val="50000"/>
                  </a:schemeClr>
                </a:solidFill>
              </a:defRPr>
            </a:lvl1pPr>
          </a:lstStyle>
          <a:p>
            <a:r>
              <a:rPr lang="en-US" dirty="0"/>
              <a:t>Link Layer: 6-</a:t>
            </a:r>
            <a:fld id="{C4204591-24BD-A542-B9D5-F8D8A88D2FEE}" type="slidenum">
              <a:rPr lang="en-US" smtClean="0"/>
              <a:pPr/>
              <a:t>‹#›</a:t>
            </a:fld>
            <a:endParaRPr lang="en-US" dirty="0"/>
          </a:p>
        </p:txBody>
      </p:sp>
    </p:spTree>
    <p:extLst>
      <p:ext uri="{BB962C8B-B14F-4D97-AF65-F5344CB8AC3E}">
        <p14:creationId xmlns:p14="http://schemas.microsoft.com/office/powerpoint/2010/main" val="37621316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DA2846C-3DC3-2A4C-84E1-3E3C50231FF2}"/>
              </a:ext>
            </a:extLst>
          </p:cNvPr>
          <p:cNvSpPr>
            <a:spLocks noGrp="1"/>
          </p:cNvSpPr>
          <p:nvPr>
            <p:ph idx="1"/>
          </p:nvPr>
        </p:nvSpPr>
        <p:spPr>
          <a:xfrm>
            <a:off x="838200" y="1724027"/>
            <a:ext cx="10515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7">
            <a:extLst>
              <a:ext uri="{FF2B5EF4-FFF2-40B4-BE49-F238E27FC236}">
                <a16:creationId xmlns:a16="http://schemas.microsoft.com/office/drawing/2014/main" id="{F32235DD-B99A-7744-92BB-36CB49B43BEC}"/>
              </a:ext>
            </a:extLst>
          </p:cNvPr>
          <p:cNvSpPr>
            <a:spLocks noGrp="1"/>
          </p:cNvSpPr>
          <p:nvPr>
            <p:ph type="title"/>
          </p:nvPr>
        </p:nvSpPr>
        <p:spPr/>
        <p:txBody>
          <a:bodyPr>
            <a:normAutofit/>
          </a:bodyPr>
          <a:lstStyle>
            <a:lvl1pPr>
              <a:defRPr sz="4400">
                <a:latin typeface="+mj-lt"/>
              </a:defRPr>
            </a:lvl1pPr>
          </a:lstStyle>
          <a:p>
            <a:r>
              <a:rPr lang="en-US" dirty="0"/>
              <a:t>Click to edit Master title style</a:t>
            </a:r>
          </a:p>
        </p:txBody>
      </p:sp>
      <p:sp>
        <p:nvSpPr>
          <p:cNvPr id="5" name="Slide Number Placeholder 5">
            <a:extLst>
              <a:ext uri="{FF2B5EF4-FFF2-40B4-BE49-F238E27FC236}">
                <a16:creationId xmlns:a16="http://schemas.microsoft.com/office/drawing/2014/main" id="{D41126D0-2478-AE48-891D-9046D4F5EA04}"/>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lvl1pPr algn="r">
              <a:defRPr sz="1100">
                <a:solidFill>
                  <a:schemeClr val="bg1">
                    <a:lumMod val="50000"/>
                  </a:schemeClr>
                </a:solidFill>
              </a:defRPr>
            </a:lvl1pPr>
          </a:lstStyle>
          <a:p>
            <a:r>
              <a:rPr lang="en-US" dirty="0"/>
              <a:t>Network Layer: 4-</a:t>
            </a:r>
            <a:fld id="{C4204591-24BD-A542-B9D5-F8D8A88D2FEE}" type="slidenum">
              <a:rPr lang="en-US" smtClean="0"/>
              <a:pPr/>
              <a:t>‹#›</a:t>
            </a:fld>
            <a:endParaRPr lang="en-US" dirty="0"/>
          </a:p>
        </p:txBody>
      </p:sp>
    </p:spTree>
    <p:extLst>
      <p:ext uri="{BB962C8B-B14F-4D97-AF65-F5344CB8AC3E}">
        <p14:creationId xmlns:p14="http://schemas.microsoft.com/office/powerpoint/2010/main" val="24059803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EC686-8429-2E40-81FA-5EC9C4AB3C55}"/>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8CC2C238-9334-5D47-BE46-7DBB933E487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5" name="Slide Number Placeholder 5">
            <a:extLst>
              <a:ext uri="{FF2B5EF4-FFF2-40B4-BE49-F238E27FC236}">
                <a16:creationId xmlns:a16="http://schemas.microsoft.com/office/drawing/2014/main" id="{67E93C0D-5E34-354A-A654-B3839136622B}"/>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lvl1pPr algn="r">
              <a:defRPr sz="1100">
                <a:solidFill>
                  <a:schemeClr val="bg1">
                    <a:lumMod val="50000"/>
                  </a:schemeClr>
                </a:solidFill>
              </a:defRPr>
            </a:lvl1pPr>
          </a:lstStyle>
          <a:p>
            <a:r>
              <a:rPr lang="en-US" dirty="0"/>
              <a:t>Link Layer </a:t>
            </a:r>
            <a:fld id="{C4204591-24BD-A542-B9D5-F8D8A88D2FEE}" type="slidenum">
              <a:rPr lang="en-US" smtClean="0"/>
              <a:pPr/>
              <a:t>‹#›</a:t>
            </a:fld>
            <a:endParaRPr lang="en-US" dirty="0"/>
          </a:p>
        </p:txBody>
      </p:sp>
    </p:spTree>
    <p:extLst>
      <p:ext uri="{BB962C8B-B14F-4D97-AF65-F5344CB8AC3E}">
        <p14:creationId xmlns:p14="http://schemas.microsoft.com/office/powerpoint/2010/main" val="5439782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DA2846C-3DC3-2A4C-84E1-3E3C50231FF2}"/>
              </a:ext>
            </a:extLst>
          </p:cNvPr>
          <p:cNvSpPr>
            <a:spLocks noGrp="1"/>
          </p:cNvSpPr>
          <p:nvPr>
            <p:ph idx="1"/>
          </p:nvPr>
        </p:nvSpPr>
        <p:spPr>
          <a:xfrm>
            <a:off x="838200" y="1724027"/>
            <a:ext cx="10515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7">
            <a:extLst>
              <a:ext uri="{FF2B5EF4-FFF2-40B4-BE49-F238E27FC236}">
                <a16:creationId xmlns:a16="http://schemas.microsoft.com/office/drawing/2014/main" id="{F32235DD-B99A-7744-92BB-36CB49B43BEC}"/>
              </a:ext>
            </a:extLst>
          </p:cNvPr>
          <p:cNvSpPr>
            <a:spLocks noGrp="1"/>
          </p:cNvSpPr>
          <p:nvPr>
            <p:ph type="title"/>
          </p:nvPr>
        </p:nvSpPr>
        <p:spPr/>
        <p:txBody>
          <a:bodyPr>
            <a:normAutofit/>
          </a:bodyPr>
          <a:lstStyle>
            <a:lvl1pPr>
              <a:defRPr sz="4400">
                <a:latin typeface="+mj-lt"/>
              </a:defRPr>
            </a:lvl1pPr>
          </a:lstStyle>
          <a:p>
            <a:r>
              <a:rPr lang="en-US" dirty="0"/>
              <a:t>Click to edit Master title style</a:t>
            </a:r>
          </a:p>
        </p:txBody>
      </p:sp>
      <p:sp>
        <p:nvSpPr>
          <p:cNvPr id="5" name="Slide Number Placeholder 5">
            <a:extLst>
              <a:ext uri="{FF2B5EF4-FFF2-40B4-BE49-F238E27FC236}">
                <a16:creationId xmlns:a16="http://schemas.microsoft.com/office/drawing/2014/main" id="{D41126D0-2478-AE48-891D-9046D4F5EA04}"/>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lvl1pPr algn="r">
              <a:defRPr sz="1100">
                <a:solidFill>
                  <a:schemeClr val="bg1">
                    <a:lumMod val="50000"/>
                  </a:schemeClr>
                </a:solidFill>
              </a:defRPr>
            </a:lvl1pPr>
          </a:lstStyle>
          <a:p>
            <a:r>
              <a:rPr lang="en-US" dirty="0"/>
              <a:t>Link Layer </a:t>
            </a:r>
            <a:fld id="{C4204591-24BD-A542-B9D5-F8D8A88D2FEE}" type="slidenum">
              <a:rPr lang="en-US" smtClean="0"/>
              <a:pPr/>
              <a:t>‹#›</a:t>
            </a:fld>
            <a:endParaRPr lang="en-US" dirty="0"/>
          </a:p>
        </p:txBody>
      </p:sp>
    </p:spTree>
    <p:extLst>
      <p:ext uri="{BB962C8B-B14F-4D97-AF65-F5344CB8AC3E}">
        <p14:creationId xmlns:p14="http://schemas.microsoft.com/office/powerpoint/2010/main" val="24014845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E48D4C-6954-CC4D-A491-4B78BF548F31}"/>
              </a:ext>
            </a:extLst>
          </p:cNvPr>
          <p:cNvSpPr>
            <a:spLocks noGrp="1"/>
          </p:cNvSpPr>
          <p:nvPr>
            <p:ph type="title"/>
          </p:nvPr>
        </p:nvSpPr>
        <p:spPr/>
        <p:txBody>
          <a:bodyPr>
            <a:normAutofit/>
          </a:bodyPr>
          <a:lstStyle>
            <a:lvl1pPr>
              <a:defRPr sz="4400">
                <a:latin typeface="+mj-lt"/>
              </a:defRPr>
            </a:lvl1pPr>
          </a:lstStyle>
          <a:p>
            <a:r>
              <a:rPr lang="en-US" dirty="0"/>
              <a:t>Click to edit Master title style</a:t>
            </a:r>
          </a:p>
        </p:txBody>
      </p:sp>
      <p:sp>
        <p:nvSpPr>
          <p:cNvPr id="3" name="Content Placeholder 2">
            <a:extLst>
              <a:ext uri="{FF2B5EF4-FFF2-40B4-BE49-F238E27FC236}">
                <a16:creationId xmlns:a16="http://schemas.microsoft.com/office/drawing/2014/main" id="{3ABE2032-3F11-1945-8A1D-25EC80CF916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ADCF1CB-5DBA-8B49-A839-F079E4BF437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5">
            <a:extLst>
              <a:ext uri="{FF2B5EF4-FFF2-40B4-BE49-F238E27FC236}">
                <a16:creationId xmlns:a16="http://schemas.microsoft.com/office/drawing/2014/main" id="{139731AF-B9DB-1E4D-A017-6D1C48DC0579}"/>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lvl1pPr algn="r">
              <a:defRPr sz="1100">
                <a:solidFill>
                  <a:schemeClr val="bg1">
                    <a:lumMod val="50000"/>
                  </a:schemeClr>
                </a:solidFill>
              </a:defRPr>
            </a:lvl1pPr>
          </a:lstStyle>
          <a:p>
            <a:r>
              <a:rPr lang="en-US" dirty="0"/>
              <a:t>Link Layer </a:t>
            </a:r>
            <a:fld id="{C4204591-24BD-A542-B9D5-F8D8A88D2FEE}" type="slidenum">
              <a:rPr lang="en-US" smtClean="0"/>
              <a:pPr/>
              <a:t>‹#›</a:t>
            </a:fld>
            <a:endParaRPr lang="en-US" dirty="0"/>
          </a:p>
        </p:txBody>
      </p:sp>
    </p:spTree>
    <p:extLst>
      <p:ext uri="{BB962C8B-B14F-4D97-AF65-F5344CB8AC3E}">
        <p14:creationId xmlns:p14="http://schemas.microsoft.com/office/powerpoint/2010/main" val="28193979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2B102D-EC4F-B64D-BB0A-3CBBCEE21B6B}"/>
              </a:ext>
            </a:extLst>
          </p:cNvPr>
          <p:cNvSpPr>
            <a:spLocks noGrp="1"/>
          </p:cNvSpPr>
          <p:nvPr>
            <p:ph type="title"/>
          </p:nvPr>
        </p:nvSpPr>
        <p:spPr/>
        <p:txBody>
          <a:bodyPr>
            <a:normAutofit/>
          </a:bodyPr>
          <a:lstStyle>
            <a:lvl1pPr>
              <a:defRPr sz="4400">
                <a:latin typeface="+mj-lt"/>
              </a:defRPr>
            </a:lvl1pPr>
          </a:lstStyle>
          <a:p>
            <a:r>
              <a:rPr lang="en-US" dirty="0"/>
              <a:t>Click to edit Master title style</a:t>
            </a:r>
          </a:p>
        </p:txBody>
      </p:sp>
      <p:sp>
        <p:nvSpPr>
          <p:cNvPr id="8" name="Slide Number Placeholder 5">
            <a:extLst>
              <a:ext uri="{FF2B5EF4-FFF2-40B4-BE49-F238E27FC236}">
                <a16:creationId xmlns:a16="http://schemas.microsoft.com/office/drawing/2014/main" id="{80DCD8E0-36D6-2D43-9C3A-92DC921E1D78}"/>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lvl1pPr algn="r">
              <a:defRPr sz="1100">
                <a:solidFill>
                  <a:schemeClr val="bg1">
                    <a:lumMod val="50000"/>
                  </a:schemeClr>
                </a:solidFill>
              </a:defRPr>
            </a:lvl1pPr>
          </a:lstStyle>
          <a:p>
            <a:r>
              <a:rPr lang="en-US" dirty="0"/>
              <a:t>Link Layer </a:t>
            </a:r>
            <a:fld id="{C4204591-24BD-A542-B9D5-F8D8A88D2FEE}" type="slidenum">
              <a:rPr lang="en-US" smtClean="0"/>
              <a:pPr/>
              <a:t>‹#›</a:t>
            </a:fld>
            <a:endParaRPr lang="en-US" dirty="0"/>
          </a:p>
        </p:txBody>
      </p:sp>
    </p:spTree>
    <p:extLst>
      <p:ext uri="{BB962C8B-B14F-4D97-AF65-F5344CB8AC3E}">
        <p14:creationId xmlns:p14="http://schemas.microsoft.com/office/powerpoint/2010/main" val="16288004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DA2846C-3DC3-2A4C-84E1-3E3C50231FF2}"/>
              </a:ext>
            </a:extLst>
          </p:cNvPr>
          <p:cNvSpPr>
            <a:spLocks noGrp="1"/>
          </p:cNvSpPr>
          <p:nvPr>
            <p:ph idx="1"/>
          </p:nvPr>
        </p:nvSpPr>
        <p:spPr>
          <a:xfrm>
            <a:off x="838200" y="1724027"/>
            <a:ext cx="10515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7">
            <a:extLst>
              <a:ext uri="{FF2B5EF4-FFF2-40B4-BE49-F238E27FC236}">
                <a16:creationId xmlns:a16="http://schemas.microsoft.com/office/drawing/2014/main" id="{F32235DD-B99A-7744-92BB-36CB49B43BEC}"/>
              </a:ext>
            </a:extLst>
          </p:cNvPr>
          <p:cNvSpPr>
            <a:spLocks noGrp="1"/>
          </p:cNvSpPr>
          <p:nvPr>
            <p:ph type="title"/>
          </p:nvPr>
        </p:nvSpPr>
        <p:spPr/>
        <p:txBody>
          <a:bodyPr>
            <a:normAutofit/>
          </a:bodyPr>
          <a:lstStyle>
            <a:lvl1pPr>
              <a:defRPr sz="4400">
                <a:latin typeface="+mj-lt"/>
              </a:defRPr>
            </a:lvl1pPr>
          </a:lstStyle>
          <a:p>
            <a:r>
              <a:rPr lang="en-US" dirty="0"/>
              <a:t>Click to edit Master title style</a:t>
            </a:r>
          </a:p>
        </p:txBody>
      </p:sp>
      <p:sp>
        <p:nvSpPr>
          <p:cNvPr id="5" name="Slide Number Placeholder 5">
            <a:extLst>
              <a:ext uri="{FF2B5EF4-FFF2-40B4-BE49-F238E27FC236}">
                <a16:creationId xmlns:a16="http://schemas.microsoft.com/office/drawing/2014/main" id="{D41126D0-2478-AE48-891D-9046D4F5EA04}"/>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lvl1pPr algn="r">
              <a:defRPr sz="1100">
                <a:solidFill>
                  <a:schemeClr val="bg1">
                    <a:lumMod val="50000"/>
                  </a:schemeClr>
                </a:solidFill>
              </a:defRPr>
            </a:lvl1pPr>
          </a:lstStyle>
          <a:p>
            <a:r>
              <a:rPr lang="en-US" dirty="0"/>
              <a:t>Link Layer </a:t>
            </a:r>
            <a:fld id="{C4204591-24BD-A542-B9D5-F8D8A88D2FEE}" type="slidenum">
              <a:rPr lang="en-US" smtClean="0"/>
              <a:pPr/>
              <a:t>‹#›</a:t>
            </a:fld>
            <a:endParaRPr lang="en-US" dirty="0"/>
          </a:p>
        </p:txBody>
      </p:sp>
    </p:spTree>
    <p:extLst>
      <p:ext uri="{BB962C8B-B14F-4D97-AF65-F5344CB8AC3E}">
        <p14:creationId xmlns:p14="http://schemas.microsoft.com/office/powerpoint/2010/main" val="3942031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theme" Target="../theme/theme2.xml"/><Relationship Id="rId5" Type="http://schemas.openxmlformats.org/officeDocument/2006/relationships/slideLayout" Target="../slideLayouts/slideLayout10.xml"/><Relationship Id="rId4"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86D5FD2-E0BC-9B4A-8B69-BFD8F956C77B}"/>
              </a:ext>
            </a:extLst>
          </p:cNvPr>
          <p:cNvSpPr>
            <a:spLocks noGrp="1"/>
          </p:cNvSpPr>
          <p:nvPr>
            <p:ph type="title"/>
          </p:nvPr>
        </p:nvSpPr>
        <p:spPr>
          <a:xfrm>
            <a:off x="838200" y="451821"/>
            <a:ext cx="10515600" cy="894622"/>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7A987CFD-1EF3-634C-B854-216A26AC232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lide Number Placeholder 5">
            <a:extLst>
              <a:ext uri="{FF2B5EF4-FFF2-40B4-BE49-F238E27FC236}">
                <a16:creationId xmlns:a16="http://schemas.microsoft.com/office/drawing/2014/main" id="{ACF3ABA1-E9EF-3248-90FD-6E40E659EFB3}"/>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lvl1pPr algn="r">
              <a:defRPr sz="1100">
                <a:solidFill>
                  <a:schemeClr val="bg1">
                    <a:lumMod val="50000"/>
                  </a:schemeClr>
                </a:solidFill>
              </a:defRPr>
            </a:lvl1pPr>
          </a:lstStyle>
          <a:p>
            <a:r>
              <a:rPr lang="en-US" dirty="0"/>
              <a:t>Link Layer: 6-</a:t>
            </a:r>
            <a:fld id="{C4204591-24BD-A542-B9D5-F8D8A88D2FEE}" type="slidenum">
              <a:rPr lang="en-US" smtClean="0"/>
              <a:pPr/>
              <a:t>‹#›</a:t>
            </a:fld>
            <a:endParaRPr lang="en-US" dirty="0"/>
          </a:p>
        </p:txBody>
      </p:sp>
    </p:spTree>
    <p:extLst>
      <p:ext uri="{BB962C8B-B14F-4D97-AF65-F5344CB8AC3E}">
        <p14:creationId xmlns:p14="http://schemas.microsoft.com/office/powerpoint/2010/main" val="277516530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4" r:id="rId4"/>
    <p:sldLayoutId id="2147483657" r:id="rId5"/>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algn="l" defTabSz="914400" rtl="0" eaLnBrk="1" latinLnBrk="0" hangingPunct="1">
        <a:lnSpc>
          <a:spcPct val="90000"/>
        </a:lnSpc>
        <a:spcBef>
          <a:spcPct val="0"/>
        </a:spcBef>
        <a:buNone/>
        <a:defRPr sz="4400" b="1" kern="1200">
          <a:solidFill>
            <a:srgbClr val="0000A3"/>
          </a:solidFill>
          <a:latin typeface="+mj-lt"/>
          <a:ea typeface="+mj-ea"/>
          <a:cs typeface="+mj-cs"/>
        </a:defRPr>
      </a:lvl1pPr>
    </p:titleStyle>
    <p:body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86D5FD2-E0BC-9B4A-8B69-BFD8F956C77B}"/>
              </a:ext>
            </a:extLst>
          </p:cNvPr>
          <p:cNvSpPr>
            <a:spLocks noGrp="1"/>
          </p:cNvSpPr>
          <p:nvPr>
            <p:ph type="title"/>
          </p:nvPr>
        </p:nvSpPr>
        <p:spPr>
          <a:xfrm>
            <a:off x="838200" y="451821"/>
            <a:ext cx="10515600" cy="894622"/>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7A987CFD-1EF3-634C-B854-216A26AC232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lide Number Placeholder 5">
            <a:extLst>
              <a:ext uri="{FF2B5EF4-FFF2-40B4-BE49-F238E27FC236}">
                <a16:creationId xmlns:a16="http://schemas.microsoft.com/office/drawing/2014/main" id="{ACF3ABA1-E9EF-3248-90FD-6E40E659EFB3}"/>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lvl1pPr algn="r">
              <a:defRPr sz="1100">
                <a:solidFill>
                  <a:schemeClr val="bg1">
                    <a:lumMod val="50000"/>
                  </a:schemeClr>
                </a:solidFill>
              </a:defRPr>
            </a:lvl1pPr>
          </a:lstStyle>
          <a:p>
            <a:r>
              <a:rPr lang="en-US" dirty="0"/>
              <a:t>Link Layer </a:t>
            </a:r>
            <a:fld id="{C4204591-24BD-A542-B9D5-F8D8A88D2FEE}" type="slidenum">
              <a:rPr lang="en-US" smtClean="0"/>
              <a:pPr/>
              <a:t>‹#›</a:t>
            </a:fld>
            <a:endParaRPr lang="en-US" dirty="0"/>
          </a:p>
        </p:txBody>
      </p:sp>
    </p:spTree>
    <p:extLst>
      <p:ext uri="{BB962C8B-B14F-4D97-AF65-F5344CB8AC3E}">
        <p14:creationId xmlns:p14="http://schemas.microsoft.com/office/powerpoint/2010/main" val="4121640350"/>
      </p:ext>
    </p:extLst>
  </p:cSld>
  <p:clrMap bg1="lt1" tx1="dk1" bg2="lt2" tx2="dk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algn="l" defTabSz="914400" rtl="0" eaLnBrk="1" latinLnBrk="0" hangingPunct="1">
        <a:lnSpc>
          <a:spcPct val="90000"/>
        </a:lnSpc>
        <a:spcBef>
          <a:spcPct val="0"/>
        </a:spcBef>
        <a:buNone/>
        <a:defRPr sz="4400" b="1" kern="1200">
          <a:solidFill>
            <a:srgbClr val="0000A3"/>
          </a:solidFill>
          <a:latin typeface="+mj-lt"/>
          <a:ea typeface="+mj-ea"/>
          <a:cs typeface="+mj-cs"/>
        </a:defRPr>
      </a:lvl1pPr>
    </p:titleStyle>
    <p:body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png"/><Relationship Id="rId18" Type="http://schemas.openxmlformats.org/officeDocument/2006/relationships/image" Target="../media/image18.png"/><Relationship Id="rId3" Type="http://schemas.openxmlformats.org/officeDocument/2006/relationships/image" Target="../media/image3.png"/><Relationship Id="rId21" Type="http://schemas.openxmlformats.org/officeDocument/2006/relationships/image" Target="../media/image21.png"/><Relationship Id="rId7" Type="http://schemas.openxmlformats.org/officeDocument/2006/relationships/image" Target="../media/image7.png"/><Relationship Id="rId12" Type="http://schemas.openxmlformats.org/officeDocument/2006/relationships/image" Target="../media/image12.png"/><Relationship Id="rId17" Type="http://schemas.openxmlformats.org/officeDocument/2006/relationships/image" Target="../media/image17.png"/><Relationship Id="rId2" Type="http://schemas.openxmlformats.org/officeDocument/2006/relationships/notesSlide" Target="../notesSlides/notesSlide4.xml"/><Relationship Id="rId16" Type="http://schemas.openxmlformats.org/officeDocument/2006/relationships/image" Target="../media/image16.png"/><Relationship Id="rId20" Type="http://schemas.openxmlformats.org/officeDocument/2006/relationships/image" Target="../media/image20.png"/><Relationship Id="rId1" Type="http://schemas.openxmlformats.org/officeDocument/2006/relationships/slideLayout" Target="../slideLayouts/slideLayout8.xml"/><Relationship Id="rId6" Type="http://schemas.openxmlformats.org/officeDocument/2006/relationships/image" Target="../media/image6.png"/><Relationship Id="rId11" Type="http://schemas.openxmlformats.org/officeDocument/2006/relationships/image" Target="../media/image11.png"/><Relationship Id="rId5" Type="http://schemas.openxmlformats.org/officeDocument/2006/relationships/image" Target="../media/image5.png"/><Relationship Id="rId15" Type="http://schemas.openxmlformats.org/officeDocument/2006/relationships/image" Target="../media/image15.png"/><Relationship Id="rId23" Type="http://schemas.openxmlformats.org/officeDocument/2006/relationships/image" Target="../media/image23.png"/><Relationship Id="rId10" Type="http://schemas.openxmlformats.org/officeDocument/2006/relationships/image" Target="../media/image10.png"/><Relationship Id="rId19" Type="http://schemas.openxmlformats.org/officeDocument/2006/relationships/image" Target="../media/image19.png"/><Relationship Id="rId4" Type="http://schemas.openxmlformats.org/officeDocument/2006/relationships/image" Target="../media/image4.png"/><Relationship Id="rId9" Type="http://schemas.openxmlformats.org/officeDocument/2006/relationships/image" Target="../media/image9.png"/><Relationship Id="rId14" Type="http://schemas.openxmlformats.org/officeDocument/2006/relationships/image" Target="../media/image14.png"/><Relationship Id="rId22" Type="http://schemas.openxmlformats.org/officeDocument/2006/relationships/image" Target="../media/image22.png"/></Relationships>
</file>

<file path=ppt/slides/_rels/slide5.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3.png"/><Relationship Id="rId7"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8.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6.png"/></Relationships>
</file>

<file path=ppt/slides/_rels/slide6.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image" Target="../media/image24.png"/><Relationship Id="rId1" Type="http://schemas.openxmlformats.org/officeDocument/2006/relationships/slideLayout" Target="../slideLayouts/slideLayout8.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7.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22.png"/><Relationship Id="rId7"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8.xml"/><Relationship Id="rId6" Type="http://schemas.openxmlformats.org/officeDocument/2006/relationships/image" Target="../media/image9.png"/><Relationship Id="rId11" Type="http://schemas.openxmlformats.org/officeDocument/2006/relationships/image" Target="../media/image32.png"/><Relationship Id="rId5" Type="http://schemas.openxmlformats.org/officeDocument/2006/relationships/image" Target="../media/image8.png"/><Relationship Id="rId10" Type="http://schemas.openxmlformats.org/officeDocument/2006/relationships/image" Target="../media/image31.png"/><Relationship Id="rId4" Type="http://schemas.openxmlformats.org/officeDocument/2006/relationships/image" Target="../media/image11.png"/><Relationship Id="rId9" Type="http://schemas.openxmlformats.org/officeDocument/2006/relationships/image" Target="../media/image6.png"/></Relationships>
</file>

<file path=ppt/slides/_rels/slide8.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22.png"/><Relationship Id="rId7"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8.xml"/><Relationship Id="rId6" Type="http://schemas.openxmlformats.org/officeDocument/2006/relationships/image" Target="../media/image9.png"/><Relationship Id="rId11" Type="http://schemas.openxmlformats.org/officeDocument/2006/relationships/image" Target="../media/image32.png"/><Relationship Id="rId5" Type="http://schemas.openxmlformats.org/officeDocument/2006/relationships/image" Target="../media/image8.png"/><Relationship Id="rId10" Type="http://schemas.openxmlformats.org/officeDocument/2006/relationships/image" Target="../media/image31.png"/><Relationship Id="rId4" Type="http://schemas.openxmlformats.org/officeDocument/2006/relationships/image" Target="../media/image11.png"/><Relationship Id="rId9"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8.xml"/><Relationship Id="rId1" Type="http://schemas.openxmlformats.org/officeDocument/2006/relationships/slideLayout" Target="../slideLayouts/slideLayout8.xml"/><Relationship Id="rId5" Type="http://schemas.openxmlformats.org/officeDocument/2006/relationships/image" Target="../media/image35.jpeg"/><Relationship Id="rId4" Type="http://schemas.openxmlformats.org/officeDocument/2006/relationships/image" Target="../media/image34.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8.xml"/><Relationship Id="rId1" Type="http://schemas.openxmlformats.org/officeDocument/2006/relationships/slideLayout" Target="../slideLayouts/slideLayout3.xml"/><Relationship Id="rId4" Type="http://schemas.openxmlformats.org/officeDocument/2006/relationships/image" Target="../media/image36.png"/></Relationships>
</file>

<file path=ppt/slides/_rels/slide2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9.xml"/><Relationship Id="rId1" Type="http://schemas.openxmlformats.org/officeDocument/2006/relationships/slideLayout" Target="../slideLayouts/slideLayout3.xml"/><Relationship Id="rId4" Type="http://schemas.openxmlformats.org/officeDocument/2006/relationships/image" Target="../media/image36.png"/></Relationships>
</file>

<file path=ppt/slides/_rels/slide2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0.xml"/><Relationship Id="rId1" Type="http://schemas.openxmlformats.org/officeDocument/2006/relationships/slideLayout" Target="../slideLayouts/slideLayout3.xml"/><Relationship Id="rId4" Type="http://schemas.openxmlformats.org/officeDocument/2006/relationships/image" Target="../media/image36.png"/></Relationships>
</file>

<file path=ppt/slides/_rels/slide2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1.xml"/><Relationship Id="rId1" Type="http://schemas.openxmlformats.org/officeDocument/2006/relationships/slideLayout" Target="../slideLayouts/slideLayout3.xml"/><Relationship Id="rId4" Type="http://schemas.openxmlformats.org/officeDocument/2006/relationships/image" Target="../media/image36.png"/></Relationships>
</file>

<file path=ppt/slides/_rels/slide2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2.xml"/><Relationship Id="rId1" Type="http://schemas.openxmlformats.org/officeDocument/2006/relationships/slideLayout" Target="../slideLayouts/slideLayout3.xml"/><Relationship Id="rId4" Type="http://schemas.openxmlformats.org/officeDocument/2006/relationships/image" Target="../media/image36.png"/></Relationships>
</file>

<file path=ppt/slides/_rels/slide2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3.xml"/><Relationship Id="rId1" Type="http://schemas.openxmlformats.org/officeDocument/2006/relationships/slideLayout" Target="../slideLayouts/slideLayout3.xml"/><Relationship Id="rId4" Type="http://schemas.openxmlformats.org/officeDocument/2006/relationships/image" Target="../media/image36.png"/></Relationships>
</file>

<file path=ppt/slides/_rels/slide2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7.png"/><Relationship Id="rId1" Type="http://schemas.openxmlformats.org/officeDocument/2006/relationships/slideLayout" Target="../slideLayouts/slideLayout4.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9.png"/></Relationships>
</file>

<file path=ppt/slides/_rels/slide2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4.xml"/><Relationship Id="rId4" Type="http://schemas.openxmlformats.org/officeDocument/2006/relationships/image" Target="../media/image9.png"/></Relationships>
</file>

<file path=ppt/slides/_rels/slide3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6.xml"/><Relationship Id="rId1" Type="http://schemas.openxmlformats.org/officeDocument/2006/relationships/slideLayout" Target="../slideLayouts/slideLayout4.xml"/><Relationship Id="rId4" Type="http://schemas.openxmlformats.org/officeDocument/2006/relationships/image" Target="../media/image9.png"/></Relationships>
</file>

<file path=ppt/slides/_rels/slide3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7.xml"/><Relationship Id="rId1" Type="http://schemas.openxmlformats.org/officeDocument/2006/relationships/slideLayout" Target="../slideLayouts/slideLayout4.xml"/><Relationship Id="rId5" Type="http://schemas.openxmlformats.org/officeDocument/2006/relationships/image" Target="../media/image38.png"/><Relationship Id="rId4" Type="http://schemas.openxmlformats.org/officeDocument/2006/relationships/image" Target="../media/image9.pn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99C77C5-A377-3E44-9802-7A06ED6AD0D8}"/>
              </a:ext>
            </a:extLst>
          </p:cNvPr>
          <p:cNvSpPr>
            <a:spLocks noChangeArrowheads="1"/>
          </p:cNvSpPr>
          <p:nvPr/>
        </p:nvSpPr>
        <p:spPr bwMode="auto">
          <a:xfrm>
            <a:off x="7981312" y="4289908"/>
            <a:ext cx="3981504" cy="286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lnSpc>
                <a:spcPct val="85000"/>
              </a:lnSpc>
            </a:pPr>
            <a:r>
              <a:rPr lang="en-US" altLang="en-US" sz="2800" i="1" dirty="0">
                <a:solidFill>
                  <a:srgbClr val="0000A3"/>
                </a:solidFill>
                <a:latin typeface="+mn-lt"/>
              </a:rPr>
              <a:t>Computer Networking: A Top-Down Approach </a:t>
            </a:r>
            <a:br>
              <a:rPr lang="en-US" altLang="en-US" sz="2800" dirty="0">
                <a:solidFill>
                  <a:srgbClr val="008000"/>
                </a:solidFill>
                <a:latin typeface="+mn-lt"/>
              </a:rPr>
            </a:br>
            <a:r>
              <a:rPr lang="en-US" altLang="en-US" sz="1800" dirty="0">
                <a:latin typeface="+mn-lt"/>
              </a:rPr>
              <a:t>8</a:t>
            </a:r>
            <a:r>
              <a:rPr lang="en-US" altLang="en-US" sz="1800" baseline="30000" dirty="0">
                <a:latin typeface="+mn-lt"/>
              </a:rPr>
              <a:t>th</a:t>
            </a:r>
            <a:r>
              <a:rPr lang="en-US" altLang="en-US" sz="1800" dirty="0">
                <a:latin typeface="+mn-lt"/>
              </a:rPr>
              <a:t> edition </a:t>
            </a:r>
            <a:br>
              <a:rPr lang="en-US" altLang="en-US" sz="1800" dirty="0">
                <a:latin typeface="+mn-lt"/>
              </a:rPr>
            </a:br>
            <a:r>
              <a:rPr lang="en-US" altLang="en-US" sz="1800" dirty="0">
                <a:latin typeface="+mn-lt"/>
              </a:rPr>
              <a:t>Jim Kurose, Keith Ross</a:t>
            </a:r>
            <a:br>
              <a:rPr lang="en-US" altLang="en-US" sz="1800" dirty="0">
                <a:latin typeface="+mn-lt"/>
              </a:rPr>
            </a:br>
            <a:r>
              <a:rPr lang="en-US" altLang="en-US" sz="1800" dirty="0">
                <a:latin typeface="+mn-lt"/>
              </a:rPr>
              <a:t>Pearson, 2020</a:t>
            </a:r>
            <a:endParaRPr lang="en-US" altLang="en-US" sz="2000" dirty="0">
              <a:latin typeface="+mn-lt"/>
            </a:endParaRPr>
          </a:p>
        </p:txBody>
      </p:sp>
      <p:sp>
        <p:nvSpPr>
          <p:cNvPr id="6" name="Rectangle 3">
            <a:extLst>
              <a:ext uri="{FF2B5EF4-FFF2-40B4-BE49-F238E27FC236}">
                <a16:creationId xmlns:a16="http://schemas.microsoft.com/office/drawing/2014/main" id="{9A9F684E-5DD1-6543-95D2-8EB5E7619BE2}"/>
              </a:ext>
            </a:extLst>
          </p:cNvPr>
          <p:cNvSpPr>
            <a:spLocks noChangeArrowheads="1"/>
          </p:cNvSpPr>
          <p:nvPr/>
        </p:nvSpPr>
        <p:spPr bwMode="auto">
          <a:xfrm>
            <a:off x="1325034" y="561975"/>
            <a:ext cx="5127523" cy="1939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nSpc>
                <a:spcPct val="85000"/>
              </a:lnSpc>
            </a:pPr>
            <a:r>
              <a:rPr lang="en-US" altLang="en-US" sz="5400" b="1" dirty="0">
                <a:solidFill>
                  <a:srgbClr val="000099"/>
                </a:solidFill>
                <a:latin typeface="+mj-lt"/>
              </a:rPr>
              <a:t>Chapter 6</a:t>
            </a:r>
            <a:br>
              <a:rPr lang="en-US" altLang="en-US" sz="6000" b="1" dirty="0">
                <a:solidFill>
                  <a:srgbClr val="000099"/>
                </a:solidFill>
                <a:latin typeface="+mj-lt"/>
              </a:rPr>
            </a:br>
            <a:r>
              <a:rPr lang="en-US" altLang="en-US" sz="5400" b="1" dirty="0">
                <a:solidFill>
                  <a:srgbClr val="000099"/>
                </a:solidFill>
                <a:latin typeface="+mj-lt"/>
              </a:rPr>
              <a:t>The Link Layer </a:t>
            </a:r>
          </a:p>
          <a:p>
            <a:pPr>
              <a:lnSpc>
                <a:spcPct val="85000"/>
              </a:lnSpc>
            </a:pPr>
            <a:r>
              <a:rPr lang="en-US" altLang="en-US" sz="5400" b="1" dirty="0">
                <a:solidFill>
                  <a:srgbClr val="000099"/>
                </a:solidFill>
                <a:latin typeface="+mj-lt"/>
              </a:rPr>
              <a:t>and LANs</a:t>
            </a:r>
          </a:p>
        </p:txBody>
      </p:sp>
      <p:sp>
        <p:nvSpPr>
          <p:cNvPr id="7" name="Text Box 6">
            <a:extLst>
              <a:ext uri="{FF2B5EF4-FFF2-40B4-BE49-F238E27FC236}">
                <a16:creationId xmlns:a16="http://schemas.microsoft.com/office/drawing/2014/main" id="{8A719B73-7005-5F48-AB23-FCC253DE1BCB}"/>
              </a:ext>
            </a:extLst>
          </p:cNvPr>
          <p:cNvSpPr txBox="1">
            <a:spLocks noChangeArrowheads="1"/>
          </p:cNvSpPr>
          <p:nvPr/>
        </p:nvSpPr>
        <p:spPr bwMode="auto">
          <a:xfrm>
            <a:off x="1350014" y="2647662"/>
            <a:ext cx="5378450" cy="16296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US" sz="1800" dirty="0">
                <a:latin typeface="+mn-lt"/>
              </a:rPr>
              <a:t>A note on the use of these PowerPoint slides:</a:t>
            </a:r>
          </a:p>
          <a:p>
            <a:r>
              <a:rPr lang="en-US" altLang="en-US" sz="1400" dirty="0">
                <a:latin typeface="+mn-lt"/>
              </a:rPr>
              <a:t>We’</a:t>
            </a:r>
            <a:r>
              <a:rPr lang="en-US" altLang="ja-JP" sz="1400" dirty="0">
                <a:latin typeface="+mn-lt"/>
              </a:rPr>
              <a:t>re making these slides freely available to all (faculty, students, readers). They’re in PowerPoint form so you see the animations; and can add, modify, and delete slides  (including this one) and slide content to suit your needs. They obviously represent a </a:t>
            </a:r>
            <a:r>
              <a:rPr lang="en-US" altLang="ja-JP" sz="1400" i="1" dirty="0">
                <a:latin typeface="+mn-lt"/>
              </a:rPr>
              <a:t>lot</a:t>
            </a:r>
            <a:r>
              <a:rPr lang="en-US" altLang="ja-JP" sz="1400" dirty="0">
                <a:latin typeface="+mn-lt"/>
              </a:rPr>
              <a:t> of work on our part. In return for use, we only ask the following:</a:t>
            </a:r>
          </a:p>
          <a:p>
            <a:pPr>
              <a:lnSpc>
                <a:spcPct val="85000"/>
              </a:lnSpc>
            </a:pPr>
            <a:endParaRPr lang="en-US" altLang="en-US" sz="1400" dirty="0"/>
          </a:p>
        </p:txBody>
      </p:sp>
      <p:sp>
        <p:nvSpPr>
          <p:cNvPr id="8" name="Text Box 7">
            <a:extLst>
              <a:ext uri="{FF2B5EF4-FFF2-40B4-BE49-F238E27FC236}">
                <a16:creationId xmlns:a16="http://schemas.microsoft.com/office/drawing/2014/main" id="{BD221538-7929-D34F-8387-EA57F966E19A}"/>
              </a:ext>
            </a:extLst>
          </p:cNvPr>
          <p:cNvSpPr txBox="1">
            <a:spLocks noChangeArrowheads="1"/>
          </p:cNvSpPr>
          <p:nvPr/>
        </p:nvSpPr>
        <p:spPr bwMode="auto">
          <a:xfrm>
            <a:off x="1325035" y="3894603"/>
            <a:ext cx="5378450" cy="26361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173038" indent="-173038">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nSpc>
                <a:spcPct val="85000"/>
              </a:lnSpc>
            </a:pPr>
            <a:endParaRPr lang="en-US" altLang="en-US" sz="1400" dirty="0">
              <a:latin typeface="Gill Sans MT" panose="020B0502020104020203" pitchFamily="34" charset="77"/>
            </a:endParaRPr>
          </a:p>
          <a:p>
            <a:pPr marL="290513" indent="-168275">
              <a:buClr>
                <a:srgbClr val="0000A8"/>
              </a:buClr>
              <a:buSzPct val="75000"/>
              <a:buFont typeface="Wingdings" pitchFamily="2" charset="2"/>
              <a:buChar char="§"/>
            </a:pPr>
            <a:r>
              <a:rPr lang="en-US" altLang="en-US" sz="1400" dirty="0">
                <a:latin typeface="+mn-lt"/>
                <a:cs typeface="Calibri" panose="020F0502020204030204" pitchFamily="34" charset="0"/>
              </a:rPr>
              <a:t>If you use these slides (e.g., in a class) that you mention their source (after all, we’</a:t>
            </a:r>
            <a:r>
              <a:rPr lang="en-US" altLang="ja-JP" sz="1400" dirty="0">
                <a:latin typeface="+mn-lt"/>
                <a:cs typeface="Calibri" panose="020F0502020204030204" pitchFamily="34" charset="0"/>
              </a:rPr>
              <a:t>d like people to use our book!)</a:t>
            </a:r>
          </a:p>
          <a:p>
            <a:pPr marL="290513" indent="-168275">
              <a:buClr>
                <a:srgbClr val="0000A8"/>
              </a:buClr>
              <a:buSzPct val="75000"/>
              <a:buFont typeface="Wingdings" pitchFamily="2" charset="2"/>
              <a:buChar char="§"/>
            </a:pPr>
            <a:r>
              <a:rPr lang="en-US" altLang="en-US" sz="1400" dirty="0">
                <a:latin typeface="+mn-lt"/>
                <a:cs typeface="Calibri" panose="020F0502020204030204" pitchFamily="34" charset="0"/>
              </a:rPr>
              <a:t>If you post any slides on a www site, that you note that they are adapted from (or perhaps identical to) our slides, and note our copyright of this material.</a:t>
            </a:r>
          </a:p>
          <a:p>
            <a:pPr>
              <a:lnSpc>
                <a:spcPct val="85000"/>
              </a:lnSpc>
              <a:buClr>
                <a:schemeClr val="accent2"/>
              </a:buClr>
              <a:buFont typeface="Wingdings" pitchFamily="2" charset="2"/>
              <a:buNone/>
            </a:pPr>
            <a:endParaRPr lang="en-US" altLang="en-US" sz="1400" dirty="0">
              <a:latin typeface="+mn-lt"/>
            </a:endParaRPr>
          </a:p>
          <a:p>
            <a:pPr marL="15875" indent="0">
              <a:lnSpc>
                <a:spcPct val="85000"/>
              </a:lnSpc>
              <a:buClr>
                <a:schemeClr val="accent2"/>
              </a:buClr>
              <a:buFont typeface="Wingdings" pitchFamily="2" charset="2"/>
              <a:buNone/>
            </a:pPr>
            <a:r>
              <a:rPr lang="en-US" altLang="en-US" sz="1400" dirty="0">
                <a:latin typeface="+mn-lt"/>
              </a:rPr>
              <a:t>For a revision history, see the slide note for this page. </a:t>
            </a:r>
          </a:p>
          <a:p>
            <a:pPr marL="15875" indent="0">
              <a:lnSpc>
                <a:spcPct val="85000"/>
              </a:lnSpc>
              <a:buClr>
                <a:schemeClr val="accent2"/>
              </a:buClr>
              <a:buFont typeface="Wingdings" pitchFamily="2" charset="2"/>
              <a:buNone/>
            </a:pPr>
            <a:endParaRPr lang="en-US" altLang="en-US" sz="1400" dirty="0">
              <a:latin typeface="+mn-lt"/>
            </a:endParaRPr>
          </a:p>
          <a:p>
            <a:pPr marL="15875" indent="0">
              <a:lnSpc>
                <a:spcPct val="85000"/>
              </a:lnSpc>
              <a:buClr>
                <a:schemeClr val="accent2"/>
              </a:buClr>
              <a:buFont typeface="Wingdings" pitchFamily="2" charset="2"/>
              <a:buNone/>
            </a:pPr>
            <a:r>
              <a:rPr lang="en-US" altLang="en-US" sz="1400" dirty="0">
                <a:latin typeface="+mn-lt"/>
              </a:rPr>
              <a:t>Thanks and enjoy!  JFK/KWR</a:t>
            </a:r>
          </a:p>
          <a:p>
            <a:pPr>
              <a:lnSpc>
                <a:spcPct val="85000"/>
              </a:lnSpc>
            </a:pPr>
            <a:endParaRPr lang="en-US" altLang="en-US" sz="1400" dirty="0">
              <a:latin typeface="+mn-lt"/>
            </a:endParaRPr>
          </a:p>
          <a:p>
            <a:pPr>
              <a:lnSpc>
                <a:spcPct val="85000"/>
              </a:lnSpc>
            </a:pPr>
            <a:r>
              <a:rPr lang="en-US" altLang="en-US" sz="1400" dirty="0">
                <a:latin typeface="+mn-lt"/>
              </a:rPr>
              <a:t>     All material copyright 1996-2023</a:t>
            </a:r>
          </a:p>
          <a:p>
            <a:pPr>
              <a:lnSpc>
                <a:spcPct val="85000"/>
              </a:lnSpc>
            </a:pPr>
            <a:r>
              <a:rPr lang="en-US" altLang="en-US" sz="1400" dirty="0">
                <a:latin typeface="+mn-lt"/>
              </a:rPr>
              <a:t>     J.F Kurose and K.W. Ross, All Rights Reserved</a:t>
            </a:r>
            <a:endParaRPr lang="en-US" altLang="en-US" sz="1200" dirty="0">
              <a:latin typeface="+mn-lt"/>
            </a:endParaRPr>
          </a:p>
        </p:txBody>
      </p:sp>
      <p:pic>
        <p:nvPicPr>
          <p:cNvPr id="9" name="Picture 8" descr="A picture containing outdoor, water, bridge, building&#10;&#10;Description automatically generated">
            <a:extLst>
              <a:ext uri="{FF2B5EF4-FFF2-40B4-BE49-F238E27FC236}">
                <a16:creationId xmlns:a16="http://schemas.microsoft.com/office/drawing/2014/main" id="{F92E998D-891C-8C4D-A1FD-4079E0691FBD}"/>
              </a:ext>
            </a:extLst>
          </p:cNvPr>
          <p:cNvPicPr>
            <a:picLocks noChangeAspect="1"/>
          </p:cNvPicPr>
          <p:nvPr/>
        </p:nvPicPr>
        <p:blipFill>
          <a:blip r:embed="rId3"/>
          <a:stretch>
            <a:fillRect/>
          </a:stretch>
        </p:blipFill>
        <p:spPr>
          <a:xfrm>
            <a:off x="8135257" y="887185"/>
            <a:ext cx="3040743" cy="3800929"/>
          </a:xfrm>
          <a:prstGeom prst="rect">
            <a:avLst/>
          </a:prstGeom>
          <a:effectLst>
            <a:outerShdw blurRad="50800" dist="38100" dir="18900000" algn="bl" rotWithShape="0">
              <a:prstClr val="black">
                <a:alpha val="40000"/>
              </a:prstClr>
            </a:outerShdw>
          </a:effectLst>
        </p:spPr>
      </p:pic>
    </p:spTree>
    <p:extLst>
      <p:ext uri="{BB962C8B-B14F-4D97-AF65-F5344CB8AC3E}">
        <p14:creationId xmlns:p14="http://schemas.microsoft.com/office/powerpoint/2010/main" val="23148255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0F6FC3-7DD0-8D48-A73C-1EC08DB3BAF6}"/>
              </a:ext>
            </a:extLst>
          </p:cNvPr>
          <p:cNvSpPr>
            <a:spLocks noGrp="1"/>
          </p:cNvSpPr>
          <p:nvPr>
            <p:ph type="title"/>
          </p:nvPr>
        </p:nvSpPr>
        <p:spPr/>
        <p:txBody>
          <a:bodyPr/>
          <a:lstStyle/>
          <a:p>
            <a:r>
              <a:rPr lang="en-US" altLang="en-US" dirty="0">
                <a:cs typeface="Calibri" panose="020F0502020204030204" pitchFamily="34" charset="0"/>
              </a:rPr>
              <a:t>Link layer and LANs: our goals</a:t>
            </a:r>
            <a:endParaRPr lang="en-US" dirty="0"/>
          </a:p>
        </p:txBody>
      </p:sp>
      <p:sp>
        <p:nvSpPr>
          <p:cNvPr id="3" name="Content Placeholder 2">
            <a:extLst>
              <a:ext uri="{FF2B5EF4-FFF2-40B4-BE49-F238E27FC236}">
                <a16:creationId xmlns:a16="http://schemas.microsoft.com/office/drawing/2014/main" id="{99183EDA-C355-9A48-9A7B-13CAE9D049C3}"/>
              </a:ext>
            </a:extLst>
          </p:cNvPr>
          <p:cNvSpPr>
            <a:spLocks noGrp="1"/>
          </p:cNvSpPr>
          <p:nvPr>
            <p:ph sz="half" idx="1"/>
          </p:nvPr>
        </p:nvSpPr>
        <p:spPr>
          <a:xfrm>
            <a:off x="838200" y="1572572"/>
            <a:ext cx="5181600" cy="4698465"/>
          </a:xfrm>
        </p:spPr>
        <p:txBody>
          <a:bodyPr>
            <a:normAutofit/>
          </a:bodyPr>
          <a:lstStyle/>
          <a:p>
            <a:pPr marL="342900" indent="-212725">
              <a:buFont typeface="Wingdings" charset="2"/>
              <a:buChar char="§"/>
              <a:defRPr/>
            </a:pPr>
            <a:r>
              <a:rPr lang="en-US" sz="3200" dirty="0"/>
              <a:t>understand principles behind link layer services:</a:t>
            </a:r>
          </a:p>
          <a:p>
            <a:pPr marL="688975" lvl="1" indent="-317500">
              <a:lnSpc>
                <a:spcPct val="100000"/>
              </a:lnSpc>
              <a:defRPr/>
            </a:pPr>
            <a:r>
              <a:rPr lang="en-US" sz="2800" dirty="0"/>
              <a:t>error detection, correction</a:t>
            </a:r>
          </a:p>
          <a:p>
            <a:pPr marL="688975" lvl="1" indent="-317500">
              <a:lnSpc>
                <a:spcPct val="100000"/>
              </a:lnSpc>
              <a:defRPr/>
            </a:pPr>
            <a:r>
              <a:rPr lang="en-US" sz="2800" dirty="0"/>
              <a:t>sharing a broadcast channel: multiple access</a:t>
            </a:r>
          </a:p>
          <a:p>
            <a:pPr marL="688975" lvl="1" indent="-317500">
              <a:lnSpc>
                <a:spcPct val="100000"/>
              </a:lnSpc>
              <a:defRPr/>
            </a:pPr>
            <a:r>
              <a:rPr lang="en-US" sz="2800" dirty="0"/>
              <a:t>link layer addressing</a:t>
            </a:r>
          </a:p>
          <a:p>
            <a:pPr marL="688975" lvl="1" indent="-317500">
              <a:lnSpc>
                <a:spcPct val="100000"/>
              </a:lnSpc>
              <a:defRPr/>
            </a:pPr>
            <a:r>
              <a:rPr lang="en-US" sz="2800" dirty="0"/>
              <a:t>local area networks: Ethernet, VLANs</a:t>
            </a:r>
          </a:p>
          <a:p>
            <a:pPr marL="342900" indent="-212725">
              <a:buFont typeface="Wingdings" charset="2"/>
              <a:buChar char="§"/>
              <a:defRPr/>
            </a:pPr>
            <a:r>
              <a:rPr lang="en-US" sz="3200" dirty="0"/>
              <a:t>datacenter networks</a:t>
            </a:r>
          </a:p>
          <a:p>
            <a:pPr marL="130175" indent="0">
              <a:buNone/>
            </a:pPr>
            <a:endParaRPr lang="en-US" dirty="0"/>
          </a:p>
        </p:txBody>
      </p:sp>
      <p:sp>
        <p:nvSpPr>
          <p:cNvPr id="4" name="Content Placeholder 3">
            <a:extLst>
              <a:ext uri="{FF2B5EF4-FFF2-40B4-BE49-F238E27FC236}">
                <a16:creationId xmlns:a16="http://schemas.microsoft.com/office/drawing/2014/main" id="{9B6A4EEF-90EE-424B-9F5F-D32E647EF1B0}"/>
              </a:ext>
            </a:extLst>
          </p:cNvPr>
          <p:cNvSpPr>
            <a:spLocks noGrp="1"/>
          </p:cNvSpPr>
          <p:nvPr>
            <p:ph sz="half" idx="2"/>
          </p:nvPr>
        </p:nvSpPr>
        <p:spPr>
          <a:xfrm>
            <a:off x="6304934" y="1602070"/>
            <a:ext cx="5584371" cy="4351338"/>
          </a:xfrm>
        </p:spPr>
        <p:txBody>
          <a:bodyPr>
            <a:normAutofit/>
          </a:bodyPr>
          <a:lstStyle/>
          <a:p>
            <a:pPr marL="407988" indent="-277813"/>
            <a:r>
              <a:rPr lang="en-US" sz="3200" dirty="0"/>
              <a:t>instantiation, implementation of various link layer technologies</a:t>
            </a:r>
            <a:endParaRPr lang="en-US" sz="2800" dirty="0"/>
          </a:p>
        </p:txBody>
      </p:sp>
      <p:pic>
        <p:nvPicPr>
          <p:cNvPr id="7" name="Picture 6" descr="A train crossing a bridge over a body of water&#10;&#10;Description automatically generated">
            <a:extLst>
              <a:ext uri="{FF2B5EF4-FFF2-40B4-BE49-F238E27FC236}">
                <a16:creationId xmlns:a16="http://schemas.microsoft.com/office/drawing/2014/main" id="{439BFE83-3A49-904C-8D0A-2D330947D15C}"/>
              </a:ext>
            </a:extLst>
          </p:cNvPr>
          <p:cNvPicPr>
            <a:picLocks noChangeAspect="1"/>
          </p:cNvPicPr>
          <p:nvPr/>
        </p:nvPicPr>
        <p:blipFill>
          <a:blip r:embed="rId3"/>
          <a:stretch>
            <a:fillRect/>
          </a:stretch>
        </p:blipFill>
        <p:spPr>
          <a:xfrm>
            <a:off x="6657543" y="3498941"/>
            <a:ext cx="3102316" cy="2326737"/>
          </a:xfrm>
          <a:prstGeom prst="rect">
            <a:avLst/>
          </a:prstGeom>
          <a:effectLst>
            <a:outerShdw blurRad="50800" dist="38100" dir="18900000" algn="bl" rotWithShape="0">
              <a:prstClr val="black">
                <a:alpha val="40000"/>
              </a:prstClr>
            </a:outerShdw>
          </a:effectLst>
        </p:spPr>
      </p:pic>
      <p:sp>
        <p:nvSpPr>
          <p:cNvPr id="8" name="Slide Number Placeholder 4">
            <a:extLst>
              <a:ext uri="{FF2B5EF4-FFF2-40B4-BE49-F238E27FC236}">
                <a16:creationId xmlns:a16="http://schemas.microsoft.com/office/drawing/2014/main" id="{0B01662C-0D2B-C547-B59B-BA568A5A2F00}"/>
              </a:ext>
            </a:extLst>
          </p:cNvPr>
          <p:cNvSpPr>
            <a:spLocks noGrp="1"/>
          </p:cNvSpPr>
          <p:nvPr>
            <p:ph type="sldNum" sz="quarter" idx="4"/>
          </p:nvPr>
        </p:nvSpPr>
        <p:spPr>
          <a:xfrm>
            <a:off x="9219616" y="6443089"/>
            <a:ext cx="2743200" cy="365125"/>
          </a:xfrm>
        </p:spPr>
        <p:txBody>
          <a:bodyPr/>
          <a:lstStyle/>
          <a:p>
            <a:r>
              <a:rPr lang="en-US" dirty="0"/>
              <a:t>Link Layer: 6-</a:t>
            </a:r>
            <a:fld id="{C4204591-24BD-A542-B9D5-F8D8A88D2FEE}" type="slidenum">
              <a:rPr lang="en-US" smtClean="0"/>
              <a:pPr/>
              <a:t>2</a:t>
            </a:fld>
            <a:endParaRPr lang="en-US" dirty="0"/>
          </a:p>
        </p:txBody>
      </p:sp>
    </p:spTree>
    <p:extLst>
      <p:ext uri="{BB962C8B-B14F-4D97-AF65-F5344CB8AC3E}">
        <p14:creationId xmlns:p14="http://schemas.microsoft.com/office/powerpoint/2010/main" val="110133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500"/>
                                        <p:tgtEl>
                                          <p:spTgt spid="3">
                                            <p:txEl>
                                              <p:pRg st="0" end="0"/>
                                            </p:txEl>
                                          </p:spTgt>
                                        </p:tgtEl>
                                      </p:cBhvr>
                                    </p:animEffect>
                                  </p:childTnLst>
                                </p:cTn>
                              </p:par>
                              <p:par>
                                <p:cTn id="8" presetID="9"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dissolve">
                                      <p:cBhvr>
                                        <p:cTn id="10" dur="500"/>
                                        <p:tgtEl>
                                          <p:spTgt spid="3">
                                            <p:txEl>
                                              <p:pRg st="1" end="1"/>
                                            </p:txEl>
                                          </p:spTgt>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dissolve">
                                      <p:cBhvr>
                                        <p:cTn id="13" dur="500"/>
                                        <p:tgtEl>
                                          <p:spTgt spid="3">
                                            <p:txEl>
                                              <p:pRg st="2" end="2"/>
                                            </p:txEl>
                                          </p:spTgt>
                                        </p:tgtEl>
                                      </p:cBhvr>
                                    </p:animEffect>
                                  </p:childTnLst>
                                </p:cTn>
                              </p:par>
                              <p:par>
                                <p:cTn id="14" presetID="9" presetClass="entr" presetSubtype="0" fill="hold" grpId="0"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dissolve">
                                      <p:cBhvr>
                                        <p:cTn id="16" dur="500"/>
                                        <p:tgtEl>
                                          <p:spTgt spid="3">
                                            <p:txEl>
                                              <p:pRg st="3" end="3"/>
                                            </p:txEl>
                                          </p:spTgt>
                                        </p:tgtEl>
                                      </p:cBhvr>
                                    </p:animEffect>
                                  </p:childTnLst>
                                </p:cTn>
                              </p:par>
                              <p:par>
                                <p:cTn id="17" presetID="9"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dissolve">
                                      <p:cBhvr>
                                        <p:cTn id="19" dur="500"/>
                                        <p:tgtEl>
                                          <p:spTgt spid="3">
                                            <p:txEl>
                                              <p:pRg st="4" end="4"/>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9" presetClass="entr" presetSubtype="0" fill="hold" grpId="0" nodeType="clickEffect">
                                  <p:stCondLst>
                                    <p:cond delay="0"/>
                                  </p:stCondLst>
                                  <p:childTnLst>
                                    <p:set>
                                      <p:cBhvr>
                                        <p:cTn id="23" dur="1" fill="hold">
                                          <p:stCondLst>
                                            <p:cond delay="0"/>
                                          </p:stCondLst>
                                        </p:cTn>
                                        <p:tgtEl>
                                          <p:spTgt spid="3">
                                            <p:txEl>
                                              <p:pRg st="5" end="5"/>
                                            </p:txEl>
                                          </p:spTgt>
                                        </p:tgtEl>
                                        <p:attrNameLst>
                                          <p:attrName>style.visibility</p:attrName>
                                        </p:attrNameLst>
                                      </p:cBhvr>
                                      <p:to>
                                        <p:strVal val="visible"/>
                                      </p:to>
                                    </p:set>
                                    <p:animEffect transition="in" filter="dissolve">
                                      <p:cBhvr>
                                        <p:cTn id="24" dur="500"/>
                                        <p:tgtEl>
                                          <p:spTgt spid="3">
                                            <p:txEl>
                                              <p:pRg st="5" end="5"/>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9" presetClass="entr" presetSubtype="0" fill="hold" grpId="0" nodeType="clickEffect">
                                  <p:stCondLst>
                                    <p:cond delay="0"/>
                                  </p:stCondLst>
                                  <p:childTnLst>
                                    <p:set>
                                      <p:cBhvr>
                                        <p:cTn id="28" dur="1" fill="hold">
                                          <p:stCondLst>
                                            <p:cond delay="0"/>
                                          </p:stCondLst>
                                        </p:cTn>
                                        <p:tgtEl>
                                          <p:spTgt spid="4">
                                            <p:txEl>
                                              <p:pRg st="0" end="0"/>
                                            </p:txEl>
                                          </p:spTgt>
                                        </p:tgtEl>
                                        <p:attrNameLst>
                                          <p:attrName>style.visibility</p:attrName>
                                        </p:attrNameLst>
                                      </p:cBhvr>
                                      <p:to>
                                        <p:strVal val="visible"/>
                                      </p:to>
                                    </p:set>
                                    <p:animEffect transition="in" filter="dissolve">
                                      <p:cBhvr>
                                        <p:cTn id="29" dur="5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uiExpand="1"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1" y="289325"/>
            <a:ext cx="10515600" cy="894622"/>
          </a:xfrm>
        </p:spPr>
        <p:txBody>
          <a:bodyPr>
            <a:normAutofit/>
          </a:bodyPr>
          <a:lstStyle/>
          <a:p>
            <a:r>
              <a:rPr lang="en-US" altLang="en-US" dirty="0">
                <a:cs typeface="Calibri" panose="020F0502020204030204" pitchFamily="34" charset="0"/>
              </a:rPr>
              <a:t>Link layer, LANs: roadmap</a:t>
            </a:r>
            <a:endParaRPr lang="en-US" sz="4400" dirty="0"/>
          </a:p>
        </p:txBody>
      </p:sp>
      <p:pic>
        <p:nvPicPr>
          <p:cNvPr id="6" name="Picture 5" descr="A train crossing a bridge over a body of water&#10;&#10;Description automatically generated">
            <a:extLst>
              <a:ext uri="{FF2B5EF4-FFF2-40B4-BE49-F238E27FC236}">
                <a16:creationId xmlns:a16="http://schemas.microsoft.com/office/drawing/2014/main" id="{8B05C88C-8150-3A41-8E34-0D407B652F32}"/>
              </a:ext>
            </a:extLst>
          </p:cNvPr>
          <p:cNvPicPr>
            <a:picLocks noChangeAspect="1"/>
          </p:cNvPicPr>
          <p:nvPr/>
        </p:nvPicPr>
        <p:blipFill>
          <a:blip r:embed="rId3"/>
          <a:stretch>
            <a:fillRect/>
          </a:stretch>
        </p:blipFill>
        <p:spPr>
          <a:xfrm>
            <a:off x="7239434" y="1891814"/>
            <a:ext cx="3102316" cy="2326737"/>
          </a:xfrm>
          <a:prstGeom prst="rect">
            <a:avLst/>
          </a:prstGeom>
          <a:effectLst>
            <a:outerShdw blurRad="50800" dist="38100" dir="18900000" algn="bl" rotWithShape="0">
              <a:prstClr val="black">
                <a:alpha val="40000"/>
              </a:prstClr>
            </a:outerShdw>
          </a:effectLst>
        </p:spPr>
      </p:pic>
      <p:sp>
        <p:nvSpPr>
          <p:cNvPr id="7" name="Rectangle 4">
            <a:extLst>
              <a:ext uri="{FF2B5EF4-FFF2-40B4-BE49-F238E27FC236}">
                <a16:creationId xmlns:a16="http://schemas.microsoft.com/office/drawing/2014/main" id="{F3A4FBDA-F3DE-F640-AAEE-CE557E67DD69}"/>
              </a:ext>
            </a:extLst>
          </p:cNvPr>
          <p:cNvSpPr txBox="1">
            <a:spLocks noChangeArrowheads="1"/>
          </p:cNvSpPr>
          <p:nvPr/>
        </p:nvSpPr>
        <p:spPr>
          <a:xfrm>
            <a:off x="6553857" y="4906563"/>
            <a:ext cx="5066531" cy="981619"/>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333375">
              <a:defRPr/>
            </a:pPr>
            <a:r>
              <a:rPr lang="en-US" dirty="0"/>
              <a:t>a day in the life of a web request</a:t>
            </a:r>
          </a:p>
          <a:p>
            <a:pPr lvl="1"/>
            <a:endParaRPr lang="en-US" altLang="en-US" dirty="0"/>
          </a:p>
        </p:txBody>
      </p:sp>
      <p:sp>
        <p:nvSpPr>
          <p:cNvPr id="10" name="Rectangle 4">
            <a:extLst>
              <a:ext uri="{FF2B5EF4-FFF2-40B4-BE49-F238E27FC236}">
                <a16:creationId xmlns:a16="http://schemas.microsoft.com/office/drawing/2014/main" id="{2935D8EE-730D-3846-8ED3-CF147CA4A373}"/>
              </a:ext>
            </a:extLst>
          </p:cNvPr>
          <p:cNvSpPr txBox="1">
            <a:spLocks noChangeArrowheads="1"/>
          </p:cNvSpPr>
          <p:nvPr/>
        </p:nvSpPr>
        <p:spPr>
          <a:xfrm>
            <a:off x="980265" y="1388119"/>
            <a:ext cx="5571867" cy="5039185"/>
          </a:xfrm>
          <a:prstGeom prst="rect">
            <a:avLst/>
          </a:prstGeom>
        </p:spPr>
        <p:txBody>
          <a:bodyPr vert="horz" lIns="91440" tIns="45720" rIns="91440" bIns="45720" rtlCol="0">
            <a:no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74638">
              <a:spcBef>
                <a:spcPts val="600"/>
              </a:spcBef>
              <a:buClr>
                <a:srgbClr val="0000A8"/>
              </a:buClr>
            </a:pPr>
            <a:r>
              <a:rPr lang="en-US" altLang="en-US" sz="3600" dirty="0">
                <a:solidFill>
                  <a:srgbClr val="C00000"/>
                </a:solidFill>
                <a:ea typeface="ＭＳ Ｐゴシック" panose="020B0600070205080204" pitchFamily="34" charset="-128"/>
                <a:cs typeface="Arial" panose="020B0604020202020204" pitchFamily="34" charset="0"/>
              </a:rPr>
              <a:t>introduction</a:t>
            </a:r>
          </a:p>
          <a:p>
            <a:pPr marL="285750" indent="-274638">
              <a:spcBef>
                <a:spcPts val="600"/>
              </a:spcBef>
              <a:buClr>
                <a:srgbClr val="0000A8"/>
              </a:buClr>
            </a:pPr>
            <a:r>
              <a:rPr lang="en-US" altLang="en-US" dirty="0">
                <a:ea typeface="ＭＳ Ｐゴシック" panose="020B0600070205080204" pitchFamily="34" charset="-128"/>
                <a:cs typeface="Arial" panose="020B0604020202020204" pitchFamily="34" charset="0"/>
              </a:rPr>
              <a:t>error detection, correction </a:t>
            </a:r>
          </a:p>
          <a:p>
            <a:pPr marL="285750" indent="-274638">
              <a:spcBef>
                <a:spcPts val="600"/>
              </a:spcBef>
              <a:buClr>
                <a:srgbClr val="0000A8"/>
              </a:buClr>
            </a:pPr>
            <a:r>
              <a:rPr lang="en-US" altLang="en-US" dirty="0">
                <a:ea typeface="ＭＳ Ｐゴシック" panose="020B0600070205080204" pitchFamily="34" charset="-128"/>
                <a:cs typeface="Arial" panose="020B0604020202020204" pitchFamily="34" charset="0"/>
              </a:rPr>
              <a:t>multiple access protocols</a:t>
            </a:r>
          </a:p>
          <a:p>
            <a:pPr marL="285750" indent="-274638">
              <a:spcBef>
                <a:spcPts val="600"/>
              </a:spcBef>
              <a:buClr>
                <a:srgbClr val="0000A8"/>
              </a:buClr>
            </a:pPr>
            <a:r>
              <a:rPr lang="en-US" altLang="en-US" dirty="0">
                <a:ea typeface="ＭＳ Ｐゴシック" panose="020B0600070205080204" pitchFamily="34" charset="-128"/>
                <a:cs typeface="Arial" panose="020B0604020202020204" pitchFamily="34" charset="0"/>
              </a:rPr>
              <a:t>LANs</a:t>
            </a:r>
          </a:p>
          <a:p>
            <a:pPr marL="628650" lvl="1" indent="-274638">
              <a:spcBef>
                <a:spcPts val="600"/>
              </a:spcBef>
            </a:pPr>
            <a:r>
              <a:rPr lang="en-US" altLang="en-US" sz="2800" dirty="0">
                <a:ea typeface="ＭＳ Ｐゴシック" panose="020B0600070205080204" pitchFamily="34" charset="-128"/>
                <a:cs typeface="Arial" panose="020B0604020202020204" pitchFamily="34" charset="0"/>
              </a:rPr>
              <a:t>addressing, ARP</a:t>
            </a:r>
          </a:p>
          <a:p>
            <a:pPr marL="628650" lvl="1" indent="-274638">
              <a:spcBef>
                <a:spcPts val="600"/>
              </a:spcBef>
            </a:pPr>
            <a:r>
              <a:rPr lang="en-US" altLang="en-US" sz="2800" dirty="0">
                <a:ea typeface="ＭＳ Ｐゴシック" panose="020B0600070205080204" pitchFamily="34" charset="-128"/>
                <a:cs typeface="Arial" panose="020B0604020202020204" pitchFamily="34" charset="0"/>
              </a:rPr>
              <a:t>Ethernet</a:t>
            </a:r>
          </a:p>
          <a:p>
            <a:pPr marL="628650" lvl="1" indent="-274638">
              <a:spcBef>
                <a:spcPts val="600"/>
              </a:spcBef>
            </a:pPr>
            <a:r>
              <a:rPr lang="en-US" altLang="en-US" sz="2800" dirty="0">
                <a:ea typeface="ＭＳ Ｐゴシック" panose="020B0600070205080204" pitchFamily="34" charset="-128"/>
                <a:cs typeface="Arial" panose="020B0604020202020204" pitchFamily="34" charset="0"/>
              </a:rPr>
              <a:t>switches</a:t>
            </a:r>
          </a:p>
          <a:p>
            <a:pPr marL="628650" lvl="1" indent="-274638">
              <a:spcBef>
                <a:spcPts val="600"/>
              </a:spcBef>
            </a:pPr>
            <a:r>
              <a:rPr lang="en-US" altLang="en-US" sz="2800" dirty="0">
                <a:ea typeface="ＭＳ Ｐゴシック" panose="020B0600070205080204" pitchFamily="34" charset="-128"/>
                <a:cs typeface="Arial" panose="020B0604020202020204" pitchFamily="34" charset="0"/>
              </a:rPr>
              <a:t>VLANs</a:t>
            </a:r>
          </a:p>
          <a:p>
            <a:pPr marL="285750" indent="-274638">
              <a:spcBef>
                <a:spcPts val="600"/>
              </a:spcBef>
            </a:pPr>
            <a:r>
              <a:rPr lang="en-US" altLang="en-US" dirty="0">
                <a:ea typeface="ＭＳ Ｐゴシック" panose="020B0600070205080204" pitchFamily="34" charset="-128"/>
                <a:cs typeface="Arial" panose="020B0604020202020204" pitchFamily="34" charset="0"/>
              </a:rPr>
              <a:t>link virtualization: MPLS</a:t>
            </a:r>
          </a:p>
          <a:p>
            <a:pPr marL="285750" indent="-274638">
              <a:spcBef>
                <a:spcPts val="600"/>
              </a:spcBef>
            </a:pPr>
            <a:r>
              <a:rPr lang="en-US" altLang="en-US" dirty="0">
                <a:ea typeface="ＭＳ Ｐゴシック" panose="020B0600070205080204" pitchFamily="34" charset="-128"/>
                <a:cs typeface="Arial" panose="020B0604020202020204" pitchFamily="34" charset="0"/>
              </a:rPr>
              <a:t>data center networking</a:t>
            </a:r>
          </a:p>
          <a:p>
            <a:pPr marL="285750" indent="-274638">
              <a:spcBef>
                <a:spcPts val="600"/>
              </a:spcBef>
            </a:pPr>
            <a:endParaRPr lang="en-US" altLang="en-US" sz="3200" dirty="0">
              <a:ea typeface="ＭＳ Ｐゴシック" panose="020B0600070205080204" pitchFamily="34" charset="-128"/>
              <a:cs typeface="Arial" panose="020B0604020202020204" pitchFamily="34" charset="0"/>
            </a:endParaRPr>
          </a:p>
          <a:p>
            <a:pPr marL="628650" lvl="1" indent="-274638">
              <a:spcBef>
                <a:spcPts val="600"/>
              </a:spcBef>
            </a:pPr>
            <a:endParaRPr lang="en-US" altLang="en-US" sz="2800" dirty="0">
              <a:ea typeface="ＭＳ Ｐゴシック" panose="020B0600070205080204" pitchFamily="34" charset="-128"/>
              <a:cs typeface="Arial" panose="020B0604020202020204" pitchFamily="34" charset="0"/>
            </a:endParaRPr>
          </a:p>
        </p:txBody>
      </p:sp>
      <p:sp>
        <p:nvSpPr>
          <p:cNvPr id="8" name="Slide Number Placeholder 4">
            <a:extLst>
              <a:ext uri="{FF2B5EF4-FFF2-40B4-BE49-F238E27FC236}">
                <a16:creationId xmlns:a16="http://schemas.microsoft.com/office/drawing/2014/main" id="{F90A139B-CE82-0E4E-86EB-4685C7EAFE35}"/>
              </a:ext>
            </a:extLst>
          </p:cNvPr>
          <p:cNvSpPr>
            <a:spLocks noGrp="1"/>
          </p:cNvSpPr>
          <p:nvPr>
            <p:ph type="sldNum" sz="quarter" idx="4"/>
          </p:nvPr>
        </p:nvSpPr>
        <p:spPr>
          <a:xfrm>
            <a:off x="9219616" y="6443089"/>
            <a:ext cx="2743200" cy="365125"/>
          </a:xfrm>
        </p:spPr>
        <p:txBody>
          <a:bodyPr/>
          <a:lstStyle/>
          <a:p>
            <a:r>
              <a:rPr lang="en-US" dirty="0"/>
              <a:t>Link Layer: 6-</a:t>
            </a:r>
            <a:fld id="{C4204591-24BD-A542-B9D5-F8D8A88D2FEE}" type="slidenum">
              <a:rPr lang="en-US" smtClean="0"/>
              <a:pPr/>
              <a:t>3</a:t>
            </a:fld>
            <a:endParaRPr lang="en-US" dirty="0"/>
          </a:p>
        </p:txBody>
      </p:sp>
    </p:spTree>
    <p:extLst>
      <p:ext uri="{BB962C8B-B14F-4D97-AF65-F5344CB8AC3E}">
        <p14:creationId xmlns:p14="http://schemas.microsoft.com/office/powerpoint/2010/main" val="11476511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dissolve">
                                      <p:cBhvr>
                                        <p:cTn id="7" dur="500"/>
                                        <p:tgtEl>
                                          <p:spTgt spid="1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dissolve">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0"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1104900" y="362678"/>
            <a:ext cx="10515600" cy="894622"/>
          </a:xfrm>
        </p:spPr>
        <p:txBody>
          <a:bodyPr>
            <a:normAutofit/>
          </a:bodyPr>
          <a:lstStyle/>
          <a:p>
            <a:r>
              <a:rPr lang="en-US" altLang="en-US" dirty="0">
                <a:cs typeface="Calibri" panose="020F0502020204030204" pitchFamily="34" charset="0"/>
              </a:rPr>
              <a:t>Link layer: introduction</a:t>
            </a:r>
            <a:endParaRPr lang="en-US" sz="4400" dirty="0"/>
          </a:p>
        </p:txBody>
      </p:sp>
      <p:sp>
        <p:nvSpPr>
          <p:cNvPr id="6" name="Rectangle 3">
            <a:extLst>
              <a:ext uri="{FF2B5EF4-FFF2-40B4-BE49-F238E27FC236}">
                <a16:creationId xmlns:a16="http://schemas.microsoft.com/office/drawing/2014/main" id="{B81DCC24-3FE7-E745-BC17-3886FB241095}"/>
              </a:ext>
            </a:extLst>
          </p:cNvPr>
          <p:cNvSpPr txBox="1">
            <a:spLocks noChangeArrowheads="1"/>
          </p:cNvSpPr>
          <p:nvPr/>
        </p:nvSpPr>
        <p:spPr>
          <a:xfrm>
            <a:off x="1104900" y="1257300"/>
            <a:ext cx="5622601" cy="4153405"/>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463" marR="0" lvl="0" indent="0" algn="l" defTabSz="914400" rtl="0" eaLnBrk="1" fontAlgn="auto" latinLnBrk="0" hangingPunct="1">
              <a:lnSpc>
                <a:spcPct val="90000"/>
              </a:lnSpc>
              <a:spcBef>
                <a:spcPts val="1000"/>
              </a:spcBef>
              <a:spcAft>
                <a:spcPts val="0"/>
              </a:spcAft>
              <a:buClr>
                <a:srgbClr val="0000A3"/>
              </a:buClr>
              <a:buSzTx/>
              <a:buFont typeface="Wingdings" pitchFamily="2" charset="2"/>
              <a:buNone/>
              <a:tabLst/>
              <a:defRPr/>
            </a:pPr>
            <a:r>
              <a:rPr kumimoji="0" lang="en-US" altLang="en-US" sz="30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terminology:</a:t>
            </a:r>
          </a:p>
          <a:p>
            <a:pPr marL="404813" marR="0" lvl="0" indent="-274638" algn="l" defTabSz="914400" rtl="0" eaLnBrk="1" fontAlgn="auto" latinLnBrk="0" hangingPunct="1">
              <a:lnSpc>
                <a:spcPct val="90000"/>
              </a:lnSpc>
              <a:spcBef>
                <a:spcPts val="400"/>
              </a:spcBef>
              <a:spcAft>
                <a:spcPts val="0"/>
              </a:spcAft>
              <a:buClr>
                <a:srgbClr val="0000A3"/>
              </a:buClr>
              <a:buSzTx/>
              <a:buFont typeface="Wingdings" pitchFamily="2" charset="2"/>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hosts, routers: </a:t>
            </a:r>
            <a:r>
              <a:rPr kumimoji="0" lang="en-US" altLang="en-US" sz="2800" b="0" i="0" u="none" strike="noStrike" kern="1200" cap="none" spc="0" normalizeH="0" baseline="0" noProof="0" dirty="0">
                <a:ln>
                  <a:noFill/>
                </a:ln>
                <a:solidFill>
                  <a:srgbClr val="0013A3"/>
                </a:solidFill>
                <a:effectLst/>
                <a:uLnTx/>
                <a:uFillTx/>
                <a:latin typeface="Calibri" panose="020F0502020204030204"/>
                <a:ea typeface="ＭＳ Ｐゴシック" panose="020B0600070205080204" pitchFamily="34" charset="-128"/>
                <a:cs typeface="ＭＳ Ｐゴシック" panose="020B0600070205080204" pitchFamily="34" charset="-128"/>
              </a:rPr>
              <a:t>nodes</a:t>
            </a:r>
          </a:p>
          <a:p>
            <a:pPr marL="404813" marR="0" lvl="0" indent="-274638" algn="l" defTabSz="914400" rtl="0" eaLnBrk="1" fontAlgn="auto" latinLnBrk="0" hangingPunct="1">
              <a:lnSpc>
                <a:spcPct val="90000"/>
              </a:lnSpc>
              <a:spcBef>
                <a:spcPts val="400"/>
              </a:spcBef>
              <a:spcAft>
                <a:spcPts val="0"/>
              </a:spcAft>
              <a:buClr>
                <a:srgbClr val="0000A3"/>
              </a:buClr>
              <a:buSzTx/>
              <a:buFont typeface="Wingdings" pitchFamily="2" charset="2"/>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communication channels that connect </a:t>
            </a:r>
            <a:r>
              <a:rPr kumimoji="0" lang="en-US" altLang="en-US" sz="2800" b="0" i="0" u="none" strike="noStrike" kern="1200" cap="none" spc="0" normalizeH="0" baseline="0" noProof="0" dirty="0">
                <a:ln>
                  <a:noFill/>
                </a:ln>
                <a:solidFill>
                  <a:srgbClr val="C00000"/>
                </a:solidFill>
                <a:effectLst/>
                <a:uLnTx/>
                <a:uFillTx/>
                <a:latin typeface="Calibri" panose="020F0502020204030204"/>
                <a:ea typeface="ＭＳ Ｐゴシック" panose="020B0600070205080204" pitchFamily="34" charset="-128"/>
                <a:cs typeface="ＭＳ Ｐゴシック" panose="020B0600070205080204" pitchFamily="34" charset="-128"/>
              </a:rPr>
              <a:t>adjacent</a:t>
            </a: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 nodes along communication path: </a:t>
            </a:r>
            <a:r>
              <a:rPr kumimoji="0" lang="en-US" altLang="en-US" sz="2800" b="0" i="0" u="none" strike="noStrike" kern="1200" cap="none" spc="0" normalizeH="0" baseline="0" noProof="0" dirty="0">
                <a:ln>
                  <a:noFill/>
                </a:ln>
                <a:solidFill>
                  <a:srgbClr val="0013A3"/>
                </a:solidFill>
                <a:effectLst/>
                <a:uLnTx/>
                <a:uFillTx/>
                <a:latin typeface="Calibri" panose="020F0502020204030204"/>
                <a:ea typeface="ＭＳ Ｐゴシック" panose="020B0600070205080204" pitchFamily="34" charset="-128"/>
                <a:cs typeface="ＭＳ Ｐゴシック" panose="020B0600070205080204" pitchFamily="34" charset="-128"/>
              </a:rPr>
              <a:t>links</a:t>
            </a:r>
          </a:p>
          <a:p>
            <a:pPr marL="747713" marR="0" lvl="1" indent="-274638" algn="l" defTabSz="914400" rtl="0" eaLnBrk="1" fontAlgn="auto" latinLnBrk="0" hangingPunct="1">
              <a:lnSpc>
                <a:spcPct val="90000"/>
              </a:lnSpc>
              <a:spcBef>
                <a:spcPts val="0"/>
              </a:spcBef>
              <a:spcAft>
                <a:spcPts val="0"/>
              </a:spcAft>
              <a:buClr>
                <a:srgbClr val="0000A8"/>
              </a:buClr>
              <a:buSzTx/>
              <a:buFont typeface="Arial" panose="020B0604020202020204" pitchFamily="34" charset="0"/>
              <a:buChar char="•"/>
              <a:tabLst/>
              <a:defRPr/>
            </a:pPr>
            <a:r>
              <a:rPr kumimoji="0" lang="en-US" altLang="en-US" sz="26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wired , wireless </a:t>
            </a:r>
          </a:p>
          <a:p>
            <a:pPr marL="747713" marR="0" lvl="1" indent="-274638" algn="l" defTabSz="914400" rtl="0" eaLnBrk="1" fontAlgn="auto" latinLnBrk="0" hangingPunct="1">
              <a:lnSpc>
                <a:spcPct val="90000"/>
              </a:lnSpc>
              <a:spcBef>
                <a:spcPts val="0"/>
              </a:spcBef>
              <a:spcAft>
                <a:spcPts val="0"/>
              </a:spcAft>
              <a:buClr>
                <a:srgbClr val="0000A8"/>
              </a:buClr>
              <a:buSzTx/>
              <a:buFont typeface="Arial" panose="020B0604020202020204" pitchFamily="34" charset="0"/>
              <a:buChar char="•"/>
              <a:tabLst/>
              <a:defRPr/>
            </a:pPr>
            <a:r>
              <a:rPr kumimoji="0" lang="en-US" altLang="en-US" sz="26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LANs</a:t>
            </a:r>
          </a:p>
          <a:p>
            <a:pPr marL="404813" marR="0" lvl="0" indent="-274638" algn="l" defTabSz="914400" rtl="0" eaLnBrk="1" fontAlgn="auto" latinLnBrk="0" hangingPunct="1">
              <a:lnSpc>
                <a:spcPct val="90000"/>
              </a:lnSpc>
              <a:spcBef>
                <a:spcPts val="400"/>
              </a:spcBef>
              <a:spcAft>
                <a:spcPts val="0"/>
              </a:spcAft>
              <a:buClr>
                <a:srgbClr val="0000A3"/>
              </a:buClr>
              <a:buSzTx/>
              <a:buFont typeface="Wingdings" pitchFamily="2" charset="2"/>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layer-2 packet: </a:t>
            </a:r>
            <a:r>
              <a:rPr kumimoji="0" lang="en-US" altLang="en-US" sz="2800" b="0" i="1" u="none" strike="noStrike" kern="1200" cap="none" spc="0" normalizeH="0" baseline="0" noProof="0" dirty="0">
                <a:ln>
                  <a:noFill/>
                </a:ln>
                <a:solidFill>
                  <a:srgbClr val="0000A8"/>
                </a:solidFill>
                <a:effectLst/>
                <a:uLnTx/>
                <a:uFillTx/>
                <a:latin typeface="Calibri" panose="020F0502020204030204"/>
                <a:ea typeface="ＭＳ Ｐゴシック" panose="020B0600070205080204" pitchFamily="34" charset="-128"/>
                <a:cs typeface="ＭＳ Ｐゴシック" panose="020B0600070205080204" pitchFamily="34" charset="-128"/>
              </a:rPr>
              <a:t>frame</a:t>
            </a: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 encapsulates datagram</a:t>
            </a:r>
          </a:p>
        </p:txBody>
      </p:sp>
      <p:sp>
        <p:nvSpPr>
          <p:cNvPr id="10" name="Freeform 9">
            <a:extLst>
              <a:ext uri="{FF2B5EF4-FFF2-40B4-BE49-F238E27FC236}">
                <a16:creationId xmlns:a16="http://schemas.microsoft.com/office/drawing/2014/main" id="{7FC4FF92-130F-BB41-8C2E-AD6E35A5EFB3}"/>
              </a:ext>
            </a:extLst>
          </p:cNvPr>
          <p:cNvSpPr/>
          <p:nvPr/>
        </p:nvSpPr>
        <p:spPr>
          <a:xfrm>
            <a:off x="8985188" y="3065778"/>
            <a:ext cx="1124807" cy="1337915"/>
          </a:xfrm>
          <a:custGeom>
            <a:avLst/>
            <a:gdLst>
              <a:gd name="connsiteX0" fmla="*/ 434989 w 1523031"/>
              <a:gd name="connsiteY0" fmla="*/ 253346 h 1763594"/>
              <a:gd name="connsiteX1" fmla="*/ 488 w 1523031"/>
              <a:gd name="connsiteY1" fmla="*/ 921706 h 1763594"/>
              <a:gd name="connsiteX2" fmla="*/ 368142 w 1523031"/>
              <a:gd name="connsiteY2" fmla="*/ 1489812 h 1763594"/>
              <a:gd name="connsiteX3" fmla="*/ 1187008 w 1523031"/>
              <a:gd name="connsiteY3" fmla="*/ 1757156 h 1763594"/>
              <a:gd name="connsiteX4" fmla="*/ 1521239 w 1523031"/>
              <a:gd name="connsiteY4" fmla="*/ 1239177 h 1763594"/>
              <a:gd name="connsiteX5" fmla="*/ 1320700 w 1523031"/>
              <a:gd name="connsiteY5" fmla="*/ 654362 h 1763594"/>
              <a:gd name="connsiteX6" fmla="*/ 1337412 w 1523031"/>
              <a:gd name="connsiteY6" fmla="*/ 136383 h 1763594"/>
              <a:gd name="connsiteX7" fmla="*/ 1086739 w 1523031"/>
              <a:gd name="connsiteY7" fmla="*/ 2711 h 1763594"/>
              <a:gd name="connsiteX8" fmla="*/ 434989 w 1523031"/>
              <a:gd name="connsiteY8" fmla="*/ 253346 h 1763594"/>
              <a:gd name="connsiteX0" fmla="*/ 434989 w 1537226"/>
              <a:gd name="connsiteY0" fmla="*/ 253346 h 1763594"/>
              <a:gd name="connsiteX1" fmla="*/ 488 w 1537226"/>
              <a:gd name="connsiteY1" fmla="*/ 921706 h 1763594"/>
              <a:gd name="connsiteX2" fmla="*/ 368142 w 1537226"/>
              <a:gd name="connsiteY2" fmla="*/ 1489812 h 1763594"/>
              <a:gd name="connsiteX3" fmla="*/ 1187008 w 1537226"/>
              <a:gd name="connsiteY3" fmla="*/ 1757156 h 1763594"/>
              <a:gd name="connsiteX4" fmla="*/ 1521239 w 1537226"/>
              <a:gd name="connsiteY4" fmla="*/ 1239177 h 1763594"/>
              <a:gd name="connsiteX5" fmla="*/ 1468998 w 1537226"/>
              <a:gd name="connsiteY5" fmla="*/ 654362 h 1763594"/>
              <a:gd name="connsiteX6" fmla="*/ 1337412 w 1537226"/>
              <a:gd name="connsiteY6" fmla="*/ 136383 h 1763594"/>
              <a:gd name="connsiteX7" fmla="*/ 1086739 w 1537226"/>
              <a:gd name="connsiteY7" fmla="*/ 2711 h 1763594"/>
              <a:gd name="connsiteX8" fmla="*/ 434989 w 1537226"/>
              <a:gd name="connsiteY8" fmla="*/ 253346 h 1763594"/>
              <a:gd name="connsiteX0" fmla="*/ 434989 w 1537226"/>
              <a:gd name="connsiteY0" fmla="*/ 253346 h 1763594"/>
              <a:gd name="connsiteX1" fmla="*/ 488 w 1537226"/>
              <a:gd name="connsiteY1" fmla="*/ 921706 h 1763594"/>
              <a:gd name="connsiteX2" fmla="*/ 368142 w 1537226"/>
              <a:gd name="connsiteY2" fmla="*/ 1489812 h 1763594"/>
              <a:gd name="connsiteX3" fmla="*/ 1187008 w 1537226"/>
              <a:gd name="connsiteY3" fmla="*/ 1757156 h 1763594"/>
              <a:gd name="connsiteX4" fmla="*/ 1521239 w 1537226"/>
              <a:gd name="connsiteY4" fmla="*/ 1239177 h 1763594"/>
              <a:gd name="connsiteX5" fmla="*/ 1468998 w 1537226"/>
              <a:gd name="connsiteY5" fmla="*/ 654362 h 1763594"/>
              <a:gd name="connsiteX6" fmla="*/ 1337412 w 1537226"/>
              <a:gd name="connsiteY6" fmla="*/ 136383 h 1763594"/>
              <a:gd name="connsiteX7" fmla="*/ 839572 w 1537226"/>
              <a:gd name="connsiteY7" fmla="*/ 2711 h 1763594"/>
              <a:gd name="connsiteX8" fmla="*/ 434989 w 1537226"/>
              <a:gd name="connsiteY8" fmla="*/ 253346 h 1763594"/>
              <a:gd name="connsiteX0" fmla="*/ 360357 w 1536743"/>
              <a:gd name="connsiteY0" fmla="*/ 534641 h 1782088"/>
              <a:gd name="connsiteX1" fmla="*/ 5 w 1536743"/>
              <a:gd name="connsiteY1" fmla="*/ 940200 h 1782088"/>
              <a:gd name="connsiteX2" fmla="*/ 367659 w 1536743"/>
              <a:gd name="connsiteY2" fmla="*/ 1508306 h 1782088"/>
              <a:gd name="connsiteX3" fmla="*/ 1186525 w 1536743"/>
              <a:gd name="connsiteY3" fmla="*/ 1775650 h 1782088"/>
              <a:gd name="connsiteX4" fmla="*/ 1520756 w 1536743"/>
              <a:gd name="connsiteY4" fmla="*/ 1257671 h 1782088"/>
              <a:gd name="connsiteX5" fmla="*/ 1468515 w 1536743"/>
              <a:gd name="connsiteY5" fmla="*/ 672856 h 1782088"/>
              <a:gd name="connsiteX6" fmla="*/ 1336929 w 1536743"/>
              <a:gd name="connsiteY6" fmla="*/ 154877 h 1782088"/>
              <a:gd name="connsiteX7" fmla="*/ 839089 w 1536743"/>
              <a:gd name="connsiteY7" fmla="*/ 21205 h 1782088"/>
              <a:gd name="connsiteX8" fmla="*/ 360357 w 1536743"/>
              <a:gd name="connsiteY8" fmla="*/ 534641 h 1782088"/>
              <a:gd name="connsiteX0" fmla="*/ 360355 w 1536741"/>
              <a:gd name="connsiteY0" fmla="*/ 534641 h 1782088"/>
              <a:gd name="connsiteX1" fmla="*/ 3 w 1536741"/>
              <a:gd name="connsiteY1" fmla="*/ 940200 h 1782088"/>
              <a:gd name="connsiteX2" fmla="*/ 367657 w 1536741"/>
              <a:gd name="connsiteY2" fmla="*/ 1508306 h 1782088"/>
              <a:gd name="connsiteX3" fmla="*/ 1186523 w 1536741"/>
              <a:gd name="connsiteY3" fmla="*/ 1775650 h 1782088"/>
              <a:gd name="connsiteX4" fmla="*/ 1520754 w 1536741"/>
              <a:gd name="connsiteY4" fmla="*/ 1257671 h 1782088"/>
              <a:gd name="connsiteX5" fmla="*/ 1468513 w 1536741"/>
              <a:gd name="connsiteY5" fmla="*/ 672856 h 1782088"/>
              <a:gd name="connsiteX6" fmla="*/ 1336927 w 1536741"/>
              <a:gd name="connsiteY6" fmla="*/ 154877 h 1782088"/>
              <a:gd name="connsiteX7" fmla="*/ 839087 w 1536741"/>
              <a:gd name="connsiteY7" fmla="*/ 21205 h 1782088"/>
              <a:gd name="connsiteX8" fmla="*/ 360355 w 1536741"/>
              <a:gd name="connsiteY8" fmla="*/ 534641 h 1782088"/>
              <a:gd name="connsiteX0" fmla="*/ 382604 w 1558990"/>
              <a:gd name="connsiteY0" fmla="*/ 534641 h 1810599"/>
              <a:gd name="connsiteX1" fmla="*/ 22252 w 1558990"/>
              <a:gd name="connsiteY1" fmla="*/ 940200 h 1810599"/>
              <a:gd name="connsiteX2" fmla="*/ 167457 w 1558990"/>
              <a:gd name="connsiteY2" fmla="*/ 1672556 h 1810599"/>
              <a:gd name="connsiteX3" fmla="*/ 1208772 w 1558990"/>
              <a:gd name="connsiteY3" fmla="*/ 1775650 h 1810599"/>
              <a:gd name="connsiteX4" fmla="*/ 1543003 w 1558990"/>
              <a:gd name="connsiteY4" fmla="*/ 1257671 h 1810599"/>
              <a:gd name="connsiteX5" fmla="*/ 1490762 w 1558990"/>
              <a:gd name="connsiteY5" fmla="*/ 672856 h 1810599"/>
              <a:gd name="connsiteX6" fmla="*/ 1359176 w 1558990"/>
              <a:gd name="connsiteY6" fmla="*/ 154877 h 1810599"/>
              <a:gd name="connsiteX7" fmla="*/ 861336 w 1558990"/>
              <a:gd name="connsiteY7" fmla="*/ 21205 h 1810599"/>
              <a:gd name="connsiteX8" fmla="*/ 382604 w 1558990"/>
              <a:gd name="connsiteY8" fmla="*/ 534641 h 1810599"/>
              <a:gd name="connsiteX0" fmla="*/ 393458 w 1593840"/>
              <a:gd name="connsiteY0" fmla="*/ 534641 h 1793264"/>
              <a:gd name="connsiteX1" fmla="*/ 33106 w 1593840"/>
              <a:gd name="connsiteY1" fmla="*/ 940200 h 1793264"/>
              <a:gd name="connsiteX2" fmla="*/ 178311 w 1593840"/>
              <a:gd name="connsiteY2" fmla="*/ 1672556 h 1793264"/>
              <a:gd name="connsiteX3" fmla="*/ 1464139 w 1593840"/>
              <a:gd name="connsiteY3" fmla="*/ 1752440 h 1793264"/>
              <a:gd name="connsiteX4" fmla="*/ 1553857 w 1593840"/>
              <a:gd name="connsiteY4" fmla="*/ 1257671 h 1793264"/>
              <a:gd name="connsiteX5" fmla="*/ 1501616 w 1593840"/>
              <a:gd name="connsiteY5" fmla="*/ 672856 h 1793264"/>
              <a:gd name="connsiteX6" fmla="*/ 1370030 w 1593840"/>
              <a:gd name="connsiteY6" fmla="*/ 154877 h 1793264"/>
              <a:gd name="connsiteX7" fmla="*/ 872190 w 1593840"/>
              <a:gd name="connsiteY7" fmla="*/ 21205 h 1793264"/>
              <a:gd name="connsiteX8" fmla="*/ 393458 w 1593840"/>
              <a:gd name="connsiteY8" fmla="*/ 534641 h 1793264"/>
              <a:gd name="connsiteX0" fmla="*/ 393458 w 1566550"/>
              <a:gd name="connsiteY0" fmla="*/ 534641 h 1840341"/>
              <a:gd name="connsiteX1" fmla="*/ 33106 w 1566550"/>
              <a:gd name="connsiteY1" fmla="*/ 940200 h 1840341"/>
              <a:gd name="connsiteX2" fmla="*/ 178311 w 1566550"/>
              <a:gd name="connsiteY2" fmla="*/ 1672556 h 1840341"/>
              <a:gd name="connsiteX3" fmla="*/ 1464139 w 1566550"/>
              <a:gd name="connsiteY3" fmla="*/ 1752440 h 1840341"/>
              <a:gd name="connsiteX4" fmla="*/ 1553857 w 1566550"/>
              <a:gd name="connsiteY4" fmla="*/ 1257671 h 1840341"/>
              <a:gd name="connsiteX5" fmla="*/ 1501616 w 1566550"/>
              <a:gd name="connsiteY5" fmla="*/ 672856 h 1840341"/>
              <a:gd name="connsiteX6" fmla="*/ 1370030 w 1566550"/>
              <a:gd name="connsiteY6" fmla="*/ 154877 h 1840341"/>
              <a:gd name="connsiteX7" fmla="*/ 872190 w 1566550"/>
              <a:gd name="connsiteY7" fmla="*/ 21205 h 1840341"/>
              <a:gd name="connsiteX8" fmla="*/ 393458 w 1566550"/>
              <a:gd name="connsiteY8" fmla="*/ 534641 h 1840341"/>
              <a:gd name="connsiteX0" fmla="*/ 393458 w 1555557"/>
              <a:gd name="connsiteY0" fmla="*/ 534641 h 1787187"/>
              <a:gd name="connsiteX1" fmla="*/ 33106 w 1555557"/>
              <a:gd name="connsiteY1" fmla="*/ 940200 h 1787187"/>
              <a:gd name="connsiteX2" fmla="*/ 178311 w 1555557"/>
              <a:gd name="connsiteY2" fmla="*/ 1672556 h 1787187"/>
              <a:gd name="connsiteX3" fmla="*/ 1464139 w 1555557"/>
              <a:gd name="connsiteY3" fmla="*/ 1752440 h 1787187"/>
              <a:gd name="connsiteX4" fmla="*/ 1553857 w 1555557"/>
              <a:gd name="connsiteY4" fmla="*/ 1257671 h 1787187"/>
              <a:gd name="connsiteX5" fmla="*/ 1501616 w 1555557"/>
              <a:gd name="connsiteY5" fmla="*/ 672856 h 1787187"/>
              <a:gd name="connsiteX6" fmla="*/ 1370030 w 1555557"/>
              <a:gd name="connsiteY6" fmla="*/ 154877 h 1787187"/>
              <a:gd name="connsiteX7" fmla="*/ 872190 w 1555557"/>
              <a:gd name="connsiteY7" fmla="*/ 21205 h 1787187"/>
              <a:gd name="connsiteX8" fmla="*/ 393458 w 1555557"/>
              <a:gd name="connsiteY8" fmla="*/ 534641 h 1787187"/>
              <a:gd name="connsiteX0" fmla="*/ 401126 w 1664928"/>
              <a:gd name="connsiteY0" fmla="*/ 534641 h 1783934"/>
              <a:gd name="connsiteX1" fmla="*/ 40774 w 1664928"/>
              <a:gd name="connsiteY1" fmla="*/ 940200 h 1783934"/>
              <a:gd name="connsiteX2" fmla="*/ 185979 w 1664928"/>
              <a:gd name="connsiteY2" fmla="*/ 1672556 h 1783934"/>
              <a:gd name="connsiteX3" fmla="*/ 1618513 w 1664928"/>
              <a:gd name="connsiteY3" fmla="*/ 1747798 h 1783934"/>
              <a:gd name="connsiteX4" fmla="*/ 1561525 w 1664928"/>
              <a:gd name="connsiteY4" fmla="*/ 1257671 h 1783934"/>
              <a:gd name="connsiteX5" fmla="*/ 1509284 w 1664928"/>
              <a:gd name="connsiteY5" fmla="*/ 672856 h 1783934"/>
              <a:gd name="connsiteX6" fmla="*/ 1377698 w 1664928"/>
              <a:gd name="connsiteY6" fmla="*/ 154877 h 1783934"/>
              <a:gd name="connsiteX7" fmla="*/ 879858 w 1664928"/>
              <a:gd name="connsiteY7" fmla="*/ 21205 h 1783934"/>
              <a:gd name="connsiteX8" fmla="*/ 401126 w 1664928"/>
              <a:gd name="connsiteY8" fmla="*/ 534641 h 1783934"/>
              <a:gd name="connsiteX0" fmla="*/ 408119 w 1718774"/>
              <a:gd name="connsiteY0" fmla="*/ 534641 h 1826522"/>
              <a:gd name="connsiteX1" fmla="*/ 47767 w 1718774"/>
              <a:gd name="connsiteY1" fmla="*/ 940200 h 1826522"/>
              <a:gd name="connsiteX2" fmla="*/ 179001 w 1718774"/>
              <a:gd name="connsiteY2" fmla="*/ 1742186 h 1826522"/>
              <a:gd name="connsiteX3" fmla="*/ 1625506 w 1718774"/>
              <a:gd name="connsiteY3" fmla="*/ 1747798 h 1826522"/>
              <a:gd name="connsiteX4" fmla="*/ 1568518 w 1718774"/>
              <a:gd name="connsiteY4" fmla="*/ 1257671 h 1826522"/>
              <a:gd name="connsiteX5" fmla="*/ 1516277 w 1718774"/>
              <a:gd name="connsiteY5" fmla="*/ 672856 h 1826522"/>
              <a:gd name="connsiteX6" fmla="*/ 1384691 w 1718774"/>
              <a:gd name="connsiteY6" fmla="*/ 154877 h 1826522"/>
              <a:gd name="connsiteX7" fmla="*/ 886851 w 1718774"/>
              <a:gd name="connsiteY7" fmla="*/ 21205 h 1826522"/>
              <a:gd name="connsiteX8" fmla="*/ 408119 w 1718774"/>
              <a:gd name="connsiteY8" fmla="*/ 534641 h 1826522"/>
              <a:gd name="connsiteX0" fmla="*/ 477759 w 1796623"/>
              <a:gd name="connsiteY0" fmla="*/ 534641 h 1818043"/>
              <a:gd name="connsiteX1" fmla="*/ 117407 w 1796623"/>
              <a:gd name="connsiteY1" fmla="*/ 940200 h 1818043"/>
              <a:gd name="connsiteX2" fmla="*/ 136864 w 1796623"/>
              <a:gd name="connsiteY2" fmla="*/ 1728260 h 1818043"/>
              <a:gd name="connsiteX3" fmla="*/ 1695146 w 1796623"/>
              <a:gd name="connsiteY3" fmla="*/ 1747798 h 1818043"/>
              <a:gd name="connsiteX4" fmla="*/ 1638158 w 1796623"/>
              <a:gd name="connsiteY4" fmla="*/ 1257671 h 1818043"/>
              <a:gd name="connsiteX5" fmla="*/ 1585917 w 1796623"/>
              <a:gd name="connsiteY5" fmla="*/ 672856 h 1818043"/>
              <a:gd name="connsiteX6" fmla="*/ 1454331 w 1796623"/>
              <a:gd name="connsiteY6" fmla="*/ 154877 h 1818043"/>
              <a:gd name="connsiteX7" fmla="*/ 956491 w 1796623"/>
              <a:gd name="connsiteY7" fmla="*/ 21205 h 1818043"/>
              <a:gd name="connsiteX8" fmla="*/ 477759 w 1796623"/>
              <a:gd name="connsiteY8" fmla="*/ 534641 h 1818043"/>
              <a:gd name="connsiteX0" fmla="*/ 396783 w 1688820"/>
              <a:gd name="connsiteY0" fmla="*/ 534641 h 1815615"/>
              <a:gd name="connsiteX1" fmla="*/ 36431 w 1688820"/>
              <a:gd name="connsiteY1" fmla="*/ 940200 h 1815615"/>
              <a:gd name="connsiteX2" fmla="*/ 55888 w 1688820"/>
              <a:gd name="connsiteY2" fmla="*/ 1728260 h 1815615"/>
              <a:gd name="connsiteX3" fmla="*/ 421834 w 1688820"/>
              <a:gd name="connsiteY3" fmla="*/ 1798118 h 1815615"/>
              <a:gd name="connsiteX4" fmla="*/ 1614170 w 1688820"/>
              <a:gd name="connsiteY4" fmla="*/ 1747798 h 1815615"/>
              <a:gd name="connsiteX5" fmla="*/ 1557182 w 1688820"/>
              <a:gd name="connsiteY5" fmla="*/ 1257671 h 1815615"/>
              <a:gd name="connsiteX6" fmla="*/ 1504941 w 1688820"/>
              <a:gd name="connsiteY6" fmla="*/ 672856 h 1815615"/>
              <a:gd name="connsiteX7" fmla="*/ 1373355 w 1688820"/>
              <a:gd name="connsiteY7" fmla="*/ 154877 h 1815615"/>
              <a:gd name="connsiteX8" fmla="*/ 875515 w 1688820"/>
              <a:gd name="connsiteY8" fmla="*/ 21205 h 1815615"/>
              <a:gd name="connsiteX9" fmla="*/ 396783 w 1688820"/>
              <a:gd name="connsiteY9" fmla="*/ 534641 h 1815615"/>
              <a:gd name="connsiteX0" fmla="*/ 394951 w 1689541"/>
              <a:gd name="connsiteY0" fmla="*/ 534641 h 1877271"/>
              <a:gd name="connsiteX1" fmla="*/ 34599 w 1689541"/>
              <a:gd name="connsiteY1" fmla="*/ 940200 h 1877271"/>
              <a:gd name="connsiteX2" fmla="*/ 54056 w 1689541"/>
              <a:gd name="connsiteY2" fmla="*/ 1728260 h 1877271"/>
              <a:gd name="connsiteX3" fmla="*/ 385071 w 1689541"/>
              <a:gd name="connsiteY3" fmla="*/ 1877032 h 1877271"/>
              <a:gd name="connsiteX4" fmla="*/ 1612338 w 1689541"/>
              <a:gd name="connsiteY4" fmla="*/ 1747798 h 1877271"/>
              <a:gd name="connsiteX5" fmla="*/ 1555350 w 1689541"/>
              <a:gd name="connsiteY5" fmla="*/ 1257671 h 1877271"/>
              <a:gd name="connsiteX6" fmla="*/ 1503109 w 1689541"/>
              <a:gd name="connsiteY6" fmla="*/ 672856 h 1877271"/>
              <a:gd name="connsiteX7" fmla="*/ 1371523 w 1689541"/>
              <a:gd name="connsiteY7" fmla="*/ 154877 h 1877271"/>
              <a:gd name="connsiteX8" fmla="*/ 873683 w 1689541"/>
              <a:gd name="connsiteY8" fmla="*/ 21205 h 1877271"/>
              <a:gd name="connsiteX9" fmla="*/ 394951 w 1689541"/>
              <a:gd name="connsiteY9" fmla="*/ 534641 h 1877271"/>
              <a:gd name="connsiteX0" fmla="*/ 394949 w 1689541"/>
              <a:gd name="connsiteY0" fmla="*/ 534641 h 1877032"/>
              <a:gd name="connsiteX1" fmla="*/ 34597 w 1689541"/>
              <a:gd name="connsiteY1" fmla="*/ 940200 h 1877032"/>
              <a:gd name="connsiteX2" fmla="*/ 54054 w 1689541"/>
              <a:gd name="connsiteY2" fmla="*/ 1728260 h 1877032"/>
              <a:gd name="connsiteX3" fmla="*/ 385069 w 1689541"/>
              <a:gd name="connsiteY3" fmla="*/ 1877032 h 1877032"/>
              <a:gd name="connsiteX4" fmla="*/ 1612336 w 1689541"/>
              <a:gd name="connsiteY4" fmla="*/ 1747798 h 1877032"/>
              <a:gd name="connsiteX5" fmla="*/ 1555348 w 1689541"/>
              <a:gd name="connsiteY5" fmla="*/ 1257671 h 1877032"/>
              <a:gd name="connsiteX6" fmla="*/ 1503107 w 1689541"/>
              <a:gd name="connsiteY6" fmla="*/ 672856 h 1877032"/>
              <a:gd name="connsiteX7" fmla="*/ 1371521 w 1689541"/>
              <a:gd name="connsiteY7" fmla="*/ 154877 h 1877032"/>
              <a:gd name="connsiteX8" fmla="*/ 873681 w 1689541"/>
              <a:gd name="connsiteY8" fmla="*/ 21205 h 1877032"/>
              <a:gd name="connsiteX9" fmla="*/ 394949 w 1689541"/>
              <a:gd name="connsiteY9" fmla="*/ 534641 h 1877032"/>
              <a:gd name="connsiteX0" fmla="*/ 394949 w 1683795"/>
              <a:gd name="connsiteY0" fmla="*/ 534641 h 1877032"/>
              <a:gd name="connsiteX1" fmla="*/ 34597 w 1683795"/>
              <a:gd name="connsiteY1" fmla="*/ 940200 h 1877032"/>
              <a:gd name="connsiteX2" fmla="*/ 54054 w 1683795"/>
              <a:gd name="connsiteY2" fmla="*/ 1728260 h 1877032"/>
              <a:gd name="connsiteX3" fmla="*/ 385069 w 1683795"/>
              <a:gd name="connsiteY3" fmla="*/ 1877032 h 1877032"/>
              <a:gd name="connsiteX4" fmla="*/ 1605349 w 1683795"/>
              <a:gd name="connsiteY4" fmla="*/ 1798860 h 1877032"/>
              <a:gd name="connsiteX5" fmla="*/ 1555348 w 1683795"/>
              <a:gd name="connsiteY5" fmla="*/ 1257671 h 1877032"/>
              <a:gd name="connsiteX6" fmla="*/ 1503107 w 1683795"/>
              <a:gd name="connsiteY6" fmla="*/ 672856 h 1877032"/>
              <a:gd name="connsiteX7" fmla="*/ 1371521 w 1683795"/>
              <a:gd name="connsiteY7" fmla="*/ 154877 h 1877032"/>
              <a:gd name="connsiteX8" fmla="*/ 873681 w 1683795"/>
              <a:gd name="connsiteY8" fmla="*/ 21205 h 1877032"/>
              <a:gd name="connsiteX9" fmla="*/ 394949 w 1683795"/>
              <a:gd name="connsiteY9" fmla="*/ 534641 h 1877032"/>
              <a:gd name="connsiteX0" fmla="*/ 394949 w 1720794"/>
              <a:gd name="connsiteY0" fmla="*/ 534641 h 1877032"/>
              <a:gd name="connsiteX1" fmla="*/ 34597 w 1720794"/>
              <a:gd name="connsiteY1" fmla="*/ 940200 h 1877032"/>
              <a:gd name="connsiteX2" fmla="*/ 54054 w 1720794"/>
              <a:gd name="connsiteY2" fmla="*/ 1728260 h 1877032"/>
              <a:gd name="connsiteX3" fmla="*/ 385069 w 1720794"/>
              <a:gd name="connsiteY3" fmla="*/ 1877032 h 1877032"/>
              <a:gd name="connsiteX4" fmla="*/ 1605349 w 1720794"/>
              <a:gd name="connsiteY4" fmla="*/ 1798860 h 1877032"/>
              <a:gd name="connsiteX5" fmla="*/ 1555348 w 1720794"/>
              <a:gd name="connsiteY5" fmla="*/ 1257671 h 1877032"/>
              <a:gd name="connsiteX6" fmla="*/ 1503107 w 1720794"/>
              <a:gd name="connsiteY6" fmla="*/ 672856 h 1877032"/>
              <a:gd name="connsiteX7" fmla="*/ 1371521 w 1720794"/>
              <a:gd name="connsiteY7" fmla="*/ 154877 h 1877032"/>
              <a:gd name="connsiteX8" fmla="*/ 873681 w 1720794"/>
              <a:gd name="connsiteY8" fmla="*/ 21205 h 1877032"/>
              <a:gd name="connsiteX9" fmla="*/ 394949 w 1720794"/>
              <a:gd name="connsiteY9" fmla="*/ 534641 h 1877032"/>
              <a:gd name="connsiteX0" fmla="*/ 394949 w 1720794"/>
              <a:gd name="connsiteY0" fmla="*/ 534641 h 1877032"/>
              <a:gd name="connsiteX1" fmla="*/ 34597 w 1720794"/>
              <a:gd name="connsiteY1" fmla="*/ 940200 h 1877032"/>
              <a:gd name="connsiteX2" fmla="*/ 54054 w 1720794"/>
              <a:gd name="connsiteY2" fmla="*/ 1728260 h 1877032"/>
              <a:gd name="connsiteX3" fmla="*/ 385069 w 1720794"/>
              <a:gd name="connsiteY3" fmla="*/ 1877032 h 1877032"/>
              <a:gd name="connsiteX4" fmla="*/ 1605349 w 1720794"/>
              <a:gd name="connsiteY4" fmla="*/ 1798860 h 1877032"/>
              <a:gd name="connsiteX5" fmla="*/ 1555348 w 1720794"/>
              <a:gd name="connsiteY5" fmla="*/ 1257671 h 1877032"/>
              <a:gd name="connsiteX6" fmla="*/ 1503107 w 1720794"/>
              <a:gd name="connsiteY6" fmla="*/ 672856 h 1877032"/>
              <a:gd name="connsiteX7" fmla="*/ 1371521 w 1720794"/>
              <a:gd name="connsiteY7" fmla="*/ 154877 h 1877032"/>
              <a:gd name="connsiteX8" fmla="*/ 873681 w 1720794"/>
              <a:gd name="connsiteY8" fmla="*/ 21205 h 1877032"/>
              <a:gd name="connsiteX9" fmla="*/ 394949 w 1720794"/>
              <a:gd name="connsiteY9" fmla="*/ 534641 h 1877032"/>
              <a:gd name="connsiteX0" fmla="*/ 394949 w 1671512"/>
              <a:gd name="connsiteY0" fmla="*/ 534641 h 1877032"/>
              <a:gd name="connsiteX1" fmla="*/ 34597 w 1671512"/>
              <a:gd name="connsiteY1" fmla="*/ 940200 h 1877032"/>
              <a:gd name="connsiteX2" fmla="*/ 54054 w 1671512"/>
              <a:gd name="connsiteY2" fmla="*/ 1728260 h 1877032"/>
              <a:gd name="connsiteX3" fmla="*/ 385069 w 1671512"/>
              <a:gd name="connsiteY3" fmla="*/ 1877032 h 1877032"/>
              <a:gd name="connsiteX4" fmla="*/ 1605349 w 1671512"/>
              <a:gd name="connsiteY4" fmla="*/ 1798860 h 1877032"/>
              <a:gd name="connsiteX5" fmla="*/ 1555348 w 1671512"/>
              <a:gd name="connsiteY5" fmla="*/ 1257671 h 1877032"/>
              <a:gd name="connsiteX6" fmla="*/ 1503107 w 1671512"/>
              <a:gd name="connsiteY6" fmla="*/ 672856 h 1877032"/>
              <a:gd name="connsiteX7" fmla="*/ 1371521 w 1671512"/>
              <a:gd name="connsiteY7" fmla="*/ 154877 h 1877032"/>
              <a:gd name="connsiteX8" fmla="*/ 873681 w 1671512"/>
              <a:gd name="connsiteY8" fmla="*/ 21205 h 1877032"/>
              <a:gd name="connsiteX9" fmla="*/ 394949 w 1671512"/>
              <a:gd name="connsiteY9" fmla="*/ 534641 h 1877032"/>
              <a:gd name="connsiteX0" fmla="*/ 394949 w 1677296"/>
              <a:gd name="connsiteY0" fmla="*/ 534641 h 1877032"/>
              <a:gd name="connsiteX1" fmla="*/ 34597 w 1677296"/>
              <a:gd name="connsiteY1" fmla="*/ 940200 h 1877032"/>
              <a:gd name="connsiteX2" fmla="*/ 54054 w 1677296"/>
              <a:gd name="connsiteY2" fmla="*/ 1728260 h 1877032"/>
              <a:gd name="connsiteX3" fmla="*/ 385069 w 1677296"/>
              <a:gd name="connsiteY3" fmla="*/ 1877032 h 1877032"/>
              <a:gd name="connsiteX4" fmla="*/ 1612334 w 1677296"/>
              <a:gd name="connsiteY4" fmla="*/ 1840637 h 1877032"/>
              <a:gd name="connsiteX5" fmla="*/ 1555348 w 1677296"/>
              <a:gd name="connsiteY5" fmla="*/ 1257671 h 1877032"/>
              <a:gd name="connsiteX6" fmla="*/ 1503107 w 1677296"/>
              <a:gd name="connsiteY6" fmla="*/ 672856 h 1877032"/>
              <a:gd name="connsiteX7" fmla="*/ 1371521 w 1677296"/>
              <a:gd name="connsiteY7" fmla="*/ 154877 h 1877032"/>
              <a:gd name="connsiteX8" fmla="*/ 873681 w 1677296"/>
              <a:gd name="connsiteY8" fmla="*/ 21205 h 1877032"/>
              <a:gd name="connsiteX9" fmla="*/ 394949 w 1677296"/>
              <a:gd name="connsiteY9" fmla="*/ 534641 h 1877032"/>
              <a:gd name="connsiteX0" fmla="*/ 394949 w 1677298"/>
              <a:gd name="connsiteY0" fmla="*/ 534641 h 1877032"/>
              <a:gd name="connsiteX1" fmla="*/ 34597 w 1677298"/>
              <a:gd name="connsiteY1" fmla="*/ 940200 h 1877032"/>
              <a:gd name="connsiteX2" fmla="*/ 54054 w 1677298"/>
              <a:gd name="connsiteY2" fmla="*/ 1728260 h 1877032"/>
              <a:gd name="connsiteX3" fmla="*/ 385069 w 1677298"/>
              <a:gd name="connsiteY3" fmla="*/ 1877032 h 1877032"/>
              <a:gd name="connsiteX4" fmla="*/ 1612334 w 1677298"/>
              <a:gd name="connsiteY4" fmla="*/ 1840637 h 1877032"/>
              <a:gd name="connsiteX5" fmla="*/ 1555348 w 1677298"/>
              <a:gd name="connsiteY5" fmla="*/ 1257671 h 1877032"/>
              <a:gd name="connsiteX6" fmla="*/ 1503107 w 1677298"/>
              <a:gd name="connsiteY6" fmla="*/ 672856 h 1877032"/>
              <a:gd name="connsiteX7" fmla="*/ 1371521 w 1677298"/>
              <a:gd name="connsiteY7" fmla="*/ 154877 h 1877032"/>
              <a:gd name="connsiteX8" fmla="*/ 873681 w 1677298"/>
              <a:gd name="connsiteY8" fmla="*/ 21205 h 1877032"/>
              <a:gd name="connsiteX9" fmla="*/ 394949 w 1677298"/>
              <a:gd name="connsiteY9" fmla="*/ 534641 h 1877032"/>
              <a:gd name="connsiteX0" fmla="*/ 394949 w 1677296"/>
              <a:gd name="connsiteY0" fmla="*/ 534641 h 1904936"/>
              <a:gd name="connsiteX1" fmla="*/ 34597 w 1677296"/>
              <a:gd name="connsiteY1" fmla="*/ 940200 h 1904936"/>
              <a:gd name="connsiteX2" fmla="*/ 54054 w 1677296"/>
              <a:gd name="connsiteY2" fmla="*/ 1728260 h 1904936"/>
              <a:gd name="connsiteX3" fmla="*/ 385069 w 1677296"/>
              <a:gd name="connsiteY3" fmla="*/ 1877032 h 1904936"/>
              <a:gd name="connsiteX4" fmla="*/ 1612334 w 1677296"/>
              <a:gd name="connsiteY4" fmla="*/ 1840637 h 1904936"/>
              <a:gd name="connsiteX5" fmla="*/ 1555348 w 1677296"/>
              <a:gd name="connsiteY5" fmla="*/ 1257671 h 1904936"/>
              <a:gd name="connsiteX6" fmla="*/ 1503107 w 1677296"/>
              <a:gd name="connsiteY6" fmla="*/ 672856 h 1904936"/>
              <a:gd name="connsiteX7" fmla="*/ 1371521 w 1677296"/>
              <a:gd name="connsiteY7" fmla="*/ 154877 h 1904936"/>
              <a:gd name="connsiteX8" fmla="*/ 873681 w 1677296"/>
              <a:gd name="connsiteY8" fmla="*/ 21205 h 1904936"/>
              <a:gd name="connsiteX9" fmla="*/ 394949 w 1677296"/>
              <a:gd name="connsiteY9" fmla="*/ 534641 h 1904936"/>
              <a:gd name="connsiteX0" fmla="*/ 461539 w 1743887"/>
              <a:gd name="connsiteY0" fmla="*/ 534641 h 1904936"/>
              <a:gd name="connsiteX1" fmla="*/ 101187 w 1743887"/>
              <a:gd name="connsiteY1" fmla="*/ 940200 h 1904936"/>
              <a:gd name="connsiteX2" fmla="*/ 22840 w 1743887"/>
              <a:gd name="connsiteY2" fmla="*/ 1737812 h 1904936"/>
              <a:gd name="connsiteX3" fmla="*/ 451659 w 1743887"/>
              <a:gd name="connsiteY3" fmla="*/ 1877032 h 1904936"/>
              <a:gd name="connsiteX4" fmla="*/ 1678924 w 1743887"/>
              <a:gd name="connsiteY4" fmla="*/ 1840637 h 1904936"/>
              <a:gd name="connsiteX5" fmla="*/ 1621938 w 1743887"/>
              <a:gd name="connsiteY5" fmla="*/ 1257671 h 1904936"/>
              <a:gd name="connsiteX6" fmla="*/ 1569697 w 1743887"/>
              <a:gd name="connsiteY6" fmla="*/ 672856 h 1904936"/>
              <a:gd name="connsiteX7" fmla="*/ 1438111 w 1743887"/>
              <a:gd name="connsiteY7" fmla="*/ 154877 h 1904936"/>
              <a:gd name="connsiteX8" fmla="*/ 940271 w 1743887"/>
              <a:gd name="connsiteY8" fmla="*/ 21205 h 1904936"/>
              <a:gd name="connsiteX9" fmla="*/ 461539 w 1743887"/>
              <a:gd name="connsiteY9" fmla="*/ 534641 h 1904936"/>
              <a:gd name="connsiteX0" fmla="*/ 452050 w 1756359"/>
              <a:gd name="connsiteY0" fmla="*/ 534641 h 1891359"/>
              <a:gd name="connsiteX1" fmla="*/ 91698 w 1756359"/>
              <a:gd name="connsiteY1" fmla="*/ 940200 h 1891359"/>
              <a:gd name="connsiteX2" fmla="*/ 13351 w 1756359"/>
              <a:gd name="connsiteY2" fmla="*/ 1737812 h 1891359"/>
              <a:gd name="connsiteX3" fmla="*/ 309435 w 1756359"/>
              <a:gd name="connsiteY3" fmla="*/ 1891359 h 1891359"/>
              <a:gd name="connsiteX4" fmla="*/ 1669435 w 1756359"/>
              <a:gd name="connsiteY4" fmla="*/ 1840637 h 1891359"/>
              <a:gd name="connsiteX5" fmla="*/ 1612449 w 1756359"/>
              <a:gd name="connsiteY5" fmla="*/ 1257671 h 1891359"/>
              <a:gd name="connsiteX6" fmla="*/ 1560208 w 1756359"/>
              <a:gd name="connsiteY6" fmla="*/ 672856 h 1891359"/>
              <a:gd name="connsiteX7" fmla="*/ 1428622 w 1756359"/>
              <a:gd name="connsiteY7" fmla="*/ 154877 h 1891359"/>
              <a:gd name="connsiteX8" fmla="*/ 930782 w 1756359"/>
              <a:gd name="connsiteY8" fmla="*/ 21205 h 1891359"/>
              <a:gd name="connsiteX9" fmla="*/ 452050 w 1756359"/>
              <a:gd name="connsiteY9" fmla="*/ 534641 h 1891359"/>
              <a:gd name="connsiteX0" fmla="*/ 452050 w 1756257"/>
              <a:gd name="connsiteY0" fmla="*/ 534641 h 1891359"/>
              <a:gd name="connsiteX1" fmla="*/ 91698 w 1756257"/>
              <a:gd name="connsiteY1" fmla="*/ 940200 h 1891359"/>
              <a:gd name="connsiteX2" fmla="*/ 13351 w 1756257"/>
              <a:gd name="connsiteY2" fmla="*/ 1737812 h 1891359"/>
              <a:gd name="connsiteX3" fmla="*/ 309435 w 1756257"/>
              <a:gd name="connsiteY3" fmla="*/ 1891359 h 1891359"/>
              <a:gd name="connsiteX4" fmla="*/ 1669435 w 1756257"/>
              <a:gd name="connsiteY4" fmla="*/ 1840637 h 1891359"/>
              <a:gd name="connsiteX5" fmla="*/ 1612449 w 1756257"/>
              <a:gd name="connsiteY5" fmla="*/ 1257671 h 1891359"/>
              <a:gd name="connsiteX6" fmla="*/ 1563496 w 1756257"/>
              <a:gd name="connsiteY6" fmla="*/ 959631 h 1891359"/>
              <a:gd name="connsiteX7" fmla="*/ 1560208 w 1756257"/>
              <a:gd name="connsiteY7" fmla="*/ 672856 h 1891359"/>
              <a:gd name="connsiteX8" fmla="*/ 1428622 w 1756257"/>
              <a:gd name="connsiteY8" fmla="*/ 154877 h 1891359"/>
              <a:gd name="connsiteX9" fmla="*/ 930782 w 1756257"/>
              <a:gd name="connsiteY9" fmla="*/ 21205 h 1891359"/>
              <a:gd name="connsiteX10" fmla="*/ 452050 w 1756257"/>
              <a:gd name="connsiteY10" fmla="*/ 534641 h 1891359"/>
              <a:gd name="connsiteX0" fmla="*/ 452050 w 1764590"/>
              <a:gd name="connsiteY0" fmla="*/ 534641 h 1891359"/>
              <a:gd name="connsiteX1" fmla="*/ 91698 w 1764590"/>
              <a:gd name="connsiteY1" fmla="*/ 940200 h 1891359"/>
              <a:gd name="connsiteX2" fmla="*/ 13351 w 1764590"/>
              <a:gd name="connsiteY2" fmla="*/ 1737812 h 1891359"/>
              <a:gd name="connsiteX3" fmla="*/ 309435 w 1764590"/>
              <a:gd name="connsiteY3" fmla="*/ 1891359 h 1891359"/>
              <a:gd name="connsiteX4" fmla="*/ 1669435 w 1764590"/>
              <a:gd name="connsiteY4" fmla="*/ 1840637 h 1891359"/>
              <a:gd name="connsiteX5" fmla="*/ 1612449 w 1764590"/>
              <a:gd name="connsiteY5" fmla="*/ 1257671 h 1891359"/>
              <a:gd name="connsiteX6" fmla="*/ 1309780 w 1764590"/>
              <a:gd name="connsiteY6" fmla="*/ 1046341 h 1891359"/>
              <a:gd name="connsiteX7" fmla="*/ 1560208 w 1764590"/>
              <a:gd name="connsiteY7" fmla="*/ 672856 h 1891359"/>
              <a:gd name="connsiteX8" fmla="*/ 1428622 w 1764590"/>
              <a:gd name="connsiteY8" fmla="*/ 154877 h 1891359"/>
              <a:gd name="connsiteX9" fmla="*/ 930782 w 1764590"/>
              <a:gd name="connsiteY9" fmla="*/ 21205 h 1891359"/>
              <a:gd name="connsiteX10" fmla="*/ 452050 w 1764590"/>
              <a:gd name="connsiteY10" fmla="*/ 534641 h 1891359"/>
              <a:gd name="connsiteX0" fmla="*/ 452050 w 1764592"/>
              <a:gd name="connsiteY0" fmla="*/ 534641 h 1891359"/>
              <a:gd name="connsiteX1" fmla="*/ 91698 w 1764592"/>
              <a:gd name="connsiteY1" fmla="*/ 940200 h 1891359"/>
              <a:gd name="connsiteX2" fmla="*/ 13351 w 1764592"/>
              <a:gd name="connsiteY2" fmla="*/ 1737812 h 1891359"/>
              <a:gd name="connsiteX3" fmla="*/ 309435 w 1764592"/>
              <a:gd name="connsiteY3" fmla="*/ 1891359 h 1891359"/>
              <a:gd name="connsiteX4" fmla="*/ 1669435 w 1764592"/>
              <a:gd name="connsiteY4" fmla="*/ 1840637 h 1891359"/>
              <a:gd name="connsiteX5" fmla="*/ 1612449 w 1764592"/>
              <a:gd name="connsiteY5" fmla="*/ 1257671 h 1891359"/>
              <a:gd name="connsiteX6" fmla="*/ 1309780 w 1764592"/>
              <a:gd name="connsiteY6" fmla="*/ 1046341 h 1891359"/>
              <a:gd name="connsiteX7" fmla="*/ 1560208 w 1764592"/>
              <a:gd name="connsiteY7" fmla="*/ 672856 h 1891359"/>
              <a:gd name="connsiteX8" fmla="*/ 1428622 w 1764592"/>
              <a:gd name="connsiteY8" fmla="*/ 154877 h 1891359"/>
              <a:gd name="connsiteX9" fmla="*/ 930782 w 1764592"/>
              <a:gd name="connsiteY9" fmla="*/ 21205 h 1891359"/>
              <a:gd name="connsiteX10" fmla="*/ 452050 w 1764592"/>
              <a:gd name="connsiteY10" fmla="*/ 534641 h 1891359"/>
              <a:gd name="connsiteX0" fmla="*/ 452050 w 1764590"/>
              <a:gd name="connsiteY0" fmla="*/ 534641 h 1891359"/>
              <a:gd name="connsiteX1" fmla="*/ 91698 w 1764590"/>
              <a:gd name="connsiteY1" fmla="*/ 940200 h 1891359"/>
              <a:gd name="connsiteX2" fmla="*/ 13351 w 1764590"/>
              <a:gd name="connsiteY2" fmla="*/ 1737812 h 1891359"/>
              <a:gd name="connsiteX3" fmla="*/ 309435 w 1764590"/>
              <a:gd name="connsiteY3" fmla="*/ 1891359 h 1891359"/>
              <a:gd name="connsiteX4" fmla="*/ 1669435 w 1764590"/>
              <a:gd name="connsiteY4" fmla="*/ 1840637 h 1891359"/>
              <a:gd name="connsiteX5" fmla="*/ 1612449 w 1764590"/>
              <a:gd name="connsiteY5" fmla="*/ 1257671 h 1891359"/>
              <a:gd name="connsiteX6" fmla="*/ 1309780 w 1764590"/>
              <a:gd name="connsiteY6" fmla="*/ 1046341 h 1891359"/>
              <a:gd name="connsiteX7" fmla="*/ 1560208 w 1764590"/>
              <a:gd name="connsiteY7" fmla="*/ 672856 h 1891359"/>
              <a:gd name="connsiteX8" fmla="*/ 1428622 w 1764590"/>
              <a:gd name="connsiteY8" fmla="*/ 154877 h 1891359"/>
              <a:gd name="connsiteX9" fmla="*/ 930782 w 1764590"/>
              <a:gd name="connsiteY9" fmla="*/ 21205 h 1891359"/>
              <a:gd name="connsiteX10" fmla="*/ 452050 w 1764590"/>
              <a:gd name="connsiteY10" fmla="*/ 534641 h 1891359"/>
              <a:gd name="connsiteX0" fmla="*/ 452050 w 1792731"/>
              <a:gd name="connsiteY0" fmla="*/ 534641 h 1891359"/>
              <a:gd name="connsiteX1" fmla="*/ 91698 w 1792731"/>
              <a:gd name="connsiteY1" fmla="*/ 940200 h 1891359"/>
              <a:gd name="connsiteX2" fmla="*/ 13351 w 1792731"/>
              <a:gd name="connsiteY2" fmla="*/ 1737812 h 1891359"/>
              <a:gd name="connsiteX3" fmla="*/ 309435 w 1792731"/>
              <a:gd name="connsiteY3" fmla="*/ 1891359 h 1891359"/>
              <a:gd name="connsiteX4" fmla="*/ 1669435 w 1792731"/>
              <a:gd name="connsiteY4" fmla="*/ 1840637 h 1891359"/>
              <a:gd name="connsiteX5" fmla="*/ 1688563 w 1792731"/>
              <a:gd name="connsiteY5" fmla="*/ 1292355 h 1891359"/>
              <a:gd name="connsiteX6" fmla="*/ 1309780 w 1792731"/>
              <a:gd name="connsiteY6" fmla="*/ 1046341 h 1891359"/>
              <a:gd name="connsiteX7" fmla="*/ 1560208 w 1792731"/>
              <a:gd name="connsiteY7" fmla="*/ 672856 h 1891359"/>
              <a:gd name="connsiteX8" fmla="*/ 1428622 w 1792731"/>
              <a:gd name="connsiteY8" fmla="*/ 154877 h 1891359"/>
              <a:gd name="connsiteX9" fmla="*/ 930782 w 1792731"/>
              <a:gd name="connsiteY9" fmla="*/ 21205 h 1891359"/>
              <a:gd name="connsiteX10" fmla="*/ 452050 w 1792731"/>
              <a:gd name="connsiteY10" fmla="*/ 534641 h 1891359"/>
              <a:gd name="connsiteX0" fmla="*/ 452050 w 1814809"/>
              <a:gd name="connsiteY0" fmla="*/ 534641 h 1891359"/>
              <a:gd name="connsiteX1" fmla="*/ 91698 w 1814809"/>
              <a:gd name="connsiteY1" fmla="*/ 940200 h 1891359"/>
              <a:gd name="connsiteX2" fmla="*/ 13351 w 1814809"/>
              <a:gd name="connsiteY2" fmla="*/ 1737812 h 1891359"/>
              <a:gd name="connsiteX3" fmla="*/ 309435 w 1814809"/>
              <a:gd name="connsiteY3" fmla="*/ 1891359 h 1891359"/>
              <a:gd name="connsiteX4" fmla="*/ 1669435 w 1814809"/>
              <a:gd name="connsiteY4" fmla="*/ 1840637 h 1891359"/>
              <a:gd name="connsiteX5" fmla="*/ 1688563 w 1814809"/>
              <a:gd name="connsiteY5" fmla="*/ 1292355 h 1891359"/>
              <a:gd name="connsiteX6" fmla="*/ 1309780 w 1814809"/>
              <a:gd name="connsiteY6" fmla="*/ 1046341 h 1891359"/>
              <a:gd name="connsiteX7" fmla="*/ 1560208 w 1814809"/>
              <a:gd name="connsiteY7" fmla="*/ 672856 h 1891359"/>
              <a:gd name="connsiteX8" fmla="*/ 1428622 w 1814809"/>
              <a:gd name="connsiteY8" fmla="*/ 154877 h 1891359"/>
              <a:gd name="connsiteX9" fmla="*/ 930782 w 1814809"/>
              <a:gd name="connsiteY9" fmla="*/ 21205 h 1891359"/>
              <a:gd name="connsiteX10" fmla="*/ 452050 w 1814809"/>
              <a:gd name="connsiteY10" fmla="*/ 534641 h 1891359"/>
              <a:gd name="connsiteX0" fmla="*/ 452050 w 1814809"/>
              <a:gd name="connsiteY0" fmla="*/ 534641 h 1891359"/>
              <a:gd name="connsiteX1" fmla="*/ 91698 w 1814809"/>
              <a:gd name="connsiteY1" fmla="*/ 940200 h 1891359"/>
              <a:gd name="connsiteX2" fmla="*/ 13351 w 1814809"/>
              <a:gd name="connsiteY2" fmla="*/ 1737812 h 1891359"/>
              <a:gd name="connsiteX3" fmla="*/ 309435 w 1814809"/>
              <a:gd name="connsiteY3" fmla="*/ 1891359 h 1891359"/>
              <a:gd name="connsiteX4" fmla="*/ 1669435 w 1814809"/>
              <a:gd name="connsiteY4" fmla="*/ 1840637 h 1891359"/>
              <a:gd name="connsiteX5" fmla="*/ 1688563 w 1814809"/>
              <a:gd name="connsiteY5" fmla="*/ 1292355 h 1891359"/>
              <a:gd name="connsiteX6" fmla="*/ 1309780 w 1814809"/>
              <a:gd name="connsiteY6" fmla="*/ 1046341 h 1891359"/>
              <a:gd name="connsiteX7" fmla="*/ 1619996 w 1814809"/>
              <a:gd name="connsiteY7" fmla="*/ 526399 h 1891359"/>
              <a:gd name="connsiteX8" fmla="*/ 1428622 w 1814809"/>
              <a:gd name="connsiteY8" fmla="*/ 154877 h 1891359"/>
              <a:gd name="connsiteX9" fmla="*/ 930782 w 1814809"/>
              <a:gd name="connsiteY9" fmla="*/ 21205 h 1891359"/>
              <a:gd name="connsiteX10" fmla="*/ 452050 w 1814809"/>
              <a:gd name="connsiteY10" fmla="*/ 534641 h 1891359"/>
              <a:gd name="connsiteX0" fmla="*/ 452050 w 1814809"/>
              <a:gd name="connsiteY0" fmla="*/ 542872 h 1899590"/>
              <a:gd name="connsiteX1" fmla="*/ 91698 w 1814809"/>
              <a:gd name="connsiteY1" fmla="*/ 948431 h 1899590"/>
              <a:gd name="connsiteX2" fmla="*/ 13351 w 1814809"/>
              <a:gd name="connsiteY2" fmla="*/ 1746043 h 1899590"/>
              <a:gd name="connsiteX3" fmla="*/ 309435 w 1814809"/>
              <a:gd name="connsiteY3" fmla="*/ 1899590 h 1899590"/>
              <a:gd name="connsiteX4" fmla="*/ 1669435 w 1814809"/>
              <a:gd name="connsiteY4" fmla="*/ 1848868 h 1899590"/>
              <a:gd name="connsiteX5" fmla="*/ 1688563 w 1814809"/>
              <a:gd name="connsiteY5" fmla="*/ 1300586 h 1899590"/>
              <a:gd name="connsiteX6" fmla="*/ 1309780 w 1814809"/>
              <a:gd name="connsiteY6" fmla="*/ 1054572 h 1899590"/>
              <a:gd name="connsiteX7" fmla="*/ 1619996 w 1814809"/>
              <a:gd name="connsiteY7" fmla="*/ 534630 h 1899590"/>
              <a:gd name="connsiteX8" fmla="*/ 1488411 w 1814809"/>
              <a:gd name="connsiteY8" fmla="*/ 129049 h 1899590"/>
              <a:gd name="connsiteX9" fmla="*/ 930782 w 1814809"/>
              <a:gd name="connsiteY9" fmla="*/ 29436 h 1899590"/>
              <a:gd name="connsiteX10" fmla="*/ 452050 w 1814809"/>
              <a:gd name="connsiteY10" fmla="*/ 542872 h 1899590"/>
              <a:gd name="connsiteX0" fmla="*/ 452050 w 1814809"/>
              <a:gd name="connsiteY0" fmla="*/ 540513 h 1897231"/>
              <a:gd name="connsiteX1" fmla="*/ 91698 w 1814809"/>
              <a:gd name="connsiteY1" fmla="*/ 946072 h 1897231"/>
              <a:gd name="connsiteX2" fmla="*/ 13351 w 1814809"/>
              <a:gd name="connsiteY2" fmla="*/ 1743684 h 1897231"/>
              <a:gd name="connsiteX3" fmla="*/ 309435 w 1814809"/>
              <a:gd name="connsiteY3" fmla="*/ 1897231 h 1897231"/>
              <a:gd name="connsiteX4" fmla="*/ 1669435 w 1814809"/>
              <a:gd name="connsiteY4" fmla="*/ 1846509 h 1897231"/>
              <a:gd name="connsiteX5" fmla="*/ 1688563 w 1814809"/>
              <a:gd name="connsiteY5" fmla="*/ 1298227 h 1897231"/>
              <a:gd name="connsiteX6" fmla="*/ 1309780 w 1814809"/>
              <a:gd name="connsiteY6" fmla="*/ 1052213 h 1897231"/>
              <a:gd name="connsiteX7" fmla="*/ 1619996 w 1814809"/>
              <a:gd name="connsiteY7" fmla="*/ 532271 h 1897231"/>
              <a:gd name="connsiteX8" fmla="*/ 1488411 w 1814809"/>
              <a:gd name="connsiteY8" fmla="*/ 126690 h 1897231"/>
              <a:gd name="connsiteX9" fmla="*/ 930782 w 1814809"/>
              <a:gd name="connsiteY9" fmla="*/ 27077 h 1897231"/>
              <a:gd name="connsiteX10" fmla="*/ 452050 w 1814809"/>
              <a:gd name="connsiteY10" fmla="*/ 540513 h 1897231"/>
              <a:gd name="connsiteX0" fmla="*/ 452050 w 1814809"/>
              <a:gd name="connsiteY0" fmla="*/ 540513 h 1897231"/>
              <a:gd name="connsiteX1" fmla="*/ 91698 w 1814809"/>
              <a:gd name="connsiteY1" fmla="*/ 946072 h 1897231"/>
              <a:gd name="connsiteX2" fmla="*/ 13351 w 1814809"/>
              <a:gd name="connsiteY2" fmla="*/ 1743684 h 1897231"/>
              <a:gd name="connsiteX3" fmla="*/ 309435 w 1814809"/>
              <a:gd name="connsiteY3" fmla="*/ 1897231 h 1897231"/>
              <a:gd name="connsiteX4" fmla="*/ 1669435 w 1814809"/>
              <a:gd name="connsiteY4" fmla="*/ 1846509 h 1897231"/>
              <a:gd name="connsiteX5" fmla="*/ 1688563 w 1814809"/>
              <a:gd name="connsiteY5" fmla="*/ 1298227 h 1897231"/>
              <a:gd name="connsiteX6" fmla="*/ 1309780 w 1814809"/>
              <a:gd name="connsiteY6" fmla="*/ 1052213 h 1897231"/>
              <a:gd name="connsiteX7" fmla="*/ 1619996 w 1814809"/>
              <a:gd name="connsiteY7" fmla="*/ 532271 h 1897231"/>
              <a:gd name="connsiteX8" fmla="*/ 1488411 w 1814809"/>
              <a:gd name="connsiteY8" fmla="*/ 126690 h 1897231"/>
              <a:gd name="connsiteX9" fmla="*/ 930782 w 1814809"/>
              <a:gd name="connsiteY9" fmla="*/ 27077 h 1897231"/>
              <a:gd name="connsiteX10" fmla="*/ 452050 w 1814809"/>
              <a:gd name="connsiteY10" fmla="*/ 540513 h 1897231"/>
              <a:gd name="connsiteX0" fmla="*/ 288567 w 1811701"/>
              <a:gd name="connsiteY0" fmla="*/ 555674 h 1898251"/>
              <a:gd name="connsiteX1" fmla="*/ 88590 w 1811701"/>
              <a:gd name="connsiteY1" fmla="*/ 947092 h 1898251"/>
              <a:gd name="connsiteX2" fmla="*/ 10243 w 1811701"/>
              <a:gd name="connsiteY2" fmla="*/ 1744704 h 1898251"/>
              <a:gd name="connsiteX3" fmla="*/ 306327 w 1811701"/>
              <a:gd name="connsiteY3" fmla="*/ 1898251 h 1898251"/>
              <a:gd name="connsiteX4" fmla="*/ 1666327 w 1811701"/>
              <a:gd name="connsiteY4" fmla="*/ 1847529 h 1898251"/>
              <a:gd name="connsiteX5" fmla="*/ 1685455 w 1811701"/>
              <a:gd name="connsiteY5" fmla="*/ 1299247 h 1898251"/>
              <a:gd name="connsiteX6" fmla="*/ 1306672 w 1811701"/>
              <a:gd name="connsiteY6" fmla="*/ 1053233 h 1898251"/>
              <a:gd name="connsiteX7" fmla="*/ 1616888 w 1811701"/>
              <a:gd name="connsiteY7" fmla="*/ 533291 h 1898251"/>
              <a:gd name="connsiteX8" fmla="*/ 1485303 w 1811701"/>
              <a:gd name="connsiteY8" fmla="*/ 127710 h 1898251"/>
              <a:gd name="connsiteX9" fmla="*/ 927674 w 1811701"/>
              <a:gd name="connsiteY9" fmla="*/ 28097 h 1898251"/>
              <a:gd name="connsiteX10" fmla="*/ 288567 w 1811701"/>
              <a:gd name="connsiteY10" fmla="*/ 555674 h 1898251"/>
              <a:gd name="connsiteX0" fmla="*/ 288567 w 1811701"/>
              <a:gd name="connsiteY0" fmla="*/ 479828 h 1822405"/>
              <a:gd name="connsiteX1" fmla="*/ 88590 w 1811701"/>
              <a:gd name="connsiteY1" fmla="*/ 871246 h 1822405"/>
              <a:gd name="connsiteX2" fmla="*/ 10243 w 1811701"/>
              <a:gd name="connsiteY2" fmla="*/ 1668858 h 1822405"/>
              <a:gd name="connsiteX3" fmla="*/ 306327 w 1811701"/>
              <a:gd name="connsiteY3" fmla="*/ 1822405 h 1822405"/>
              <a:gd name="connsiteX4" fmla="*/ 1666327 w 1811701"/>
              <a:gd name="connsiteY4" fmla="*/ 1771683 h 1822405"/>
              <a:gd name="connsiteX5" fmla="*/ 1685455 w 1811701"/>
              <a:gd name="connsiteY5" fmla="*/ 1223401 h 1822405"/>
              <a:gd name="connsiteX6" fmla="*/ 1306672 w 1811701"/>
              <a:gd name="connsiteY6" fmla="*/ 977387 h 1822405"/>
              <a:gd name="connsiteX7" fmla="*/ 1616888 w 1811701"/>
              <a:gd name="connsiteY7" fmla="*/ 457445 h 1822405"/>
              <a:gd name="connsiteX8" fmla="*/ 1485303 w 1811701"/>
              <a:gd name="connsiteY8" fmla="*/ 51864 h 1822405"/>
              <a:gd name="connsiteX9" fmla="*/ 895599 w 1811701"/>
              <a:gd name="connsiteY9" fmla="*/ 79530 h 1822405"/>
              <a:gd name="connsiteX10" fmla="*/ 288567 w 1811701"/>
              <a:gd name="connsiteY10" fmla="*/ 479828 h 1822405"/>
              <a:gd name="connsiteX0" fmla="*/ 288567 w 1811701"/>
              <a:gd name="connsiteY0" fmla="*/ 419258 h 1761835"/>
              <a:gd name="connsiteX1" fmla="*/ 88590 w 1811701"/>
              <a:gd name="connsiteY1" fmla="*/ 810676 h 1761835"/>
              <a:gd name="connsiteX2" fmla="*/ 10243 w 1811701"/>
              <a:gd name="connsiteY2" fmla="*/ 1608288 h 1761835"/>
              <a:gd name="connsiteX3" fmla="*/ 306327 w 1811701"/>
              <a:gd name="connsiteY3" fmla="*/ 1761835 h 1761835"/>
              <a:gd name="connsiteX4" fmla="*/ 1666327 w 1811701"/>
              <a:gd name="connsiteY4" fmla="*/ 1711113 h 1761835"/>
              <a:gd name="connsiteX5" fmla="*/ 1685455 w 1811701"/>
              <a:gd name="connsiteY5" fmla="*/ 1162831 h 1761835"/>
              <a:gd name="connsiteX6" fmla="*/ 1306672 w 1811701"/>
              <a:gd name="connsiteY6" fmla="*/ 916817 h 1761835"/>
              <a:gd name="connsiteX7" fmla="*/ 1616888 w 1811701"/>
              <a:gd name="connsiteY7" fmla="*/ 396875 h 1761835"/>
              <a:gd name="connsiteX8" fmla="*/ 1373040 w 1811701"/>
              <a:gd name="connsiteY8" fmla="*/ 118574 h 1761835"/>
              <a:gd name="connsiteX9" fmla="*/ 895599 w 1811701"/>
              <a:gd name="connsiteY9" fmla="*/ 18960 h 1761835"/>
              <a:gd name="connsiteX10" fmla="*/ 288567 w 1811701"/>
              <a:gd name="connsiteY10" fmla="*/ 419258 h 1761835"/>
              <a:gd name="connsiteX0" fmla="*/ 288567 w 1811701"/>
              <a:gd name="connsiteY0" fmla="*/ 419258 h 1761835"/>
              <a:gd name="connsiteX1" fmla="*/ 88590 w 1811701"/>
              <a:gd name="connsiteY1" fmla="*/ 810676 h 1761835"/>
              <a:gd name="connsiteX2" fmla="*/ 10243 w 1811701"/>
              <a:gd name="connsiteY2" fmla="*/ 1608288 h 1761835"/>
              <a:gd name="connsiteX3" fmla="*/ 306327 w 1811701"/>
              <a:gd name="connsiteY3" fmla="*/ 1761835 h 1761835"/>
              <a:gd name="connsiteX4" fmla="*/ 1666327 w 1811701"/>
              <a:gd name="connsiteY4" fmla="*/ 1711113 h 1761835"/>
              <a:gd name="connsiteX5" fmla="*/ 1685455 w 1811701"/>
              <a:gd name="connsiteY5" fmla="*/ 1162831 h 1761835"/>
              <a:gd name="connsiteX6" fmla="*/ 1306672 w 1811701"/>
              <a:gd name="connsiteY6" fmla="*/ 916817 h 1761835"/>
              <a:gd name="connsiteX7" fmla="*/ 1584814 w 1811701"/>
              <a:gd name="connsiteY7" fmla="*/ 510012 h 1761835"/>
              <a:gd name="connsiteX8" fmla="*/ 1373040 w 1811701"/>
              <a:gd name="connsiteY8" fmla="*/ 118574 h 1761835"/>
              <a:gd name="connsiteX9" fmla="*/ 895599 w 1811701"/>
              <a:gd name="connsiteY9" fmla="*/ 18960 h 1761835"/>
              <a:gd name="connsiteX10" fmla="*/ 288567 w 1811701"/>
              <a:gd name="connsiteY10" fmla="*/ 419258 h 1761835"/>
              <a:gd name="connsiteX0" fmla="*/ 288567 w 1770444"/>
              <a:gd name="connsiteY0" fmla="*/ 419258 h 1761835"/>
              <a:gd name="connsiteX1" fmla="*/ 88590 w 1770444"/>
              <a:gd name="connsiteY1" fmla="*/ 810676 h 1761835"/>
              <a:gd name="connsiteX2" fmla="*/ 10243 w 1770444"/>
              <a:gd name="connsiteY2" fmla="*/ 1608288 h 1761835"/>
              <a:gd name="connsiteX3" fmla="*/ 306327 w 1770444"/>
              <a:gd name="connsiteY3" fmla="*/ 1761835 h 1761835"/>
              <a:gd name="connsiteX4" fmla="*/ 1666327 w 1770444"/>
              <a:gd name="connsiteY4" fmla="*/ 1711113 h 1761835"/>
              <a:gd name="connsiteX5" fmla="*/ 1589229 w 1770444"/>
              <a:gd name="connsiteY5" fmla="*/ 1176973 h 1761835"/>
              <a:gd name="connsiteX6" fmla="*/ 1306672 w 1770444"/>
              <a:gd name="connsiteY6" fmla="*/ 916817 h 1761835"/>
              <a:gd name="connsiteX7" fmla="*/ 1584814 w 1770444"/>
              <a:gd name="connsiteY7" fmla="*/ 510012 h 1761835"/>
              <a:gd name="connsiteX8" fmla="*/ 1373040 w 1770444"/>
              <a:gd name="connsiteY8" fmla="*/ 118574 h 1761835"/>
              <a:gd name="connsiteX9" fmla="*/ 895599 w 1770444"/>
              <a:gd name="connsiteY9" fmla="*/ 18960 h 1761835"/>
              <a:gd name="connsiteX10" fmla="*/ 288567 w 1770444"/>
              <a:gd name="connsiteY10" fmla="*/ 419258 h 1761835"/>
              <a:gd name="connsiteX0" fmla="*/ 288567 w 1592514"/>
              <a:gd name="connsiteY0" fmla="*/ 419258 h 1863058"/>
              <a:gd name="connsiteX1" fmla="*/ 88590 w 1592514"/>
              <a:gd name="connsiteY1" fmla="*/ 810676 h 1863058"/>
              <a:gd name="connsiteX2" fmla="*/ 10243 w 1592514"/>
              <a:gd name="connsiteY2" fmla="*/ 1608288 h 1863058"/>
              <a:gd name="connsiteX3" fmla="*/ 306327 w 1592514"/>
              <a:gd name="connsiteY3" fmla="*/ 1761835 h 1863058"/>
              <a:gd name="connsiteX4" fmla="*/ 1377650 w 1592514"/>
              <a:gd name="connsiteY4" fmla="*/ 1838393 h 1863058"/>
              <a:gd name="connsiteX5" fmla="*/ 1589229 w 1592514"/>
              <a:gd name="connsiteY5" fmla="*/ 1176973 h 1863058"/>
              <a:gd name="connsiteX6" fmla="*/ 1306672 w 1592514"/>
              <a:gd name="connsiteY6" fmla="*/ 916817 h 1863058"/>
              <a:gd name="connsiteX7" fmla="*/ 1584814 w 1592514"/>
              <a:gd name="connsiteY7" fmla="*/ 510012 h 1863058"/>
              <a:gd name="connsiteX8" fmla="*/ 1373040 w 1592514"/>
              <a:gd name="connsiteY8" fmla="*/ 118574 h 1863058"/>
              <a:gd name="connsiteX9" fmla="*/ 895599 w 1592514"/>
              <a:gd name="connsiteY9" fmla="*/ 18960 h 1863058"/>
              <a:gd name="connsiteX10" fmla="*/ 288567 w 1592514"/>
              <a:gd name="connsiteY10" fmla="*/ 419258 h 1863058"/>
              <a:gd name="connsiteX0" fmla="*/ 421322 w 1594935"/>
              <a:gd name="connsiteY0" fmla="*/ 616342 h 1876292"/>
              <a:gd name="connsiteX1" fmla="*/ 91011 w 1594935"/>
              <a:gd name="connsiteY1" fmla="*/ 823910 h 1876292"/>
              <a:gd name="connsiteX2" fmla="*/ 12664 w 1594935"/>
              <a:gd name="connsiteY2" fmla="*/ 1621522 h 1876292"/>
              <a:gd name="connsiteX3" fmla="*/ 308748 w 1594935"/>
              <a:gd name="connsiteY3" fmla="*/ 1775069 h 1876292"/>
              <a:gd name="connsiteX4" fmla="*/ 1380071 w 1594935"/>
              <a:gd name="connsiteY4" fmla="*/ 1851627 h 1876292"/>
              <a:gd name="connsiteX5" fmla="*/ 1591650 w 1594935"/>
              <a:gd name="connsiteY5" fmla="*/ 1190207 h 1876292"/>
              <a:gd name="connsiteX6" fmla="*/ 1309093 w 1594935"/>
              <a:gd name="connsiteY6" fmla="*/ 930051 h 1876292"/>
              <a:gd name="connsiteX7" fmla="*/ 1587235 w 1594935"/>
              <a:gd name="connsiteY7" fmla="*/ 523246 h 1876292"/>
              <a:gd name="connsiteX8" fmla="*/ 1375461 w 1594935"/>
              <a:gd name="connsiteY8" fmla="*/ 131808 h 1876292"/>
              <a:gd name="connsiteX9" fmla="*/ 898020 w 1594935"/>
              <a:gd name="connsiteY9" fmla="*/ 32194 h 1876292"/>
              <a:gd name="connsiteX10" fmla="*/ 421322 w 1594935"/>
              <a:gd name="connsiteY10" fmla="*/ 616342 h 1876292"/>
              <a:gd name="connsiteX0" fmla="*/ 413257 w 1586870"/>
              <a:gd name="connsiteY0" fmla="*/ 616342 h 1876292"/>
              <a:gd name="connsiteX1" fmla="*/ 140873 w 1586870"/>
              <a:gd name="connsiteY1" fmla="*/ 993617 h 1876292"/>
              <a:gd name="connsiteX2" fmla="*/ 4599 w 1586870"/>
              <a:gd name="connsiteY2" fmla="*/ 1621522 h 1876292"/>
              <a:gd name="connsiteX3" fmla="*/ 300683 w 1586870"/>
              <a:gd name="connsiteY3" fmla="*/ 1775069 h 1876292"/>
              <a:gd name="connsiteX4" fmla="*/ 1372006 w 1586870"/>
              <a:gd name="connsiteY4" fmla="*/ 1851627 h 1876292"/>
              <a:gd name="connsiteX5" fmla="*/ 1583585 w 1586870"/>
              <a:gd name="connsiteY5" fmla="*/ 1190207 h 1876292"/>
              <a:gd name="connsiteX6" fmla="*/ 1301028 w 1586870"/>
              <a:gd name="connsiteY6" fmla="*/ 930051 h 1876292"/>
              <a:gd name="connsiteX7" fmla="*/ 1579170 w 1586870"/>
              <a:gd name="connsiteY7" fmla="*/ 523246 h 1876292"/>
              <a:gd name="connsiteX8" fmla="*/ 1367396 w 1586870"/>
              <a:gd name="connsiteY8" fmla="*/ 131808 h 1876292"/>
              <a:gd name="connsiteX9" fmla="*/ 889955 w 1586870"/>
              <a:gd name="connsiteY9" fmla="*/ 32194 h 1876292"/>
              <a:gd name="connsiteX10" fmla="*/ 413257 w 1586870"/>
              <a:gd name="connsiteY10" fmla="*/ 616342 h 1876292"/>
              <a:gd name="connsiteX0" fmla="*/ 284962 w 1458575"/>
              <a:gd name="connsiteY0" fmla="*/ 616342 h 1908017"/>
              <a:gd name="connsiteX1" fmla="*/ 12578 w 1458575"/>
              <a:gd name="connsiteY1" fmla="*/ 993617 h 1908017"/>
              <a:gd name="connsiteX2" fmla="*/ 172388 w 1458575"/>
              <a:gd name="connsiteY2" fmla="*/ 1775069 h 1908017"/>
              <a:gd name="connsiteX3" fmla="*/ 1243711 w 1458575"/>
              <a:gd name="connsiteY3" fmla="*/ 1851627 h 1908017"/>
              <a:gd name="connsiteX4" fmla="*/ 1455290 w 1458575"/>
              <a:gd name="connsiteY4" fmla="*/ 1190207 h 1908017"/>
              <a:gd name="connsiteX5" fmla="*/ 1172733 w 1458575"/>
              <a:gd name="connsiteY5" fmla="*/ 930051 h 1908017"/>
              <a:gd name="connsiteX6" fmla="*/ 1450875 w 1458575"/>
              <a:gd name="connsiteY6" fmla="*/ 523246 h 1908017"/>
              <a:gd name="connsiteX7" fmla="*/ 1239101 w 1458575"/>
              <a:gd name="connsiteY7" fmla="*/ 131808 h 1908017"/>
              <a:gd name="connsiteX8" fmla="*/ 761660 w 1458575"/>
              <a:gd name="connsiteY8" fmla="*/ 32194 h 1908017"/>
              <a:gd name="connsiteX9" fmla="*/ 284962 w 1458575"/>
              <a:gd name="connsiteY9" fmla="*/ 616342 h 1908017"/>
              <a:gd name="connsiteX0" fmla="*/ 343858 w 1519131"/>
              <a:gd name="connsiteY0" fmla="*/ 616342 h 1885036"/>
              <a:gd name="connsiteX1" fmla="*/ 71474 w 1519131"/>
              <a:gd name="connsiteY1" fmla="*/ 993617 h 1885036"/>
              <a:gd name="connsiteX2" fmla="*/ 115432 w 1519131"/>
              <a:gd name="connsiteY2" fmla="*/ 1704358 h 1885036"/>
              <a:gd name="connsiteX3" fmla="*/ 1302607 w 1519131"/>
              <a:gd name="connsiteY3" fmla="*/ 1851627 h 1885036"/>
              <a:gd name="connsiteX4" fmla="*/ 1514186 w 1519131"/>
              <a:gd name="connsiteY4" fmla="*/ 1190207 h 1885036"/>
              <a:gd name="connsiteX5" fmla="*/ 1231629 w 1519131"/>
              <a:gd name="connsiteY5" fmla="*/ 930051 h 1885036"/>
              <a:gd name="connsiteX6" fmla="*/ 1509771 w 1519131"/>
              <a:gd name="connsiteY6" fmla="*/ 523246 h 1885036"/>
              <a:gd name="connsiteX7" fmla="*/ 1297997 w 1519131"/>
              <a:gd name="connsiteY7" fmla="*/ 131808 h 1885036"/>
              <a:gd name="connsiteX8" fmla="*/ 820556 w 1519131"/>
              <a:gd name="connsiteY8" fmla="*/ 32194 h 1885036"/>
              <a:gd name="connsiteX9" fmla="*/ 343858 w 1519131"/>
              <a:gd name="connsiteY9" fmla="*/ 616342 h 1885036"/>
              <a:gd name="connsiteX0" fmla="*/ 343858 w 1549812"/>
              <a:gd name="connsiteY0" fmla="*/ 616342 h 1800235"/>
              <a:gd name="connsiteX1" fmla="*/ 71474 w 1549812"/>
              <a:gd name="connsiteY1" fmla="*/ 993617 h 1800235"/>
              <a:gd name="connsiteX2" fmla="*/ 115432 w 1549812"/>
              <a:gd name="connsiteY2" fmla="*/ 1704358 h 1800235"/>
              <a:gd name="connsiteX3" fmla="*/ 1389496 w 1549812"/>
              <a:gd name="connsiteY3" fmla="*/ 1724347 h 1800235"/>
              <a:gd name="connsiteX4" fmla="*/ 1514186 w 1549812"/>
              <a:gd name="connsiteY4" fmla="*/ 1190207 h 1800235"/>
              <a:gd name="connsiteX5" fmla="*/ 1231629 w 1549812"/>
              <a:gd name="connsiteY5" fmla="*/ 930051 h 1800235"/>
              <a:gd name="connsiteX6" fmla="*/ 1509771 w 1549812"/>
              <a:gd name="connsiteY6" fmla="*/ 523246 h 1800235"/>
              <a:gd name="connsiteX7" fmla="*/ 1297997 w 1549812"/>
              <a:gd name="connsiteY7" fmla="*/ 131808 h 1800235"/>
              <a:gd name="connsiteX8" fmla="*/ 820556 w 1549812"/>
              <a:gd name="connsiteY8" fmla="*/ 32194 h 1800235"/>
              <a:gd name="connsiteX9" fmla="*/ 343858 w 1549812"/>
              <a:gd name="connsiteY9" fmla="*/ 616342 h 18002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49812" h="1800235">
                <a:moveTo>
                  <a:pt x="343858" y="616342"/>
                </a:moveTo>
                <a:cubicBezTo>
                  <a:pt x="219011" y="776579"/>
                  <a:pt x="109545" y="812281"/>
                  <a:pt x="71474" y="993617"/>
                </a:cubicBezTo>
                <a:cubicBezTo>
                  <a:pt x="33403" y="1174953"/>
                  <a:pt x="-89757" y="1561356"/>
                  <a:pt x="115432" y="1704358"/>
                </a:cubicBezTo>
                <a:cubicBezTo>
                  <a:pt x="320621" y="1847360"/>
                  <a:pt x="1156371" y="1810039"/>
                  <a:pt x="1389496" y="1724347"/>
                </a:cubicBezTo>
                <a:cubicBezTo>
                  <a:pt x="1622621" y="1638655"/>
                  <a:pt x="1540497" y="1322590"/>
                  <a:pt x="1514186" y="1190207"/>
                </a:cubicBezTo>
                <a:cubicBezTo>
                  <a:pt x="1487875" y="1057824"/>
                  <a:pt x="1240336" y="1148914"/>
                  <a:pt x="1231629" y="930051"/>
                </a:cubicBezTo>
                <a:cubicBezTo>
                  <a:pt x="1248292" y="693847"/>
                  <a:pt x="1498710" y="656286"/>
                  <a:pt x="1509771" y="523246"/>
                </a:cubicBezTo>
                <a:cubicBezTo>
                  <a:pt x="1520832" y="390206"/>
                  <a:pt x="1431655" y="305130"/>
                  <a:pt x="1297997" y="131808"/>
                </a:cubicBezTo>
                <a:cubicBezTo>
                  <a:pt x="1189251" y="36824"/>
                  <a:pt x="979579" y="-48562"/>
                  <a:pt x="820556" y="32194"/>
                </a:cubicBezTo>
                <a:cubicBezTo>
                  <a:pt x="661533" y="112950"/>
                  <a:pt x="468705" y="456105"/>
                  <a:pt x="343858" y="616342"/>
                </a:cubicBezTo>
                <a:close/>
              </a:path>
            </a:pathLst>
          </a:custGeom>
          <a:solidFill>
            <a:srgbClr val="9CDFF9"/>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1" name="Freeform 417">
            <a:extLst>
              <a:ext uri="{FF2B5EF4-FFF2-40B4-BE49-F238E27FC236}">
                <a16:creationId xmlns:a16="http://schemas.microsoft.com/office/drawing/2014/main" id="{86D46BE4-B0DC-6447-9B19-4A15963D6107}"/>
              </a:ext>
            </a:extLst>
          </p:cNvPr>
          <p:cNvSpPr>
            <a:spLocks/>
          </p:cNvSpPr>
          <p:nvPr/>
        </p:nvSpPr>
        <p:spPr bwMode="auto">
          <a:xfrm>
            <a:off x="7274076" y="1826035"/>
            <a:ext cx="1736725" cy="1317704"/>
          </a:xfrm>
          <a:custGeom>
            <a:avLst/>
            <a:gdLst>
              <a:gd name="T0" fmla="*/ 2147483646 w 1036"/>
              <a:gd name="T1" fmla="*/ 2147483646 h 675"/>
              <a:gd name="T2" fmla="*/ 2147483646 w 1036"/>
              <a:gd name="T3" fmla="*/ 2147483646 h 675"/>
              <a:gd name="T4" fmla="*/ 2147483646 w 1036"/>
              <a:gd name="T5" fmla="*/ 2147483646 h 675"/>
              <a:gd name="T6" fmla="*/ 2147483646 w 1036"/>
              <a:gd name="T7" fmla="*/ 2147483646 h 675"/>
              <a:gd name="T8" fmla="*/ 2147483646 w 1036"/>
              <a:gd name="T9" fmla="*/ 2147483646 h 675"/>
              <a:gd name="T10" fmla="*/ 2147483646 w 1036"/>
              <a:gd name="T11" fmla="*/ 2147483646 h 675"/>
              <a:gd name="T12" fmla="*/ 2147483646 w 1036"/>
              <a:gd name="T13" fmla="*/ 2147483646 h 675"/>
              <a:gd name="T14" fmla="*/ 2147483646 w 1036"/>
              <a:gd name="T15" fmla="*/ 2147483646 h 675"/>
              <a:gd name="T16" fmla="*/ 2147483646 w 1036"/>
              <a:gd name="T17" fmla="*/ 2147483646 h 675"/>
              <a:gd name="T18" fmla="*/ 2147483646 w 1036"/>
              <a:gd name="T19" fmla="*/ 2147483646 h 675"/>
              <a:gd name="T20" fmla="*/ 2147483646 w 1036"/>
              <a:gd name="T21" fmla="*/ 2147483646 h 675"/>
              <a:gd name="T22" fmla="*/ 2147483646 w 1036"/>
              <a:gd name="T23" fmla="*/ 2147483646 h 675"/>
              <a:gd name="T24" fmla="*/ 2147483646 w 1036"/>
              <a:gd name="T25" fmla="*/ 2147483646 h 675"/>
              <a:gd name="T26" fmla="*/ 2147483646 w 1036"/>
              <a:gd name="T27" fmla="*/ 2147483646 h 675"/>
              <a:gd name="T28" fmla="*/ 2147483646 w 1036"/>
              <a:gd name="T29" fmla="*/ 2147483646 h 675"/>
              <a:gd name="T30" fmla="*/ 2147483646 w 1036"/>
              <a:gd name="T31" fmla="*/ 2147483646 h 675"/>
              <a:gd name="T32" fmla="*/ 2147483646 w 1036"/>
              <a:gd name="T33" fmla="*/ 2147483646 h 675"/>
              <a:gd name="T34" fmla="*/ 2147483646 w 1036"/>
              <a:gd name="T35" fmla="*/ 2147483646 h 67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36"/>
              <a:gd name="T55" fmla="*/ 0 h 675"/>
              <a:gd name="T56" fmla="*/ 1036 w 1036"/>
              <a:gd name="T57" fmla="*/ 675 h 67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36" h="675">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9CDFF9"/>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12" name="Group 418">
            <a:extLst>
              <a:ext uri="{FF2B5EF4-FFF2-40B4-BE49-F238E27FC236}">
                <a16:creationId xmlns:a16="http://schemas.microsoft.com/office/drawing/2014/main" id="{B6EA0447-3C72-2546-A182-B18B3204742F}"/>
              </a:ext>
            </a:extLst>
          </p:cNvPr>
          <p:cNvGrpSpPr>
            <a:grpSpLocks/>
          </p:cNvGrpSpPr>
          <p:nvPr/>
        </p:nvGrpSpPr>
        <p:grpSpPr bwMode="auto">
          <a:xfrm>
            <a:off x="7205350" y="3289251"/>
            <a:ext cx="1458912" cy="933450"/>
            <a:chOff x="2889" y="1631"/>
            <a:chExt cx="980" cy="743"/>
          </a:xfrm>
        </p:grpSpPr>
        <p:sp>
          <p:nvSpPr>
            <p:cNvPr id="13" name="Rectangle 419">
              <a:extLst>
                <a:ext uri="{FF2B5EF4-FFF2-40B4-BE49-F238E27FC236}">
                  <a16:creationId xmlns:a16="http://schemas.microsoft.com/office/drawing/2014/main" id="{BE021C30-4F59-6844-AF0D-B5AB853A3B1C}"/>
                </a:ext>
              </a:extLst>
            </p:cNvPr>
            <p:cNvSpPr>
              <a:spLocks noChangeArrowheads="1"/>
            </p:cNvSpPr>
            <p:nvPr/>
          </p:nvSpPr>
          <p:spPr bwMode="auto">
            <a:xfrm>
              <a:off x="3046" y="1841"/>
              <a:ext cx="663" cy="533"/>
            </a:xfrm>
            <a:prstGeom prst="rect">
              <a:avLst/>
            </a:prstGeom>
            <a:solidFill>
              <a:srgbClr val="9CDFF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14" name="AutoShape 420">
              <a:extLst>
                <a:ext uri="{FF2B5EF4-FFF2-40B4-BE49-F238E27FC236}">
                  <a16:creationId xmlns:a16="http://schemas.microsoft.com/office/drawing/2014/main" id="{27AA7BFA-EEE4-4140-B9E6-23FEE52ACCEA}"/>
                </a:ext>
              </a:extLst>
            </p:cNvPr>
            <p:cNvSpPr>
              <a:spLocks noChangeArrowheads="1"/>
            </p:cNvSpPr>
            <p:nvPr/>
          </p:nvSpPr>
          <p:spPr bwMode="auto">
            <a:xfrm>
              <a:off x="2889" y="1631"/>
              <a:ext cx="980" cy="253"/>
            </a:xfrm>
            <a:prstGeom prst="triangle">
              <a:avLst>
                <a:gd name="adj" fmla="val 50000"/>
              </a:avLst>
            </a:prstGeom>
            <a:solidFill>
              <a:srgbClr val="9CDFF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srgbClr val="00CCFF"/>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15" name="Freeform 427">
            <a:extLst>
              <a:ext uri="{FF2B5EF4-FFF2-40B4-BE49-F238E27FC236}">
                <a16:creationId xmlns:a16="http://schemas.microsoft.com/office/drawing/2014/main" id="{50383F63-A1BE-EE40-9A4A-9521B5B39A87}"/>
              </a:ext>
            </a:extLst>
          </p:cNvPr>
          <p:cNvSpPr>
            <a:spLocks/>
          </p:cNvSpPr>
          <p:nvPr/>
        </p:nvSpPr>
        <p:spPr bwMode="auto">
          <a:xfrm>
            <a:off x="7712401" y="4683134"/>
            <a:ext cx="3079750" cy="1665288"/>
          </a:xfrm>
          <a:custGeom>
            <a:avLst/>
            <a:gdLst>
              <a:gd name="T0" fmla="*/ 2147483646 w 1940"/>
              <a:gd name="T1" fmla="*/ 2147483646 h 1049"/>
              <a:gd name="T2" fmla="*/ 2147483646 w 1940"/>
              <a:gd name="T3" fmla="*/ 2147483646 h 1049"/>
              <a:gd name="T4" fmla="*/ 2147483646 w 1940"/>
              <a:gd name="T5" fmla="*/ 2147483646 h 1049"/>
              <a:gd name="T6" fmla="*/ 2147483646 w 1940"/>
              <a:gd name="T7" fmla="*/ 2147483646 h 1049"/>
              <a:gd name="T8" fmla="*/ 2147483646 w 1940"/>
              <a:gd name="T9" fmla="*/ 2147483646 h 1049"/>
              <a:gd name="T10" fmla="*/ 2147483646 w 1940"/>
              <a:gd name="T11" fmla="*/ 2147483646 h 1049"/>
              <a:gd name="T12" fmla="*/ 2147483646 w 1940"/>
              <a:gd name="T13" fmla="*/ 2147483646 h 1049"/>
              <a:gd name="T14" fmla="*/ 2147483646 w 1940"/>
              <a:gd name="T15" fmla="*/ 2147483646 h 1049"/>
              <a:gd name="T16" fmla="*/ 2147483646 w 1940"/>
              <a:gd name="T17" fmla="*/ 2147483646 h 1049"/>
              <a:gd name="T18" fmla="*/ 2147483646 w 1940"/>
              <a:gd name="T19" fmla="*/ 2147483646 h 1049"/>
              <a:gd name="T20" fmla="*/ 2147483646 w 1940"/>
              <a:gd name="T21" fmla="*/ 2147483646 h 1049"/>
              <a:gd name="T22" fmla="*/ 2147483646 w 1940"/>
              <a:gd name="T23" fmla="*/ 2147483646 h 1049"/>
              <a:gd name="T24" fmla="*/ 2147483646 w 1940"/>
              <a:gd name="T25" fmla="*/ 2147483646 h 1049"/>
              <a:gd name="T26" fmla="*/ 2147483646 w 1940"/>
              <a:gd name="T27" fmla="*/ 2147483646 h 1049"/>
              <a:gd name="T28" fmla="*/ 2147483646 w 1940"/>
              <a:gd name="T29" fmla="*/ 2147483646 h 1049"/>
              <a:gd name="T30" fmla="*/ 2147483646 w 1940"/>
              <a:gd name="T31" fmla="*/ 2147483646 h 1049"/>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940"/>
              <a:gd name="T49" fmla="*/ 0 h 1049"/>
              <a:gd name="T50" fmla="*/ 1940 w 1940"/>
              <a:gd name="T51" fmla="*/ 1049 h 1049"/>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940" h="1049">
                <a:moveTo>
                  <a:pt x="952" y="26"/>
                </a:moveTo>
                <a:cubicBezTo>
                  <a:pt x="867" y="45"/>
                  <a:pt x="832" y="118"/>
                  <a:pt x="755" y="125"/>
                </a:cubicBezTo>
                <a:cubicBezTo>
                  <a:pt x="678" y="132"/>
                  <a:pt x="587" y="72"/>
                  <a:pt x="488" y="68"/>
                </a:cubicBezTo>
                <a:cubicBezTo>
                  <a:pt x="389" y="64"/>
                  <a:pt x="237" y="48"/>
                  <a:pt x="158" y="101"/>
                </a:cubicBezTo>
                <a:cubicBezTo>
                  <a:pt x="79" y="154"/>
                  <a:pt x="28" y="298"/>
                  <a:pt x="14" y="389"/>
                </a:cubicBezTo>
                <a:cubicBezTo>
                  <a:pt x="0" y="480"/>
                  <a:pt x="25" y="595"/>
                  <a:pt x="71" y="648"/>
                </a:cubicBezTo>
                <a:cubicBezTo>
                  <a:pt x="117" y="701"/>
                  <a:pt x="205" y="665"/>
                  <a:pt x="288" y="706"/>
                </a:cubicBezTo>
                <a:cubicBezTo>
                  <a:pt x="371" y="747"/>
                  <a:pt x="450" y="842"/>
                  <a:pt x="568" y="893"/>
                </a:cubicBezTo>
                <a:cubicBezTo>
                  <a:pt x="686" y="944"/>
                  <a:pt x="852" y="991"/>
                  <a:pt x="996" y="1014"/>
                </a:cubicBezTo>
                <a:cubicBezTo>
                  <a:pt x="1140" y="1036"/>
                  <a:pt x="1309" y="1049"/>
                  <a:pt x="1433" y="1031"/>
                </a:cubicBezTo>
                <a:cubicBezTo>
                  <a:pt x="1557" y="1012"/>
                  <a:pt x="1657" y="960"/>
                  <a:pt x="1739" y="907"/>
                </a:cubicBezTo>
                <a:cubicBezTo>
                  <a:pt x="1821" y="855"/>
                  <a:pt x="1906" y="824"/>
                  <a:pt x="1923" y="714"/>
                </a:cubicBezTo>
                <a:cubicBezTo>
                  <a:pt x="1940" y="604"/>
                  <a:pt x="1898" y="350"/>
                  <a:pt x="1839" y="251"/>
                </a:cubicBezTo>
                <a:cubicBezTo>
                  <a:pt x="1780" y="151"/>
                  <a:pt x="1662" y="153"/>
                  <a:pt x="1566" y="114"/>
                </a:cubicBezTo>
                <a:cubicBezTo>
                  <a:pt x="1470" y="76"/>
                  <a:pt x="1365" y="30"/>
                  <a:pt x="1263" y="15"/>
                </a:cubicBezTo>
                <a:cubicBezTo>
                  <a:pt x="1161" y="0"/>
                  <a:pt x="1037" y="8"/>
                  <a:pt x="952" y="26"/>
                </a:cubicBezTo>
                <a:close/>
              </a:path>
            </a:pathLst>
          </a:custGeom>
          <a:solidFill>
            <a:srgbClr val="9CDFF9"/>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Box 580">
            <a:extLst>
              <a:ext uri="{FF2B5EF4-FFF2-40B4-BE49-F238E27FC236}">
                <a16:creationId xmlns:a16="http://schemas.microsoft.com/office/drawing/2014/main" id="{68F39DC6-82AA-494B-BF8C-3328A3504C38}"/>
              </a:ext>
            </a:extLst>
          </p:cNvPr>
          <p:cNvSpPr txBox="1">
            <a:spLocks noChangeArrowheads="1"/>
          </p:cNvSpPr>
          <p:nvPr/>
        </p:nvSpPr>
        <p:spPr bwMode="auto">
          <a:xfrm>
            <a:off x="7679274" y="1488461"/>
            <a:ext cx="133940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1400" b="0" i="0" u="none" strike="noStrike" kern="1200" cap="none" spc="0" normalizeH="0" baseline="0" noProof="0" dirty="0">
                <a:ln>
                  <a:noFill/>
                </a:ln>
                <a:solidFill>
                  <a:prstClr val="black"/>
                </a:solidFill>
                <a:effectLst/>
                <a:uLnTx/>
                <a:uFillTx/>
                <a:latin typeface="Calibri" panose="020F0502020204030204"/>
                <a:ea typeface="MS PGothic" panose="020B0600070205080204" pitchFamily="34" charset="-128"/>
                <a:cs typeface="Arial" panose="020B0604020202020204" pitchFamily="34" charset="0"/>
              </a:rPr>
              <a:t>mobile network</a:t>
            </a:r>
          </a:p>
        </p:txBody>
      </p:sp>
      <p:sp>
        <p:nvSpPr>
          <p:cNvPr id="19" name="Text Box 580">
            <a:extLst>
              <a:ext uri="{FF2B5EF4-FFF2-40B4-BE49-F238E27FC236}">
                <a16:creationId xmlns:a16="http://schemas.microsoft.com/office/drawing/2014/main" id="{18D63BA9-A80C-3C4E-951E-EC3E6277A653}"/>
              </a:ext>
            </a:extLst>
          </p:cNvPr>
          <p:cNvSpPr txBox="1">
            <a:spLocks noChangeArrowheads="1"/>
          </p:cNvSpPr>
          <p:nvPr/>
        </p:nvSpPr>
        <p:spPr bwMode="auto">
          <a:xfrm>
            <a:off x="7306908" y="5779775"/>
            <a:ext cx="1195135" cy="44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US" altLang="en-US" sz="1400" b="0" i="0" u="none" strike="noStrike" kern="1200" cap="none" spc="0" normalizeH="0" baseline="0" noProof="0" dirty="0">
                <a:ln>
                  <a:noFill/>
                </a:ln>
                <a:solidFill>
                  <a:prstClr val="black"/>
                </a:solidFill>
                <a:effectLst/>
                <a:uLnTx/>
                <a:uFillTx/>
                <a:latin typeface="Calibri" panose="020F0502020204030204"/>
                <a:ea typeface="MS PGothic" panose="020B0600070205080204" pitchFamily="34" charset="-128"/>
                <a:cs typeface="Arial" panose="020B0604020202020204" pitchFamily="34" charset="0"/>
              </a:rPr>
              <a:t>enterprise</a:t>
            </a:r>
          </a:p>
          <a:p>
            <a:pPr marL="0" marR="0" lvl="0" indent="0" algn="l" defTabSz="914400" rtl="0" eaLnBrk="1" fontAlgn="auto" latinLnBrk="0" hangingPunct="1">
              <a:lnSpc>
                <a:spcPct val="80000"/>
              </a:lnSpc>
              <a:spcBef>
                <a:spcPct val="0"/>
              </a:spcBef>
              <a:spcAft>
                <a:spcPts val="0"/>
              </a:spcAft>
              <a:buClrTx/>
              <a:buSzTx/>
              <a:buFontTx/>
              <a:buNone/>
              <a:tabLst/>
              <a:defRPr/>
            </a:pPr>
            <a:r>
              <a:rPr kumimoji="0" lang="en-US" altLang="en-US" sz="1400" b="0" i="0" u="none" strike="noStrike" kern="1200" cap="none" spc="0" normalizeH="0" baseline="0" noProof="0" dirty="0">
                <a:ln>
                  <a:noFill/>
                </a:ln>
                <a:solidFill>
                  <a:prstClr val="black"/>
                </a:solidFill>
                <a:effectLst/>
                <a:uLnTx/>
                <a:uFillTx/>
                <a:latin typeface="Calibri" panose="020F0502020204030204"/>
                <a:ea typeface="MS PGothic" panose="020B0600070205080204" pitchFamily="34" charset="-128"/>
                <a:cs typeface="Arial" panose="020B0604020202020204" pitchFamily="34" charset="0"/>
              </a:rPr>
              <a:t>          network</a:t>
            </a:r>
          </a:p>
        </p:txBody>
      </p:sp>
      <p:sp>
        <p:nvSpPr>
          <p:cNvPr id="20" name="Freeform 19">
            <a:extLst>
              <a:ext uri="{FF2B5EF4-FFF2-40B4-BE49-F238E27FC236}">
                <a16:creationId xmlns:a16="http://schemas.microsoft.com/office/drawing/2014/main" id="{21C1BA4F-9694-604C-B41C-E527BFD0B4FC}"/>
              </a:ext>
            </a:extLst>
          </p:cNvPr>
          <p:cNvSpPr/>
          <p:nvPr/>
        </p:nvSpPr>
        <p:spPr>
          <a:xfrm>
            <a:off x="10222146" y="3179540"/>
            <a:ext cx="1273167" cy="1935748"/>
          </a:xfrm>
          <a:custGeom>
            <a:avLst/>
            <a:gdLst>
              <a:gd name="connsiteX0" fmla="*/ 434989 w 1523031"/>
              <a:gd name="connsiteY0" fmla="*/ 253346 h 1763594"/>
              <a:gd name="connsiteX1" fmla="*/ 488 w 1523031"/>
              <a:gd name="connsiteY1" fmla="*/ 921706 h 1763594"/>
              <a:gd name="connsiteX2" fmla="*/ 368142 w 1523031"/>
              <a:gd name="connsiteY2" fmla="*/ 1489812 h 1763594"/>
              <a:gd name="connsiteX3" fmla="*/ 1187008 w 1523031"/>
              <a:gd name="connsiteY3" fmla="*/ 1757156 h 1763594"/>
              <a:gd name="connsiteX4" fmla="*/ 1521239 w 1523031"/>
              <a:gd name="connsiteY4" fmla="*/ 1239177 h 1763594"/>
              <a:gd name="connsiteX5" fmla="*/ 1320700 w 1523031"/>
              <a:gd name="connsiteY5" fmla="*/ 654362 h 1763594"/>
              <a:gd name="connsiteX6" fmla="*/ 1337412 w 1523031"/>
              <a:gd name="connsiteY6" fmla="*/ 136383 h 1763594"/>
              <a:gd name="connsiteX7" fmla="*/ 1086739 w 1523031"/>
              <a:gd name="connsiteY7" fmla="*/ 2711 h 1763594"/>
              <a:gd name="connsiteX8" fmla="*/ 434989 w 1523031"/>
              <a:gd name="connsiteY8" fmla="*/ 253346 h 1763594"/>
              <a:gd name="connsiteX0" fmla="*/ 434989 w 1537226"/>
              <a:gd name="connsiteY0" fmla="*/ 253346 h 1763594"/>
              <a:gd name="connsiteX1" fmla="*/ 488 w 1537226"/>
              <a:gd name="connsiteY1" fmla="*/ 921706 h 1763594"/>
              <a:gd name="connsiteX2" fmla="*/ 368142 w 1537226"/>
              <a:gd name="connsiteY2" fmla="*/ 1489812 h 1763594"/>
              <a:gd name="connsiteX3" fmla="*/ 1187008 w 1537226"/>
              <a:gd name="connsiteY3" fmla="*/ 1757156 h 1763594"/>
              <a:gd name="connsiteX4" fmla="*/ 1521239 w 1537226"/>
              <a:gd name="connsiteY4" fmla="*/ 1239177 h 1763594"/>
              <a:gd name="connsiteX5" fmla="*/ 1468998 w 1537226"/>
              <a:gd name="connsiteY5" fmla="*/ 654362 h 1763594"/>
              <a:gd name="connsiteX6" fmla="*/ 1337412 w 1537226"/>
              <a:gd name="connsiteY6" fmla="*/ 136383 h 1763594"/>
              <a:gd name="connsiteX7" fmla="*/ 1086739 w 1537226"/>
              <a:gd name="connsiteY7" fmla="*/ 2711 h 1763594"/>
              <a:gd name="connsiteX8" fmla="*/ 434989 w 1537226"/>
              <a:gd name="connsiteY8" fmla="*/ 253346 h 1763594"/>
              <a:gd name="connsiteX0" fmla="*/ 434989 w 1537226"/>
              <a:gd name="connsiteY0" fmla="*/ 253346 h 1763594"/>
              <a:gd name="connsiteX1" fmla="*/ 488 w 1537226"/>
              <a:gd name="connsiteY1" fmla="*/ 921706 h 1763594"/>
              <a:gd name="connsiteX2" fmla="*/ 368142 w 1537226"/>
              <a:gd name="connsiteY2" fmla="*/ 1489812 h 1763594"/>
              <a:gd name="connsiteX3" fmla="*/ 1187008 w 1537226"/>
              <a:gd name="connsiteY3" fmla="*/ 1757156 h 1763594"/>
              <a:gd name="connsiteX4" fmla="*/ 1521239 w 1537226"/>
              <a:gd name="connsiteY4" fmla="*/ 1239177 h 1763594"/>
              <a:gd name="connsiteX5" fmla="*/ 1468998 w 1537226"/>
              <a:gd name="connsiteY5" fmla="*/ 654362 h 1763594"/>
              <a:gd name="connsiteX6" fmla="*/ 1337412 w 1537226"/>
              <a:gd name="connsiteY6" fmla="*/ 136383 h 1763594"/>
              <a:gd name="connsiteX7" fmla="*/ 839572 w 1537226"/>
              <a:gd name="connsiteY7" fmla="*/ 2711 h 1763594"/>
              <a:gd name="connsiteX8" fmla="*/ 434989 w 1537226"/>
              <a:gd name="connsiteY8" fmla="*/ 253346 h 1763594"/>
              <a:gd name="connsiteX0" fmla="*/ 360357 w 1536743"/>
              <a:gd name="connsiteY0" fmla="*/ 534641 h 1782088"/>
              <a:gd name="connsiteX1" fmla="*/ 5 w 1536743"/>
              <a:gd name="connsiteY1" fmla="*/ 940200 h 1782088"/>
              <a:gd name="connsiteX2" fmla="*/ 367659 w 1536743"/>
              <a:gd name="connsiteY2" fmla="*/ 1508306 h 1782088"/>
              <a:gd name="connsiteX3" fmla="*/ 1186525 w 1536743"/>
              <a:gd name="connsiteY3" fmla="*/ 1775650 h 1782088"/>
              <a:gd name="connsiteX4" fmla="*/ 1520756 w 1536743"/>
              <a:gd name="connsiteY4" fmla="*/ 1257671 h 1782088"/>
              <a:gd name="connsiteX5" fmla="*/ 1468515 w 1536743"/>
              <a:gd name="connsiteY5" fmla="*/ 672856 h 1782088"/>
              <a:gd name="connsiteX6" fmla="*/ 1336929 w 1536743"/>
              <a:gd name="connsiteY6" fmla="*/ 154877 h 1782088"/>
              <a:gd name="connsiteX7" fmla="*/ 839089 w 1536743"/>
              <a:gd name="connsiteY7" fmla="*/ 21205 h 1782088"/>
              <a:gd name="connsiteX8" fmla="*/ 360357 w 1536743"/>
              <a:gd name="connsiteY8" fmla="*/ 534641 h 1782088"/>
              <a:gd name="connsiteX0" fmla="*/ 360355 w 1536741"/>
              <a:gd name="connsiteY0" fmla="*/ 534641 h 1782088"/>
              <a:gd name="connsiteX1" fmla="*/ 3 w 1536741"/>
              <a:gd name="connsiteY1" fmla="*/ 940200 h 1782088"/>
              <a:gd name="connsiteX2" fmla="*/ 367657 w 1536741"/>
              <a:gd name="connsiteY2" fmla="*/ 1508306 h 1782088"/>
              <a:gd name="connsiteX3" fmla="*/ 1186523 w 1536741"/>
              <a:gd name="connsiteY3" fmla="*/ 1775650 h 1782088"/>
              <a:gd name="connsiteX4" fmla="*/ 1520754 w 1536741"/>
              <a:gd name="connsiteY4" fmla="*/ 1257671 h 1782088"/>
              <a:gd name="connsiteX5" fmla="*/ 1468513 w 1536741"/>
              <a:gd name="connsiteY5" fmla="*/ 672856 h 1782088"/>
              <a:gd name="connsiteX6" fmla="*/ 1336927 w 1536741"/>
              <a:gd name="connsiteY6" fmla="*/ 154877 h 1782088"/>
              <a:gd name="connsiteX7" fmla="*/ 839087 w 1536741"/>
              <a:gd name="connsiteY7" fmla="*/ 21205 h 1782088"/>
              <a:gd name="connsiteX8" fmla="*/ 360355 w 1536741"/>
              <a:gd name="connsiteY8" fmla="*/ 534641 h 1782088"/>
              <a:gd name="connsiteX0" fmla="*/ 360355 w 1534770"/>
              <a:gd name="connsiteY0" fmla="*/ 553225 h 1800672"/>
              <a:gd name="connsiteX1" fmla="*/ 3 w 1534770"/>
              <a:gd name="connsiteY1" fmla="*/ 958784 h 1800672"/>
              <a:gd name="connsiteX2" fmla="*/ 367657 w 1534770"/>
              <a:gd name="connsiteY2" fmla="*/ 1526890 h 1800672"/>
              <a:gd name="connsiteX3" fmla="*/ 1186523 w 1534770"/>
              <a:gd name="connsiteY3" fmla="*/ 1794234 h 1800672"/>
              <a:gd name="connsiteX4" fmla="*/ 1520754 w 1534770"/>
              <a:gd name="connsiteY4" fmla="*/ 1276255 h 1800672"/>
              <a:gd name="connsiteX5" fmla="*/ 1468513 w 1534770"/>
              <a:gd name="connsiteY5" fmla="*/ 691440 h 1800672"/>
              <a:gd name="connsiteX6" fmla="*/ 1435794 w 1534770"/>
              <a:gd name="connsiteY6" fmla="*/ 107761 h 1800672"/>
              <a:gd name="connsiteX7" fmla="*/ 839087 w 1534770"/>
              <a:gd name="connsiteY7" fmla="*/ 39789 h 1800672"/>
              <a:gd name="connsiteX8" fmla="*/ 360355 w 1534770"/>
              <a:gd name="connsiteY8" fmla="*/ 553225 h 1800672"/>
              <a:gd name="connsiteX0" fmla="*/ 360355 w 1580585"/>
              <a:gd name="connsiteY0" fmla="*/ 553225 h 1880420"/>
              <a:gd name="connsiteX1" fmla="*/ 3 w 1580585"/>
              <a:gd name="connsiteY1" fmla="*/ 958784 h 1880420"/>
              <a:gd name="connsiteX2" fmla="*/ 367657 w 1580585"/>
              <a:gd name="connsiteY2" fmla="*/ 1526890 h 1880420"/>
              <a:gd name="connsiteX3" fmla="*/ 1186523 w 1580585"/>
              <a:gd name="connsiteY3" fmla="*/ 1794234 h 1880420"/>
              <a:gd name="connsiteX4" fmla="*/ 1570188 w 1580585"/>
              <a:gd name="connsiteY4" fmla="*/ 1785433 h 1880420"/>
              <a:gd name="connsiteX5" fmla="*/ 1468513 w 1580585"/>
              <a:gd name="connsiteY5" fmla="*/ 691440 h 1880420"/>
              <a:gd name="connsiteX6" fmla="*/ 1435794 w 1580585"/>
              <a:gd name="connsiteY6" fmla="*/ 107761 h 1880420"/>
              <a:gd name="connsiteX7" fmla="*/ 839087 w 1580585"/>
              <a:gd name="connsiteY7" fmla="*/ 39789 h 1880420"/>
              <a:gd name="connsiteX8" fmla="*/ 360355 w 1580585"/>
              <a:gd name="connsiteY8" fmla="*/ 553225 h 1880420"/>
              <a:gd name="connsiteX0" fmla="*/ 316588 w 1580732"/>
              <a:gd name="connsiteY0" fmla="*/ 359285 h 1867156"/>
              <a:gd name="connsiteX1" fmla="*/ 150 w 1580732"/>
              <a:gd name="connsiteY1" fmla="*/ 945520 h 1867156"/>
              <a:gd name="connsiteX2" fmla="*/ 367804 w 1580732"/>
              <a:gd name="connsiteY2" fmla="*/ 1513626 h 1867156"/>
              <a:gd name="connsiteX3" fmla="*/ 1186670 w 1580732"/>
              <a:gd name="connsiteY3" fmla="*/ 1780970 h 1867156"/>
              <a:gd name="connsiteX4" fmla="*/ 1570335 w 1580732"/>
              <a:gd name="connsiteY4" fmla="*/ 1772169 h 1867156"/>
              <a:gd name="connsiteX5" fmla="*/ 1468660 w 1580732"/>
              <a:gd name="connsiteY5" fmla="*/ 678176 h 1867156"/>
              <a:gd name="connsiteX6" fmla="*/ 1435941 w 1580732"/>
              <a:gd name="connsiteY6" fmla="*/ 94497 h 1867156"/>
              <a:gd name="connsiteX7" fmla="*/ 839234 w 1580732"/>
              <a:gd name="connsiteY7" fmla="*/ 26525 h 1867156"/>
              <a:gd name="connsiteX8" fmla="*/ 316588 w 1580732"/>
              <a:gd name="connsiteY8" fmla="*/ 359285 h 1867156"/>
              <a:gd name="connsiteX0" fmla="*/ 163575 w 1427719"/>
              <a:gd name="connsiteY0" fmla="*/ 359285 h 1867156"/>
              <a:gd name="connsiteX1" fmla="*/ 836 w 1427719"/>
              <a:gd name="connsiteY1" fmla="*/ 1076921 h 1867156"/>
              <a:gd name="connsiteX2" fmla="*/ 214791 w 1427719"/>
              <a:gd name="connsiteY2" fmla="*/ 1513626 h 1867156"/>
              <a:gd name="connsiteX3" fmla="*/ 1033657 w 1427719"/>
              <a:gd name="connsiteY3" fmla="*/ 1780970 h 1867156"/>
              <a:gd name="connsiteX4" fmla="*/ 1417322 w 1427719"/>
              <a:gd name="connsiteY4" fmla="*/ 1772169 h 1867156"/>
              <a:gd name="connsiteX5" fmla="*/ 1315647 w 1427719"/>
              <a:gd name="connsiteY5" fmla="*/ 678176 h 1867156"/>
              <a:gd name="connsiteX6" fmla="*/ 1282928 w 1427719"/>
              <a:gd name="connsiteY6" fmla="*/ 94497 h 1867156"/>
              <a:gd name="connsiteX7" fmla="*/ 686221 w 1427719"/>
              <a:gd name="connsiteY7" fmla="*/ 26525 h 1867156"/>
              <a:gd name="connsiteX8" fmla="*/ 163575 w 1427719"/>
              <a:gd name="connsiteY8" fmla="*/ 359285 h 1867156"/>
              <a:gd name="connsiteX0" fmla="*/ 163575 w 1426632"/>
              <a:gd name="connsiteY0" fmla="*/ 394322 h 1902193"/>
              <a:gd name="connsiteX1" fmla="*/ 836 w 1426632"/>
              <a:gd name="connsiteY1" fmla="*/ 1111958 h 1902193"/>
              <a:gd name="connsiteX2" fmla="*/ 214791 w 1426632"/>
              <a:gd name="connsiteY2" fmla="*/ 1548663 h 1902193"/>
              <a:gd name="connsiteX3" fmla="*/ 1033657 w 1426632"/>
              <a:gd name="connsiteY3" fmla="*/ 1816007 h 1902193"/>
              <a:gd name="connsiteX4" fmla="*/ 1417322 w 1426632"/>
              <a:gd name="connsiteY4" fmla="*/ 1807206 h 1902193"/>
              <a:gd name="connsiteX5" fmla="*/ 1315647 w 1426632"/>
              <a:gd name="connsiteY5" fmla="*/ 713213 h 1902193"/>
              <a:gd name="connsiteX6" fmla="*/ 1401843 w 1426632"/>
              <a:gd name="connsiteY6" fmla="*/ 63834 h 1902193"/>
              <a:gd name="connsiteX7" fmla="*/ 686221 w 1426632"/>
              <a:gd name="connsiteY7" fmla="*/ 61562 h 1902193"/>
              <a:gd name="connsiteX8" fmla="*/ 163575 w 1426632"/>
              <a:gd name="connsiteY8" fmla="*/ 394322 h 1902193"/>
              <a:gd name="connsiteX0" fmla="*/ 163575 w 1435249"/>
              <a:gd name="connsiteY0" fmla="*/ 394322 h 1885560"/>
              <a:gd name="connsiteX1" fmla="*/ 836 w 1435249"/>
              <a:gd name="connsiteY1" fmla="*/ 1111958 h 1885560"/>
              <a:gd name="connsiteX2" fmla="*/ 214791 w 1435249"/>
              <a:gd name="connsiteY2" fmla="*/ 1548663 h 1885560"/>
              <a:gd name="connsiteX3" fmla="*/ 1033657 w 1435249"/>
              <a:gd name="connsiteY3" fmla="*/ 1816007 h 1885560"/>
              <a:gd name="connsiteX4" fmla="*/ 1417322 w 1435249"/>
              <a:gd name="connsiteY4" fmla="*/ 1807206 h 1885560"/>
              <a:gd name="connsiteX5" fmla="*/ 1375103 w 1435249"/>
              <a:gd name="connsiteY5" fmla="*/ 943164 h 1885560"/>
              <a:gd name="connsiteX6" fmla="*/ 1401843 w 1435249"/>
              <a:gd name="connsiteY6" fmla="*/ 63834 h 1885560"/>
              <a:gd name="connsiteX7" fmla="*/ 686221 w 1435249"/>
              <a:gd name="connsiteY7" fmla="*/ 61562 h 1885560"/>
              <a:gd name="connsiteX8" fmla="*/ 163575 w 1435249"/>
              <a:gd name="connsiteY8" fmla="*/ 394322 h 1885560"/>
              <a:gd name="connsiteX0" fmla="*/ 128947 w 1438213"/>
              <a:gd name="connsiteY0" fmla="*/ 345176 h 1883146"/>
              <a:gd name="connsiteX1" fmla="*/ 3802 w 1438213"/>
              <a:gd name="connsiteY1" fmla="*/ 1109544 h 1883146"/>
              <a:gd name="connsiteX2" fmla="*/ 217757 w 1438213"/>
              <a:gd name="connsiteY2" fmla="*/ 1546249 h 1883146"/>
              <a:gd name="connsiteX3" fmla="*/ 1036623 w 1438213"/>
              <a:gd name="connsiteY3" fmla="*/ 1813593 h 1883146"/>
              <a:gd name="connsiteX4" fmla="*/ 1420288 w 1438213"/>
              <a:gd name="connsiteY4" fmla="*/ 1804792 h 1883146"/>
              <a:gd name="connsiteX5" fmla="*/ 1378069 w 1438213"/>
              <a:gd name="connsiteY5" fmla="*/ 940750 h 1883146"/>
              <a:gd name="connsiteX6" fmla="*/ 1404809 w 1438213"/>
              <a:gd name="connsiteY6" fmla="*/ 61420 h 1883146"/>
              <a:gd name="connsiteX7" fmla="*/ 689187 w 1438213"/>
              <a:gd name="connsiteY7" fmla="*/ 59148 h 1883146"/>
              <a:gd name="connsiteX8" fmla="*/ 128947 w 1438213"/>
              <a:gd name="connsiteY8" fmla="*/ 345176 h 1883146"/>
              <a:gd name="connsiteX0" fmla="*/ 126587 w 1435854"/>
              <a:gd name="connsiteY0" fmla="*/ 353278 h 1891248"/>
              <a:gd name="connsiteX1" fmla="*/ 1442 w 1435854"/>
              <a:gd name="connsiteY1" fmla="*/ 1117646 h 1891248"/>
              <a:gd name="connsiteX2" fmla="*/ 215397 w 1435854"/>
              <a:gd name="connsiteY2" fmla="*/ 1554351 h 1891248"/>
              <a:gd name="connsiteX3" fmla="*/ 1034263 w 1435854"/>
              <a:gd name="connsiteY3" fmla="*/ 1821695 h 1891248"/>
              <a:gd name="connsiteX4" fmla="*/ 1417928 w 1435854"/>
              <a:gd name="connsiteY4" fmla="*/ 1812894 h 1891248"/>
              <a:gd name="connsiteX5" fmla="*/ 1375709 w 1435854"/>
              <a:gd name="connsiteY5" fmla="*/ 948852 h 1891248"/>
              <a:gd name="connsiteX6" fmla="*/ 1402449 w 1435854"/>
              <a:gd name="connsiteY6" fmla="*/ 69522 h 1891248"/>
              <a:gd name="connsiteX7" fmla="*/ 221605 w 1435854"/>
              <a:gd name="connsiteY7" fmla="*/ 47778 h 1891248"/>
              <a:gd name="connsiteX8" fmla="*/ 126587 w 1435854"/>
              <a:gd name="connsiteY8" fmla="*/ 353278 h 1891248"/>
              <a:gd name="connsiteX0" fmla="*/ 35803 w 1453152"/>
              <a:gd name="connsiteY0" fmla="*/ 439993 h 1896181"/>
              <a:gd name="connsiteX1" fmla="*/ 18740 w 1453152"/>
              <a:gd name="connsiteY1" fmla="*/ 1122579 h 1896181"/>
              <a:gd name="connsiteX2" fmla="*/ 232695 w 1453152"/>
              <a:gd name="connsiteY2" fmla="*/ 1559284 h 1896181"/>
              <a:gd name="connsiteX3" fmla="*/ 1051561 w 1453152"/>
              <a:gd name="connsiteY3" fmla="*/ 1826628 h 1896181"/>
              <a:gd name="connsiteX4" fmla="*/ 1435226 w 1453152"/>
              <a:gd name="connsiteY4" fmla="*/ 1817827 h 1896181"/>
              <a:gd name="connsiteX5" fmla="*/ 1393007 w 1453152"/>
              <a:gd name="connsiteY5" fmla="*/ 953785 h 1896181"/>
              <a:gd name="connsiteX6" fmla="*/ 1419747 w 1453152"/>
              <a:gd name="connsiteY6" fmla="*/ 74455 h 1896181"/>
              <a:gd name="connsiteX7" fmla="*/ 238903 w 1453152"/>
              <a:gd name="connsiteY7" fmla="*/ 52711 h 1896181"/>
              <a:gd name="connsiteX8" fmla="*/ 35803 w 1453152"/>
              <a:gd name="connsiteY8" fmla="*/ 439993 h 1896181"/>
              <a:gd name="connsiteX0" fmla="*/ 35803 w 1447873"/>
              <a:gd name="connsiteY0" fmla="*/ 439993 h 1952840"/>
              <a:gd name="connsiteX1" fmla="*/ 18740 w 1447873"/>
              <a:gd name="connsiteY1" fmla="*/ 1122579 h 1952840"/>
              <a:gd name="connsiteX2" fmla="*/ 232695 w 1447873"/>
              <a:gd name="connsiteY2" fmla="*/ 1559284 h 1952840"/>
              <a:gd name="connsiteX3" fmla="*/ 1130848 w 1447873"/>
              <a:gd name="connsiteY3" fmla="*/ 1925181 h 1952840"/>
              <a:gd name="connsiteX4" fmla="*/ 1435226 w 1447873"/>
              <a:gd name="connsiteY4" fmla="*/ 1817827 h 1952840"/>
              <a:gd name="connsiteX5" fmla="*/ 1393007 w 1447873"/>
              <a:gd name="connsiteY5" fmla="*/ 953785 h 1952840"/>
              <a:gd name="connsiteX6" fmla="*/ 1419747 w 1447873"/>
              <a:gd name="connsiteY6" fmla="*/ 74455 h 1952840"/>
              <a:gd name="connsiteX7" fmla="*/ 238903 w 1447873"/>
              <a:gd name="connsiteY7" fmla="*/ 52711 h 1952840"/>
              <a:gd name="connsiteX8" fmla="*/ 35803 w 1447873"/>
              <a:gd name="connsiteY8" fmla="*/ 439993 h 1952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47873" h="1952840">
                <a:moveTo>
                  <a:pt x="35803" y="439993"/>
                </a:moveTo>
                <a:cubicBezTo>
                  <a:pt x="-891" y="618304"/>
                  <a:pt x="-14075" y="936031"/>
                  <a:pt x="18740" y="1122579"/>
                </a:cubicBezTo>
                <a:cubicBezTo>
                  <a:pt x="51555" y="1309127"/>
                  <a:pt x="47344" y="1425517"/>
                  <a:pt x="232695" y="1559284"/>
                </a:cubicBezTo>
                <a:cubicBezTo>
                  <a:pt x="418046" y="1693051"/>
                  <a:pt x="930426" y="1882091"/>
                  <a:pt x="1130848" y="1925181"/>
                </a:cubicBezTo>
                <a:cubicBezTo>
                  <a:pt x="1331270" y="1968271"/>
                  <a:pt x="1391533" y="1979726"/>
                  <a:pt x="1435226" y="1817827"/>
                </a:cubicBezTo>
                <a:cubicBezTo>
                  <a:pt x="1478919" y="1655928"/>
                  <a:pt x="1395587" y="1244347"/>
                  <a:pt x="1393007" y="953785"/>
                </a:cubicBezTo>
                <a:cubicBezTo>
                  <a:pt x="1390427" y="663223"/>
                  <a:pt x="1458740" y="183063"/>
                  <a:pt x="1419747" y="74455"/>
                </a:cubicBezTo>
                <a:cubicBezTo>
                  <a:pt x="1380754" y="-34153"/>
                  <a:pt x="469560" y="-8212"/>
                  <a:pt x="238903" y="52711"/>
                </a:cubicBezTo>
                <a:cubicBezTo>
                  <a:pt x="8246" y="113634"/>
                  <a:pt x="72497" y="261682"/>
                  <a:pt x="35803" y="439993"/>
                </a:cubicBezTo>
                <a:close/>
              </a:path>
            </a:pathLst>
          </a:custGeom>
          <a:gradFill flip="none" rotWithShape="1">
            <a:gsLst>
              <a:gs pos="0">
                <a:srgbClr val="9CDFF9"/>
              </a:gs>
              <a:gs pos="100000">
                <a:schemeClr val="bg1"/>
              </a:gs>
              <a:gs pos="59000">
                <a:schemeClr val="accent5">
                  <a:lumMod val="20000"/>
                  <a:lumOff val="80000"/>
                </a:schemeClr>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nvGrpSpPr>
          <p:cNvPr id="21" name="Group 20">
            <a:extLst>
              <a:ext uri="{FF2B5EF4-FFF2-40B4-BE49-F238E27FC236}">
                <a16:creationId xmlns:a16="http://schemas.microsoft.com/office/drawing/2014/main" id="{09D929D7-3426-7545-8640-DC8E2ED95FB9}"/>
              </a:ext>
            </a:extLst>
          </p:cNvPr>
          <p:cNvGrpSpPr/>
          <p:nvPr/>
        </p:nvGrpSpPr>
        <p:grpSpPr>
          <a:xfrm>
            <a:off x="10837700" y="3928050"/>
            <a:ext cx="687393" cy="721548"/>
            <a:chOff x="5203089" y="1751190"/>
            <a:chExt cx="858331" cy="662414"/>
          </a:xfrm>
        </p:grpSpPr>
        <p:sp>
          <p:nvSpPr>
            <p:cNvPr id="22" name="Freeform 21">
              <a:extLst>
                <a:ext uri="{FF2B5EF4-FFF2-40B4-BE49-F238E27FC236}">
                  <a16:creationId xmlns:a16="http://schemas.microsoft.com/office/drawing/2014/main" id="{32949C6B-70A2-0C41-96B1-4A94F8B7F80B}"/>
                </a:ext>
              </a:extLst>
            </p:cNvPr>
            <p:cNvSpPr/>
            <p:nvPr/>
          </p:nvSpPr>
          <p:spPr>
            <a:xfrm>
              <a:off x="5536769" y="1751190"/>
              <a:ext cx="524651" cy="662124"/>
            </a:xfrm>
            <a:custGeom>
              <a:avLst/>
              <a:gdLst>
                <a:gd name="connsiteX0" fmla="*/ 3618 w 651290"/>
                <a:gd name="connsiteY0" fmla="*/ 492070 h 492070"/>
                <a:gd name="connsiteX1" fmla="*/ 0 w 651290"/>
                <a:gd name="connsiteY1" fmla="*/ 141108 h 492070"/>
                <a:gd name="connsiteX2" fmla="*/ 423338 w 651290"/>
                <a:gd name="connsiteY2" fmla="*/ 0 h 492070"/>
                <a:gd name="connsiteX3" fmla="*/ 647672 w 651290"/>
                <a:gd name="connsiteY3" fmla="*/ 57891 h 492070"/>
                <a:gd name="connsiteX4" fmla="*/ 651290 w 651290"/>
                <a:gd name="connsiteY4" fmla="*/ 492070 h 492070"/>
                <a:gd name="connsiteX5" fmla="*/ 3618 w 651290"/>
                <a:gd name="connsiteY5" fmla="*/ 492070 h 492070"/>
                <a:gd name="connsiteX0" fmla="*/ 3618 w 651290"/>
                <a:gd name="connsiteY0" fmla="*/ 593378 h 593378"/>
                <a:gd name="connsiteX1" fmla="*/ 0 w 651290"/>
                <a:gd name="connsiteY1" fmla="*/ 242416 h 593378"/>
                <a:gd name="connsiteX2" fmla="*/ 423338 w 651290"/>
                <a:gd name="connsiteY2" fmla="*/ 101308 h 593378"/>
                <a:gd name="connsiteX3" fmla="*/ 647672 w 651290"/>
                <a:gd name="connsiteY3" fmla="*/ 0 h 593378"/>
                <a:gd name="connsiteX4" fmla="*/ 651290 w 651290"/>
                <a:gd name="connsiteY4" fmla="*/ 593378 h 593378"/>
                <a:gd name="connsiteX5" fmla="*/ 3618 w 651290"/>
                <a:gd name="connsiteY5" fmla="*/ 593378 h 593378"/>
                <a:gd name="connsiteX0" fmla="*/ 3618 w 651290"/>
                <a:gd name="connsiteY0" fmla="*/ 662124 h 662124"/>
                <a:gd name="connsiteX1" fmla="*/ 0 w 651290"/>
                <a:gd name="connsiteY1" fmla="*/ 311162 h 662124"/>
                <a:gd name="connsiteX2" fmla="*/ 376300 w 651290"/>
                <a:gd name="connsiteY2" fmla="*/ 0 h 662124"/>
                <a:gd name="connsiteX3" fmla="*/ 647672 w 651290"/>
                <a:gd name="connsiteY3" fmla="*/ 68746 h 662124"/>
                <a:gd name="connsiteX4" fmla="*/ 651290 w 651290"/>
                <a:gd name="connsiteY4" fmla="*/ 662124 h 662124"/>
                <a:gd name="connsiteX5" fmla="*/ 3618 w 651290"/>
                <a:gd name="connsiteY5" fmla="*/ 662124 h 662124"/>
                <a:gd name="connsiteX0" fmla="*/ 0 w 647672"/>
                <a:gd name="connsiteY0" fmla="*/ 662124 h 662124"/>
                <a:gd name="connsiteX1" fmla="*/ 123021 w 647672"/>
                <a:gd name="connsiteY1" fmla="*/ 83217 h 662124"/>
                <a:gd name="connsiteX2" fmla="*/ 372682 w 647672"/>
                <a:gd name="connsiteY2" fmla="*/ 0 h 662124"/>
                <a:gd name="connsiteX3" fmla="*/ 644054 w 647672"/>
                <a:gd name="connsiteY3" fmla="*/ 68746 h 662124"/>
                <a:gd name="connsiteX4" fmla="*/ 647672 w 647672"/>
                <a:gd name="connsiteY4" fmla="*/ 662124 h 662124"/>
                <a:gd name="connsiteX5" fmla="*/ 0 w 647672"/>
                <a:gd name="connsiteY5" fmla="*/ 662124 h 662124"/>
                <a:gd name="connsiteX0" fmla="*/ 7238 w 524651"/>
                <a:gd name="connsiteY0" fmla="*/ 669360 h 669360"/>
                <a:gd name="connsiteX1" fmla="*/ 0 w 524651"/>
                <a:gd name="connsiteY1" fmla="*/ 83217 h 669360"/>
                <a:gd name="connsiteX2" fmla="*/ 249661 w 524651"/>
                <a:gd name="connsiteY2" fmla="*/ 0 h 669360"/>
                <a:gd name="connsiteX3" fmla="*/ 521033 w 524651"/>
                <a:gd name="connsiteY3" fmla="*/ 68746 h 669360"/>
                <a:gd name="connsiteX4" fmla="*/ 524651 w 524651"/>
                <a:gd name="connsiteY4" fmla="*/ 662124 h 669360"/>
                <a:gd name="connsiteX5" fmla="*/ 7238 w 524651"/>
                <a:gd name="connsiteY5" fmla="*/ 669360 h 669360"/>
                <a:gd name="connsiteX0" fmla="*/ 438 w 528706"/>
                <a:gd name="connsiteY0" fmla="*/ 665742 h 665742"/>
                <a:gd name="connsiteX1" fmla="*/ 4055 w 528706"/>
                <a:gd name="connsiteY1" fmla="*/ 83217 h 665742"/>
                <a:gd name="connsiteX2" fmla="*/ 253716 w 528706"/>
                <a:gd name="connsiteY2" fmla="*/ 0 h 665742"/>
                <a:gd name="connsiteX3" fmla="*/ 525088 w 528706"/>
                <a:gd name="connsiteY3" fmla="*/ 68746 h 665742"/>
                <a:gd name="connsiteX4" fmla="*/ 528706 w 528706"/>
                <a:gd name="connsiteY4" fmla="*/ 662124 h 665742"/>
                <a:gd name="connsiteX5" fmla="*/ 438 w 528706"/>
                <a:gd name="connsiteY5" fmla="*/ 665742 h 665742"/>
                <a:gd name="connsiteX0" fmla="*/ 155 w 546514"/>
                <a:gd name="connsiteY0" fmla="*/ 662124 h 662124"/>
                <a:gd name="connsiteX1" fmla="*/ 21863 w 546514"/>
                <a:gd name="connsiteY1" fmla="*/ 83217 h 662124"/>
                <a:gd name="connsiteX2" fmla="*/ 271524 w 546514"/>
                <a:gd name="connsiteY2" fmla="*/ 0 h 662124"/>
                <a:gd name="connsiteX3" fmla="*/ 542896 w 546514"/>
                <a:gd name="connsiteY3" fmla="*/ 68746 h 662124"/>
                <a:gd name="connsiteX4" fmla="*/ 546514 w 546514"/>
                <a:gd name="connsiteY4" fmla="*/ 662124 h 662124"/>
                <a:gd name="connsiteX5" fmla="*/ 155 w 546514"/>
                <a:gd name="connsiteY5" fmla="*/ 662124 h 662124"/>
                <a:gd name="connsiteX0" fmla="*/ 10856 w 524651"/>
                <a:gd name="connsiteY0" fmla="*/ 658506 h 662124"/>
                <a:gd name="connsiteX1" fmla="*/ 0 w 524651"/>
                <a:gd name="connsiteY1" fmla="*/ 83217 h 662124"/>
                <a:gd name="connsiteX2" fmla="*/ 249661 w 524651"/>
                <a:gd name="connsiteY2" fmla="*/ 0 h 662124"/>
                <a:gd name="connsiteX3" fmla="*/ 521033 w 524651"/>
                <a:gd name="connsiteY3" fmla="*/ 68746 h 662124"/>
                <a:gd name="connsiteX4" fmla="*/ 524651 w 524651"/>
                <a:gd name="connsiteY4" fmla="*/ 662124 h 662124"/>
                <a:gd name="connsiteX5" fmla="*/ 10856 w 524651"/>
                <a:gd name="connsiteY5" fmla="*/ 658506 h 6621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4651" h="662124">
                  <a:moveTo>
                    <a:pt x="10856" y="658506"/>
                  </a:moveTo>
                  <a:cubicBezTo>
                    <a:pt x="8443" y="463125"/>
                    <a:pt x="2413" y="278598"/>
                    <a:pt x="0" y="83217"/>
                  </a:cubicBezTo>
                  <a:lnTo>
                    <a:pt x="249661" y="0"/>
                  </a:lnTo>
                  <a:lnTo>
                    <a:pt x="521033" y="68746"/>
                  </a:lnTo>
                  <a:lnTo>
                    <a:pt x="524651" y="662124"/>
                  </a:lnTo>
                  <a:lnTo>
                    <a:pt x="10856" y="658506"/>
                  </a:lnTo>
                  <a:close/>
                </a:path>
              </a:pathLst>
            </a:custGeom>
            <a:solidFill>
              <a:srgbClr val="E0EBF1"/>
            </a:solidFill>
            <a:ln w="12700">
              <a:solidFill>
                <a:srgbClr val="0000A8"/>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3" name="Freeform 22">
              <a:extLst>
                <a:ext uri="{FF2B5EF4-FFF2-40B4-BE49-F238E27FC236}">
                  <a16:creationId xmlns:a16="http://schemas.microsoft.com/office/drawing/2014/main" id="{6A42A8C1-0A52-8944-BCD0-7C3E1000F6A9}"/>
                </a:ext>
              </a:extLst>
            </p:cNvPr>
            <p:cNvSpPr/>
            <p:nvPr/>
          </p:nvSpPr>
          <p:spPr>
            <a:xfrm>
              <a:off x="5203089" y="1921244"/>
              <a:ext cx="651290" cy="492070"/>
            </a:xfrm>
            <a:custGeom>
              <a:avLst/>
              <a:gdLst>
                <a:gd name="connsiteX0" fmla="*/ 3618 w 651290"/>
                <a:gd name="connsiteY0" fmla="*/ 492070 h 492070"/>
                <a:gd name="connsiteX1" fmla="*/ 0 w 651290"/>
                <a:gd name="connsiteY1" fmla="*/ 141108 h 492070"/>
                <a:gd name="connsiteX2" fmla="*/ 423338 w 651290"/>
                <a:gd name="connsiteY2" fmla="*/ 0 h 492070"/>
                <a:gd name="connsiteX3" fmla="*/ 647672 w 651290"/>
                <a:gd name="connsiteY3" fmla="*/ 57891 h 492070"/>
                <a:gd name="connsiteX4" fmla="*/ 651290 w 651290"/>
                <a:gd name="connsiteY4" fmla="*/ 492070 h 492070"/>
                <a:gd name="connsiteX5" fmla="*/ 3618 w 651290"/>
                <a:gd name="connsiteY5" fmla="*/ 492070 h 4920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1290" h="492070">
                  <a:moveTo>
                    <a:pt x="3618" y="492070"/>
                  </a:moveTo>
                  <a:lnTo>
                    <a:pt x="0" y="141108"/>
                  </a:lnTo>
                  <a:lnTo>
                    <a:pt x="423338" y="0"/>
                  </a:lnTo>
                  <a:lnTo>
                    <a:pt x="647672" y="57891"/>
                  </a:lnTo>
                  <a:lnTo>
                    <a:pt x="651290" y="492070"/>
                  </a:lnTo>
                  <a:lnTo>
                    <a:pt x="3618" y="492070"/>
                  </a:lnTo>
                  <a:close/>
                </a:path>
              </a:pathLst>
            </a:custGeom>
            <a:solidFill>
              <a:srgbClr val="E0EBF1"/>
            </a:solidFill>
            <a:ln w="12700">
              <a:solidFill>
                <a:srgbClr val="0000A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cxnSp>
          <p:nvCxnSpPr>
            <p:cNvPr id="24" name="Straight Connector 23">
              <a:extLst>
                <a:ext uri="{FF2B5EF4-FFF2-40B4-BE49-F238E27FC236}">
                  <a16:creationId xmlns:a16="http://schemas.microsoft.com/office/drawing/2014/main" id="{3801E422-A8CB-5D4B-8A53-10BB1CC241B4}"/>
                </a:ext>
              </a:extLst>
            </p:cNvPr>
            <p:cNvCxnSpPr/>
            <p:nvPr/>
          </p:nvCxnSpPr>
          <p:spPr>
            <a:xfrm flipV="1">
              <a:off x="5270526" y="2029553"/>
              <a:ext cx="295249" cy="73468"/>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9A70776E-060B-774C-AF87-577276BCDEDB}"/>
                </a:ext>
              </a:extLst>
            </p:cNvPr>
            <p:cNvCxnSpPr/>
            <p:nvPr/>
          </p:nvCxnSpPr>
          <p:spPr>
            <a:xfrm flipV="1">
              <a:off x="5275406" y="2261710"/>
              <a:ext cx="290369" cy="16752"/>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04F15741-4E5D-2C40-AA55-B8A92FB5641B}"/>
                </a:ext>
              </a:extLst>
            </p:cNvPr>
            <p:cNvCxnSpPr/>
            <p:nvPr/>
          </p:nvCxnSpPr>
          <p:spPr>
            <a:xfrm flipV="1">
              <a:off x="5275406" y="2151772"/>
              <a:ext cx="290369" cy="48402"/>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CC116124-6B0D-0A48-9748-70E0EE10E0B8}"/>
                </a:ext>
              </a:extLst>
            </p:cNvPr>
            <p:cNvCxnSpPr/>
            <p:nvPr/>
          </p:nvCxnSpPr>
          <p:spPr>
            <a:xfrm>
              <a:off x="5270094" y="2354086"/>
              <a:ext cx="295681" cy="0"/>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41A80C21-FB20-4F42-A016-94A2E068D917}"/>
                </a:ext>
              </a:extLst>
            </p:cNvPr>
            <p:cNvCxnSpPr/>
            <p:nvPr/>
          </p:nvCxnSpPr>
          <p:spPr>
            <a:xfrm flipV="1">
              <a:off x="5950242" y="1866900"/>
              <a:ext cx="0" cy="465273"/>
            </a:xfrm>
            <a:prstGeom prst="line">
              <a:avLst/>
            </a:prstGeom>
            <a:ln w="44450">
              <a:solidFill>
                <a:schemeClr val="bg1"/>
              </a:solidFill>
              <a:prstDash val="sysDash"/>
            </a:ln>
            <a:effectLst/>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D96746B7-2DA8-C14F-A27C-643C5FAB1AF2}"/>
                </a:ext>
              </a:extLst>
            </p:cNvPr>
            <p:cNvCxnSpPr/>
            <p:nvPr/>
          </p:nvCxnSpPr>
          <p:spPr>
            <a:xfrm>
              <a:off x="5628589" y="1936750"/>
              <a:ext cx="0" cy="476854"/>
            </a:xfrm>
            <a:prstGeom prst="line">
              <a:avLst/>
            </a:prstGeom>
            <a:ln w="15875">
              <a:solidFill>
                <a:srgbClr val="0000A8"/>
              </a:solidFill>
            </a:ln>
            <a:effectLst/>
          </p:spPr>
          <p:style>
            <a:lnRef idx="2">
              <a:schemeClr val="accent1"/>
            </a:lnRef>
            <a:fillRef idx="0">
              <a:schemeClr val="accent1"/>
            </a:fillRef>
            <a:effectRef idx="1">
              <a:schemeClr val="accent1"/>
            </a:effectRef>
            <a:fontRef idx="minor">
              <a:schemeClr val="tx1"/>
            </a:fontRef>
          </p:style>
        </p:cxnSp>
      </p:grpSp>
      <p:grpSp>
        <p:nvGrpSpPr>
          <p:cNvPr id="30" name="Group 29">
            <a:extLst>
              <a:ext uri="{FF2B5EF4-FFF2-40B4-BE49-F238E27FC236}">
                <a16:creationId xmlns:a16="http://schemas.microsoft.com/office/drawing/2014/main" id="{02066780-DE5E-6740-8BBA-01C995D1619B}"/>
              </a:ext>
            </a:extLst>
          </p:cNvPr>
          <p:cNvGrpSpPr/>
          <p:nvPr/>
        </p:nvGrpSpPr>
        <p:grpSpPr>
          <a:xfrm>
            <a:off x="10771171" y="3194171"/>
            <a:ext cx="594613" cy="648336"/>
            <a:chOff x="5203089" y="1751190"/>
            <a:chExt cx="858331" cy="662414"/>
          </a:xfrm>
        </p:grpSpPr>
        <p:sp>
          <p:nvSpPr>
            <p:cNvPr id="31" name="Freeform 30">
              <a:extLst>
                <a:ext uri="{FF2B5EF4-FFF2-40B4-BE49-F238E27FC236}">
                  <a16:creationId xmlns:a16="http://schemas.microsoft.com/office/drawing/2014/main" id="{F49A9BF7-5D60-2C4D-AF1F-F5F5F46EB76B}"/>
                </a:ext>
              </a:extLst>
            </p:cNvPr>
            <p:cNvSpPr/>
            <p:nvPr/>
          </p:nvSpPr>
          <p:spPr>
            <a:xfrm>
              <a:off x="5536769" y="1751190"/>
              <a:ext cx="524651" cy="662124"/>
            </a:xfrm>
            <a:custGeom>
              <a:avLst/>
              <a:gdLst>
                <a:gd name="connsiteX0" fmla="*/ 3618 w 651290"/>
                <a:gd name="connsiteY0" fmla="*/ 492070 h 492070"/>
                <a:gd name="connsiteX1" fmla="*/ 0 w 651290"/>
                <a:gd name="connsiteY1" fmla="*/ 141108 h 492070"/>
                <a:gd name="connsiteX2" fmla="*/ 423338 w 651290"/>
                <a:gd name="connsiteY2" fmla="*/ 0 h 492070"/>
                <a:gd name="connsiteX3" fmla="*/ 647672 w 651290"/>
                <a:gd name="connsiteY3" fmla="*/ 57891 h 492070"/>
                <a:gd name="connsiteX4" fmla="*/ 651290 w 651290"/>
                <a:gd name="connsiteY4" fmla="*/ 492070 h 492070"/>
                <a:gd name="connsiteX5" fmla="*/ 3618 w 651290"/>
                <a:gd name="connsiteY5" fmla="*/ 492070 h 492070"/>
                <a:gd name="connsiteX0" fmla="*/ 3618 w 651290"/>
                <a:gd name="connsiteY0" fmla="*/ 593378 h 593378"/>
                <a:gd name="connsiteX1" fmla="*/ 0 w 651290"/>
                <a:gd name="connsiteY1" fmla="*/ 242416 h 593378"/>
                <a:gd name="connsiteX2" fmla="*/ 423338 w 651290"/>
                <a:gd name="connsiteY2" fmla="*/ 101308 h 593378"/>
                <a:gd name="connsiteX3" fmla="*/ 647672 w 651290"/>
                <a:gd name="connsiteY3" fmla="*/ 0 h 593378"/>
                <a:gd name="connsiteX4" fmla="*/ 651290 w 651290"/>
                <a:gd name="connsiteY4" fmla="*/ 593378 h 593378"/>
                <a:gd name="connsiteX5" fmla="*/ 3618 w 651290"/>
                <a:gd name="connsiteY5" fmla="*/ 593378 h 593378"/>
                <a:gd name="connsiteX0" fmla="*/ 3618 w 651290"/>
                <a:gd name="connsiteY0" fmla="*/ 662124 h 662124"/>
                <a:gd name="connsiteX1" fmla="*/ 0 w 651290"/>
                <a:gd name="connsiteY1" fmla="*/ 311162 h 662124"/>
                <a:gd name="connsiteX2" fmla="*/ 376300 w 651290"/>
                <a:gd name="connsiteY2" fmla="*/ 0 h 662124"/>
                <a:gd name="connsiteX3" fmla="*/ 647672 w 651290"/>
                <a:gd name="connsiteY3" fmla="*/ 68746 h 662124"/>
                <a:gd name="connsiteX4" fmla="*/ 651290 w 651290"/>
                <a:gd name="connsiteY4" fmla="*/ 662124 h 662124"/>
                <a:gd name="connsiteX5" fmla="*/ 3618 w 651290"/>
                <a:gd name="connsiteY5" fmla="*/ 662124 h 662124"/>
                <a:gd name="connsiteX0" fmla="*/ 0 w 647672"/>
                <a:gd name="connsiteY0" fmla="*/ 662124 h 662124"/>
                <a:gd name="connsiteX1" fmla="*/ 123021 w 647672"/>
                <a:gd name="connsiteY1" fmla="*/ 83217 h 662124"/>
                <a:gd name="connsiteX2" fmla="*/ 372682 w 647672"/>
                <a:gd name="connsiteY2" fmla="*/ 0 h 662124"/>
                <a:gd name="connsiteX3" fmla="*/ 644054 w 647672"/>
                <a:gd name="connsiteY3" fmla="*/ 68746 h 662124"/>
                <a:gd name="connsiteX4" fmla="*/ 647672 w 647672"/>
                <a:gd name="connsiteY4" fmla="*/ 662124 h 662124"/>
                <a:gd name="connsiteX5" fmla="*/ 0 w 647672"/>
                <a:gd name="connsiteY5" fmla="*/ 662124 h 662124"/>
                <a:gd name="connsiteX0" fmla="*/ 7238 w 524651"/>
                <a:gd name="connsiteY0" fmla="*/ 669360 h 669360"/>
                <a:gd name="connsiteX1" fmla="*/ 0 w 524651"/>
                <a:gd name="connsiteY1" fmla="*/ 83217 h 669360"/>
                <a:gd name="connsiteX2" fmla="*/ 249661 w 524651"/>
                <a:gd name="connsiteY2" fmla="*/ 0 h 669360"/>
                <a:gd name="connsiteX3" fmla="*/ 521033 w 524651"/>
                <a:gd name="connsiteY3" fmla="*/ 68746 h 669360"/>
                <a:gd name="connsiteX4" fmla="*/ 524651 w 524651"/>
                <a:gd name="connsiteY4" fmla="*/ 662124 h 669360"/>
                <a:gd name="connsiteX5" fmla="*/ 7238 w 524651"/>
                <a:gd name="connsiteY5" fmla="*/ 669360 h 669360"/>
                <a:gd name="connsiteX0" fmla="*/ 438 w 528706"/>
                <a:gd name="connsiteY0" fmla="*/ 665742 h 665742"/>
                <a:gd name="connsiteX1" fmla="*/ 4055 w 528706"/>
                <a:gd name="connsiteY1" fmla="*/ 83217 h 665742"/>
                <a:gd name="connsiteX2" fmla="*/ 253716 w 528706"/>
                <a:gd name="connsiteY2" fmla="*/ 0 h 665742"/>
                <a:gd name="connsiteX3" fmla="*/ 525088 w 528706"/>
                <a:gd name="connsiteY3" fmla="*/ 68746 h 665742"/>
                <a:gd name="connsiteX4" fmla="*/ 528706 w 528706"/>
                <a:gd name="connsiteY4" fmla="*/ 662124 h 665742"/>
                <a:gd name="connsiteX5" fmla="*/ 438 w 528706"/>
                <a:gd name="connsiteY5" fmla="*/ 665742 h 665742"/>
                <a:gd name="connsiteX0" fmla="*/ 155 w 546514"/>
                <a:gd name="connsiteY0" fmla="*/ 662124 h 662124"/>
                <a:gd name="connsiteX1" fmla="*/ 21863 w 546514"/>
                <a:gd name="connsiteY1" fmla="*/ 83217 h 662124"/>
                <a:gd name="connsiteX2" fmla="*/ 271524 w 546514"/>
                <a:gd name="connsiteY2" fmla="*/ 0 h 662124"/>
                <a:gd name="connsiteX3" fmla="*/ 542896 w 546514"/>
                <a:gd name="connsiteY3" fmla="*/ 68746 h 662124"/>
                <a:gd name="connsiteX4" fmla="*/ 546514 w 546514"/>
                <a:gd name="connsiteY4" fmla="*/ 662124 h 662124"/>
                <a:gd name="connsiteX5" fmla="*/ 155 w 546514"/>
                <a:gd name="connsiteY5" fmla="*/ 662124 h 662124"/>
                <a:gd name="connsiteX0" fmla="*/ 10856 w 524651"/>
                <a:gd name="connsiteY0" fmla="*/ 658506 h 662124"/>
                <a:gd name="connsiteX1" fmla="*/ 0 w 524651"/>
                <a:gd name="connsiteY1" fmla="*/ 83217 h 662124"/>
                <a:gd name="connsiteX2" fmla="*/ 249661 w 524651"/>
                <a:gd name="connsiteY2" fmla="*/ 0 h 662124"/>
                <a:gd name="connsiteX3" fmla="*/ 521033 w 524651"/>
                <a:gd name="connsiteY3" fmla="*/ 68746 h 662124"/>
                <a:gd name="connsiteX4" fmla="*/ 524651 w 524651"/>
                <a:gd name="connsiteY4" fmla="*/ 662124 h 662124"/>
                <a:gd name="connsiteX5" fmla="*/ 10856 w 524651"/>
                <a:gd name="connsiteY5" fmla="*/ 658506 h 6621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4651" h="662124">
                  <a:moveTo>
                    <a:pt x="10856" y="658506"/>
                  </a:moveTo>
                  <a:cubicBezTo>
                    <a:pt x="8443" y="463125"/>
                    <a:pt x="2413" y="278598"/>
                    <a:pt x="0" y="83217"/>
                  </a:cubicBezTo>
                  <a:lnTo>
                    <a:pt x="249661" y="0"/>
                  </a:lnTo>
                  <a:lnTo>
                    <a:pt x="521033" y="68746"/>
                  </a:lnTo>
                  <a:lnTo>
                    <a:pt x="524651" y="662124"/>
                  </a:lnTo>
                  <a:lnTo>
                    <a:pt x="10856" y="658506"/>
                  </a:lnTo>
                  <a:close/>
                </a:path>
              </a:pathLst>
            </a:custGeom>
            <a:solidFill>
              <a:srgbClr val="E0EBF1"/>
            </a:solidFill>
            <a:ln w="12700">
              <a:solidFill>
                <a:srgbClr val="0000A8"/>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2" name="Freeform 31">
              <a:extLst>
                <a:ext uri="{FF2B5EF4-FFF2-40B4-BE49-F238E27FC236}">
                  <a16:creationId xmlns:a16="http://schemas.microsoft.com/office/drawing/2014/main" id="{F8935E55-D83F-F74C-A0C3-358E8FF3E7CE}"/>
                </a:ext>
              </a:extLst>
            </p:cNvPr>
            <p:cNvSpPr/>
            <p:nvPr/>
          </p:nvSpPr>
          <p:spPr>
            <a:xfrm>
              <a:off x="5203089" y="1921244"/>
              <a:ext cx="651290" cy="492070"/>
            </a:xfrm>
            <a:custGeom>
              <a:avLst/>
              <a:gdLst>
                <a:gd name="connsiteX0" fmla="*/ 3618 w 651290"/>
                <a:gd name="connsiteY0" fmla="*/ 492070 h 492070"/>
                <a:gd name="connsiteX1" fmla="*/ 0 w 651290"/>
                <a:gd name="connsiteY1" fmla="*/ 141108 h 492070"/>
                <a:gd name="connsiteX2" fmla="*/ 423338 w 651290"/>
                <a:gd name="connsiteY2" fmla="*/ 0 h 492070"/>
                <a:gd name="connsiteX3" fmla="*/ 647672 w 651290"/>
                <a:gd name="connsiteY3" fmla="*/ 57891 h 492070"/>
                <a:gd name="connsiteX4" fmla="*/ 651290 w 651290"/>
                <a:gd name="connsiteY4" fmla="*/ 492070 h 492070"/>
                <a:gd name="connsiteX5" fmla="*/ 3618 w 651290"/>
                <a:gd name="connsiteY5" fmla="*/ 492070 h 4920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1290" h="492070">
                  <a:moveTo>
                    <a:pt x="3618" y="492070"/>
                  </a:moveTo>
                  <a:lnTo>
                    <a:pt x="0" y="141108"/>
                  </a:lnTo>
                  <a:lnTo>
                    <a:pt x="423338" y="0"/>
                  </a:lnTo>
                  <a:lnTo>
                    <a:pt x="647672" y="57891"/>
                  </a:lnTo>
                  <a:lnTo>
                    <a:pt x="651290" y="492070"/>
                  </a:lnTo>
                  <a:lnTo>
                    <a:pt x="3618" y="492070"/>
                  </a:lnTo>
                  <a:close/>
                </a:path>
              </a:pathLst>
            </a:custGeom>
            <a:solidFill>
              <a:srgbClr val="E0EBF1"/>
            </a:solidFill>
            <a:ln w="12700">
              <a:solidFill>
                <a:srgbClr val="0000A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cxnSp>
          <p:nvCxnSpPr>
            <p:cNvPr id="33" name="Straight Connector 32">
              <a:extLst>
                <a:ext uri="{FF2B5EF4-FFF2-40B4-BE49-F238E27FC236}">
                  <a16:creationId xmlns:a16="http://schemas.microsoft.com/office/drawing/2014/main" id="{3FFB49DC-1122-2D42-9C83-51C0E0469DF6}"/>
                </a:ext>
              </a:extLst>
            </p:cNvPr>
            <p:cNvCxnSpPr/>
            <p:nvPr/>
          </p:nvCxnSpPr>
          <p:spPr>
            <a:xfrm flipV="1">
              <a:off x="5270526" y="2029553"/>
              <a:ext cx="295249" cy="73468"/>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FB4DFA1B-BDC0-0547-BA3C-F5988DF09577}"/>
                </a:ext>
              </a:extLst>
            </p:cNvPr>
            <p:cNvCxnSpPr/>
            <p:nvPr/>
          </p:nvCxnSpPr>
          <p:spPr>
            <a:xfrm flipV="1">
              <a:off x="5275406" y="2261710"/>
              <a:ext cx="290369" cy="16752"/>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734898AC-622F-264A-9A7D-E5817715A6AD}"/>
                </a:ext>
              </a:extLst>
            </p:cNvPr>
            <p:cNvCxnSpPr/>
            <p:nvPr/>
          </p:nvCxnSpPr>
          <p:spPr>
            <a:xfrm flipV="1">
              <a:off x="5275406" y="2151772"/>
              <a:ext cx="290369" cy="48402"/>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B01C8AF5-125A-4746-96BD-BF09BC7DDE9B}"/>
                </a:ext>
              </a:extLst>
            </p:cNvPr>
            <p:cNvCxnSpPr/>
            <p:nvPr/>
          </p:nvCxnSpPr>
          <p:spPr>
            <a:xfrm>
              <a:off x="5270094" y="2354086"/>
              <a:ext cx="295681" cy="0"/>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53662089-AD1C-A64B-9B48-0369C502239D}"/>
                </a:ext>
              </a:extLst>
            </p:cNvPr>
            <p:cNvCxnSpPr/>
            <p:nvPr/>
          </p:nvCxnSpPr>
          <p:spPr>
            <a:xfrm flipV="1">
              <a:off x="5950242" y="1866900"/>
              <a:ext cx="0" cy="465273"/>
            </a:xfrm>
            <a:prstGeom prst="line">
              <a:avLst/>
            </a:prstGeom>
            <a:ln w="44450">
              <a:solidFill>
                <a:schemeClr val="bg1"/>
              </a:solidFill>
              <a:prstDash val="sysDash"/>
            </a:ln>
            <a:effectLst/>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B0D9A8F3-9F56-D642-96B2-51A352E9864D}"/>
                </a:ext>
              </a:extLst>
            </p:cNvPr>
            <p:cNvCxnSpPr/>
            <p:nvPr/>
          </p:nvCxnSpPr>
          <p:spPr>
            <a:xfrm>
              <a:off x="5628589" y="1936750"/>
              <a:ext cx="0" cy="476854"/>
            </a:xfrm>
            <a:prstGeom prst="line">
              <a:avLst/>
            </a:prstGeom>
            <a:ln w="15875">
              <a:solidFill>
                <a:srgbClr val="0000A8"/>
              </a:solidFill>
            </a:ln>
            <a:effectLst/>
          </p:spPr>
          <p:style>
            <a:lnRef idx="2">
              <a:schemeClr val="accent1"/>
            </a:lnRef>
            <a:fillRef idx="0">
              <a:schemeClr val="accent1"/>
            </a:fillRef>
            <a:effectRef idx="1">
              <a:schemeClr val="accent1"/>
            </a:effectRef>
            <a:fontRef idx="minor">
              <a:schemeClr val="tx1"/>
            </a:fontRef>
          </p:style>
        </p:cxnSp>
      </p:grpSp>
      <p:sp>
        <p:nvSpPr>
          <p:cNvPr id="39" name="Freeform 38">
            <a:extLst>
              <a:ext uri="{FF2B5EF4-FFF2-40B4-BE49-F238E27FC236}">
                <a16:creationId xmlns:a16="http://schemas.microsoft.com/office/drawing/2014/main" id="{717B1C14-4D36-EF4F-A926-BBBD98456BEE}"/>
              </a:ext>
            </a:extLst>
          </p:cNvPr>
          <p:cNvSpPr/>
          <p:nvPr/>
        </p:nvSpPr>
        <p:spPr>
          <a:xfrm>
            <a:off x="9540813" y="1782042"/>
            <a:ext cx="1497864" cy="1386455"/>
          </a:xfrm>
          <a:custGeom>
            <a:avLst/>
            <a:gdLst>
              <a:gd name="connsiteX0" fmla="*/ 434989 w 1523031"/>
              <a:gd name="connsiteY0" fmla="*/ 253346 h 1763594"/>
              <a:gd name="connsiteX1" fmla="*/ 488 w 1523031"/>
              <a:gd name="connsiteY1" fmla="*/ 921706 h 1763594"/>
              <a:gd name="connsiteX2" fmla="*/ 368142 w 1523031"/>
              <a:gd name="connsiteY2" fmla="*/ 1489812 h 1763594"/>
              <a:gd name="connsiteX3" fmla="*/ 1187008 w 1523031"/>
              <a:gd name="connsiteY3" fmla="*/ 1757156 h 1763594"/>
              <a:gd name="connsiteX4" fmla="*/ 1521239 w 1523031"/>
              <a:gd name="connsiteY4" fmla="*/ 1239177 h 1763594"/>
              <a:gd name="connsiteX5" fmla="*/ 1320700 w 1523031"/>
              <a:gd name="connsiteY5" fmla="*/ 654362 h 1763594"/>
              <a:gd name="connsiteX6" fmla="*/ 1337412 w 1523031"/>
              <a:gd name="connsiteY6" fmla="*/ 136383 h 1763594"/>
              <a:gd name="connsiteX7" fmla="*/ 1086739 w 1523031"/>
              <a:gd name="connsiteY7" fmla="*/ 2711 h 1763594"/>
              <a:gd name="connsiteX8" fmla="*/ 434989 w 1523031"/>
              <a:gd name="connsiteY8" fmla="*/ 253346 h 1763594"/>
              <a:gd name="connsiteX0" fmla="*/ 434989 w 1537226"/>
              <a:gd name="connsiteY0" fmla="*/ 253346 h 1763594"/>
              <a:gd name="connsiteX1" fmla="*/ 488 w 1537226"/>
              <a:gd name="connsiteY1" fmla="*/ 921706 h 1763594"/>
              <a:gd name="connsiteX2" fmla="*/ 368142 w 1537226"/>
              <a:gd name="connsiteY2" fmla="*/ 1489812 h 1763594"/>
              <a:gd name="connsiteX3" fmla="*/ 1187008 w 1537226"/>
              <a:gd name="connsiteY3" fmla="*/ 1757156 h 1763594"/>
              <a:gd name="connsiteX4" fmla="*/ 1521239 w 1537226"/>
              <a:gd name="connsiteY4" fmla="*/ 1239177 h 1763594"/>
              <a:gd name="connsiteX5" fmla="*/ 1468998 w 1537226"/>
              <a:gd name="connsiteY5" fmla="*/ 654362 h 1763594"/>
              <a:gd name="connsiteX6" fmla="*/ 1337412 w 1537226"/>
              <a:gd name="connsiteY6" fmla="*/ 136383 h 1763594"/>
              <a:gd name="connsiteX7" fmla="*/ 1086739 w 1537226"/>
              <a:gd name="connsiteY7" fmla="*/ 2711 h 1763594"/>
              <a:gd name="connsiteX8" fmla="*/ 434989 w 1537226"/>
              <a:gd name="connsiteY8" fmla="*/ 253346 h 1763594"/>
              <a:gd name="connsiteX0" fmla="*/ 434989 w 1537226"/>
              <a:gd name="connsiteY0" fmla="*/ 253346 h 1763594"/>
              <a:gd name="connsiteX1" fmla="*/ 488 w 1537226"/>
              <a:gd name="connsiteY1" fmla="*/ 921706 h 1763594"/>
              <a:gd name="connsiteX2" fmla="*/ 368142 w 1537226"/>
              <a:gd name="connsiteY2" fmla="*/ 1489812 h 1763594"/>
              <a:gd name="connsiteX3" fmla="*/ 1187008 w 1537226"/>
              <a:gd name="connsiteY3" fmla="*/ 1757156 h 1763594"/>
              <a:gd name="connsiteX4" fmla="*/ 1521239 w 1537226"/>
              <a:gd name="connsiteY4" fmla="*/ 1239177 h 1763594"/>
              <a:gd name="connsiteX5" fmla="*/ 1468998 w 1537226"/>
              <a:gd name="connsiteY5" fmla="*/ 654362 h 1763594"/>
              <a:gd name="connsiteX6" fmla="*/ 1337412 w 1537226"/>
              <a:gd name="connsiteY6" fmla="*/ 136383 h 1763594"/>
              <a:gd name="connsiteX7" fmla="*/ 839572 w 1537226"/>
              <a:gd name="connsiteY7" fmla="*/ 2711 h 1763594"/>
              <a:gd name="connsiteX8" fmla="*/ 434989 w 1537226"/>
              <a:gd name="connsiteY8" fmla="*/ 253346 h 1763594"/>
              <a:gd name="connsiteX0" fmla="*/ 360357 w 1536743"/>
              <a:gd name="connsiteY0" fmla="*/ 534641 h 1782088"/>
              <a:gd name="connsiteX1" fmla="*/ 5 w 1536743"/>
              <a:gd name="connsiteY1" fmla="*/ 940200 h 1782088"/>
              <a:gd name="connsiteX2" fmla="*/ 367659 w 1536743"/>
              <a:gd name="connsiteY2" fmla="*/ 1508306 h 1782088"/>
              <a:gd name="connsiteX3" fmla="*/ 1186525 w 1536743"/>
              <a:gd name="connsiteY3" fmla="*/ 1775650 h 1782088"/>
              <a:gd name="connsiteX4" fmla="*/ 1520756 w 1536743"/>
              <a:gd name="connsiteY4" fmla="*/ 1257671 h 1782088"/>
              <a:gd name="connsiteX5" fmla="*/ 1468515 w 1536743"/>
              <a:gd name="connsiteY5" fmla="*/ 672856 h 1782088"/>
              <a:gd name="connsiteX6" fmla="*/ 1336929 w 1536743"/>
              <a:gd name="connsiteY6" fmla="*/ 154877 h 1782088"/>
              <a:gd name="connsiteX7" fmla="*/ 839089 w 1536743"/>
              <a:gd name="connsiteY7" fmla="*/ 21205 h 1782088"/>
              <a:gd name="connsiteX8" fmla="*/ 360357 w 1536743"/>
              <a:gd name="connsiteY8" fmla="*/ 534641 h 1782088"/>
              <a:gd name="connsiteX0" fmla="*/ 360355 w 1536741"/>
              <a:gd name="connsiteY0" fmla="*/ 534641 h 1782088"/>
              <a:gd name="connsiteX1" fmla="*/ 3 w 1536741"/>
              <a:gd name="connsiteY1" fmla="*/ 940200 h 1782088"/>
              <a:gd name="connsiteX2" fmla="*/ 367657 w 1536741"/>
              <a:gd name="connsiteY2" fmla="*/ 1508306 h 1782088"/>
              <a:gd name="connsiteX3" fmla="*/ 1186523 w 1536741"/>
              <a:gd name="connsiteY3" fmla="*/ 1775650 h 1782088"/>
              <a:gd name="connsiteX4" fmla="*/ 1520754 w 1536741"/>
              <a:gd name="connsiteY4" fmla="*/ 1257671 h 1782088"/>
              <a:gd name="connsiteX5" fmla="*/ 1468513 w 1536741"/>
              <a:gd name="connsiteY5" fmla="*/ 672856 h 1782088"/>
              <a:gd name="connsiteX6" fmla="*/ 1336927 w 1536741"/>
              <a:gd name="connsiteY6" fmla="*/ 154877 h 1782088"/>
              <a:gd name="connsiteX7" fmla="*/ 839087 w 1536741"/>
              <a:gd name="connsiteY7" fmla="*/ 21205 h 1782088"/>
              <a:gd name="connsiteX8" fmla="*/ 360355 w 1536741"/>
              <a:gd name="connsiteY8" fmla="*/ 534641 h 1782088"/>
              <a:gd name="connsiteX0" fmla="*/ 360355 w 1494463"/>
              <a:gd name="connsiteY0" fmla="*/ 534641 h 1775651"/>
              <a:gd name="connsiteX1" fmla="*/ 3 w 1494463"/>
              <a:gd name="connsiteY1" fmla="*/ 940200 h 1775651"/>
              <a:gd name="connsiteX2" fmla="*/ 367657 w 1494463"/>
              <a:gd name="connsiteY2" fmla="*/ 1508306 h 1775651"/>
              <a:gd name="connsiteX3" fmla="*/ 1186523 w 1494463"/>
              <a:gd name="connsiteY3" fmla="*/ 1775650 h 1775651"/>
              <a:gd name="connsiteX4" fmla="*/ 1467465 w 1494463"/>
              <a:gd name="connsiteY4" fmla="*/ 1510813 h 1775651"/>
              <a:gd name="connsiteX5" fmla="*/ 1468513 w 1494463"/>
              <a:gd name="connsiteY5" fmla="*/ 672856 h 1775651"/>
              <a:gd name="connsiteX6" fmla="*/ 1336927 w 1494463"/>
              <a:gd name="connsiteY6" fmla="*/ 154877 h 1775651"/>
              <a:gd name="connsiteX7" fmla="*/ 839087 w 1494463"/>
              <a:gd name="connsiteY7" fmla="*/ 21205 h 1775651"/>
              <a:gd name="connsiteX8" fmla="*/ 360355 w 1494463"/>
              <a:gd name="connsiteY8" fmla="*/ 534641 h 1775651"/>
              <a:gd name="connsiteX0" fmla="*/ 360355 w 1491064"/>
              <a:gd name="connsiteY0" fmla="*/ 552327 h 1793337"/>
              <a:gd name="connsiteX1" fmla="*/ 3 w 1491064"/>
              <a:gd name="connsiteY1" fmla="*/ 957886 h 1793337"/>
              <a:gd name="connsiteX2" fmla="*/ 367657 w 1491064"/>
              <a:gd name="connsiteY2" fmla="*/ 1525992 h 1793337"/>
              <a:gd name="connsiteX3" fmla="*/ 1186523 w 1491064"/>
              <a:gd name="connsiteY3" fmla="*/ 1793336 h 1793337"/>
              <a:gd name="connsiteX4" fmla="*/ 1467465 w 1491064"/>
              <a:gd name="connsiteY4" fmla="*/ 1528499 h 1793337"/>
              <a:gd name="connsiteX5" fmla="*/ 1468513 w 1491064"/>
              <a:gd name="connsiteY5" fmla="*/ 690542 h 1793337"/>
              <a:gd name="connsiteX6" fmla="*/ 1407977 w 1491064"/>
              <a:gd name="connsiteY6" fmla="*/ 109278 h 1793337"/>
              <a:gd name="connsiteX7" fmla="*/ 839087 w 1491064"/>
              <a:gd name="connsiteY7" fmla="*/ 38891 h 1793337"/>
              <a:gd name="connsiteX8" fmla="*/ 360355 w 1491064"/>
              <a:gd name="connsiteY8" fmla="*/ 552327 h 1793337"/>
              <a:gd name="connsiteX0" fmla="*/ 360355 w 1502818"/>
              <a:gd name="connsiteY0" fmla="*/ 552327 h 1612281"/>
              <a:gd name="connsiteX1" fmla="*/ 3 w 1502818"/>
              <a:gd name="connsiteY1" fmla="*/ 957886 h 1612281"/>
              <a:gd name="connsiteX2" fmla="*/ 367657 w 1502818"/>
              <a:gd name="connsiteY2" fmla="*/ 1525992 h 1612281"/>
              <a:gd name="connsiteX3" fmla="*/ 1026659 w 1502818"/>
              <a:gd name="connsiteY3" fmla="*/ 1582385 h 1612281"/>
              <a:gd name="connsiteX4" fmla="*/ 1467465 w 1502818"/>
              <a:gd name="connsiteY4" fmla="*/ 1528499 h 1612281"/>
              <a:gd name="connsiteX5" fmla="*/ 1468513 w 1502818"/>
              <a:gd name="connsiteY5" fmla="*/ 690542 h 1612281"/>
              <a:gd name="connsiteX6" fmla="*/ 1407977 w 1502818"/>
              <a:gd name="connsiteY6" fmla="*/ 109278 h 1612281"/>
              <a:gd name="connsiteX7" fmla="*/ 839087 w 1502818"/>
              <a:gd name="connsiteY7" fmla="*/ 38891 h 1612281"/>
              <a:gd name="connsiteX8" fmla="*/ 360355 w 1502818"/>
              <a:gd name="connsiteY8" fmla="*/ 552327 h 1612281"/>
              <a:gd name="connsiteX0" fmla="*/ 360384 w 1502847"/>
              <a:gd name="connsiteY0" fmla="*/ 552327 h 1803602"/>
              <a:gd name="connsiteX1" fmla="*/ 32 w 1502847"/>
              <a:gd name="connsiteY1" fmla="*/ 957886 h 1803602"/>
              <a:gd name="connsiteX2" fmla="*/ 385448 w 1502847"/>
              <a:gd name="connsiteY2" fmla="*/ 1779134 h 1803602"/>
              <a:gd name="connsiteX3" fmla="*/ 1026688 w 1502847"/>
              <a:gd name="connsiteY3" fmla="*/ 1582385 h 1803602"/>
              <a:gd name="connsiteX4" fmla="*/ 1467494 w 1502847"/>
              <a:gd name="connsiteY4" fmla="*/ 1528499 h 1803602"/>
              <a:gd name="connsiteX5" fmla="*/ 1468542 w 1502847"/>
              <a:gd name="connsiteY5" fmla="*/ 690542 h 1803602"/>
              <a:gd name="connsiteX6" fmla="*/ 1408006 w 1502847"/>
              <a:gd name="connsiteY6" fmla="*/ 109278 h 1803602"/>
              <a:gd name="connsiteX7" fmla="*/ 839116 w 1502847"/>
              <a:gd name="connsiteY7" fmla="*/ 38891 h 1803602"/>
              <a:gd name="connsiteX8" fmla="*/ 360384 w 1502847"/>
              <a:gd name="connsiteY8" fmla="*/ 552327 h 1803602"/>
              <a:gd name="connsiteX0" fmla="*/ 360384 w 1502847"/>
              <a:gd name="connsiteY0" fmla="*/ 552327 h 1826319"/>
              <a:gd name="connsiteX1" fmla="*/ 32 w 1502847"/>
              <a:gd name="connsiteY1" fmla="*/ 957886 h 1826319"/>
              <a:gd name="connsiteX2" fmla="*/ 385448 w 1502847"/>
              <a:gd name="connsiteY2" fmla="*/ 1779134 h 1826319"/>
              <a:gd name="connsiteX3" fmla="*/ 1026688 w 1502847"/>
              <a:gd name="connsiteY3" fmla="*/ 1582385 h 1826319"/>
              <a:gd name="connsiteX4" fmla="*/ 1467494 w 1502847"/>
              <a:gd name="connsiteY4" fmla="*/ 1528499 h 1826319"/>
              <a:gd name="connsiteX5" fmla="*/ 1468542 w 1502847"/>
              <a:gd name="connsiteY5" fmla="*/ 690542 h 1826319"/>
              <a:gd name="connsiteX6" fmla="*/ 1408006 w 1502847"/>
              <a:gd name="connsiteY6" fmla="*/ 109278 h 1826319"/>
              <a:gd name="connsiteX7" fmla="*/ 839116 w 1502847"/>
              <a:gd name="connsiteY7" fmla="*/ 38891 h 1826319"/>
              <a:gd name="connsiteX8" fmla="*/ 360384 w 1502847"/>
              <a:gd name="connsiteY8" fmla="*/ 552327 h 1826319"/>
              <a:gd name="connsiteX0" fmla="*/ 289852 w 1503366"/>
              <a:gd name="connsiteY0" fmla="*/ 461730 h 1820101"/>
              <a:gd name="connsiteX1" fmla="*/ 551 w 1503366"/>
              <a:gd name="connsiteY1" fmla="*/ 951668 h 1820101"/>
              <a:gd name="connsiteX2" fmla="*/ 385967 w 1503366"/>
              <a:gd name="connsiteY2" fmla="*/ 1772916 h 1820101"/>
              <a:gd name="connsiteX3" fmla="*/ 1027207 w 1503366"/>
              <a:gd name="connsiteY3" fmla="*/ 1576167 h 1820101"/>
              <a:gd name="connsiteX4" fmla="*/ 1468013 w 1503366"/>
              <a:gd name="connsiteY4" fmla="*/ 1522281 h 1820101"/>
              <a:gd name="connsiteX5" fmla="*/ 1469061 w 1503366"/>
              <a:gd name="connsiteY5" fmla="*/ 684324 h 1820101"/>
              <a:gd name="connsiteX6" fmla="*/ 1408525 w 1503366"/>
              <a:gd name="connsiteY6" fmla="*/ 103060 h 1820101"/>
              <a:gd name="connsiteX7" fmla="*/ 839635 w 1503366"/>
              <a:gd name="connsiteY7" fmla="*/ 32673 h 1820101"/>
              <a:gd name="connsiteX8" fmla="*/ 289852 w 1503366"/>
              <a:gd name="connsiteY8" fmla="*/ 461730 h 1820101"/>
              <a:gd name="connsiteX0" fmla="*/ 293376 w 1506890"/>
              <a:gd name="connsiteY0" fmla="*/ 461730 h 1820101"/>
              <a:gd name="connsiteX1" fmla="*/ 4075 w 1506890"/>
              <a:gd name="connsiteY1" fmla="*/ 951668 h 1820101"/>
              <a:gd name="connsiteX2" fmla="*/ 389491 w 1506890"/>
              <a:gd name="connsiteY2" fmla="*/ 1772916 h 1820101"/>
              <a:gd name="connsiteX3" fmla="*/ 1030731 w 1506890"/>
              <a:gd name="connsiteY3" fmla="*/ 1576167 h 1820101"/>
              <a:gd name="connsiteX4" fmla="*/ 1471537 w 1506890"/>
              <a:gd name="connsiteY4" fmla="*/ 1522281 h 1820101"/>
              <a:gd name="connsiteX5" fmla="*/ 1472585 w 1506890"/>
              <a:gd name="connsiteY5" fmla="*/ 684324 h 1820101"/>
              <a:gd name="connsiteX6" fmla="*/ 1412049 w 1506890"/>
              <a:gd name="connsiteY6" fmla="*/ 103060 h 1820101"/>
              <a:gd name="connsiteX7" fmla="*/ 843159 w 1506890"/>
              <a:gd name="connsiteY7" fmla="*/ 32673 h 1820101"/>
              <a:gd name="connsiteX8" fmla="*/ 293376 w 1506890"/>
              <a:gd name="connsiteY8" fmla="*/ 461730 h 1820101"/>
              <a:gd name="connsiteX0" fmla="*/ 203955 w 1545103"/>
              <a:gd name="connsiteY0" fmla="*/ 206126 h 1802639"/>
              <a:gd name="connsiteX1" fmla="*/ 42288 w 1545103"/>
              <a:gd name="connsiteY1" fmla="*/ 934206 h 1802639"/>
              <a:gd name="connsiteX2" fmla="*/ 427704 w 1545103"/>
              <a:gd name="connsiteY2" fmla="*/ 1755454 h 1802639"/>
              <a:gd name="connsiteX3" fmla="*/ 1068944 w 1545103"/>
              <a:gd name="connsiteY3" fmla="*/ 1558705 h 1802639"/>
              <a:gd name="connsiteX4" fmla="*/ 1509750 w 1545103"/>
              <a:gd name="connsiteY4" fmla="*/ 1504819 h 1802639"/>
              <a:gd name="connsiteX5" fmla="*/ 1510798 w 1545103"/>
              <a:gd name="connsiteY5" fmla="*/ 666862 h 1802639"/>
              <a:gd name="connsiteX6" fmla="*/ 1450262 w 1545103"/>
              <a:gd name="connsiteY6" fmla="*/ 85598 h 1802639"/>
              <a:gd name="connsiteX7" fmla="*/ 881372 w 1545103"/>
              <a:gd name="connsiteY7" fmla="*/ 15211 h 1802639"/>
              <a:gd name="connsiteX8" fmla="*/ 203955 w 1545103"/>
              <a:gd name="connsiteY8" fmla="*/ 206126 h 1802639"/>
              <a:gd name="connsiteX0" fmla="*/ 147252 w 1634267"/>
              <a:gd name="connsiteY0" fmla="*/ 113266 h 1796376"/>
              <a:gd name="connsiteX1" fmla="*/ 131452 w 1634267"/>
              <a:gd name="connsiteY1" fmla="*/ 927943 h 1796376"/>
              <a:gd name="connsiteX2" fmla="*/ 516868 w 1634267"/>
              <a:gd name="connsiteY2" fmla="*/ 1749191 h 1796376"/>
              <a:gd name="connsiteX3" fmla="*/ 1158108 w 1634267"/>
              <a:gd name="connsiteY3" fmla="*/ 1552442 h 1796376"/>
              <a:gd name="connsiteX4" fmla="*/ 1598914 w 1634267"/>
              <a:gd name="connsiteY4" fmla="*/ 1498556 h 1796376"/>
              <a:gd name="connsiteX5" fmla="*/ 1599962 w 1634267"/>
              <a:gd name="connsiteY5" fmla="*/ 660599 h 1796376"/>
              <a:gd name="connsiteX6" fmla="*/ 1539426 w 1634267"/>
              <a:gd name="connsiteY6" fmla="*/ 79335 h 1796376"/>
              <a:gd name="connsiteX7" fmla="*/ 970536 w 1634267"/>
              <a:gd name="connsiteY7" fmla="*/ 8948 h 1796376"/>
              <a:gd name="connsiteX8" fmla="*/ 147252 w 1634267"/>
              <a:gd name="connsiteY8" fmla="*/ 113266 h 1796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34267" h="1796376">
                <a:moveTo>
                  <a:pt x="147252" y="113266"/>
                </a:moveTo>
                <a:cubicBezTo>
                  <a:pt x="-139307" y="245497"/>
                  <a:pt x="69849" y="655289"/>
                  <a:pt x="131452" y="927943"/>
                </a:cubicBezTo>
                <a:cubicBezTo>
                  <a:pt x="193055" y="1200597"/>
                  <a:pt x="345759" y="1645108"/>
                  <a:pt x="516868" y="1749191"/>
                </a:cubicBezTo>
                <a:cubicBezTo>
                  <a:pt x="687977" y="1853274"/>
                  <a:pt x="1013294" y="1784070"/>
                  <a:pt x="1158108" y="1552442"/>
                </a:cubicBezTo>
                <a:cubicBezTo>
                  <a:pt x="1302922" y="1320814"/>
                  <a:pt x="1525272" y="1647197"/>
                  <a:pt x="1598914" y="1498556"/>
                </a:cubicBezTo>
                <a:cubicBezTo>
                  <a:pt x="1672556" y="1349916"/>
                  <a:pt x="1609877" y="897136"/>
                  <a:pt x="1599962" y="660599"/>
                </a:cubicBezTo>
                <a:cubicBezTo>
                  <a:pt x="1590047" y="424062"/>
                  <a:pt x="1578419" y="187943"/>
                  <a:pt x="1539426" y="79335"/>
                </a:cubicBezTo>
                <a:cubicBezTo>
                  <a:pt x="1500433" y="-29273"/>
                  <a:pt x="1202565" y="3293"/>
                  <a:pt x="970536" y="8948"/>
                </a:cubicBezTo>
                <a:cubicBezTo>
                  <a:pt x="738507" y="14603"/>
                  <a:pt x="433811" y="-18965"/>
                  <a:pt x="147252" y="113266"/>
                </a:cubicBezTo>
                <a:close/>
              </a:path>
            </a:pathLst>
          </a:custGeom>
          <a:gradFill flip="none" rotWithShape="1">
            <a:gsLst>
              <a:gs pos="0">
                <a:srgbClr val="9CDFF9"/>
              </a:gs>
              <a:gs pos="100000">
                <a:schemeClr val="bg1"/>
              </a:gs>
              <a:gs pos="57000">
                <a:schemeClr val="accent5">
                  <a:lumMod val="20000"/>
                  <a:lumOff val="80000"/>
                </a:schemeClr>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0" name="TextBox 39">
            <a:extLst>
              <a:ext uri="{FF2B5EF4-FFF2-40B4-BE49-F238E27FC236}">
                <a16:creationId xmlns:a16="http://schemas.microsoft.com/office/drawing/2014/main" id="{E13F2107-1C9A-0C41-B24A-0671CC60D47A}"/>
              </a:ext>
            </a:extLst>
          </p:cNvPr>
          <p:cNvSpPr txBox="1"/>
          <p:nvPr/>
        </p:nvSpPr>
        <p:spPr>
          <a:xfrm>
            <a:off x="9427201" y="1851195"/>
            <a:ext cx="1725088" cy="286232"/>
          </a:xfrm>
          <a:prstGeom prst="rect">
            <a:avLst/>
          </a:prstGeom>
          <a:noFill/>
        </p:spPr>
        <p:txBody>
          <a:bodyPr wrap="none" rtlCol="0">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national or global ISP</a:t>
            </a:r>
          </a:p>
        </p:txBody>
      </p:sp>
      <p:sp>
        <p:nvSpPr>
          <p:cNvPr id="41" name="Rectangle 40">
            <a:extLst>
              <a:ext uri="{FF2B5EF4-FFF2-40B4-BE49-F238E27FC236}">
                <a16:creationId xmlns:a16="http://schemas.microsoft.com/office/drawing/2014/main" id="{4E6D405D-F88D-A643-A8DA-87BCB5348C5C}"/>
              </a:ext>
            </a:extLst>
          </p:cNvPr>
          <p:cNvSpPr/>
          <p:nvPr/>
        </p:nvSpPr>
        <p:spPr>
          <a:xfrm>
            <a:off x="9279068" y="3677908"/>
            <a:ext cx="305749" cy="197847"/>
          </a:xfrm>
          <a:prstGeom prst="rect">
            <a:avLst/>
          </a:prstGeom>
          <a:solidFill>
            <a:srgbClr val="9CDF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3" name="TextBox 42">
            <a:extLst>
              <a:ext uri="{FF2B5EF4-FFF2-40B4-BE49-F238E27FC236}">
                <a16:creationId xmlns:a16="http://schemas.microsoft.com/office/drawing/2014/main" id="{795F625F-E4CA-A14C-BDB7-680FDFE6EE1F}"/>
              </a:ext>
            </a:extLst>
          </p:cNvPr>
          <p:cNvSpPr txBox="1"/>
          <p:nvPr/>
        </p:nvSpPr>
        <p:spPr>
          <a:xfrm>
            <a:off x="10917767" y="4677937"/>
            <a:ext cx="813043" cy="383182"/>
          </a:xfrm>
          <a:prstGeom prst="rect">
            <a:avLst/>
          </a:prstGeom>
          <a:noFill/>
        </p:spPr>
        <p:txBody>
          <a:bodyPr wrap="none" rtlCol="0">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rPr>
              <a:t>datacenter </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rPr>
              <a:t>network</a:t>
            </a:r>
          </a:p>
        </p:txBody>
      </p:sp>
      <p:cxnSp>
        <p:nvCxnSpPr>
          <p:cNvPr id="45" name="Straight Connector 44">
            <a:extLst>
              <a:ext uri="{FF2B5EF4-FFF2-40B4-BE49-F238E27FC236}">
                <a16:creationId xmlns:a16="http://schemas.microsoft.com/office/drawing/2014/main" id="{959284F2-2C3E-6B49-83BE-150EADA93824}"/>
              </a:ext>
            </a:extLst>
          </p:cNvPr>
          <p:cNvCxnSpPr>
            <a:cxnSpLocks/>
          </p:cNvCxnSpPr>
          <p:nvPr/>
        </p:nvCxnSpPr>
        <p:spPr>
          <a:xfrm flipH="1" flipV="1">
            <a:off x="10559920" y="3580125"/>
            <a:ext cx="412964" cy="63712"/>
          </a:xfrm>
          <a:prstGeom prst="line">
            <a:avLst/>
          </a:prstGeom>
          <a:ln w="19050">
            <a:solidFill>
              <a:srgbClr val="E40000"/>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91AEFAB6-4248-8846-A79A-BF9D6164DE76}"/>
              </a:ext>
            </a:extLst>
          </p:cNvPr>
          <p:cNvCxnSpPr>
            <a:cxnSpLocks/>
          </p:cNvCxnSpPr>
          <p:nvPr/>
        </p:nvCxnSpPr>
        <p:spPr>
          <a:xfrm flipH="1" flipV="1">
            <a:off x="10660835" y="3640684"/>
            <a:ext cx="345866" cy="738975"/>
          </a:xfrm>
          <a:prstGeom prst="line">
            <a:avLst/>
          </a:prstGeom>
          <a:ln w="19050">
            <a:solidFill>
              <a:srgbClr val="E40000"/>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ED0D3269-0EC2-2640-AC07-B881868275F8}"/>
              </a:ext>
            </a:extLst>
          </p:cNvPr>
          <p:cNvCxnSpPr>
            <a:cxnSpLocks/>
          </p:cNvCxnSpPr>
          <p:nvPr/>
        </p:nvCxnSpPr>
        <p:spPr>
          <a:xfrm flipV="1">
            <a:off x="10636897" y="3633421"/>
            <a:ext cx="335987" cy="395340"/>
          </a:xfrm>
          <a:prstGeom prst="line">
            <a:avLst/>
          </a:prstGeom>
          <a:ln w="19050">
            <a:solidFill>
              <a:srgbClr val="E40000"/>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F63C34A0-4725-C44D-9514-4F74B2157D8C}"/>
              </a:ext>
            </a:extLst>
          </p:cNvPr>
          <p:cNvCxnSpPr>
            <a:cxnSpLocks/>
          </p:cNvCxnSpPr>
          <p:nvPr/>
        </p:nvCxnSpPr>
        <p:spPr>
          <a:xfrm flipH="1" flipV="1">
            <a:off x="10570774" y="3594896"/>
            <a:ext cx="1" cy="48574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DD0311E5-76D3-2C44-A6A8-22CB01ADCF02}"/>
              </a:ext>
            </a:extLst>
          </p:cNvPr>
          <p:cNvCxnSpPr>
            <a:cxnSpLocks/>
          </p:cNvCxnSpPr>
          <p:nvPr/>
        </p:nvCxnSpPr>
        <p:spPr>
          <a:xfrm flipH="1" flipV="1">
            <a:off x="10550620" y="4071642"/>
            <a:ext cx="508543" cy="348647"/>
          </a:xfrm>
          <a:prstGeom prst="line">
            <a:avLst/>
          </a:prstGeom>
          <a:ln w="19050">
            <a:solidFill>
              <a:srgbClr val="E40000"/>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1939BF82-EFED-E140-BFC2-23D3688C2CB7}"/>
              </a:ext>
            </a:extLst>
          </p:cNvPr>
          <p:cNvCxnSpPr>
            <a:cxnSpLocks/>
          </p:cNvCxnSpPr>
          <p:nvPr/>
        </p:nvCxnSpPr>
        <p:spPr>
          <a:xfrm flipH="1">
            <a:off x="9895195" y="4087742"/>
            <a:ext cx="655425" cy="0"/>
          </a:xfrm>
          <a:prstGeom prst="line">
            <a:avLst/>
          </a:prstGeom>
          <a:ln w="19050">
            <a:solidFill>
              <a:srgbClr val="E40000"/>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56E47AF2-94A8-0243-8795-936020048815}"/>
              </a:ext>
            </a:extLst>
          </p:cNvPr>
          <p:cNvCxnSpPr>
            <a:cxnSpLocks/>
          </p:cNvCxnSpPr>
          <p:nvPr/>
        </p:nvCxnSpPr>
        <p:spPr>
          <a:xfrm flipH="1">
            <a:off x="9219616" y="4087742"/>
            <a:ext cx="655425" cy="0"/>
          </a:xfrm>
          <a:prstGeom prst="line">
            <a:avLst/>
          </a:prstGeom>
          <a:ln w="19050">
            <a:solidFill>
              <a:srgbClr val="E40000"/>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AD648A8C-238E-7045-A29E-EDD4DA54C3A4}"/>
              </a:ext>
            </a:extLst>
          </p:cNvPr>
          <p:cNvCxnSpPr>
            <a:cxnSpLocks/>
          </p:cNvCxnSpPr>
          <p:nvPr/>
        </p:nvCxnSpPr>
        <p:spPr>
          <a:xfrm flipH="1">
            <a:off x="9276868" y="3507672"/>
            <a:ext cx="382424" cy="517050"/>
          </a:xfrm>
          <a:prstGeom prst="line">
            <a:avLst/>
          </a:prstGeom>
          <a:ln w="19050">
            <a:solidFill>
              <a:srgbClr val="E40000"/>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1F8AD327-3BC9-7D46-A7E7-D0F90B60A252}"/>
              </a:ext>
            </a:extLst>
          </p:cNvPr>
          <p:cNvCxnSpPr>
            <a:cxnSpLocks/>
          </p:cNvCxnSpPr>
          <p:nvPr/>
        </p:nvCxnSpPr>
        <p:spPr>
          <a:xfrm>
            <a:off x="9733069" y="3507672"/>
            <a:ext cx="0" cy="540294"/>
          </a:xfrm>
          <a:prstGeom prst="line">
            <a:avLst/>
          </a:prstGeom>
          <a:ln w="19050">
            <a:solidFill>
              <a:srgbClr val="E40000"/>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217C26C3-84F1-C149-AC22-6F1EB6629DA9}"/>
              </a:ext>
            </a:extLst>
          </p:cNvPr>
          <p:cNvCxnSpPr/>
          <p:nvPr/>
        </p:nvCxnSpPr>
        <p:spPr>
          <a:xfrm>
            <a:off x="10137668" y="2754692"/>
            <a:ext cx="488174" cy="839333"/>
          </a:xfrm>
          <a:prstGeom prst="line">
            <a:avLst/>
          </a:prstGeom>
          <a:ln w="19050">
            <a:solidFill>
              <a:srgbClr val="E40000"/>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E0F05EFE-FD3D-3C4D-8F4F-0AC6B112D1A2}"/>
              </a:ext>
            </a:extLst>
          </p:cNvPr>
          <p:cNvCxnSpPr>
            <a:cxnSpLocks/>
          </p:cNvCxnSpPr>
          <p:nvPr/>
        </p:nvCxnSpPr>
        <p:spPr>
          <a:xfrm flipH="1">
            <a:off x="9798719" y="2695013"/>
            <a:ext cx="380432" cy="694807"/>
          </a:xfrm>
          <a:prstGeom prst="line">
            <a:avLst/>
          </a:prstGeom>
          <a:ln w="19050">
            <a:solidFill>
              <a:srgbClr val="E40000"/>
            </a:solidFill>
          </a:ln>
          <a:effectLst/>
        </p:spPr>
        <p:style>
          <a:lnRef idx="2">
            <a:schemeClr val="accent1"/>
          </a:lnRef>
          <a:fillRef idx="0">
            <a:schemeClr val="accent1"/>
          </a:fillRef>
          <a:effectRef idx="1">
            <a:schemeClr val="accent1"/>
          </a:effectRef>
          <a:fontRef idx="minor">
            <a:schemeClr val="tx1"/>
          </a:fontRef>
        </p:style>
      </p:cxnSp>
      <p:sp>
        <p:nvSpPr>
          <p:cNvPr id="62" name="Line 428">
            <a:extLst>
              <a:ext uri="{FF2B5EF4-FFF2-40B4-BE49-F238E27FC236}">
                <a16:creationId xmlns:a16="http://schemas.microsoft.com/office/drawing/2014/main" id="{16F1973E-A8F0-6E4E-9510-49D75998F4A8}"/>
              </a:ext>
            </a:extLst>
          </p:cNvPr>
          <p:cNvSpPr>
            <a:spLocks noChangeShapeType="1"/>
          </p:cNvSpPr>
          <p:nvPr/>
        </p:nvSpPr>
        <p:spPr bwMode="auto">
          <a:xfrm rot="16200000" flipV="1">
            <a:off x="9789609" y="5251739"/>
            <a:ext cx="388062" cy="7560"/>
          </a:xfrm>
          <a:prstGeom prst="line">
            <a:avLst/>
          </a:prstGeom>
          <a:noFill/>
          <a:ln w="19050">
            <a:solidFill>
              <a:srgbClr val="E4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3" name="Line 430">
            <a:extLst>
              <a:ext uri="{FF2B5EF4-FFF2-40B4-BE49-F238E27FC236}">
                <a16:creationId xmlns:a16="http://schemas.microsoft.com/office/drawing/2014/main" id="{CAB72423-2D43-1046-869C-9EDAEA5E40C1}"/>
              </a:ext>
            </a:extLst>
          </p:cNvPr>
          <p:cNvSpPr>
            <a:spLocks noChangeShapeType="1"/>
          </p:cNvSpPr>
          <p:nvPr/>
        </p:nvSpPr>
        <p:spPr bwMode="auto">
          <a:xfrm rot="16200000">
            <a:off x="10209926" y="5405286"/>
            <a:ext cx="0" cy="114300"/>
          </a:xfrm>
          <a:prstGeom prst="line">
            <a:avLst/>
          </a:prstGeom>
          <a:noFill/>
          <a:ln w="19050">
            <a:solidFill>
              <a:srgbClr val="E4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4" name="Line 431">
            <a:extLst>
              <a:ext uri="{FF2B5EF4-FFF2-40B4-BE49-F238E27FC236}">
                <a16:creationId xmlns:a16="http://schemas.microsoft.com/office/drawing/2014/main" id="{99BD1088-D56F-3A42-8E44-483A32BEDA49}"/>
              </a:ext>
            </a:extLst>
          </p:cNvPr>
          <p:cNvSpPr>
            <a:spLocks noChangeShapeType="1"/>
          </p:cNvSpPr>
          <p:nvPr/>
        </p:nvSpPr>
        <p:spPr bwMode="auto">
          <a:xfrm>
            <a:off x="9432959" y="4838517"/>
            <a:ext cx="524483" cy="261537"/>
          </a:xfrm>
          <a:prstGeom prst="line">
            <a:avLst/>
          </a:prstGeom>
          <a:noFill/>
          <a:ln w="19050">
            <a:solidFill>
              <a:srgbClr val="E4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5" name="Line 432">
            <a:extLst>
              <a:ext uri="{FF2B5EF4-FFF2-40B4-BE49-F238E27FC236}">
                <a16:creationId xmlns:a16="http://schemas.microsoft.com/office/drawing/2014/main" id="{8A75CF99-7455-B74F-8BAD-3AD43E03F473}"/>
              </a:ext>
            </a:extLst>
          </p:cNvPr>
          <p:cNvSpPr>
            <a:spLocks noChangeShapeType="1"/>
          </p:cNvSpPr>
          <p:nvPr/>
        </p:nvSpPr>
        <p:spPr bwMode="auto">
          <a:xfrm flipV="1">
            <a:off x="8850066" y="4838517"/>
            <a:ext cx="569255" cy="246266"/>
          </a:xfrm>
          <a:prstGeom prst="line">
            <a:avLst/>
          </a:prstGeom>
          <a:noFill/>
          <a:ln w="19050">
            <a:solidFill>
              <a:srgbClr val="E4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6" name="Line 433">
            <a:extLst>
              <a:ext uri="{FF2B5EF4-FFF2-40B4-BE49-F238E27FC236}">
                <a16:creationId xmlns:a16="http://schemas.microsoft.com/office/drawing/2014/main" id="{FC542B29-675E-3D46-80C8-75565CBAE29A}"/>
              </a:ext>
            </a:extLst>
          </p:cNvPr>
          <p:cNvSpPr>
            <a:spLocks noChangeShapeType="1"/>
          </p:cNvSpPr>
          <p:nvPr/>
        </p:nvSpPr>
        <p:spPr bwMode="auto">
          <a:xfrm flipV="1">
            <a:off x="8821744" y="5108876"/>
            <a:ext cx="1030502" cy="0"/>
          </a:xfrm>
          <a:prstGeom prst="line">
            <a:avLst/>
          </a:prstGeom>
          <a:noFill/>
          <a:ln w="19050">
            <a:solidFill>
              <a:srgbClr val="E4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7" name="Line 435">
            <a:extLst>
              <a:ext uri="{FF2B5EF4-FFF2-40B4-BE49-F238E27FC236}">
                <a16:creationId xmlns:a16="http://schemas.microsoft.com/office/drawing/2014/main" id="{2B974C3D-5280-D849-8D04-7FDDEF66CF86}"/>
              </a:ext>
            </a:extLst>
          </p:cNvPr>
          <p:cNvSpPr>
            <a:spLocks noChangeShapeType="1"/>
          </p:cNvSpPr>
          <p:nvPr/>
        </p:nvSpPr>
        <p:spPr bwMode="auto">
          <a:xfrm>
            <a:off x="8210207" y="5117334"/>
            <a:ext cx="226800" cy="127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8" name="Line 436">
            <a:extLst>
              <a:ext uri="{FF2B5EF4-FFF2-40B4-BE49-F238E27FC236}">
                <a16:creationId xmlns:a16="http://schemas.microsoft.com/office/drawing/2014/main" id="{05391238-AE6D-D14C-8C1F-CD07E40328C7}"/>
              </a:ext>
            </a:extLst>
          </p:cNvPr>
          <p:cNvSpPr>
            <a:spLocks noChangeShapeType="1"/>
          </p:cNvSpPr>
          <p:nvPr/>
        </p:nvSpPr>
        <p:spPr bwMode="auto">
          <a:xfrm flipV="1">
            <a:off x="7948367" y="5290470"/>
            <a:ext cx="412750" cy="127000"/>
          </a:xfrm>
          <a:prstGeom prst="line">
            <a:avLst/>
          </a:prstGeom>
          <a:noFill/>
          <a:ln w="19050">
            <a:solidFill>
              <a:srgbClr val="E4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9" name="Line 439">
            <a:extLst>
              <a:ext uri="{FF2B5EF4-FFF2-40B4-BE49-F238E27FC236}">
                <a16:creationId xmlns:a16="http://schemas.microsoft.com/office/drawing/2014/main" id="{F0B33890-F38E-9948-851E-64C7E965F08B}"/>
              </a:ext>
            </a:extLst>
          </p:cNvPr>
          <p:cNvSpPr>
            <a:spLocks noChangeShapeType="1"/>
          </p:cNvSpPr>
          <p:nvPr/>
        </p:nvSpPr>
        <p:spPr bwMode="auto">
          <a:xfrm flipH="1">
            <a:off x="8373817" y="5282252"/>
            <a:ext cx="68080" cy="293968"/>
          </a:xfrm>
          <a:prstGeom prst="line">
            <a:avLst/>
          </a:prstGeom>
          <a:noFill/>
          <a:ln w="19050">
            <a:solidFill>
              <a:srgbClr val="E4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0" name="Line 440">
            <a:extLst>
              <a:ext uri="{FF2B5EF4-FFF2-40B4-BE49-F238E27FC236}">
                <a16:creationId xmlns:a16="http://schemas.microsoft.com/office/drawing/2014/main" id="{A6F6A7F9-E45C-124D-AC6C-F4101DAE4B5F}"/>
              </a:ext>
            </a:extLst>
          </p:cNvPr>
          <p:cNvSpPr>
            <a:spLocks noChangeShapeType="1"/>
          </p:cNvSpPr>
          <p:nvPr/>
        </p:nvSpPr>
        <p:spPr bwMode="auto">
          <a:xfrm flipH="1" flipV="1">
            <a:off x="8488731" y="5307931"/>
            <a:ext cx="280374" cy="269876"/>
          </a:xfrm>
          <a:prstGeom prst="line">
            <a:avLst/>
          </a:prstGeom>
          <a:noFill/>
          <a:ln w="19050">
            <a:solidFill>
              <a:srgbClr val="E4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1" name="Line 441">
            <a:extLst>
              <a:ext uri="{FF2B5EF4-FFF2-40B4-BE49-F238E27FC236}">
                <a16:creationId xmlns:a16="http://schemas.microsoft.com/office/drawing/2014/main" id="{AD8346D7-6C40-1348-A196-CC99EDB76C75}"/>
              </a:ext>
            </a:extLst>
          </p:cNvPr>
          <p:cNvSpPr>
            <a:spLocks noChangeShapeType="1"/>
          </p:cNvSpPr>
          <p:nvPr/>
        </p:nvSpPr>
        <p:spPr bwMode="auto">
          <a:xfrm>
            <a:off x="8488731" y="5258048"/>
            <a:ext cx="914184" cy="468622"/>
          </a:xfrm>
          <a:prstGeom prst="line">
            <a:avLst/>
          </a:prstGeom>
          <a:noFill/>
          <a:ln w="19050">
            <a:solidFill>
              <a:srgbClr val="E4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2" name="Line 443">
            <a:extLst>
              <a:ext uri="{FF2B5EF4-FFF2-40B4-BE49-F238E27FC236}">
                <a16:creationId xmlns:a16="http://schemas.microsoft.com/office/drawing/2014/main" id="{E2DA8AD7-F617-354E-B5AE-47F97541A8FA}"/>
              </a:ext>
            </a:extLst>
          </p:cNvPr>
          <p:cNvSpPr>
            <a:spLocks noChangeShapeType="1"/>
          </p:cNvSpPr>
          <p:nvPr/>
        </p:nvSpPr>
        <p:spPr bwMode="auto">
          <a:xfrm>
            <a:off x="8247778" y="3829970"/>
            <a:ext cx="0" cy="131762"/>
          </a:xfrm>
          <a:prstGeom prst="line">
            <a:avLst/>
          </a:prstGeom>
          <a:noFill/>
          <a:ln w="19050">
            <a:solidFill>
              <a:srgbClr val="E4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3" name="Line 449">
            <a:extLst>
              <a:ext uri="{FF2B5EF4-FFF2-40B4-BE49-F238E27FC236}">
                <a16:creationId xmlns:a16="http://schemas.microsoft.com/office/drawing/2014/main" id="{E873DD89-2DB7-304C-ADED-170F1F4E1A6A}"/>
              </a:ext>
            </a:extLst>
          </p:cNvPr>
          <p:cNvSpPr>
            <a:spLocks noChangeShapeType="1"/>
          </p:cNvSpPr>
          <p:nvPr/>
        </p:nvSpPr>
        <p:spPr bwMode="auto">
          <a:xfrm flipV="1">
            <a:off x="7896666" y="4041107"/>
            <a:ext cx="168275" cy="3175"/>
          </a:xfrm>
          <a:prstGeom prst="line">
            <a:avLst/>
          </a:prstGeom>
          <a:noFill/>
          <a:ln w="19050">
            <a:solidFill>
              <a:srgbClr val="E4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4" name="Line 428">
            <a:extLst>
              <a:ext uri="{FF2B5EF4-FFF2-40B4-BE49-F238E27FC236}">
                <a16:creationId xmlns:a16="http://schemas.microsoft.com/office/drawing/2014/main" id="{56AC483A-3972-5540-9E9F-AE1FE256604E}"/>
              </a:ext>
            </a:extLst>
          </p:cNvPr>
          <p:cNvSpPr>
            <a:spLocks noChangeShapeType="1"/>
          </p:cNvSpPr>
          <p:nvPr/>
        </p:nvSpPr>
        <p:spPr bwMode="auto">
          <a:xfrm rot="16200000" flipV="1">
            <a:off x="9885545" y="5583471"/>
            <a:ext cx="366793" cy="1482"/>
          </a:xfrm>
          <a:prstGeom prst="line">
            <a:avLst/>
          </a:prstGeom>
          <a:noFill/>
          <a:ln w="19050">
            <a:solidFill>
              <a:srgbClr val="E4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5" name="Line 440">
            <a:extLst>
              <a:ext uri="{FF2B5EF4-FFF2-40B4-BE49-F238E27FC236}">
                <a16:creationId xmlns:a16="http://schemas.microsoft.com/office/drawing/2014/main" id="{B0224379-0B0C-1343-B0E2-E62DFA482C03}"/>
              </a:ext>
            </a:extLst>
          </p:cNvPr>
          <p:cNvSpPr>
            <a:spLocks noChangeShapeType="1"/>
          </p:cNvSpPr>
          <p:nvPr/>
        </p:nvSpPr>
        <p:spPr bwMode="auto">
          <a:xfrm flipV="1">
            <a:off x="8459425" y="5036562"/>
            <a:ext cx="404236" cy="207771"/>
          </a:xfrm>
          <a:prstGeom prst="line">
            <a:avLst/>
          </a:prstGeom>
          <a:noFill/>
          <a:ln w="19050">
            <a:solidFill>
              <a:srgbClr val="E4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76" name="Straight Connector 75">
            <a:extLst>
              <a:ext uri="{FF2B5EF4-FFF2-40B4-BE49-F238E27FC236}">
                <a16:creationId xmlns:a16="http://schemas.microsoft.com/office/drawing/2014/main" id="{1DFBDA95-16CE-D146-A4C5-C45EDEC8D34E}"/>
              </a:ext>
            </a:extLst>
          </p:cNvPr>
          <p:cNvCxnSpPr/>
          <p:nvPr/>
        </p:nvCxnSpPr>
        <p:spPr>
          <a:xfrm flipH="1">
            <a:off x="10100635" y="2169432"/>
            <a:ext cx="761467" cy="577355"/>
          </a:xfrm>
          <a:prstGeom prst="line">
            <a:avLst/>
          </a:prstGeom>
          <a:ln w="19050">
            <a:solidFill>
              <a:srgbClr val="E40000"/>
            </a:solidFill>
          </a:ln>
          <a:effectLst/>
        </p:spPr>
        <p:style>
          <a:lnRef idx="2">
            <a:schemeClr val="accent1"/>
          </a:lnRef>
          <a:fillRef idx="0">
            <a:schemeClr val="accent1"/>
          </a:fillRef>
          <a:effectRef idx="1">
            <a:schemeClr val="accent1"/>
          </a:effectRef>
          <a:fontRef idx="minor">
            <a:schemeClr val="tx1"/>
          </a:fontRef>
        </p:style>
      </p:cxnSp>
      <p:cxnSp>
        <p:nvCxnSpPr>
          <p:cNvPr id="77" name="Straight Connector 76">
            <a:extLst>
              <a:ext uri="{FF2B5EF4-FFF2-40B4-BE49-F238E27FC236}">
                <a16:creationId xmlns:a16="http://schemas.microsoft.com/office/drawing/2014/main" id="{A282E722-916E-234E-AC0B-E2B36A0049E1}"/>
              </a:ext>
            </a:extLst>
          </p:cNvPr>
          <p:cNvCxnSpPr/>
          <p:nvPr/>
        </p:nvCxnSpPr>
        <p:spPr>
          <a:xfrm flipH="1">
            <a:off x="10100635" y="2268313"/>
            <a:ext cx="3970" cy="518461"/>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78" name="Straight Connector 77">
            <a:extLst>
              <a:ext uri="{FF2B5EF4-FFF2-40B4-BE49-F238E27FC236}">
                <a16:creationId xmlns:a16="http://schemas.microsoft.com/office/drawing/2014/main" id="{F691F242-AF67-1B42-8D8E-F09C1EB27D39}"/>
              </a:ext>
            </a:extLst>
          </p:cNvPr>
          <p:cNvCxnSpPr/>
          <p:nvPr/>
        </p:nvCxnSpPr>
        <p:spPr>
          <a:xfrm flipH="1">
            <a:off x="10672135" y="2200506"/>
            <a:ext cx="149360" cy="518461"/>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79" name="Straight Connector 78">
            <a:extLst>
              <a:ext uri="{FF2B5EF4-FFF2-40B4-BE49-F238E27FC236}">
                <a16:creationId xmlns:a16="http://schemas.microsoft.com/office/drawing/2014/main" id="{EFE49F46-6C78-A640-A53B-1F2DCAE49B5E}"/>
              </a:ext>
            </a:extLst>
          </p:cNvPr>
          <p:cNvCxnSpPr/>
          <p:nvPr/>
        </p:nvCxnSpPr>
        <p:spPr>
          <a:xfrm flipH="1">
            <a:off x="10142166" y="2718967"/>
            <a:ext cx="574283" cy="27820"/>
          </a:xfrm>
          <a:prstGeom prst="line">
            <a:avLst/>
          </a:prstGeom>
          <a:ln w="19050">
            <a:solidFill>
              <a:srgbClr val="E40000"/>
            </a:solidFill>
          </a:ln>
          <a:effectLst/>
        </p:spPr>
        <p:style>
          <a:lnRef idx="2">
            <a:schemeClr val="accent1"/>
          </a:lnRef>
          <a:fillRef idx="0">
            <a:schemeClr val="accent1"/>
          </a:fillRef>
          <a:effectRef idx="1">
            <a:schemeClr val="accent1"/>
          </a:effectRef>
          <a:fontRef idx="minor">
            <a:schemeClr val="tx1"/>
          </a:fontRef>
        </p:style>
      </p:cxnSp>
      <p:cxnSp>
        <p:nvCxnSpPr>
          <p:cNvPr id="80" name="Straight Connector 79">
            <a:extLst>
              <a:ext uri="{FF2B5EF4-FFF2-40B4-BE49-F238E27FC236}">
                <a16:creationId xmlns:a16="http://schemas.microsoft.com/office/drawing/2014/main" id="{81454C82-BE7E-874F-AA28-09F795395B3E}"/>
              </a:ext>
            </a:extLst>
          </p:cNvPr>
          <p:cNvCxnSpPr/>
          <p:nvPr/>
        </p:nvCxnSpPr>
        <p:spPr>
          <a:xfrm flipH="1">
            <a:off x="10069542" y="2169432"/>
            <a:ext cx="788589" cy="98881"/>
          </a:xfrm>
          <a:prstGeom prst="line">
            <a:avLst/>
          </a:prstGeom>
          <a:ln w="19050">
            <a:solidFill>
              <a:srgbClr val="E40000"/>
            </a:solidFill>
          </a:ln>
          <a:effectLst/>
        </p:spPr>
        <p:style>
          <a:lnRef idx="2">
            <a:schemeClr val="accent1"/>
          </a:lnRef>
          <a:fillRef idx="0">
            <a:schemeClr val="accent1"/>
          </a:fillRef>
          <a:effectRef idx="1">
            <a:schemeClr val="accent1"/>
          </a:effectRef>
          <a:fontRef idx="minor">
            <a:schemeClr val="tx1"/>
          </a:fontRef>
        </p:style>
      </p:cxnSp>
      <p:cxnSp>
        <p:nvCxnSpPr>
          <p:cNvPr id="81" name="Straight Connector 80">
            <a:extLst>
              <a:ext uri="{FF2B5EF4-FFF2-40B4-BE49-F238E27FC236}">
                <a16:creationId xmlns:a16="http://schemas.microsoft.com/office/drawing/2014/main" id="{42F00AE0-2163-514F-B52E-CFE0592CCF07}"/>
              </a:ext>
            </a:extLst>
          </p:cNvPr>
          <p:cNvCxnSpPr/>
          <p:nvPr/>
        </p:nvCxnSpPr>
        <p:spPr>
          <a:xfrm flipH="1">
            <a:off x="10862103" y="2127325"/>
            <a:ext cx="279002" cy="42107"/>
          </a:xfrm>
          <a:prstGeom prst="line">
            <a:avLst/>
          </a:prstGeom>
          <a:ln w="19050">
            <a:solidFill>
              <a:srgbClr val="E40000"/>
            </a:solidFill>
          </a:ln>
          <a:effectLst/>
        </p:spPr>
        <p:style>
          <a:lnRef idx="2">
            <a:schemeClr val="accent1"/>
          </a:lnRef>
          <a:fillRef idx="0">
            <a:schemeClr val="accent1"/>
          </a:fillRef>
          <a:effectRef idx="1">
            <a:schemeClr val="accent1"/>
          </a:effectRef>
          <a:fontRef idx="minor">
            <a:schemeClr val="tx1"/>
          </a:fontRef>
        </p:style>
      </p:cxnSp>
      <p:cxnSp>
        <p:nvCxnSpPr>
          <p:cNvPr id="82" name="Straight Connector 81">
            <a:extLst>
              <a:ext uri="{FF2B5EF4-FFF2-40B4-BE49-F238E27FC236}">
                <a16:creationId xmlns:a16="http://schemas.microsoft.com/office/drawing/2014/main" id="{9E38317B-7455-F04C-9FB3-A47169171585}"/>
              </a:ext>
            </a:extLst>
          </p:cNvPr>
          <p:cNvCxnSpPr/>
          <p:nvPr/>
        </p:nvCxnSpPr>
        <p:spPr>
          <a:xfrm flipH="1" flipV="1">
            <a:off x="10681994" y="2718967"/>
            <a:ext cx="353541" cy="67807"/>
          </a:xfrm>
          <a:prstGeom prst="line">
            <a:avLst/>
          </a:prstGeom>
          <a:ln w="19050">
            <a:solidFill>
              <a:srgbClr val="E40000"/>
            </a:solidFill>
          </a:ln>
          <a:effectLst/>
        </p:spPr>
        <p:style>
          <a:lnRef idx="2">
            <a:schemeClr val="accent1"/>
          </a:lnRef>
          <a:fillRef idx="0">
            <a:schemeClr val="accent1"/>
          </a:fillRef>
          <a:effectRef idx="1">
            <a:schemeClr val="accent1"/>
          </a:effectRef>
          <a:fontRef idx="minor">
            <a:schemeClr val="tx1"/>
          </a:fontRef>
        </p:style>
      </p:cxnSp>
      <p:cxnSp>
        <p:nvCxnSpPr>
          <p:cNvPr id="83" name="Straight Connector 82">
            <a:extLst>
              <a:ext uri="{FF2B5EF4-FFF2-40B4-BE49-F238E27FC236}">
                <a16:creationId xmlns:a16="http://schemas.microsoft.com/office/drawing/2014/main" id="{18CD097C-75DA-B84B-B03E-371F3044C3BB}"/>
              </a:ext>
            </a:extLst>
          </p:cNvPr>
          <p:cNvCxnSpPr/>
          <p:nvPr/>
        </p:nvCxnSpPr>
        <p:spPr>
          <a:xfrm flipH="1">
            <a:off x="8769223" y="2268313"/>
            <a:ext cx="1300319" cy="606622"/>
          </a:xfrm>
          <a:prstGeom prst="line">
            <a:avLst/>
          </a:prstGeom>
          <a:ln w="19050">
            <a:solidFill>
              <a:srgbClr val="E40000"/>
            </a:solidFill>
          </a:ln>
          <a:effectLst/>
        </p:spPr>
        <p:style>
          <a:lnRef idx="2">
            <a:schemeClr val="accent1"/>
          </a:lnRef>
          <a:fillRef idx="0">
            <a:schemeClr val="accent1"/>
          </a:fillRef>
          <a:effectRef idx="1">
            <a:schemeClr val="accent1"/>
          </a:effectRef>
          <a:fontRef idx="minor">
            <a:schemeClr val="tx1"/>
          </a:fontRef>
        </p:style>
      </p:cxnSp>
      <p:sp>
        <p:nvSpPr>
          <p:cNvPr id="84" name="Line 541">
            <a:extLst>
              <a:ext uri="{FF2B5EF4-FFF2-40B4-BE49-F238E27FC236}">
                <a16:creationId xmlns:a16="http://schemas.microsoft.com/office/drawing/2014/main" id="{3EE4D6D5-1F58-604E-926E-B12AF198F926}"/>
              </a:ext>
            </a:extLst>
          </p:cNvPr>
          <p:cNvSpPr>
            <a:spLocks noChangeShapeType="1"/>
          </p:cNvSpPr>
          <p:nvPr/>
        </p:nvSpPr>
        <p:spPr bwMode="auto">
          <a:xfrm flipV="1">
            <a:off x="9378705" y="4113379"/>
            <a:ext cx="429324" cy="705603"/>
          </a:xfrm>
          <a:prstGeom prst="line">
            <a:avLst/>
          </a:prstGeom>
          <a:noFill/>
          <a:ln w="19050">
            <a:solidFill>
              <a:srgbClr val="E4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5" name="Line 424">
            <a:extLst>
              <a:ext uri="{FF2B5EF4-FFF2-40B4-BE49-F238E27FC236}">
                <a16:creationId xmlns:a16="http://schemas.microsoft.com/office/drawing/2014/main" id="{69D11C97-9A2A-6F4A-BEC2-192440539BA8}"/>
              </a:ext>
            </a:extLst>
          </p:cNvPr>
          <p:cNvSpPr>
            <a:spLocks noChangeShapeType="1"/>
          </p:cNvSpPr>
          <p:nvPr/>
        </p:nvSpPr>
        <p:spPr bwMode="auto">
          <a:xfrm flipV="1">
            <a:off x="8244554" y="4047456"/>
            <a:ext cx="969051" cy="3175"/>
          </a:xfrm>
          <a:prstGeom prst="line">
            <a:avLst/>
          </a:prstGeom>
          <a:noFill/>
          <a:ln w="19050">
            <a:solidFill>
              <a:srgbClr val="E4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58" name="Picture 778" descr="antenna_radiation_stylized">
            <a:extLst>
              <a:ext uri="{FF2B5EF4-FFF2-40B4-BE49-F238E27FC236}">
                <a16:creationId xmlns:a16="http://schemas.microsoft.com/office/drawing/2014/main" id="{AE641E33-5C90-9C48-B6C0-B2DA38E6B4B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562238" y="3813930"/>
            <a:ext cx="506412" cy="1060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9" name="Picture 781" descr="antenna_radiation_stylized">
            <a:extLst>
              <a:ext uri="{FF2B5EF4-FFF2-40B4-BE49-F238E27FC236}">
                <a16:creationId xmlns:a16="http://schemas.microsoft.com/office/drawing/2014/main" id="{58D0D77F-41BF-B141-99CC-7444770200B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242073" y="5480938"/>
            <a:ext cx="452014" cy="951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0" name="Picture 799" descr="cell_tower_radiation copy">
            <a:extLst>
              <a:ext uri="{FF2B5EF4-FFF2-40B4-BE49-F238E27FC236}">
                <a16:creationId xmlns:a16="http://schemas.microsoft.com/office/drawing/2014/main" id="{B93FCB1A-5588-5743-82CC-8E52ADEAD1E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980866" y="2158167"/>
            <a:ext cx="457200" cy="332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 name="Oval 800">
            <a:extLst>
              <a:ext uri="{FF2B5EF4-FFF2-40B4-BE49-F238E27FC236}">
                <a16:creationId xmlns:a16="http://schemas.microsoft.com/office/drawing/2014/main" id="{029C7FDD-ABE9-EB40-A1C5-64FF9B2F936D}"/>
              </a:ext>
            </a:extLst>
          </p:cNvPr>
          <p:cNvSpPr>
            <a:spLocks noChangeArrowheads="1"/>
          </p:cNvSpPr>
          <p:nvPr/>
        </p:nvSpPr>
        <p:spPr bwMode="auto">
          <a:xfrm>
            <a:off x="8174541" y="2292995"/>
            <a:ext cx="52388" cy="49485"/>
          </a:xfrm>
          <a:prstGeom prst="ellipse">
            <a:avLst/>
          </a:prstGeom>
          <a:solidFill>
            <a:schemeClr val="tx2"/>
          </a:solidFill>
          <a:ln w="9525">
            <a:solidFill>
              <a:schemeClr val="tx1"/>
            </a:solidFill>
            <a:round/>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86" name="Line 426">
            <a:extLst>
              <a:ext uri="{FF2B5EF4-FFF2-40B4-BE49-F238E27FC236}">
                <a16:creationId xmlns:a16="http://schemas.microsoft.com/office/drawing/2014/main" id="{390C81B6-E64F-6D4C-8D06-8F1804B7F591}"/>
              </a:ext>
            </a:extLst>
          </p:cNvPr>
          <p:cNvSpPr>
            <a:spLocks noChangeShapeType="1"/>
          </p:cNvSpPr>
          <p:nvPr/>
        </p:nvSpPr>
        <p:spPr bwMode="auto">
          <a:xfrm>
            <a:off x="8207860" y="2700359"/>
            <a:ext cx="227964" cy="174352"/>
          </a:xfrm>
          <a:prstGeom prst="line">
            <a:avLst/>
          </a:prstGeom>
          <a:noFill/>
          <a:ln w="19050">
            <a:solidFill>
              <a:srgbClr val="E4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03" name="Picture 777" descr="access_point_stylized_small">
            <a:extLst>
              <a:ext uri="{FF2B5EF4-FFF2-40B4-BE49-F238E27FC236}">
                <a16:creationId xmlns:a16="http://schemas.microsoft.com/office/drawing/2014/main" id="{B5B19229-5990-4C46-B116-F6E2FC9344A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613882" y="3861899"/>
            <a:ext cx="370169" cy="3067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4" name="Picture 780" descr="access_point_stylized_small">
            <a:extLst>
              <a:ext uri="{FF2B5EF4-FFF2-40B4-BE49-F238E27FC236}">
                <a16:creationId xmlns:a16="http://schemas.microsoft.com/office/drawing/2014/main" id="{615B9139-7B73-FE46-A7A9-D06CDC313A8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290610" y="5524232"/>
            <a:ext cx="380935" cy="3174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21" name="Group 120">
            <a:extLst>
              <a:ext uri="{FF2B5EF4-FFF2-40B4-BE49-F238E27FC236}">
                <a16:creationId xmlns:a16="http://schemas.microsoft.com/office/drawing/2014/main" id="{9932E1A1-9866-4149-B71C-D56584CCE488}"/>
              </a:ext>
            </a:extLst>
          </p:cNvPr>
          <p:cNvGrpSpPr/>
          <p:nvPr/>
        </p:nvGrpSpPr>
        <p:grpSpPr>
          <a:xfrm>
            <a:off x="8676619" y="4967420"/>
            <a:ext cx="393760" cy="218578"/>
            <a:chOff x="7493876" y="2774731"/>
            <a:chExt cx="1481958" cy="894622"/>
          </a:xfrm>
        </p:grpSpPr>
        <p:sp>
          <p:nvSpPr>
            <p:cNvPr id="122" name="Freeform 121">
              <a:extLst>
                <a:ext uri="{FF2B5EF4-FFF2-40B4-BE49-F238E27FC236}">
                  <a16:creationId xmlns:a16="http://schemas.microsoft.com/office/drawing/2014/main" id="{A60DF978-36B3-2D47-A16A-0D97C01CAFE0}"/>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23" name="Oval 122">
              <a:extLst>
                <a:ext uri="{FF2B5EF4-FFF2-40B4-BE49-F238E27FC236}">
                  <a16:creationId xmlns:a16="http://schemas.microsoft.com/office/drawing/2014/main" id="{8656B286-5B4C-0D4F-9AF0-6A6CFC0099D8}"/>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124" name="Group 123">
              <a:extLst>
                <a:ext uri="{FF2B5EF4-FFF2-40B4-BE49-F238E27FC236}">
                  <a16:creationId xmlns:a16="http://schemas.microsoft.com/office/drawing/2014/main" id="{CE4349E7-CC12-8D4C-8CFA-829CDA082037}"/>
                </a:ext>
              </a:extLst>
            </p:cNvPr>
            <p:cNvGrpSpPr/>
            <p:nvPr/>
          </p:nvGrpSpPr>
          <p:grpSpPr>
            <a:xfrm>
              <a:off x="7713663" y="2848339"/>
              <a:ext cx="1042107" cy="425543"/>
              <a:chOff x="7786941" y="2884917"/>
              <a:chExt cx="897649" cy="353919"/>
            </a:xfrm>
          </p:grpSpPr>
          <p:sp>
            <p:nvSpPr>
              <p:cNvPr id="125" name="Freeform 124">
                <a:extLst>
                  <a:ext uri="{FF2B5EF4-FFF2-40B4-BE49-F238E27FC236}">
                    <a16:creationId xmlns:a16="http://schemas.microsoft.com/office/drawing/2014/main" id="{AD86C2F1-D4F0-7948-9E05-62E1C42CC8F0}"/>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26" name="Freeform 125">
                <a:extLst>
                  <a:ext uri="{FF2B5EF4-FFF2-40B4-BE49-F238E27FC236}">
                    <a16:creationId xmlns:a16="http://schemas.microsoft.com/office/drawing/2014/main" id="{6224715B-0FC5-9E49-B361-2A29A286F3CE}"/>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27" name="Freeform 126">
                <a:extLst>
                  <a:ext uri="{FF2B5EF4-FFF2-40B4-BE49-F238E27FC236}">
                    <a16:creationId xmlns:a16="http://schemas.microsoft.com/office/drawing/2014/main" id="{7CA2DA9C-2B13-214E-ACD2-0EA76BA83013}"/>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28" name="Freeform 127">
                <a:extLst>
                  <a:ext uri="{FF2B5EF4-FFF2-40B4-BE49-F238E27FC236}">
                    <a16:creationId xmlns:a16="http://schemas.microsoft.com/office/drawing/2014/main" id="{8C4A6B5C-46E6-5E4D-96C8-1C3F87F03876}"/>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129" name="Group 128">
            <a:extLst>
              <a:ext uri="{FF2B5EF4-FFF2-40B4-BE49-F238E27FC236}">
                <a16:creationId xmlns:a16="http://schemas.microsoft.com/office/drawing/2014/main" id="{0E1D7EA0-6DA2-8D43-8279-78C750CFC172}"/>
              </a:ext>
            </a:extLst>
          </p:cNvPr>
          <p:cNvGrpSpPr/>
          <p:nvPr/>
        </p:nvGrpSpPr>
        <p:grpSpPr>
          <a:xfrm>
            <a:off x="8311829" y="5180504"/>
            <a:ext cx="309187" cy="167750"/>
            <a:chOff x="3668110" y="2448910"/>
            <a:chExt cx="3794234" cy="2165130"/>
          </a:xfrm>
        </p:grpSpPr>
        <p:sp>
          <p:nvSpPr>
            <p:cNvPr id="130" name="Rectangle 129">
              <a:extLst>
                <a:ext uri="{FF2B5EF4-FFF2-40B4-BE49-F238E27FC236}">
                  <a16:creationId xmlns:a16="http://schemas.microsoft.com/office/drawing/2014/main" id="{3632348E-CBF0-8F4E-B1C0-FA5E7B140362}"/>
                </a:ext>
              </a:extLst>
            </p:cNvPr>
            <p:cNvSpPr/>
            <p:nvPr/>
          </p:nvSpPr>
          <p:spPr>
            <a:xfrm>
              <a:off x="3668110" y="3741409"/>
              <a:ext cx="3780587" cy="872631"/>
            </a:xfrm>
            <a:prstGeom prst="rect">
              <a:avLst/>
            </a:prstGeom>
            <a:gradFill>
              <a:gsLst>
                <a:gs pos="0">
                  <a:srgbClr val="B8C2C9"/>
                </a:gs>
                <a:gs pos="21000">
                  <a:schemeClr val="bg1"/>
                </a:gs>
                <a:gs pos="60000">
                  <a:srgbClr val="D6DCE0"/>
                </a:gs>
                <a:gs pos="100000">
                  <a:srgbClr val="B8C2C9"/>
                </a:gs>
              </a:gsLst>
              <a:lin ang="0" scaled="0"/>
            </a:gradFill>
            <a:ln w="6350">
              <a:solidFill>
                <a:srgbClr val="E4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31" name="Freeform 130">
              <a:extLst>
                <a:ext uri="{FF2B5EF4-FFF2-40B4-BE49-F238E27FC236}">
                  <a16:creationId xmlns:a16="http://schemas.microsoft.com/office/drawing/2014/main" id="{9E6F91D8-1A83-2A42-AC0B-AD8F10B7EF35}"/>
                </a:ext>
              </a:extLst>
            </p:cNvPr>
            <p:cNvSpPr/>
            <p:nvPr/>
          </p:nvSpPr>
          <p:spPr>
            <a:xfrm>
              <a:off x="3678620" y="2448910"/>
              <a:ext cx="3783724" cy="1324303"/>
            </a:xfrm>
            <a:custGeom>
              <a:avLst/>
              <a:gdLst>
                <a:gd name="connsiteX0" fmla="*/ 0 w 3783724"/>
                <a:gd name="connsiteY0" fmla="*/ 1313793 h 1324303"/>
                <a:gd name="connsiteX1" fmla="*/ 0 w 3783724"/>
                <a:gd name="connsiteY1" fmla="*/ 1313793 h 1324303"/>
                <a:gd name="connsiteX2" fmla="*/ 252248 w 3783724"/>
                <a:gd name="connsiteY2" fmla="*/ 0 h 1324303"/>
                <a:gd name="connsiteX3" fmla="*/ 3415862 w 3783724"/>
                <a:gd name="connsiteY3" fmla="*/ 21020 h 1324303"/>
                <a:gd name="connsiteX4" fmla="*/ 3783724 w 3783724"/>
                <a:gd name="connsiteY4" fmla="*/ 1324303 h 1324303"/>
                <a:gd name="connsiteX5" fmla="*/ 0 w 3783724"/>
                <a:gd name="connsiteY5" fmla="*/ 1313793 h 1324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83724" h="1324303">
                  <a:moveTo>
                    <a:pt x="0" y="1313793"/>
                  </a:moveTo>
                  <a:lnTo>
                    <a:pt x="0" y="1313793"/>
                  </a:lnTo>
                  <a:lnTo>
                    <a:pt x="252248" y="0"/>
                  </a:lnTo>
                  <a:lnTo>
                    <a:pt x="3415862" y="21020"/>
                  </a:lnTo>
                  <a:lnTo>
                    <a:pt x="3783724" y="1324303"/>
                  </a:lnTo>
                  <a:lnTo>
                    <a:pt x="0" y="1313793"/>
                  </a:lnTo>
                  <a:close/>
                </a:path>
              </a:pathLst>
            </a:custGeom>
            <a:solidFill>
              <a:srgbClr val="B8C2C9"/>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nvGrpSpPr>
            <p:cNvPr id="132" name="Group 131">
              <a:extLst>
                <a:ext uri="{FF2B5EF4-FFF2-40B4-BE49-F238E27FC236}">
                  <a16:creationId xmlns:a16="http://schemas.microsoft.com/office/drawing/2014/main" id="{941E3EF0-51B2-C349-B41E-2A6C5F46D905}"/>
                </a:ext>
              </a:extLst>
            </p:cNvPr>
            <p:cNvGrpSpPr/>
            <p:nvPr/>
          </p:nvGrpSpPr>
          <p:grpSpPr>
            <a:xfrm>
              <a:off x="3941378" y="2603243"/>
              <a:ext cx="3202061" cy="1066110"/>
              <a:chOff x="7939341" y="3037317"/>
              <a:chExt cx="897649" cy="353919"/>
            </a:xfrm>
          </p:grpSpPr>
          <p:sp>
            <p:nvSpPr>
              <p:cNvPr id="133" name="Freeform 132">
                <a:extLst>
                  <a:ext uri="{FF2B5EF4-FFF2-40B4-BE49-F238E27FC236}">
                    <a16:creationId xmlns:a16="http://schemas.microsoft.com/office/drawing/2014/main" id="{C7403B7C-7FA1-3F40-B91E-B9311B3831C3}"/>
                  </a:ext>
                </a:extLst>
              </p:cNvPr>
              <p:cNvSpPr/>
              <p:nvPr/>
            </p:nvSpPr>
            <p:spPr>
              <a:xfrm>
                <a:off x="7964170" y="30373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C000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34" name="Freeform 133">
                <a:extLst>
                  <a:ext uri="{FF2B5EF4-FFF2-40B4-BE49-F238E27FC236}">
                    <a16:creationId xmlns:a16="http://schemas.microsoft.com/office/drawing/2014/main" id="{2456F695-074E-CC4D-8221-531E7EA3A74D}"/>
                  </a:ext>
                </a:extLst>
              </p:cNvPr>
              <p:cNvSpPr/>
              <p:nvPr/>
            </p:nvSpPr>
            <p:spPr>
              <a:xfrm>
                <a:off x="8519948" y="32067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C000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35" name="Freeform 134">
                <a:extLst>
                  <a:ext uri="{FF2B5EF4-FFF2-40B4-BE49-F238E27FC236}">
                    <a16:creationId xmlns:a16="http://schemas.microsoft.com/office/drawing/2014/main" id="{224A04C3-C296-1C4B-BBD4-CDE7083CB1D5}"/>
                  </a:ext>
                </a:extLst>
              </p:cNvPr>
              <p:cNvSpPr/>
              <p:nvPr/>
            </p:nvSpPr>
            <p:spPr>
              <a:xfrm>
                <a:off x="7939341" y="32067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C000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36" name="Freeform 135">
                <a:extLst>
                  <a:ext uri="{FF2B5EF4-FFF2-40B4-BE49-F238E27FC236}">
                    <a16:creationId xmlns:a16="http://schemas.microsoft.com/office/drawing/2014/main" id="{5BBAC641-21BF-8B45-BB54-F143F77A1556}"/>
                  </a:ext>
                </a:extLst>
              </p:cNvPr>
              <p:cNvSpPr/>
              <p:nvPr/>
            </p:nvSpPr>
            <p:spPr>
              <a:xfrm>
                <a:off x="8047413" y="31234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EC86A6"/>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137" name="Group 136">
            <a:extLst>
              <a:ext uri="{FF2B5EF4-FFF2-40B4-BE49-F238E27FC236}">
                <a16:creationId xmlns:a16="http://schemas.microsoft.com/office/drawing/2014/main" id="{93BC347E-C394-3042-B2F7-B3F23FAEAB95}"/>
              </a:ext>
            </a:extLst>
          </p:cNvPr>
          <p:cNvGrpSpPr/>
          <p:nvPr/>
        </p:nvGrpSpPr>
        <p:grpSpPr>
          <a:xfrm>
            <a:off x="8439827" y="2812309"/>
            <a:ext cx="353678" cy="168275"/>
            <a:chOff x="7493876" y="2774731"/>
            <a:chExt cx="1481958" cy="894622"/>
          </a:xfrm>
        </p:grpSpPr>
        <p:sp>
          <p:nvSpPr>
            <p:cNvPr id="138" name="Freeform 137">
              <a:extLst>
                <a:ext uri="{FF2B5EF4-FFF2-40B4-BE49-F238E27FC236}">
                  <a16:creationId xmlns:a16="http://schemas.microsoft.com/office/drawing/2014/main" id="{E2A87F28-E662-7843-88D6-0813EE7C9C70}"/>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39" name="Oval 138">
              <a:extLst>
                <a:ext uri="{FF2B5EF4-FFF2-40B4-BE49-F238E27FC236}">
                  <a16:creationId xmlns:a16="http://schemas.microsoft.com/office/drawing/2014/main" id="{7F5A88D5-7F33-C641-91D0-89A14D0320A3}"/>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140" name="Group 139">
              <a:extLst>
                <a:ext uri="{FF2B5EF4-FFF2-40B4-BE49-F238E27FC236}">
                  <a16:creationId xmlns:a16="http://schemas.microsoft.com/office/drawing/2014/main" id="{F27C385B-C23A-9D47-A881-792955281F4B}"/>
                </a:ext>
              </a:extLst>
            </p:cNvPr>
            <p:cNvGrpSpPr/>
            <p:nvPr/>
          </p:nvGrpSpPr>
          <p:grpSpPr>
            <a:xfrm>
              <a:off x="7713663" y="2848339"/>
              <a:ext cx="1042107" cy="425543"/>
              <a:chOff x="7786941" y="2884917"/>
              <a:chExt cx="897649" cy="353919"/>
            </a:xfrm>
          </p:grpSpPr>
          <p:sp>
            <p:nvSpPr>
              <p:cNvPr id="141" name="Freeform 140">
                <a:extLst>
                  <a:ext uri="{FF2B5EF4-FFF2-40B4-BE49-F238E27FC236}">
                    <a16:creationId xmlns:a16="http://schemas.microsoft.com/office/drawing/2014/main" id="{1AAAA0E5-7CFA-D644-ADAB-E7BF68F3D3B3}"/>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42" name="Freeform 141">
                <a:extLst>
                  <a:ext uri="{FF2B5EF4-FFF2-40B4-BE49-F238E27FC236}">
                    <a16:creationId xmlns:a16="http://schemas.microsoft.com/office/drawing/2014/main" id="{751DAA20-67FB-F046-A058-83AEFE0E26C0}"/>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43" name="Freeform 142">
                <a:extLst>
                  <a:ext uri="{FF2B5EF4-FFF2-40B4-BE49-F238E27FC236}">
                    <a16:creationId xmlns:a16="http://schemas.microsoft.com/office/drawing/2014/main" id="{0C03FD79-9BD7-DD42-AC59-6C4F96612ACE}"/>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44" name="Freeform 143">
                <a:extLst>
                  <a:ext uri="{FF2B5EF4-FFF2-40B4-BE49-F238E27FC236}">
                    <a16:creationId xmlns:a16="http://schemas.microsoft.com/office/drawing/2014/main" id="{A4610651-9548-304A-8A63-B930DF62228F}"/>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153" name="Group 152">
            <a:extLst>
              <a:ext uri="{FF2B5EF4-FFF2-40B4-BE49-F238E27FC236}">
                <a16:creationId xmlns:a16="http://schemas.microsoft.com/office/drawing/2014/main" id="{419BFD2C-DE5F-0C45-B636-6597FE43775F}"/>
              </a:ext>
            </a:extLst>
          </p:cNvPr>
          <p:cNvGrpSpPr/>
          <p:nvPr/>
        </p:nvGrpSpPr>
        <p:grpSpPr>
          <a:xfrm>
            <a:off x="10884085" y="3601365"/>
            <a:ext cx="170989" cy="97052"/>
            <a:chOff x="7493876" y="2774731"/>
            <a:chExt cx="1481958" cy="894622"/>
          </a:xfrm>
        </p:grpSpPr>
        <p:sp>
          <p:nvSpPr>
            <p:cNvPr id="154" name="Freeform 153">
              <a:extLst>
                <a:ext uri="{FF2B5EF4-FFF2-40B4-BE49-F238E27FC236}">
                  <a16:creationId xmlns:a16="http://schemas.microsoft.com/office/drawing/2014/main" id="{58D0A013-957C-4B4E-8B83-D6592094AC10}"/>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55" name="Oval 154">
              <a:extLst>
                <a:ext uri="{FF2B5EF4-FFF2-40B4-BE49-F238E27FC236}">
                  <a16:creationId xmlns:a16="http://schemas.microsoft.com/office/drawing/2014/main" id="{F7DC0323-148A-714F-A6FC-9ADB6FB12895}"/>
                </a:ext>
              </a:extLst>
            </p:cNvPr>
            <p:cNvSpPr/>
            <p:nvPr/>
          </p:nvSpPr>
          <p:spPr>
            <a:xfrm>
              <a:off x="7494729" y="2774731"/>
              <a:ext cx="1480163" cy="579140"/>
            </a:xfrm>
            <a:prstGeom prst="ellipse">
              <a:avLst/>
            </a:prstGeom>
            <a:solidFill>
              <a:srgbClr val="B8C2C9"/>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156" name="Group 155">
              <a:extLst>
                <a:ext uri="{FF2B5EF4-FFF2-40B4-BE49-F238E27FC236}">
                  <a16:creationId xmlns:a16="http://schemas.microsoft.com/office/drawing/2014/main" id="{2B6897F2-F6E6-A049-A1D9-17378B713B31}"/>
                </a:ext>
              </a:extLst>
            </p:cNvPr>
            <p:cNvGrpSpPr/>
            <p:nvPr/>
          </p:nvGrpSpPr>
          <p:grpSpPr>
            <a:xfrm>
              <a:off x="7713663" y="2848339"/>
              <a:ext cx="1042107" cy="425543"/>
              <a:chOff x="7786941" y="2884917"/>
              <a:chExt cx="897649" cy="353919"/>
            </a:xfrm>
          </p:grpSpPr>
          <p:sp>
            <p:nvSpPr>
              <p:cNvPr id="157" name="Freeform 156">
                <a:extLst>
                  <a:ext uri="{FF2B5EF4-FFF2-40B4-BE49-F238E27FC236}">
                    <a16:creationId xmlns:a16="http://schemas.microsoft.com/office/drawing/2014/main" id="{0F6ACC7A-4B31-AF42-A472-F972FEE81396}"/>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58" name="Freeform 157">
                <a:extLst>
                  <a:ext uri="{FF2B5EF4-FFF2-40B4-BE49-F238E27FC236}">
                    <a16:creationId xmlns:a16="http://schemas.microsoft.com/office/drawing/2014/main" id="{0CE6B10E-CA3E-D444-AB50-17DAB7CAD2C8}"/>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59" name="Freeform 158">
                <a:extLst>
                  <a:ext uri="{FF2B5EF4-FFF2-40B4-BE49-F238E27FC236}">
                    <a16:creationId xmlns:a16="http://schemas.microsoft.com/office/drawing/2014/main" id="{E3B2228D-5BAA-EC47-BEFB-CB31458923DB}"/>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60" name="Freeform 159">
                <a:extLst>
                  <a:ext uri="{FF2B5EF4-FFF2-40B4-BE49-F238E27FC236}">
                    <a16:creationId xmlns:a16="http://schemas.microsoft.com/office/drawing/2014/main" id="{B7729E0C-173F-C14A-AEF0-A4EC382A5215}"/>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161" name="Group 160">
            <a:extLst>
              <a:ext uri="{FF2B5EF4-FFF2-40B4-BE49-F238E27FC236}">
                <a16:creationId xmlns:a16="http://schemas.microsoft.com/office/drawing/2014/main" id="{0F65CB9E-D1E1-5348-9E59-69DA1CEF2123}"/>
              </a:ext>
            </a:extLst>
          </p:cNvPr>
          <p:cNvGrpSpPr/>
          <p:nvPr/>
        </p:nvGrpSpPr>
        <p:grpSpPr>
          <a:xfrm>
            <a:off x="10410609" y="3496138"/>
            <a:ext cx="353678" cy="198344"/>
            <a:chOff x="7493876" y="2774731"/>
            <a:chExt cx="1481958" cy="894622"/>
          </a:xfrm>
        </p:grpSpPr>
        <p:sp>
          <p:nvSpPr>
            <p:cNvPr id="162" name="Freeform 161">
              <a:extLst>
                <a:ext uri="{FF2B5EF4-FFF2-40B4-BE49-F238E27FC236}">
                  <a16:creationId xmlns:a16="http://schemas.microsoft.com/office/drawing/2014/main" id="{21DBEC0A-03A5-5849-AD80-43903CE8F98A}"/>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63" name="Oval 162">
              <a:extLst>
                <a:ext uri="{FF2B5EF4-FFF2-40B4-BE49-F238E27FC236}">
                  <a16:creationId xmlns:a16="http://schemas.microsoft.com/office/drawing/2014/main" id="{093155A2-B6DA-E04B-931F-EAE90D032943}"/>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164" name="Group 163">
              <a:extLst>
                <a:ext uri="{FF2B5EF4-FFF2-40B4-BE49-F238E27FC236}">
                  <a16:creationId xmlns:a16="http://schemas.microsoft.com/office/drawing/2014/main" id="{3931AF15-7062-194D-9D41-4344D0DE6CAC}"/>
                </a:ext>
              </a:extLst>
            </p:cNvPr>
            <p:cNvGrpSpPr/>
            <p:nvPr/>
          </p:nvGrpSpPr>
          <p:grpSpPr>
            <a:xfrm>
              <a:off x="7713663" y="2848339"/>
              <a:ext cx="1042107" cy="425543"/>
              <a:chOff x="7786941" y="2884917"/>
              <a:chExt cx="897649" cy="353919"/>
            </a:xfrm>
          </p:grpSpPr>
          <p:sp>
            <p:nvSpPr>
              <p:cNvPr id="165" name="Freeform 164">
                <a:extLst>
                  <a:ext uri="{FF2B5EF4-FFF2-40B4-BE49-F238E27FC236}">
                    <a16:creationId xmlns:a16="http://schemas.microsoft.com/office/drawing/2014/main" id="{FDC26AF1-24F2-5D45-AB87-61683E4E2529}"/>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66" name="Freeform 165">
                <a:extLst>
                  <a:ext uri="{FF2B5EF4-FFF2-40B4-BE49-F238E27FC236}">
                    <a16:creationId xmlns:a16="http://schemas.microsoft.com/office/drawing/2014/main" id="{4EC90C20-8D53-0646-9F93-F00306B71CA1}"/>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67" name="Freeform 166">
                <a:extLst>
                  <a:ext uri="{FF2B5EF4-FFF2-40B4-BE49-F238E27FC236}">
                    <a16:creationId xmlns:a16="http://schemas.microsoft.com/office/drawing/2014/main" id="{49493643-4525-FD45-A56C-AE765396C567}"/>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68" name="Freeform 167">
                <a:extLst>
                  <a:ext uri="{FF2B5EF4-FFF2-40B4-BE49-F238E27FC236}">
                    <a16:creationId xmlns:a16="http://schemas.microsoft.com/office/drawing/2014/main" id="{0824CC9D-76C8-2749-A791-F65C4F3ACA43}"/>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169" name="Group 168">
            <a:extLst>
              <a:ext uri="{FF2B5EF4-FFF2-40B4-BE49-F238E27FC236}">
                <a16:creationId xmlns:a16="http://schemas.microsoft.com/office/drawing/2014/main" id="{CFBE87F9-CE91-5943-9D77-D8B9227384AC}"/>
              </a:ext>
            </a:extLst>
          </p:cNvPr>
          <p:cNvGrpSpPr/>
          <p:nvPr/>
        </p:nvGrpSpPr>
        <p:grpSpPr>
          <a:xfrm>
            <a:off x="9948724" y="2202292"/>
            <a:ext cx="353678" cy="198344"/>
            <a:chOff x="7493876" y="2774731"/>
            <a:chExt cx="1481958" cy="894622"/>
          </a:xfrm>
        </p:grpSpPr>
        <p:sp>
          <p:nvSpPr>
            <p:cNvPr id="170" name="Freeform 169">
              <a:extLst>
                <a:ext uri="{FF2B5EF4-FFF2-40B4-BE49-F238E27FC236}">
                  <a16:creationId xmlns:a16="http://schemas.microsoft.com/office/drawing/2014/main" id="{4F167397-FDB8-4A4D-A599-63F4111F1811}"/>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71" name="Oval 170">
              <a:extLst>
                <a:ext uri="{FF2B5EF4-FFF2-40B4-BE49-F238E27FC236}">
                  <a16:creationId xmlns:a16="http://schemas.microsoft.com/office/drawing/2014/main" id="{08DCFDBA-4FB5-AE49-968D-A9F0C84D1CA6}"/>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172" name="Group 171">
              <a:extLst>
                <a:ext uri="{FF2B5EF4-FFF2-40B4-BE49-F238E27FC236}">
                  <a16:creationId xmlns:a16="http://schemas.microsoft.com/office/drawing/2014/main" id="{185146B5-C4CC-CF42-8938-46F3C689B49E}"/>
                </a:ext>
              </a:extLst>
            </p:cNvPr>
            <p:cNvGrpSpPr/>
            <p:nvPr/>
          </p:nvGrpSpPr>
          <p:grpSpPr>
            <a:xfrm>
              <a:off x="7713663" y="2848339"/>
              <a:ext cx="1042107" cy="425543"/>
              <a:chOff x="7786941" y="2884917"/>
              <a:chExt cx="897649" cy="353919"/>
            </a:xfrm>
          </p:grpSpPr>
          <p:sp>
            <p:nvSpPr>
              <p:cNvPr id="173" name="Freeform 172">
                <a:extLst>
                  <a:ext uri="{FF2B5EF4-FFF2-40B4-BE49-F238E27FC236}">
                    <a16:creationId xmlns:a16="http://schemas.microsoft.com/office/drawing/2014/main" id="{A7227274-32EF-074A-9791-2B53B212E4BB}"/>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74" name="Freeform 173">
                <a:extLst>
                  <a:ext uri="{FF2B5EF4-FFF2-40B4-BE49-F238E27FC236}">
                    <a16:creationId xmlns:a16="http://schemas.microsoft.com/office/drawing/2014/main" id="{201B35B0-4270-0A43-B1CB-1EA6DEBA0A34}"/>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75" name="Freeform 174">
                <a:extLst>
                  <a:ext uri="{FF2B5EF4-FFF2-40B4-BE49-F238E27FC236}">
                    <a16:creationId xmlns:a16="http://schemas.microsoft.com/office/drawing/2014/main" id="{F7956E94-C156-C749-894C-3962EFA64DC4}"/>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76" name="Freeform 175">
                <a:extLst>
                  <a:ext uri="{FF2B5EF4-FFF2-40B4-BE49-F238E27FC236}">
                    <a16:creationId xmlns:a16="http://schemas.microsoft.com/office/drawing/2014/main" id="{30545111-AB10-544C-A7FB-8905D7E84A0C}"/>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177" name="Group 176">
            <a:extLst>
              <a:ext uri="{FF2B5EF4-FFF2-40B4-BE49-F238E27FC236}">
                <a16:creationId xmlns:a16="http://schemas.microsoft.com/office/drawing/2014/main" id="{6D2B1BF7-15E3-B642-B1ED-14A585EC5A4E}"/>
              </a:ext>
            </a:extLst>
          </p:cNvPr>
          <p:cNvGrpSpPr/>
          <p:nvPr/>
        </p:nvGrpSpPr>
        <p:grpSpPr>
          <a:xfrm>
            <a:off x="10527214" y="2613367"/>
            <a:ext cx="353678" cy="198344"/>
            <a:chOff x="7493876" y="2774731"/>
            <a:chExt cx="1481958" cy="894622"/>
          </a:xfrm>
        </p:grpSpPr>
        <p:sp>
          <p:nvSpPr>
            <p:cNvPr id="178" name="Freeform 177">
              <a:extLst>
                <a:ext uri="{FF2B5EF4-FFF2-40B4-BE49-F238E27FC236}">
                  <a16:creationId xmlns:a16="http://schemas.microsoft.com/office/drawing/2014/main" id="{FC3BC896-EAF3-B44C-A223-0B61ADD448AF}"/>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79" name="Oval 178">
              <a:extLst>
                <a:ext uri="{FF2B5EF4-FFF2-40B4-BE49-F238E27FC236}">
                  <a16:creationId xmlns:a16="http://schemas.microsoft.com/office/drawing/2014/main" id="{A1FDE8F7-458E-F043-99FF-74BB3A940405}"/>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180" name="Group 179">
              <a:extLst>
                <a:ext uri="{FF2B5EF4-FFF2-40B4-BE49-F238E27FC236}">
                  <a16:creationId xmlns:a16="http://schemas.microsoft.com/office/drawing/2014/main" id="{FF87486C-C62D-A04E-BD6D-5E7B286D0987}"/>
                </a:ext>
              </a:extLst>
            </p:cNvPr>
            <p:cNvGrpSpPr/>
            <p:nvPr/>
          </p:nvGrpSpPr>
          <p:grpSpPr>
            <a:xfrm>
              <a:off x="7713663" y="2848339"/>
              <a:ext cx="1042107" cy="425543"/>
              <a:chOff x="7786941" y="2884917"/>
              <a:chExt cx="897649" cy="353919"/>
            </a:xfrm>
          </p:grpSpPr>
          <p:sp>
            <p:nvSpPr>
              <p:cNvPr id="181" name="Freeform 180">
                <a:extLst>
                  <a:ext uri="{FF2B5EF4-FFF2-40B4-BE49-F238E27FC236}">
                    <a16:creationId xmlns:a16="http://schemas.microsoft.com/office/drawing/2014/main" id="{DEDB6C40-CF6A-E547-8BC1-635D2DC438F1}"/>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82" name="Freeform 181">
                <a:extLst>
                  <a:ext uri="{FF2B5EF4-FFF2-40B4-BE49-F238E27FC236}">
                    <a16:creationId xmlns:a16="http://schemas.microsoft.com/office/drawing/2014/main" id="{B7776C1D-06CD-5245-AF82-92665409A005}"/>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83" name="Freeform 182">
                <a:extLst>
                  <a:ext uri="{FF2B5EF4-FFF2-40B4-BE49-F238E27FC236}">
                    <a16:creationId xmlns:a16="http://schemas.microsoft.com/office/drawing/2014/main" id="{2D893366-435F-C043-8ADD-35A96EC80B1E}"/>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84" name="Freeform 183">
                <a:extLst>
                  <a:ext uri="{FF2B5EF4-FFF2-40B4-BE49-F238E27FC236}">
                    <a16:creationId xmlns:a16="http://schemas.microsoft.com/office/drawing/2014/main" id="{5246B375-EFFF-874C-BA50-6516A502F0CE}"/>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185" name="Group 184">
            <a:extLst>
              <a:ext uri="{FF2B5EF4-FFF2-40B4-BE49-F238E27FC236}">
                <a16:creationId xmlns:a16="http://schemas.microsoft.com/office/drawing/2014/main" id="{F0711763-C567-4040-ABFB-F5C34597A154}"/>
              </a:ext>
            </a:extLst>
          </p:cNvPr>
          <p:cNvGrpSpPr/>
          <p:nvPr/>
        </p:nvGrpSpPr>
        <p:grpSpPr>
          <a:xfrm>
            <a:off x="10643825" y="2107963"/>
            <a:ext cx="353678" cy="198344"/>
            <a:chOff x="7493876" y="2774731"/>
            <a:chExt cx="1481958" cy="894622"/>
          </a:xfrm>
        </p:grpSpPr>
        <p:sp>
          <p:nvSpPr>
            <p:cNvPr id="186" name="Freeform 185">
              <a:extLst>
                <a:ext uri="{FF2B5EF4-FFF2-40B4-BE49-F238E27FC236}">
                  <a16:creationId xmlns:a16="http://schemas.microsoft.com/office/drawing/2014/main" id="{7F38627D-7A2B-A841-8C69-850F7253A2D4}"/>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87" name="Oval 186">
              <a:extLst>
                <a:ext uri="{FF2B5EF4-FFF2-40B4-BE49-F238E27FC236}">
                  <a16:creationId xmlns:a16="http://schemas.microsoft.com/office/drawing/2014/main" id="{8FB71122-C2F0-3B40-A94F-7E95B02A39D4}"/>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188" name="Group 187">
              <a:extLst>
                <a:ext uri="{FF2B5EF4-FFF2-40B4-BE49-F238E27FC236}">
                  <a16:creationId xmlns:a16="http://schemas.microsoft.com/office/drawing/2014/main" id="{3A5D9C3E-2D7E-A54F-9A93-7708DD147DB1}"/>
                </a:ext>
              </a:extLst>
            </p:cNvPr>
            <p:cNvGrpSpPr/>
            <p:nvPr/>
          </p:nvGrpSpPr>
          <p:grpSpPr>
            <a:xfrm>
              <a:off x="7713663" y="2848339"/>
              <a:ext cx="1042107" cy="425543"/>
              <a:chOff x="7786941" y="2884917"/>
              <a:chExt cx="897649" cy="353919"/>
            </a:xfrm>
          </p:grpSpPr>
          <p:sp>
            <p:nvSpPr>
              <p:cNvPr id="189" name="Freeform 188">
                <a:extLst>
                  <a:ext uri="{FF2B5EF4-FFF2-40B4-BE49-F238E27FC236}">
                    <a16:creationId xmlns:a16="http://schemas.microsoft.com/office/drawing/2014/main" id="{2B3C3A91-863F-E54F-BCBF-83530898F04D}"/>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90" name="Freeform 189">
                <a:extLst>
                  <a:ext uri="{FF2B5EF4-FFF2-40B4-BE49-F238E27FC236}">
                    <a16:creationId xmlns:a16="http://schemas.microsoft.com/office/drawing/2014/main" id="{E03CE2E4-33A0-7443-968B-028BF2FEAFC6}"/>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91" name="Freeform 190">
                <a:extLst>
                  <a:ext uri="{FF2B5EF4-FFF2-40B4-BE49-F238E27FC236}">
                    <a16:creationId xmlns:a16="http://schemas.microsoft.com/office/drawing/2014/main" id="{92376DD9-E3A6-0B4A-97CB-7FDA6023E448}"/>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92" name="Freeform 191">
                <a:extLst>
                  <a:ext uri="{FF2B5EF4-FFF2-40B4-BE49-F238E27FC236}">
                    <a16:creationId xmlns:a16="http://schemas.microsoft.com/office/drawing/2014/main" id="{18E42DD9-0888-4A41-A186-22087D773FCC}"/>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201" name="Group 200">
            <a:extLst>
              <a:ext uri="{FF2B5EF4-FFF2-40B4-BE49-F238E27FC236}">
                <a16:creationId xmlns:a16="http://schemas.microsoft.com/office/drawing/2014/main" id="{F6C05161-17CC-4047-8DD1-B9901ECF6386}"/>
              </a:ext>
            </a:extLst>
          </p:cNvPr>
          <p:cNvGrpSpPr/>
          <p:nvPr/>
        </p:nvGrpSpPr>
        <p:grpSpPr>
          <a:xfrm>
            <a:off x="9980126" y="2661565"/>
            <a:ext cx="353678" cy="198344"/>
            <a:chOff x="7493876" y="2774731"/>
            <a:chExt cx="1481958" cy="894622"/>
          </a:xfrm>
        </p:grpSpPr>
        <p:sp>
          <p:nvSpPr>
            <p:cNvPr id="202" name="Freeform 201">
              <a:extLst>
                <a:ext uri="{FF2B5EF4-FFF2-40B4-BE49-F238E27FC236}">
                  <a16:creationId xmlns:a16="http://schemas.microsoft.com/office/drawing/2014/main" id="{947827F3-EDEA-7A42-9B1D-083327F8DECB}"/>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203" name="Oval 202">
              <a:extLst>
                <a:ext uri="{FF2B5EF4-FFF2-40B4-BE49-F238E27FC236}">
                  <a16:creationId xmlns:a16="http://schemas.microsoft.com/office/drawing/2014/main" id="{34CC4598-569C-8B40-92BA-1D2FBE3E50FD}"/>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204" name="Group 203">
              <a:extLst>
                <a:ext uri="{FF2B5EF4-FFF2-40B4-BE49-F238E27FC236}">
                  <a16:creationId xmlns:a16="http://schemas.microsoft.com/office/drawing/2014/main" id="{FC8B6594-03D2-024C-9EA4-C0C60D628F1D}"/>
                </a:ext>
              </a:extLst>
            </p:cNvPr>
            <p:cNvGrpSpPr/>
            <p:nvPr/>
          </p:nvGrpSpPr>
          <p:grpSpPr>
            <a:xfrm>
              <a:off x="7713663" y="2848339"/>
              <a:ext cx="1042107" cy="425543"/>
              <a:chOff x="7786941" y="2884917"/>
              <a:chExt cx="897649" cy="353919"/>
            </a:xfrm>
          </p:grpSpPr>
          <p:sp>
            <p:nvSpPr>
              <p:cNvPr id="205" name="Freeform 204">
                <a:extLst>
                  <a:ext uri="{FF2B5EF4-FFF2-40B4-BE49-F238E27FC236}">
                    <a16:creationId xmlns:a16="http://schemas.microsoft.com/office/drawing/2014/main" id="{1FDE0324-11E3-5145-88E9-DE61B49F2A38}"/>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06" name="Freeform 205">
                <a:extLst>
                  <a:ext uri="{FF2B5EF4-FFF2-40B4-BE49-F238E27FC236}">
                    <a16:creationId xmlns:a16="http://schemas.microsoft.com/office/drawing/2014/main" id="{C131568C-F5A3-DB44-94E2-7B887CDB2644}"/>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07" name="Freeform 206">
                <a:extLst>
                  <a:ext uri="{FF2B5EF4-FFF2-40B4-BE49-F238E27FC236}">
                    <a16:creationId xmlns:a16="http://schemas.microsoft.com/office/drawing/2014/main" id="{A7EDAE1E-6998-2048-ADF9-12AD17B25B30}"/>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08" name="Freeform 207">
                <a:extLst>
                  <a:ext uri="{FF2B5EF4-FFF2-40B4-BE49-F238E27FC236}">
                    <a16:creationId xmlns:a16="http://schemas.microsoft.com/office/drawing/2014/main" id="{8FC26428-BCB7-1047-B128-BD12A87F81FA}"/>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209" name="Group 208">
            <a:extLst>
              <a:ext uri="{FF2B5EF4-FFF2-40B4-BE49-F238E27FC236}">
                <a16:creationId xmlns:a16="http://schemas.microsoft.com/office/drawing/2014/main" id="{198EE3F8-E7C6-7742-BDAE-10EEB3BA9601}"/>
              </a:ext>
            </a:extLst>
          </p:cNvPr>
          <p:cNvGrpSpPr/>
          <p:nvPr/>
        </p:nvGrpSpPr>
        <p:grpSpPr>
          <a:xfrm>
            <a:off x="9497138" y="3394032"/>
            <a:ext cx="367224" cy="240304"/>
            <a:chOff x="7493876" y="2774731"/>
            <a:chExt cx="1481958" cy="894622"/>
          </a:xfrm>
        </p:grpSpPr>
        <p:sp>
          <p:nvSpPr>
            <p:cNvPr id="210" name="Freeform 209">
              <a:extLst>
                <a:ext uri="{FF2B5EF4-FFF2-40B4-BE49-F238E27FC236}">
                  <a16:creationId xmlns:a16="http://schemas.microsoft.com/office/drawing/2014/main" id="{7A2B8EB1-241A-C04E-9EA1-495DCDBCB17E}"/>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211" name="Oval 210">
              <a:extLst>
                <a:ext uri="{FF2B5EF4-FFF2-40B4-BE49-F238E27FC236}">
                  <a16:creationId xmlns:a16="http://schemas.microsoft.com/office/drawing/2014/main" id="{0B3245D7-5441-9648-A36A-661C2ACB5721}"/>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212" name="Group 211">
              <a:extLst>
                <a:ext uri="{FF2B5EF4-FFF2-40B4-BE49-F238E27FC236}">
                  <a16:creationId xmlns:a16="http://schemas.microsoft.com/office/drawing/2014/main" id="{86F28103-141B-154E-A362-409B3111D184}"/>
                </a:ext>
              </a:extLst>
            </p:cNvPr>
            <p:cNvGrpSpPr/>
            <p:nvPr/>
          </p:nvGrpSpPr>
          <p:grpSpPr>
            <a:xfrm>
              <a:off x="7713663" y="2848339"/>
              <a:ext cx="1042107" cy="425543"/>
              <a:chOff x="7786941" y="2884917"/>
              <a:chExt cx="897649" cy="353919"/>
            </a:xfrm>
          </p:grpSpPr>
          <p:sp>
            <p:nvSpPr>
              <p:cNvPr id="213" name="Freeform 212">
                <a:extLst>
                  <a:ext uri="{FF2B5EF4-FFF2-40B4-BE49-F238E27FC236}">
                    <a16:creationId xmlns:a16="http://schemas.microsoft.com/office/drawing/2014/main" id="{2F7A2BEC-77A9-6D41-8098-B64A792EA0B9}"/>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14" name="Freeform 213">
                <a:extLst>
                  <a:ext uri="{FF2B5EF4-FFF2-40B4-BE49-F238E27FC236}">
                    <a16:creationId xmlns:a16="http://schemas.microsoft.com/office/drawing/2014/main" id="{7DED57CD-47F8-9D45-9600-A0BEEC976821}"/>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15" name="Freeform 214">
                <a:extLst>
                  <a:ext uri="{FF2B5EF4-FFF2-40B4-BE49-F238E27FC236}">
                    <a16:creationId xmlns:a16="http://schemas.microsoft.com/office/drawing/2014/main" id="{210D30D1-E5F0-E44B-A795-D0F4E795F9A3}"/>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16" name="Freeform 215">
                <a:extLst>
                  <a:ext uri="{FF2B5EF4-FFF2-40B4-BE49-F238E27FC236}">
                    <a16:creationId xmlns:a16="http://schemas.microsoft.com/office/drawing/2014/main" id="{AC7488D5-7B56-8944-802F-C2691C362324}"/>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225" name="Group 224">
            <a:extLst>
              <a:ext uri="{FF2B5EF4-FFF2-40B4-BE49-F238E27FC236}">
                <a16:creationId xmlns:a16="http://schemas.microsoft.com/office/drawing/2014/main" id="{9F5D0807-95F5-B242-9940-2134E3CE864D}"/>
              </a:ext>
            </a:extLst>
          </p:cNvPr>
          <p:cNvGrpSpPr/>
          <p:nvPr/>
        </p:nvGrpSpPr>
        <p:grpSpPr>
          <a:xfrm>
            <a:off x="10375259" y="3992325"/>
            <a:ext cx="353678" cy="198344"/>
            <a:chOff x="7493876" y="2774731"/>
            <a:chExt cx="1481958" cy="894622"/>
          </a:xfrm>
        </p:grpSpPr>
        <p:sp>
          <p:nvSpPr>
            <p:cNvPr id="226" name="Freeform 225">
              <a:extLst>
                <a:ext uri="{FF2B5EF4-FFF2-40B4-BE49-F238E27FC236}">
                  <a16:creationId xmlns:a16="http://schemas.microsoft.com/office/drawing/2014/main" id="{65E7C622-0E2D-F247-B71E-DB43805F13C1}"/>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227" name="Oval 226">
              <a:extLst>
                <a:ext uri="{FF2B5EF4-FFF2-40B4-BE49-F238E27FC236}">
                  <a16:creationId xmlns:a16="http://schemas.microsoft.com/office/drawing/2014/main" id="{E1DDDBA8-9328-FF4B-A036-4A8C314BC34A}"/>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228" name="Group 227">
              <a:extLst>
                <a:ext uri="{FF2B5EF4-FFF2-40B4-BE49-F238E27FC236}">
                  <a16:creationId xmlns:a16="http://schemas.microsoft.com/office/drawing/2014/main" id="{FE4053D3-C37C-B247-AABC-ACB5431A3328}"/>
                </a:ext>
              </a:extLst>
            </p:cNvPr>
            <p:cNvGrpSpPr/>
            <p:nvPr/>
          </p:nvGrpSpPr>
          <p:grpSpPr>
            <a:xfrm>
              <a:off x="7713663" y="2848339"/>
              <a:ext cx="1042107" cy="425543"/>
              <a:chOff x="7786941" y="2884917"/>
              <a:chExt cx="897649" cy="353919"/>
            </a:xfrm>
          </p:grpSpPr>
          <p:sp>
            <p:nvSpPr>
              <p:cNvPr id="229" name="Freeform 228">
                <a:extLst>
                  <a:ext uri="{FF2B5EF4-FFF2-40B4-BE49-F238E27FC236}">
                    <a16:creationId xmlns:a16="http://schemas.microsoft.com/office/drawing/2014/main" id="{9B8C5BFF-F366-864D-9DDD-AD0F594855F9}"/>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30" name="Freeform 229">
                <a:extLst>
                  <a:ext uri="{FF2B5EF4-FFF2-40B4-BE49-F238E27FC236}">
                    <a16:creationId xmlns:a16="http://schemas.microsoft.com/office/drawing/2014/main" id="{E52E2636-7B29-8B4F-A9E7-0A019FB12336}"/>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31" name="Freeform 230">
                <a:extLst>
                  <a:ext uri="{FF2B5EF4-FFF2-40B4-BE49-F238E27FC236}">
                    <a16:creationId xmlns:a16="http://schemas.microsoft.com/office/drawing/2014/main" id="{81B96CBC-D09D-8A44-A7F4-460A6FE268AE}"/>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32" name="Freeform 231">
                <a:extLst>
                  <a:ext uri="{FF2B5EF4-FFF2-40B4-BE49-F238E27FC236}">
                    <a16:creationId xmlns:a16="http://schemas.microsoft.com/office/drawing/2014/main" id="{AB72586A-2BC3-AD40-8068-98E191DFFEF1}"/>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241" name="Group 240">
            <a:extLst>
              <a:ext uri="{FF2B5EF4-FFF2-40B4-BE49-F238E27FC236}">
                <a16:creationId xmlns:a16="http://schemas.microsoft.com/office/drawing/2014/main" id="{23665DDF-4A56-E24C-9D9B-557EA2031298}"/>
              </a:ext>
            </a:extLst>
          </p:cNvPr>
          <p:cNvGrpSpPr/>
          <p:nvPr/>
        </p:nvGrpSpPr>
        <p:grpSpPr>
          <a:xfrm>
            <a:off x="10925982" y="4369125"/>
            <a:ext cx="228295" cy="120400"/>
            <a:chOff x="7493876" y="2774731"/>
            <a:chExt cx="1481958" cy="894622"/>
          </a:xfrm>
        </p:grpSpPr>
        <p:sp>
          <p:nvSpPr>
            <p:cNvPr id="242" name="Freeform 241">
              <a:extLst>
                <a:ext uri="{FF2B5EF4-FFF2-40B4-BE49-F238E27FC236}">
                  <a16:creationId xmlns:a16="http://schemas.microsoft.com/office/drawing/2014/main" id="{31441261-7107-C940-87CC-EC4FA053449C}"/>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243" name="Oval 242">
              <a:extLst>
                <a:ext uri="{FF2B5EF4-FFF2-40B4-BE49-F238E27FC236}">
                  <a16:creationId xmlns:a16="http://schemas.microsoft.com/office/drawing/2014/main" id="{5F5B546A-49AB-9042-B43E-5F11C688F25E}"/>
                </a:ext>
              </a:extLst>
            </p:cNvPr>
            <p:cNvSpPr/>
            <p:nvPr/>
          </p:nvSpPr>
          <p:spPr>
            <a:xfrm>
              <a:off x="7494729" y="2774731"/>
              <a:ext cx="1480163" cy="579140"/>
            </a:xfrm>
            <a:prstGeom prst="ellipse">
              <a:avLst/>
            </a:prstGeom>
            <a:solidFill>
              <a:srgbClr val="B8C2C9"/>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244" name="Group 243">
              <a:extLst>
                <a:ext uri="{FF2B5EF4-FFF2-40B4-BE49-F238E27FC236}">
                  <a16:creationId xmlns:a16="http://schemas.microsoft.com/office/drawing/2014/main" id="{E8DF2468-3557-AD4F-8E6A-2FD993E8CF5C}"/>
                </a:ext>
              </a:extLst>
            </p:cNvPr>
            <p:cNvGrpSpPr/>
            <p:nvPr/>
          </p:nvGrpSpPr>
          <p:grpSpPr>
            <a:xfrm>
              <a:off x="7713663" y="2848339"/>
              <a:ext cx="1042107" cy="425543"/>
              <a:chOff x="7786941" y="2884917"/>
              <a:chExt cx="897649" cy="353919"/>
            </a:xfrm>
          </p:grpSpPr>
          <p:sp>
            <p:nvSpPr>
              <p:cNvPr id="245" name="Freeform 244">
                <a:extLst>
                  <a:ext uri="{FF2B5EF4-FFF2-40B4-BE49-F238E27FC236}">
                    <a16:creationId xmlns:a16="http://schemas.microsoft.com/office/drawing/2014/main" id="{9E3ADAA4-12C2-404E-917C-5A2F54CCDF6B}"/>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46" name="Freeform 245">
                <a:extLst>
                  <a:ext uri="{FF2B5EF4-FFF2-40B4-BE49-F238E27FC236}">
                    <a16:creationId xmlns:a16="http://schemas.microsoft.com/office/drawing/2014/main" id="{7A728ED3-C05E-B44A-9C86-A753D22F76A6}"/>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47" name="Freeform 246">
                <a:extLst>
                  <a:ext uri="{FF2B5EF4-FFF2-40B4-BE49-F238E27FC236}">
                    <a16:creationId xmlns:a16="http://schemas.microsoft.com/office/drawing/2014/main" id="{63D4F443-59AA-0D4F-BA7D-32F6068E7994}"/>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48" name="Freeform 247">
                <a:extLst>
                  <a:ext uri="{FF2B5EF4-FFF2-40B4-BE49-F238E27FC236}">
                    <a16:creationId xmlns:a16="http://schemas.microsoft.com/office/drawing/2014/main" id="{205AEAD2-2A18-2D4A-91B3-368B52FA7C58}"/>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249" name="Group 248">
            <a:extLst>
              <a:ext uri="{FF2B5EF4-FFF2-40B4-BE49-F238E27FC236}">
                <a16:creationId xmlns:a16="http://schemas.microsoft.com/office/drawing/2014/main" id="{931C36A9-E761-0148-9032-D81ACCB48A29}"/>
              </a:ext>
            </a:extLst>
          </p:cNvPr>
          <p:cNvGrpSpPr/>
          <p:nvPr/>
        </p:nvGrpSpPr>
        <p:grpSpPr>
          <a:xfrm>
            <a:off x="7439074" y="2356613"/>
            <a:ext cx="534987" cy="407988"/>
            <a:chOff x="7432700" y="2327293"/>
            <a:chExt cx="534987" cy="407988"/>
          </a:xfrm>
        </p:grpSpPr>
        <p:pic>
          <p:nvPicPr>
            <p:cNvPr id="250" name="Picture 1017" descr="antenna_stylized">
              <a:extLst>
                <a:ext uri="{FF2B5EF4-FFF2-40B4-BE49-F238E27FC236}">
                  <a16:creationId xmlns:a16="http://schemas.microsoft.com/office/drawing/2014/main" id="{A1B3AFF0-514E-1142-A2F6-8BE3FF21744E}"/>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7432700" y="2327293"/>
              <a:ext cx="530702" cy="2237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1" name="Picture 1018" descr="laptop_keyboard">
              <a:extLst>
                <a:ext uri="{FF2B5EF4-FFF2-40B4-BE49-F238E27FC236}">
                  <a16:creationId xmlns:a16="http://schemas.microsoft.com/office/drawing/2014/main" id="{F72A8B16-D68A-BE43-A9DC-2099F1288175}"/>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rot="109064" flipH="1">
              <a:off x="7458407" y="2575770"/>
              <a:ext cx="437221" cy="1595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2" name="Freeform 1019">
              <a:extLst>
                <a:ext uri="{FF2B5EF4-FFF2-40B4-BE49-F238E27FC236}">
                  <a16:creationId xmlns:a16="http://schemas.microsoft.com/office/drawing/2014/main" id="{8BD550C1-DB66-1D43-B0FF-2194D6CE59D3}"/>
                </a:ext>
              </a:extLst>
            </p:cNvPr>
            <p:cNvSpPr>
              <a:spLocks/>
            </p:cNvSpPr>
            <p:nvPr/>
          </p:nvSpPr>
          <p:spPr bwMode="auto">
            <a:xfrm>
              <a:off x="7603304" y="2420984"/>
              <a:ext cx="351919" cy="208167"/>
            </a:xfrm>
            <a:custGeom>
              <a:avLst/>
              <a:gdLst>
                <a:gd name="T0" fmla="*/ 775798119 w 2982"/>
                <a:gd name="T1" fmla="*/ 0 h 2442"/>
                <a:gd name="T2" fmla="*/ 0 w 2982"/>
                <a:gd name="T3" fmla="*/ 211226083 h 2442"/>
                <a:gd name="T4" fmla="*/ 2147483646 w 2982"/>
                <a:gd name="T5" fmla="*/ 263880059 h 2442"/>
                <a:gd name="T6" fmla="*/ 2147483646 w 2982"/>
                <a:gd name="T7" fmla="*/ 52653891 h 2442"/>
                <a:gd name="T8" fmla="*/ 775798119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253" name="Picture 1020" descr="screen">
              <a:extLst>
                <a:ext uri="{FF2B5EF4-FFF2-40B4-BE49-F238E27FC236}">
                  <a16:creationId xmlns:a16="http://schemas.microsoft.com/office/drawing/2014/main" id="{5B7A4293-9090-2C47-A5F9-1484B3E8E43A}"/>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7620637" y="2426338"/>
              <a:ext cx="319785" cy="1894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4" name="Freeform 1021">
              <a:extLst>
                <a:ext uri="{FF2B5EF4-FFF2-40B4-BE49-F238E27FC236}">
                  <a16:creationId xmlns:a16="http://schemas.microsoft.com/office/drawing/2014/main" id="{66A9E8A3-089D-144F-8C74-780D0252320C}"/>
                </a:ext>
              </a:extLst>
            </p:cNvPr>
            <p:cNvSpPr>
              <a:spLocks/>
            </p:cNvSpPr>
            <p:nvPr/>
          </p:nvSpPr>
          <p:spPr bwMode="auto">
            <a:xfrm>
              <a:off x="7667378" y="2414843"/>
              <a:ext cx="298167" cy="38736"/>
            </a:xfrm>
            <a:custGeom>
              <a:avLst/>
              <a:gdLst>
                <a:gd name="T0" fmla="*/ 193616298 w 2528"/>
                <a:gd name="T1" fmla="*/ 0 h 455"/>
                <a:gd name="T2" fmla="*/ 2147483646 w 2528"/>
                <a:gd name="T3" fmla="*/ 52445139 h 455"/>
                <a:gd name="T4" fmla="*/ 2147483646 w 2528"/>
                <a:gd name="T5" fmla="*/ 52445139 h 455"/>
                <a:gd name="T6" fmla="*/ 0 w 2528"/>
                <a:gd name="T7" fmla="*/ 52445139 h 455"/>
                <a:gd name="T8" fmla="*/ 193616298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5" name="Freeform 1022">
              <a:extLst>
                <a:ext uri="{FF2B5EF4-FFF2-40B4-BE49-F238E27FC236}">
                  <a16:creationId xmlns:a16="http://schemas.microsoft.com/office/drawing/2014/main" id="{2DEB5F56-4F04-4A4C-B2A9-7F75D7610902}"/>
                </a:ext>
              </a:extLst>
            </p:cNvPr>
            <p:cNvSpPr>
              <a:spLocks/>
            </p:cNvSpPr>
            <p:nvPr/>
          </p:nvSpPr>
          <p:spPr bwMode="auto">
            <a:xfrm>
              <a:off x="7600188" y="2414528"/>
              <a:ext cx="82770" cy="161243"/>
            </a:xfrm>
            <a:custGeom>
              <a:avLst/>
              <a:gdLst>
                <a:gd name="T0" fmla="*/ 773664160 w 702"/>
                <a:gd name="T1" fmla="*/ 0 h 1893"/>
                <a:gd name="T2" fmla="*/ 0 w 702"/>
                <a:gd name="T3" fmla="*/ 210739916 h 1893"/>
                <a:gd name="T4" fmla="*/ 193416040 w 702"/>
                <a:gd name="T5" fmla="*/ 210739916 h 1893"/>
                <a:gd name="T6" fmla="*/ 967080200 w 702"/>
                <a:gd name="T7" fmla="*/ 52529017 h 1893"/>
                <a:gd name="T8" fmla="*/ 773664160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6" name="Freeform 1023">
              <a:extLst>
                <a:ext uri="{FF2B5EF4-FFF2-40B4-BE49-F238E27FC236}">
                  <a16:creationId xmlns:a16="http://schemas.microsoft.com/office/drawing/2014/main" id="{264AB736-6181-DD49-9CF8-34CDC3C98A87}"/>
                </a:ext>
              </a:extLst>
            </p:cNvPr>
            <p:cNvSpPr>
              <a:spLocks/>
            </p:cNvSpPr>
            <p:nvPr/>
          </p:nvSpPr>
          <p:spPr bwMode="auto">
            <a:xfrm>
              <a:off x="7874205" y="2443344"/>
              <a:ext cx="89197" cy="186122"/>
            </a:xfrm>
            <a:custGeom>
              <a:avLst/>
              <a:gdLst>
                <a:gd name="T0" fmla="*/ 969024527 w 756"/>
                <a:gd name="T1" fmla="*/ 0 h 2184"/>
                <a:gd name="T2" fmla="*/ 193802074 w 756"/>
                <a:gd name="T3" fmla="*/ 263660221 h 2184"/>
                <a:gd name="T4" fmla="*/ 0 w 756"/>
                <a:gd name="T5" fmla="*/ 263660221 h 2184"/>
                <a:gd name="T6" fmla="*/ 775222454 w 756"/>
                <a:gd name="T7" fmla="*/ 52610059 h 2184"/>
                <a:gd name="T8" fmla="*/ 969024527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7" name="Freeform 1024">
              <a:extLst>
                <a:ext uri="{FF2B5EF4-FFF2-40B4-BE49-F238E27FC236}">
                  <a16:creationId xmlns:a16="http://schemas.microsoft.com/office/drawing/2014/main" id="{B30F467B-7CAE-E14D-A3A5-8BE8EC571FCC}"/>
                </a:ext>
              </a:extLst>
            </p:cNvPr>
            <p:cNvSpPr>
              <a:spLocks/>
            </p:cNvSpPr>
            <p:nvPr/>
          </p:nvSpPr>
          <p:spPr bwMode="auto">
            <a:xfrm>
              <a:off x="7599214" y="2567582"/>
              <a:ext cx="327185" cy="62828"/>
            </a:xfrm>
            <a:custGeom>
              <a:avLst/>
              <a:gdLst>
                <a:gd name="T0" fmla="*/ 193829444 w 2773"/>
                <a:gd name="T1" fmla="*/ 0 h 738"/>
                <a:gd name="T2" fmla="*/ 0 w 2773"/>
                <a:gd name="T3" fmla="*/ 52443587 h 738"/>
                <a:gd name="T4" fmla="*/ 2147483646 w 2773"/>
                <a:gd name="T5" fmla="*/ 104894411 h 738"/>
                <a:gd name="T6" fmla="*/ 2147483646 w 2773"/>
                <a:gd name="T7" fmla="*/ 52443587 h 738"/>
                <a:gd name="T8" fmla="*/ 193829444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8" name="Freeform 1025">
              <a:extLst>
                <a:ext uri="{FF2B5EF4-FFF2-40B4-BE49-F238E27FC236}">
                  <a16:creationId xmlns:a16="http://schemas.microsoft.com/office/drawing/2014/main" id="{714DEECF-C2B9-3646-8D8C-520B14AFF2A3}"/>
                </a:ext>
              </a:extLst>
            </p:cNvPr>
            <p:cNvSpPr>
              <a:spLocks/>
            </p:cNvSpPr>
            <p:nvPr/>
          </p:nvSpPr>
          <p:spPr bwMode="auto">
            <a:xfrm>
              <a:off x="7884138" y="2444918"/>
              <a:ext cx="83549" cy="186909"/>
            </a:xfrm>
            <a:custGeom>
              <a:avLst/>
              <a:gdLst>
                <a:gd name="T0" fmla="*/ 2147483646 w 637"/>
                <a:gd name="T1" fmla="*/ 0 h 1659"/>
                <a:gd name="T2" fmla="*/ 2147483646 w 637"/>
                <a:gd name="T3" fmla="*/ 0 h 1659"/>
                <a:gd name="T4" fmla="*/ 295581541 w 637"/>
                <a:gd name="T5" fmla="*/ 2147483646 h 1659"/>
                <a:gd name="T6" fmla="*/ 0 w 637"/>
                <a:gd name="T7" fmla="*/ 2147483646 h 1659"/>
                <a:gd name="T8" fmla="*/ 2147483646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9" name="Freeform 1026">
              <a:extLst>
                <a:ext uri="{FF2B5EF4-FFF2-40B4-BE49-F238E27FC236}">
                  <a16:creationId xmlns:a16="http://schemas.microsoft.com/office/drawing/2014/main" id="{434760BE-7A82-7348-8C26-8BB88B73F057}"/>
                </a:ext>
              </a:extLst>
            </p:cNvPr>
            <p:cNvSpPr>
              <a:spLocks/>
            </p:cNvSpPr>
            <p:nvPr/>
          </p:nvSpPr>
          <p:spPr bwMode="auto">
            <a:xfrm>
              <a:off x="7599603" y="2575928"/>
              <a:ext cx="290961" cy="62041"/>
            </a:xfrm>
            <a:custGeom>
              <a:avLst/>
              <a:gdLst>
                <a:gd name="T0" fmla="*/ 0 w 2216"/>
                <a:gd name="T1" fmla="*/ 0 h 550"/>
                <a:gd name="T2" fmla="*/ 296523134 w 2216"/>
                <a:gd name="T3" fmla="*/ 324379338 h 550"/>
                <a:gd name="T4" fmla="*/ 2147483646 w 2216"/>
                <a:gd name="T5" fmla="*/ 2147483646 h 550"/>
                <a:gd name="T6" fmla="*/ 2147483646 w 2216"/>
                <a:gd name="T7" fmla="*/ 2147483646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260" name="Group 1027">
              <a:extLst>
                <a:ext uri="{FF2B5EF4-FFF2-40B4-BE49-F238E27FC236}">
                  <a16:creationId xmlns:a16="http://schemas.microsoft.com/office/drawing/2014/main" id="{A3D737A2-33B2-B843-993D-3954163D2F8B}"/>
                </a:ext>
              </a:extLst>
            </p:cNvPr>
            <p:cNvGrpSpPr>
              <a:grpSpLocks/>
            </p:cNvGrpSpPr>
            <p:nvPr/>
          </p:nvGrpSpPr>
          <p:grpSpPr bwMode="auto">
            <a:xfrm>
              <a:off x="7594735" y="2642220"/>
              <a:ext cx="98740" cy="36846"/>
              <a:chOff x="1740" y="2642"/>
              <a:chExt cx="752" cy="327"/>
            </a:xfrm>
          </p:grpSpPr>
          <p:sp>
            <p:nvSpPr>
              <p:cNvPr id="267" name="Freeform 1028">
                <a:extLst>
                  <a:ext uri="{FF2B5EF4-FFF2-40B4-BE49-F238E27FC236}">
                    <a16:creationId xmlns:a16="http://schemas.microsoft.com/office/drawing/2014/main" id="{2B8D95DD-AA07-CA46-8938-5982463E0F58}"/>
                  </a:ext>
                </a:extLst>
              </p:cNvPr>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8" name="Freeform 1029">
                <a:extLst>
                  <a:ext uri="{FF2B5EF4-FFF2-40B4-BE49-F238E27FC236}">
                    <a16:creationId xmlns:a16="http://schemas.microsoft.com/office/drawing/2014/main" id="{F36872DC-490B-E041-B789-63AE7E7ACD2E}"/>
                  </a:ext>
                </a:extLst>
              </p:cNvPr>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9" name="Freeform 1030">
                <a:extLst>
                  <a:ext uri="{FF2B5EF4-FFF2-40B4-BE49-F238E27FC236}">
                    <a16:creationId xmlns:a16="http://schemas.microsoft.com/office/drawing/2014/main" id="{97C01B49-8BEB-1A42-A62D-556A20AEDCF4}"/>
                  </a:ext>
                </a:extLst>
              </p:cNvPr>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0" name="Freeform 1031">
                <a:extLst>
                  <a:ext uri="{FF2B5EF4-FFF2-40B4-BE49-F238E27FC236}">
                    <a16:creationId xmlns:a16="http://schemas.microsoft.com/office/drawing/2014/main" id="{FDC4BA15-39D3-CD4E-97DA-6107F8C4DFF2}"/>
                  </a:ext>
                </a:extLst>
              </p:cNvPr>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1" name="Freeform 1032">
                <a:extLst>
                  <a:ext uri="{FF2B5EF4-FFF2-40B4-BE49-F238E27FC236}">
                    <a16:creationId xmlns:a16="http://schemas.microsoft.com/office/drawing/2014/main" id="{B4ED9D93-7953-574C-B8DB-E31647E53850}"/>
                  </a:ext>
                </a:extLst>
              </p:cNvPr>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2" name="Freeform 1033">
                <a:extLst>
                  <a:ext uri="{FF2B5EF4-FFF2-40B4-BE49-F238E27FC236}">
                    <a16:creationId xmlns:a16="http://schemas.microsoft.com/office/drawing/2014/main" id="{9040F4DE-59D9-0446-9953-D7CF4E6052CB}"/>
                  </a:ext>
                </a:extLst>
              </p:cNvPr>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261" name="Freeform 1034">
              <a:extLst>
                <a:ext uri="{FF2B5EF4-FFF2-40B4-BE49-F238E27FC236}">
                  <a16:creationId xmlns:a16="http://schemas.microsoft.com/office/drawing/2014/main" id="{2C7F706E-3A83-E04B-96B6-0DFA0DD19559}"/>
                </a:ext>
              </a:extLst>
            </p:cNvPr>
            <p:cNvSpPr>
              <a:spLocks/>
            </p:cNvSpPr>
            <p:nvPr/>
          </p:nvSpPr>
          <p:spPr bwMode="auto">
            <a:xfrm>
              <a:off x="7763780" y="2647731"/>
              <a:ext cx="119578" cy="80936"/>
            </a:xfrm>
            <a:custGeom>
              <a:avLst/>
              <a:gdLst>
                <a:gd name="T0" fmla="*/ 213221464 w 990"/>
                <a:gd name="T1" fmla="*/ 1090686587 h 792"/>
                <a:gd name="T2" fmla="*/ 1915477586 w 990"/>
                <a:gd name="T3" fmla="*/ 0 h 792"/>
                <a:gd name="T4" fmla="*/ 1915477586 w 990"/>
                <a:gd name="T5" fmla="*/ 108859840 h 792"/>
                <a:gd name="T6" fmla="*/ 0 w 990"/>
                <a:gd name="T7" fmla="*/ 1090686587 h 792"/>
                <a:gd name="T8" fmla="*/ 213221464 w 990"/>
                <a:gd name="T9" fmla="*/ 1090686587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2" name="Freeform 1035">
              <a:extLst>
                <a:ext uri="{FF2B5EF4-FFF2-40B4-BE49-F238E27FC236}">
                  <a16:creationId xmlns:a16="http://schemas.microsoft.com/office/drawing/2014/main" id="{60E14294-2508-FB4A-AE0F-000AF5BCFC85}"/>
                </a:ext>
              </a:extLst>
            </p:cNvPr>
            <p:cNvSpPr>
              <a:spLocks/>
            </p:cNvSpPr>
            <p:nvPr/>
          </p:nvSpPr>
          <p:spPr bwMode="auto">
            <a:xfrm>
              <a:off x="7458602" y="2654187"/>
              <a:ext cx="305957" cy="73850"/>
            </a:xfrm>
            <a:custGeom>
              <a:avLst/>
              <a:gdLst>
                <a:gd name="T0" fmla="*/ 213486572 w 2532"/>
                <a:gd name="T1" fmla="*/ 0 h 723"/>
                <a:gd name="T2" fmla="*/ 213486572 w 2532"/>
                <a:gd name="T3" fmla="*/ 0 h 723"/>
                <a:gd name="T4" fmla="*/ 2147483646 w 2532"/>
                <a:gd name="T5" fmla="*/ 979380008 h 723"/>
                <a:gd name="T6" fmla="*/ 2147483646 w 2532"/>
                <a:gd name="T7" fmla="*/ 1088085165 h 723"/>
                <a:gd name="T8" fmla="*/ 0 w 2532"/>
                <a:gd name="T9" fmla="*/ 108705259 h 723"/>
                <a:gd name="T10" fmla="*/ 213486572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3" name="Freeform 1036">
              <a:extLst>
                <a:ext uri="{FF2B5EF4-FFF2-40B4-BE49-F238E27FC236}">
                  <a16:creationId xmlns:a16="http://schemas.microsoft.com/office/drawing/2014/main" id="{6816A6AE-0883-4D48-8DF3-05A4914E713B}"/>
                </a:ext>
              </a:extLst>
            </p:cNvPr>
            <p:cNvSpPr>
              <a:spLocks/>
            </p:cNvSpPr>
            <p:nvPr/>
          </p:nvSpPr>
          <p:spPr bwMode="auto">
            <a:xfrm>
              <a:off x="7458797" y="2640645"/>
              <a:ext cx="3311" cy="14959"/>
            </a:xfrm>
            <a:custGeom>
              <a:avLst/>
              <a:gdLst>
                <a:gd name="T0" fmla="*/ 262278191 w 26"/>
                <a:gd name="T1" fmla="*/ 107489981 h 147"/>
                <a:gd name="T2" fmla="*/ 262278191 w 26"/>
                <a:gd name="T3" fmla="*/ 214969480 h 147"/>
                <a:gd name="T4" fmla="*/ 0 w 26"/>
                <a:gd name="T5" fmla="*/ 214969480 h 147"/>
                <a:gd name="T6" fmla="*/ 262278191 w 26"/>
                <a:gd name="T7" fmla="*/ 0 h 147"/>
                <a:gd name="T8" fmla="*/ 262278191 w 26"/>
                <a:gd name="T9" fmla="*/ 107489981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4" name="Freeform 1037">
              <a:extLst>
                <a:ext uri="{FF2B5EF4-FFF2-40B4-BE49-F238E27FC236}">
                  <a16:creationId xmlns:a16="http://schemas.microsoft.com/office/drawing/2014/main" id="{0C4F2B5B-D9EF-F242-A282-CB6CB4D90EE9}"/>
                </a:ext>
              </a:extLst>
            </p:cNvPr>
            <p:cNvSpPr>
              <a:spLocks/>
            </p:cNvSpPr>
            <p:nvPr/>
          </p:nvSpPr>
          <p:spPr bwMode="auto">
            <a:xfrm>
              <a:off x="7458992" y="2579707"/>
              <a:ext cx="142170" cy="61883"/>
            </a:xfrm>
            <a:custGeom>
              <a:avLst/>
              <a:gdLst>
                <a:gd name="T0" fmla="*/ 2136125890 w 1176"/>
                <a:gd name="T1" fmla="*/ 0 h 606"/>
                <a:gd name="T2" fmla="*/ 0 w 1176"/>
                <a:gd name="T3" fmla="*/ 870000945 h 606"/>
                <a:gd name="T4" fmla="*/ 213789467 w 1176"/>
                <a:gd name="T5" fmla="*/ 870000945 h 606"/>
                <a:gd name="T6" fmla="*/ 2136125890 w 1176"/>
                <a:gd name="T7" fmla="*/ 108617123 h 606"/>
                <a:gd name="T8" fmla="*/ 2136125890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5" name="Freeform 1038">
              <a:extLst>
                <a:ext uri="{FF2B5EF4-FFF2-40B4-BE49-F238E27FC236}">
                  <a16:creationId xmlns:a16="http://schemas.microsoft.com/office/drawing/2014/main" id="{CA94116C-A643-F041-BE08-F16F1FF3EF9E}"/>
                </a:ext>
              </a:extLst>
            </p:cNvPr>
            <p:cNvSpPr>
              <a:spLocks/>
            </p:cNvSpPr>
            <p:nvPr/>
          </p:nvSpPr>
          <p:spPr bwMode="auto">
            <a:xfrm>
              <a:off x="7468535" y="2643795"/>
              <a:ext cx="290182" cy="71016"/>
            </a:xfrm>
            <a:custGeom>
              <a:avLst/>
              <a:gdLst>
                <a:gd name="T0" fmla="*/ 173112702 w 2532"/>
                <a:gd name="T1" fmla="*/ 0 h 723"/>
                <a:gd name="T2" fmla="*/ 173112702 w 2532"/>
                <a:gd name="T3" fmla="*/ 0 h 723"/>
                <a:gd name="T4" fmla="*/ 2069773885 w 2532"/>
                <a:gd name="T5" fmla="*/ 558173482 h 723"/>
                <a:gd name="T6" fmla="*/ 2069773885 w 2532"/>
                <a:gd name="T7" fmla="*/ 558173482 h 723"/>
                <a:gd name="T8" fmla="*/ 0 w 2532"/>
                <a:gd name="T9" fmla="*/ 92871346 h 723"/>
                <a:gd name="T10" fmla="*/ 173112702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6" name="Freeform 1039">
              <a:extLst>
                <a:ext uri="{FF2B5EF4-FFF2-40B4-BE49-F238E27FC236}">
                  <a16:creationId xmlns:a16="http://schemas.microsoft.com/office/drawing/2014/main" id="{EBBEB869-CEFF-3B4D-8790-DF10B6E9EDC0}"/>
                </a:ext>
              </a:extLst>
            </p:cNvPr>
            <p:cNvSpPr>
              <a:spLocks/>
            </p:cNvSpPr>
            <p:nvPr/>
          </p:nvSpPr>
          <p:spPr bwMode="auto">
            <a:xfrm flipV="1">
              <a:off x="7758327" y="2638756"/>
              <a:ext cx="118410" cy="73535"/>
            </a:xfrm>
            <a:custGeom>
              <a:avLst/>
              <a:gdLst>
                <a:gd name="T0" fmla="*/ 0 w 2532"/>
                <a:gd name="T1" fmla="*/ 0 h 723"/>
                <a:gd name="T2" fmla="*/ 0 w 2532"/>
                <a:gd name="T3" fmla="*/ 0 h 723"/>
                <a:gd name="T4" fmla="*/ 0 w 2532"/>
                <a:gd name="T5" fmla="*/ 962694895 h 723"/>
                <a:gd name="T6" fmla="*/ 0 w 2532"/>
                <a:gd name="T7" fmla="*/ 962694895 h 723"/>
                <a:gd name="T8" fmla="*/ 0 w 2532"/>
                <a:gd name="T9" fmla="*/ 107314314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273" name="Group 272">
            <a:extLst>
              <a:ext uri="{FF2B5EF4-FFF2-40B4-BE49-F238E27FC236}">
                <a16:creationId xmlns:a16="http://schemas.microsoft.com/office/drawing/2014/main" id="{7BE84195-0460-B24A-9BFA-64009B70F0D4}"/>
              </a:ext>
            </a:extLst>
          </p:cNvPr>
          <p:cNvGrpSpPr/>
          <p:nvPr/>
        </p:nvGrpSpPr>
        <p:grpSpPr>
          <a:xfrm>
            <a:off x="8637781" y="2319727"/>
            <a:ext cx="530702" cy="478009"/>
            <a:chOff x="8631407" y="2290407"/>
            <a:chExt cx="530702" cy="478009"/>
          </a:xfrm>
        </p:grpSpPr>
        <p:pic>
          <p:nvPicPr>
            <p:cNvPr id="274" name="Picture 568" descr="light2.png">
              <a:extLst>
                <a:ext uri="{FF2B5EF4-FFF2-40B4-BE49-F238E27FC236}">
                  <a16:creationId xmlns:a16="http://schemas.microsoft.com/office/drawing/2014/main" id="{9C2ABCA4-2AB6-604A-BAF1-3DCCB40F3CF6}"/>
                </a:ext>
              </a:extLst>
            </p:cNvPr>
            <p:cNvPicPr>
              <a:picLocks noChangeAspect="1"/>
            </p:cNvPicPr>
            <p:nvPr/>
          </p:nvPicPr>
          <p:blipFill>
            <a:blip r:embed="rId10">
              <a:extLst>
                <a:ext uri="{28A0092B-C50C-407E-A947-70E740481C1C}">
                  <a14:useLocalDpi xmlns:a14="http://schemas.microsoft.com/office/drawing/2010/main" val="0"/>
                </a:ext>
              </a:extLst>
            </a:blip>
            <a:srcRect/>
            <a:stretch>
              <a:fillRect/>
            </a:stretch>
          </p:blipFill>
          <p:spPr bwMode="auto">
            <a:xfrm flipH="1">
              <a:off x="8825293" y="2362969"/>
              <a:ext cx="92772" cy="4054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5" name="Picture 1017" descr="antenna_stylized">
              <a:extLst>
                <a:ext uri="{FF2B5EF4-FFF2-40B4-BE49-F238E27FC236}">
                  <a16:creationId xmlns:a16="http://schemas.microsoft.com/office/drawing/2014/main" id="{650AA1D1-0ECD-3E4A-81DB-CC97A96B57C7}"/>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8631407" y="2290407"/>
              <a:ext cx="530702" cy="2237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76" name="Group 275">
            <a:extLst>
              <a:ext uri="{FF2B5EF4-FFF2-40B4-BE49-F238E27FC236}">
                <a16:creationId xmlns:a16="http://schemas.microsoft.com/office/drawing/2014/main" id="{EFF79B51-BA03-584F-A0CE-2E5C3CDBD9C8}"/>
              </a:ext>
            </a:extLst>
          </p:cNvPr>
          <p:cNvGrpSpPr/>
          <p:nvPr/>
        </p:nvGrpSpPr>
        <p:grpSpPr>
          <a:xfrm>
            <a:off x="8499539" y="2059124"/>
            <a:ext cx="849312" cy="226109"/>
            <a:chOff x="8493165" y="2029804"/>
            <a:chExt cx="849312" cy="226109"/>
          </a:xfrm>
        </p:grpSpPr>
        <p:pic>
          <p:nvPicPr>
            <p:cNvPr id="277" name="Picture 603" descr="car_icon_small">
              <a:extLst>
                <a:ext uri="{FF2B5EF4-FFF2-40B4-BE49-F238E27FC236}">
                  <a16:creationId xmlns:a16="http://schemas.microsoft.com/office/drawing/2014/main" id="{A16178BF-CE10-DF42-8C1F-E2AAFB94BBE9}"/>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493165" y="2087638"/>
              <a:ext cx="849312" cy="16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8" name="Picture 1017" descr="antenna_stylized">
              <a:extLst>
                <a:ext uri="{FF2B5EF4-FFF2-40B4-BE49-F238E27FC236}">
                  <a16:creationId xmlns:a16="http://schemas.microsoft.com/office/drawing/2014/main" id="{BF73CD36-5E1A-D143-A3EA-8721982417DE}"/>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8704645" y="2029804"/>
              <a:ext cx="530702" cy="2237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79" name="Group 278">
            <a:extLst>
              <a:ext uri="{FF2B5EF4-FFF2-40B4-BE49-F238E27FC236}">
                <a16:creationId xmlns:a16="http://schemas.microsoft.com/office/drawing/2014/main" id="{053CF7AA-EEE7-E849-8975-45A554C35F5B}"/>
              </a:ext>
            </a:extLst>
          </p:cNvPr>
          <p:cNvGrpSpPr/>
          <p:nvPr/>
        </p:nvGrpSpPr>
        <p:grpSpPr>
          <a:xfrm>
            <a:off x="7493518" y="3325424"/>
            <a:ext cx="857739" cy="583764"/>
            <a:chOff x="7487144" y="3296104"/>
            <a:chExt cx="857739" cy="583764"/>
          </a:xfrm>
        </p:grpSpPr>
        <p:grpSp>
          <p:nvGrpSpPr>
            <p:cNvPr id="280" name="Group 279">
              <a:extLst>
                <a:ext uri="{FF2B5EF4-FFF2-40B4-BE49-F238E27FC236}">
                  <a16:creationId xmlns:a16="http://schemas.microsoft.com/office/drawing/2014/main" id="{90508AE9-865D-844C-B2E1-CAED9E70CF88}"/>
                </a:ext>
              </a:extLst>
            </p:cNvPr>
            <p:cNvGrpSpPr/>
            <p:nvPr/>
          </p:nvGrpSpPr>
          <p:grpSpPr>
            <a:xfrm>
              <a:off x="7487144" y="3389820"/>
              <a:ext cx="350807" cy="305517"/>
              <a:chOff x="7487144" y="3389820"/>
              <a:chExt cx="350807" cy="305517"/>
            </a:xfrm>
          </p:grpSpPr>
          <p:pic>
            <p:nvPicPr>
              <p:cNvPr id="287" name="Picture 1115" descr="antenna_stylized">
                <a:extLst>
                  <a:ext uri="{FF2B5EF4-FFF2-40B4-BE49-F238E27FC236}">
                    <a16:creationId xmlns:a16="http://schemas.microsoft.com/office/drawing/2014/main" id="{AD910864-C9F4-C94B-9B97-60E50CF30ACE}"/>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487144" y="3389820"/>
                <a:ext cx="347997" cy="1675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8" name="Picture 1116" descr="laptop_keyboard">
                <a:extLst>
                  <a:ext uri="{FF2B5EF4-FFF2-40B4-BE49-F238E27FC236}">
                    <a16:creationId xmlns:a16="http://schemas.microsoft.com/office/drawing/2014/main" id="{89C482D5-7199-3040-A39E-C983C7E76CD5}"/>
                  </a:ext>
                </a:extLst>
              </p:cNvPr>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rot="109064" flipH="1">
                <a:off x="7504001" y="3575889"/>
                <a:ext cx="286699" cy="1194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9" name="Freeform 1117">
                <a:extLst>
                  <a:ext uri="{FF2B5EF4-FFF2-40B4-BE49-F238E27FC236}">
                    <a16:creationId xmlns:a16="http://schemas.microsoft.com/office/drawing/2014/main" id="{0D17FA05-6DB9-CE4E-8353-3DB3EF64CEF2}"/>
                  </a:ext>
                </a:extLst>
              </p:cNvPr>
              <p:cNvSpPr>
                <a:spLocks/>
              </p:cNvSpPr>
              <p:nvPr/>
            </p:nvSpPr>
            <p:spPr bwMode="auto">
              <a:xfrm>
                <a:off x="7599014" y="3459979"/>
                <a:ext cx="230764" cy="155883"/>
              </a:xfrm>
              <a:custGeom>
                <a:avLst/>
                <a:gdLst>
                  <a:gd name="T0" fmla="*/ 143665061 w 2982"/>
                  <a:gd name="T1" fmla="*/ 0 h 2442"/>
                  <a:gd name="T2" fmla="*/ 0 w 2982"/>
                  <a:gd name="T3" fmla="*/ 66329557 h 2442"/>
                  <a:gd name="T4" fmla="*/ 573719931 w 2982"/>
                  <a:gd name="T5" fmla="*/ 82975142 h 2442"/>
                  <a:gd name="T6" fmla="*/ 717384993 w 2982"/>
                  <a:gd name="T7" fmla="*/ 16645585 h 2442"/>
                  <a:gd name="T8" fmla="*/ 143665061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290" name="Picture 1118" descr="screen">
                <a:extLst>
                  <a:ext uri="{FF2B5EF4-FFF2-40B4-BE49-F238E27FC236}">
                    <a16:creationId xmlns:a16="http://schemas.microsoft.com/office/drawing/2014/main" id="{4A4B2A13-447B-ED4B-A13F-5489BEAC9BE3}"/>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610380" y="3463988"/>
                <a:ext cx="209692" cy="1418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1" name="Freeform 1119">
                <a:extLst>
                  <a:ext uri="{FF2B5EF4-FFF2-40B4-BE49-F238E27FC236}">
                    <a16:creationId xmlns:a16="http://schemas.microsoft.com/office/drawing/2014/main" id="{02BC84AC-7149-BD45-BC93-E0DD4ADF91EE}"/>
                  </a:ext>
                </a:extLst>
              </p:cNvPr>
              <p:cNvSpPr>
                <a:spLocks/>
              </p:cNvSpPr>
              <p:nvPr/>
            </p:nvSpPr>
            <p:spPr bwMode="auto">
              <a:xfrm>
                <a:off x="7641029" y="3455381"/>
                <a:ext cx="195517" cy="29007"/>
              </a:xfrm>
              <a:custGeom>
                <a:avLst/>
                <a:gdLst>
                  <a:gd name="T0" fmla="*/ 35620212 w 2528"/>
                  <a:gd name="T1" fmla="*/ 0 h 455"/>
                  <a:gd name="T2" fmla="*/ 608343257 w 2528"/>
                  <a:gd name="T3" fmla="*/ 16582250 h 455"/>
                  <a:gd name="T4" fmla="*/ 572256449 w 2528"/>
                  <a:gd name="T5" fmla="*/ 16582250 h 455"/>
                  <a:gd name="T6" fmla="*/ 0 w 2528"/>
                  <a:gd name="T7" fmla="*/ 16582250 h 455"/>
                  <a:gd name="T8" fmla="*/ 35620212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2" name="Freeform 1120">
                <a:extLst>
                  <a:ext uri="{FF2B5EF4-FFF2-40B4-BE49-F238E27FC236}">
                    <a16:creationId xmlns:a16="http://schemas.microsoft.com/office/drawing/2014/main" id="{43377E2E-A43C-E048-A432-F337E7B5EE63}"/>
                  </a:ext>
                </a:extLst>
              </p:cNvPr>
              <p:cNvSpPr>
                <a:spLocks/>
              </p:cNvSpPr>
              <p:nvPr/>
            </p:nvSpPr>
            <p:spPr bwMode="auto">
              <a:xfrm>
                <a:off x="7596971" y="3455145"/>
                <a:ext cx="54275" cy="120745"/>
              </a:xfrm>
              <a:custGeom>
                <a:avLst/>
                <a:gdLst>
                  <a:gd name="T0" fmla="*/ 142804406 w 702"/>
                  <a:gd name="T1" fmla="*/ 0 h 1893"/>
                  <a:gd name="T2" fmla="*/ 0 w 702"/>
                  <a:gd name="T3" fmla="*/ 66174575 h 1893"/>
                  <a:gd name="T4" fmla="*/ 35584530 w 702"/>
                  <a:gd name="T5" fmla="*/ 66174575 h 1893"/>
                  <a:gd name="T6" fmla="*/ 178855222 w 702"/>
                  <a:gd name="T7" fmla="*/ 16607700 h 1893"/>
                  <a:gd name="T8" fmla="*/ 142804406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3" name="Freeform 1121">
                <a:extLst>
                  <a:ext uri="{FF2B5EF4-FFF2-40B4-BE49-F238E27FC236}">
                    <a16:creationId xmlns:a16="http://schemas.microsoft.com/office/drawing/2014/main" id="{268349DA-55F4-ED45-92D9-0389907B3CA7}"/>
                  </a:ext>
                </a:extLst>
              </p:cNvPr>
              <p:cNvSpPr>
                <a:spLocks/>
              </p:cNvSpPr>
              <p:nvPr/>
            </p:nvSpPr>
            <p:spPr bwMode="auto">
              <a:xfrm>
                <a:off x="7776652" y="3476723"/>
                <a:ext cx="58489" cy="139375"/>
              </a:xfrm>
              <a:custGeom>
                <a:avLst/>
                <a:gdLst>
                  <a:gd name="T0" fmla="*/ 179213623 w 756"/>
                  <a:gd name="T1" fmla="*/ 0 h 2184"/>
                  <a:gd name="T2" fmla="*/ 35656008 w 756"/>
                  <a:gd name="T3" fmla="*/ 82904513 h 2184"/>
                  <a:gd name="T4" fmla="*/ 0 w 756"/>
                  <a:gd name="T5" fmla="*/ 82904513 h 2184"/>
                  <a:gd name="T6" fmla="*/ 143090785 w 756"/>
                  <a:gd name="T7" fmla="*/ 16632211 h 2184"/>
                  <a:gd name="T8" fmla="*/ 179213623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4" name="Freeform 1122">
                <a:extLst>
                  <a:ext uri="{FF2B5EF4-FFF2-40B4-BE49-F238E27FC236}">
                    <a16:creationId xmlns:a16="http://schemas.microsoft.com/office/drawing/2014/main" id="{EB4B31C8-34A6-6D47-B6E1-260958CFBD6F}"/>
                  </a:ext>
                </a:extLst>
              </p:cNvPr>
              <p:cNvSpPr>
                <a:spLocks/>
              </p:cNvSpPr>
              <p:nvPr/>
            </p:nvSpPr>
            <p:spPr bwMode="auto">
              <a:xfrm>
                <a:off x="7596332" y="3569758"/>
                <a:ext cx="214545" cy="47048"/>
              </a:xfrm>
              <a:custGeom>
                <a:avLst/>
                <a:gdLst>
                  <a:gd name="T0" fmla="*/ 35658648 w 2773"/>
                  <a:gd name="T1" fmla="*/ 0 h 738"/>
                  <a:gd name="T2" fmla="*/ 0 w 2773"/>
                  <a:gd name="T3" fmla="*/ 16581742 h 738"/>
                  <a:gd name="T4" fmla="*/ 573357470 w 2773"/>
                  <a:gd name="T5" fmla="*/ 33163485 h 738"/>
                  <a:gd name="T6" fmla="*/ 573357470 w 2773"/>
                  <a:gd name="T7" fmla="*/ 16581742 h 738"/>
                  <a:gd name="T8" fmla="*/ 35658648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5" name="Freeform 1123">
                <a:extLst>
                  <a:ext uri="{FF2B5EF4-FFF2-40B4-BE49-F238E27FC236}">
                    <a16:creationId xmlns:a16="http://schemas.microsoft.com/office/drawing/2014/main" id="{91DE791A-C87B-7849-8B6A-CB3B398F112D}"/>
                  </a:ext>
                </a:extLst>
              </p:cNvPr>
              <p:cNvSpPr>
                <a:spLocks/>
              </p:cNvSpPr>
              <p:nvPr/>
            </p:nvSpPr>
            <p:spPr bwMode="auto">
              <a:xfrm>
                <a:off x="7783165" y="3477902"/>
                <a:ext cx="54786" cy="139965"/>
              </a:xfrm>
              <a:custGeom>
                <a:avLst/>
                <a:gdLst>
                  <a:gd name="T0" fmla="*/ 656550006 w 637"/>
                  <a:gd name="T1" fmla="*/ 0 h 1659"/>
                  <a:gd name="T2" fmla="*/ 656550006 w 637"/>
                  <a:gd name="T3" fmla="*/ 0 h 1659"/>
                  <a:gd name="T4" fmla="*/ 54716163 w 637"/>
                  <a:gd name="T5" fmla="*/ 2147483646 h 1659"/>
                  <a:gd name="T6" fmla="*/ 0 w 637"/>
                  <a:gd name="T7" fmla="*/ 2147483646 h 1659"/>
                  <a:gd name="T8" fmla="*/ 656550006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6" name="Freeform 1124">
                <a:extLst>
                  <a:ext uri="{FF2B5EF4-FFF2-40B4-BE49-F238E27FC236}">
                    <a16:creationId xmlns:a16="http://schemas.microsoft.com/office/drawing/2014/main" id="{A02AA6E2-5FD6-D14F-9923-83771333B1DB}"/>
                  </a:ext>
                </a:extLst>
              </p:cNvPr>
              <p:cNvSpPr>
                <a:spLocks/>
              </p:cNvSpPr>
              <p:nvPr/>
            </p:nvSpPr>
            <p:spPr bwMode="auto">
              <a:xfrm>
                <a:off x="7596588" y="3576007"/>
                <a:ext cx="190792" cy="46458"/>
              </a:xfrm>
              <a:custGeom>
                <a:avLst/>
                <a:gdLst>
                  <a:gd name="T0" fmla="*/ 0 w 2216"/>
                  <a:gd name="T1" fmla="*/ 0 h 550"/>
                  <a:gd name="T2" fmla="*/ 54884212 w 2216"/>
                  <a:gd name="T3" fmla="*/ 101852492 h 550"/>
                  <a:gd name="T4" fmla="*/ 2147483646 w 2216"/>
                  <a:gd name="T5" fmla="*/ 1017940055 h 550"/>
                  <a:gd name="T6" fmla="*/ 2147483646 w 2216"/>
                  <a:gd name="T7" fmla="*/ 865464562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297" name="Group 1125">
                <a:extLst>
                  <a:ext uri="{FF2B5EF4-FFF2-40B4-BE49-F238E27FC236}">
                    <a16:creationId xmlns:a16="http://schemas.microsoft.com/office/drawing/2014/main" id="{7117A071-F66A-A547-B2A3-FDEC23474639}"/>
                  </a:ext>
                </a:extLst>
              </p:cNvPr>
              <p:cNvGrpSpPr>
                <a:grpSpLocks/>
              </p:cNvGrpSpPr>
              <p:nvPr/>
            </p:nvGrpSpPr>
            <p:grpSpPr bwMode="auto">
              <a:xfrm>
                <a:off x="7593395" y="3625649"/>
                <a:ext cx="64747" cy="27592"/>
                <a:chOff x="1740" y="2642"/>
                <a:chExt cx="752" cy="327"/>
              </a:xfrm>
            </p:grpSpPr>
            <p:sp>
              <p:nvSpPr>
                <p:cNvPr id="304" name="Freeform 1126">
                  <a:extLst>
                    <a:ext uri="{FF2B5EF4-FFF2-40B4-BE49-F238E27FC236}">
                      <a16:creationId xmlns:a16="http://schemas.microsoft.com/office/drawing/2014/main" id="{C6A05ABF-09D5-204F-A863-798CDA488ABE}"/>
                    </a:ext>
                  </a:extLst>
                </p:cNvPr>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5" name="Freeform 1127">
                  <a:extLst>
                    <a:ext uri="{FF2B5EF4-FFF2-40B4-BE49-F238E27FC236}">
                      <a16:creationId xmlns:a16="http://schemas.microsoft.com/office/drawing/2014/main" id="{5CAC6B94-A95D-C842-8436-C6DF872191F5}"/>
                    </a:ext>
                  </a:extLst>
                </p:cNvPr>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6" name="Freeform 1128">
                  <a:extLst>
                    <a:ext uri="{FF2B5EF4-FFF2-40B4-BE49-F238E27FC236}">
                      <a16:creationId xmlns:a16="http://schemas.microsoft.com/office/drawing/2014/main" id="{A944E62C-7CE5-5840-927D-ABB2F8B5C22E}"/>
                    </a:ext>
                  </a:extLst>
                </p:cNvPr>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7" name="Freeform 1129">
                  <a:extLst>
                    <a:ext uri="{FF2B5EF4-FFF2-40B4-BE49-F238E27FC236}">
                      <a16:creationId xmlns:a16="http://schemas.microsoft.com/office/drawing/2014/main" id="{5E333F33-6B42-F449-BD09-5F8DBBA551CF}"/>
                    </a:ext>
                  </a:extLst>
                </p:cNvPr>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8" name="Freeform 1130">
                  <a:extLst>
                    <a:ext uri="{FF2B5EF4-FFF2-40B4-BE49-F238E27FC236}">
                      <a16:creationId xmlns:a16="http://schemas.microsoft.com/office/drawing/2014/main" id="{A3DB0786-C2BD-4E43-9012-01938AED5F19}"/>
                    </a:ext>
                  </a:extLst>
                </p:cNvPr>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9" name="Freeform 1131">
                  <a:extLst>
                    <a:ext uri="{FF2B5EF4-FFF2-40B4-BE49-F238E27FC236}">
                      <a16:creationId xmlns:a16="http://schemas.microsoft.com/office/drawing/2014/main" id="{36DD7204-13F9-8C4B-ADCB-9CEF387EE715}"/>
                    </a:ext>
                  </a:extLst>
                </p:cNvPr>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298" name="Freeform 1132">
                <a:extLst>
                  <a:ext uri="{FF2B5EF4-FFF2-40B4-BE49-F238E27FC236}">
                    <a16:creationId xmlns:a16="http://schemas.microsoft.com/office/drawing/2014/main" id="{8DD637FC-2617-F14C-8226-2FC83A2DC1C3}"/>
                  </a:ext>
                </a:extLst>
              </p:cNvPr>
              <p:cNvSpPr>
                <a:spLocks/>
              </p:cNvSpPr>
              <p:nvPr/>
            </p:nvSpPr>
            <p:spPr bwMode="auto">
              <a:xfrm>
                <a:off x="7704243" y="3629776"/>
                <a:ext cx="78411" cy="60608"/>
              </a:xfrm>
              <a:custGeom>
                <a:avLst/>
                <a:gdLst>
                  <a:gd name="T0" fmla="*/ 39250883 w 990"/>
                  <a:gd name="T1" fmla="*/ 342828616 h 792"/>
                  <a:gd name="T2" fmla="*/ 354255671 w 990"/>
                  <a:gd name="T3" fmla="*/ 0 h 792"/>
                  <a:gd name="T4" fmla="*/ 354255671 w 990"/>
                  <a:gd name="T5" fmla="*/ 34504242 h 792"/>
                  <a:gd name="T6" fmla="*/ 0 w 990"/>
                  <a:gd name="T7" fmla="*/ 342828616 h 792"/>
                  <a:gd name="T8" fmla="*/ 39250883 w 990"/>
                  <a:gd name="T9" fmla="*/ 342828616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9" name="Freeform 1133">
                <a:extLst>
                  <a:ext uri="{FF2B5EF4-FFF2-40B4-BE49-F238E27FC236}">
                    <a16:creationId xmlns:a16="http://schemas.microsoft.com/office/drawing/2014/main" id="{DD3D6FA8-3859-DC44-8888-8CB70CFB17F5}"/>
                  </a:ext>
                </a:extLst>
              </p:cNvPr>
              <p:cNvSpPr>
                <a:spLocks/>
              </p:cNvSpPr>
              <p:nvPr/>
            </p:nvSpPr>
            <p:spPr bwMode="auto">
              <a:xfrm>
                <a:off x="7504129" y="3634611"/>
                <a:ext cx="200625" cy="55302"/>
              </a:xfrm>
              <a:custGeom>
                <a:avLst/>
                <a:gdLst>
                  <a:gd name="T0" fmla="*/ 39302216 w 2532"/>
                  <a:gd name="T1" fmla="*/ 0 h 723"/>
                  <a:gd name="T2" fmla="*/ 39302216 w 2532"/>
                  <a:gd name="T3" fmla="*/ 0 h 723"/>
                  <a:gd name="T4" fmla="*/ 867084690 w 2532"/>
                  <a:gd name="T5" fmla="*/ 307891170 h 723"/>
                  <a:gd name="T6" fmla="*/ 867084690 w 2532"/>
                  <a:gd name="T7" fmla="*/ 342351506 h 723"/>
                  <a:gd name="T8" fmla="*/ 0 w 2532"/>
                  <a:gd name="T9" fmla="*/ 34009889 h 723"/>
                  <a:gd name="T10" fmla="*/ 39302216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0" name="Freeform 1134">
                <a:extLst>
                  <a:ext uri="{FF2B5EF4-FFF2-40B4-BE49-F238E27FC236}">
                    <a16:creationId xmlns:a16="http://schemas.microsoft.com/office/drawing/2014/main" id="{C236FB39-37F7-B848-9AD5-F22CFFE062B2}"/>
                  </a:ext>
                </a:extLst>
              </p:cNvPr>
              <p:cNvSpPr>
                <a:spLocks/>
              </p:cNvSpPr>
              <p:nvPr/>
            </p:nvSpPr>
            <p:spPr bwMode="auto">
              <a:xfrm>
                <a:off x="7504257" y="3624470"/>
                <a:ext cx="2171" cy="11202"/>
              </a:xfrm>
              <a:custGeom>
                <a:avLst/>
                <a:gdLst>
                  <a:gd name="T0" fmla="*/ 48903362 w 26"/>
                  <a:gd name="T1" fmla="*/ 33634500 h 147"/>
                  <a:gd name="T2" fmla="*/ 48903362 w 26"/>
                  <a:gd name="T3" fmla="*/ 67263209 h 147"/>
                  <a:gd name="T4" fmla="*/ 0 w 26"/>
                  <a:gd name="T5" fmla="*/ 67263209 h 147"/>
                  <a:gd name="T6" fmla="*/ 48903362 w 26"/>
                  <a:gd name="T7" fmla="*/ 0 h 147"/>
                  <a:gd name="T8" fmla="*/ 48903362 w 26"/>
                  <a:gd name="T9" fmla="*/ 33634500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1" name="Freeform 1135">
                <a:extLst>
                  <a:ext uri="{FF2B5EF4-FFF2-40B4-BE49-F238E27FC236}">
                    <a16:creationId xmlns:a16="http://schemas.microsoft.com/office/drawing/2014/main" id="{0FC27225-99A5-B741-A309-ECBEFBCA7E27}"/>
                  </a:ext>
                </a:extLst>
              </p:cNvPr>
              <p:cNvSpPr>
                <a:spLocks/>
              </p:cNvSpPr>
              <p:nvPr/>
            </p:nvSpPr>
            <p:spPr bwMode="auto">
              <a:xfrm>
                <a:off x="7504384" y="3578837"/>
                <a:ext cx="93225" cy="46340"/>
              </a:xfrm>
              <a:custGeom>
                <a:avLst/>
                <a:gdLst>
                  <a:gd name="T0" fmla="*/ 395043791 w 1176"/>
                  <a:gd name="T1" fmla="*/ 0 h 606"/>
                  <a:gd name="T2" fmla="*/ 0 w 1176"/>
                  <a:gd name="T3" fmla="*/ 273654982 h 606"/>
                  <a:gd name="T4" fmla="*/ 39357994 w 1176"/>
                  <a:gd name="T5" fmla="*/ 273654982 h 606"/>
                  <a:gd name="T6" fmla="*/ 395043791 w 1176"/>
                  <a:gd name="T7" fmla="*/ 33985420 h 606"/>
                  <a:gd name="T8" fmla="*/ 395043791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2" name="Freeform 1136">
                <a:extLst>
                  <a:ext uri="{FF2B5EF4-FFF2-40B4-BE49-F238E27FC236}">
                    <a16:creationId xmlns:a16="http://schemas.microsoft.com/office/drawing/2014/main" id="{E2FC0D41-6288-E741-A785-A83E6CED2AEA}"/>
                  </a:ext>
                </a:extLst>
              </p:cNvPr>
              <p:cNvSpPr>
                <a:spLocks/>
              </p:cNvSpPr>
              <p:nvPr/>
            </p:nvSpPr>
            <p:spPr bwMode="auto">
              <a:xfrm>
                <a:off x="7510642" y="3626829"/>
                <a:ext cx="190281" cy="53180"/>
              </a:xfrm>
              <a:custGeom>
                <a:avLst/>
                <a:gdLst>
                  <a:gd name="T0" fmla="*/ 31829833 w 2532"/>
                  <a:gd name="T1" fmla="*/ 0 h 723"/>
                  <a:gd name="T2" fmla="*/ 31829833 w 2532"/>
                  <a:gd name="T3" fmla="*/ 0 h 723"/>
                  <a:gd name="T4" fmla="*/ 382827787 w 2532"/>
                  <a:gd name="T5" fmla="*/ 175498781 h 723"/>
                  <a:gd name="T6" fmla="*/ 382827787 w 2532"/>
                  <a:gd name="T7" fmla="*/ 175498781 h 723"/>
                  <a:gd name="T8" fmla="*/ 0 w 2532"/>
                  <a:gd name="T9" fmla="*/ 29448186 h 723"/>
                  <a:gd name="T10" fmla="*/ 31829833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3" name="Freeform 1137">
                <a:extLst>
                  <a:ext uri="{FF2B5EF4-FFF2-40B4-BE49-F238E27FC236}">
                    <a16:creationId xmlns:a16="http://schemas.microsoft.com/office/drawing/2014/main" id="{CA6DB5BC-B521-B849-B156-91FAF531CEC8}"/>
                  </a:ext>
                </a:extLst>
              </p:cNvPr>
              <p:cNvSpPr>
                <a:spLocks/>
              </p:cNvSpPr>
              <p:nvPr/>
            </p:nvSpPr>
            <p:spPr bwMode="auto">
              <a:xfrm flipV="1">
                <a:off x="7700668" y="3623055"/>
                <a:ext cx="77645" cy="55066"/>
              </a:xfrm>
              <a:custGeom>
                <a:avLst/>
                <a:gdLst>
                  <a:gd name="T0" fmla="*/ 0 w 2532"/>
                  <a:gd name="T1" fmla="*/ 0 h 723"/>
                  <a:gd name="T2" fmla="*/ 0 w 2532"/>
                  <a:gd name="T3" fmla="*/ 0 h 723"/>
                  <a:gd name="T4" fmla="*/ 0 w 2532"/>
                  <a:gd name="T5" fmla="*/ 302641137 h 723"/>
                  <a:gd name="T6" fmla="*/ 0 w 2532"/>
                  <a:gd name="T7" fmla="*/ 302641137 h 723"/>
                  <a:gd name="T8" fmla="*/ 0 w 2532"/>
                  <a:gd name="T9" fmla="*/ 33575256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281" name="Group 1139">
              <a:extLst>
                <a:ext uri="{FF2B5EF4-FFF2-40B4-BE49-F238E27FC236}">
                  <a16:creationId xmlns:a16="http://schemas.microsoft.com/office/drawing/2014/main" id="{88F41A8A-CF3F-494E-9A2F-B26D7CA16434}"/>
                </a:ext>
              </a:extLst>
            </p:cNvPr>
            <p:cNvGrpSpPr>
              <a:grpSpLocks/>
            </p:cNvGrpSpPr>
            <p:nvPr/>
          </p:nvGrpSpPr>
          <p:grpSpPr bwMode="auto">
            <a:xfrm flipH="1">
              <a:off x="7985622" y="3537823"/>
              <a:ext cx="359261" cy="342045"/>
              <a:chOff x="2839" y="3501"/>
              <a:chExt cx="755" cy="803"/>
            </a:xfrm>
          </p:grpSpPr>
          <p:pic>
            <p:nvPicPr>
              <p:cNvPr id="285" name="Picture 1140" descr="desktop_computer_stylized_medium">
                <a:extLst>
                  <a:ext uri="{FF2B5EF4-FFF2-40B4-BE49-F238E27FC236}">
                    <a16:creationId xmlns:a16="http://schemas.microsoft.com/office/drawing/2014/main" id="{DF6CF23B-627F-354F-9A8F-4AC37674F07C}"/>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 name="Freeform 1141">
                <a:extLst>
                  <a:ext uri="{FF2B5EF4-FFF2-40B4-BE49-F238E27FC236}">
                    <a16:creationId xmlns:a16="http://schemas.microsoft.com/office/drawing/2014/main" id="{5B53917A-96FB-2B49-82B9-6BB3BB16C4AF}"/>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282" name="Group 281">
              <a:extLst>
                <a:ext uri="{FF2B5EF4-FFF2-40B4-BE49-F238E27FC236}">
                  <a16:creationId xmlns:a16="http://schemas.microsoft.com/office/drawing/2014/main" id="{685FF657-B3CE-E945-BB86-D18EC9B7226A}"/>
                </a:ext>
              </a:extLst>
            </p:cNvPr>
            <p:cNvGrpSpPr/>
            <p:nvPr/>
          </p:nvGrpSpPr>
          <p:grpSpPr>
            <a:xfrm>
              <a:off x="7797061" y="3296104"/>
              <a:ext cx="347997" cy="396620"/>
              <a:chOff x="7797061" y="3296104"/>
              <a:chExt cx="347997" cy="396620"/>
            </a:xfrm>
          </p:grpSpPr>
          <p:pic>
            <p:nvPicPr>
              <p:cNvPr id="283" name="Picture 571" descr="fridge2.png">
                <a:extLst>
                  <a:ext uri="{FF2B5EF4-FFF2-40B4-BE49-F238E27FC236}">
                    <a16:creationId xmlns:a16="http://schemas.microsoft.com/office/drawing/2014/main" id="{52D49911-07F8-3343-8A41-1B2AC79DBF22}"/>
                  </a:ext>
                </a:extLst>
              </p:cNvPr>
              <p:cNvPicPr>
                <a:picLocks noChangeAspect="1"/>
              </p:cNvPicPr>
              <p:nvPr/>
            </p:nvPicPr>
            <p:blipFill>
              <a:blip r:embed="rId16" cstate="print">
                <a:extLst>
                  <a:ext uri="{28A0092B-C50C-407E-A947-70E740481C1C}">
                    <a14:useLocalDpi xmlns:a14="http://schemas.microsoft.com/office/drawing/2010/main" val="0"/>
                  </a:ext>
                </a:extLst>
              </a:blip>
              <a:srcRect/>
              <a:stretch>
                <a:fillRect/>
              </a:stretch>
            </p:blipFill>
            <p:spPr bwMode="auto">
              <a:xfrm>
                <a:off x="7896825" y="3355697"/>
                <a:ext cx="189578" cy="3370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4" name="Picture 1115" descr="antenna_stylized">
                <a:extLst>
                  <a:ext uri="{FF2B5EF4-FFF2-40B4-BE49-F238E27FC236}">
                    <a16:creationId xmlns:a16="http://schemas.microsoft.com/office/drawing/2014/main" id="{E5CB4C1D-6CCE-AD42-A805-75067034C0AF}"/>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797061" y="3296104"/>
                <a:ext cx="347997" cy="1675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grpSp>
        <p:nvGrpSpPr>
          <p:cNvPr id="310" name="Group 309">
            <a:extLst>
              <a:ext uri="{FF2B5EF4-FFF2-40B4-BE49-F238E27FC236}">
                <a16:creationId xmlns:a16="http://schemas.microsoft.com/office/drawing/2014/main" id="{09017FE0-34A3-FC43-92EF-C44FBDE65EF6}"/>
              </a:ext>
            </a:extLst>
          </p:cNvPr>
          <p:cNvGrpSpPr/>
          <p:nvPr/>
        </p:nvGrpSpPr>
        <p:grpSpPr>
          <a:xfrm>
            <a:off x="11064947" y="3428485"/>
            <a:ext cx="518448" cy="1212242"/>
            <a:chOff x="11058573" y="3399165"/>
            <a:chExt cx="518448" cy="1212242"/>
          </a:xfrm>
        </p:grpSpPr>
        <p:grpSp>
          <p:nvGrpSpPr>
            <p:cNvPr id="311" name="Group 310">
              <a:extLst>
                <a:ext uri="{FF2B5EF4-FFF2-40B4-BE49-F238E27FC236}">
                  <a16:creationId xmlns:a16="http://schemas.microsoft.com/office/drawing/2014/main" id="{1D2297AB-8C1D-774F-89FF-8EBF734EB162}"/>
                </a:ext>
              </a:extLst>
            </p:cNvPr>
            <p:cNvGrpSpPr/>
            <p:nvPr/>
          </p:nvGrpSpPr>
          <p:grpSpPr>
            <a:xfrm>
              <a:off x="11150622" y="4159591"/>
              <a:ext cx="426399" cy="451816"/>
              <a:chOff x="5182936" y="2693365"/>
              <a:chExt cx="532434" cy="414788"/>
            </a:xfrm>
          </p:grpSpPr>
          <p:cxnSp>
            <p:nvCxnSpPr>
              <p:cNvPr id="318" name="Straight Connector 317">
                <a:extLst>
                  <a:ext uri="{FF2B5EF4-FFF2-40B4-BE49-F238E27FC236}">
                    <a16:creationId xmlns:a16="http://schemas.microsoft.com/office/drawing/2014/main" id="{8983DA81-C479-F849-AB06-EDCD924EF8B3}"/>
                  </a:ext>
                </a:extLst>
              </p:cNvPr>
              <p:cNvCxnSpPr>
                <a:cxnSpLocks/>
              </p:cNvCxnSpPr>
              <p:nvPr/>
            </p:nvCxnSpPr>
            <p:spPr>
              <a:xfrm>
                <a:off x="5182936" y="2914214"/>
                <a:ext cx="153344" cy="0"/>
              </a:xfrm>
              <a:prstGeom prst="line">
                <a:avLst/>
              </a:prstGeom>
              <a:ln w="12700">
                <a:solidFill>
                  <a:srgbClr val="E40000"/>
                </a:solidFill>
              </a:ln>
              <a:effectLst/>
            </p:spPr>
            <p:style>
              <a:lnRef idx="2">
                <a:schemeClr val="accent1"/>
              </a:lnRef>
              <a:fillRef idx="0">
                <a:schemeClr val="accent1"/>
              </a:fillRef>
              <a:effectRef idx="1">
                <a:schemeClr val="accent1"/>
              </a:effectRef>
              <a:fontRef idx="minor">
                <a:schemeClr val="tx1"/>
              </a:fontRef>
            </p:style>
          </p:cxnSp>
          <p:grpSp>
            <p:nvGrpSpPr>
              <p:cNvPr id="319" name="Group 318">
                <a:extLst>
                  <a:ext uri="{FF2B5EF4-FFF2-40B4-BE49-F238E27FC236}">
                    <a16:creationId xmlns:a16="http://schemas.microsoft.com/office/drawing/2014/main" id="{B934C059-B2C0-5D4F-95BD-4B77D403B522}"/>
                  </a:ext>
                </a:extLst>
              </p:cNvPr>
              <p:cNvGrpSpPr/>
              <p:nvPr/>
            </p:nvGrpSpPr>
            <p:grpSpPr>
              <a:xfrm>
                <a:off x="5275406" y="2693365"/>
                <a:ext cx="439964" cy="414788"/>
                <a:chOff x="5275406" y="2711455"/>
                <a:chExt cx="452949" cy="405518"/>
              </a:xfrm>
            </p:grpSpPr>
            <p:pic>
              <p:nvPicPr>
                <p:cNvPr id="320" name="Picture 319" descr="server_rack.png">
                  <a:extLst>
                    <a:ext uri="{FF2B5EF4-FFF2-40B4-BE49-F238E27FC236}">
                      <a16:creationId xmlns:a16="http://schemas.microsoft.com/office/drawing/2014/main" id="{764A46D5-D344-3246-B4CA-E1BF2CFDEEF5}"/>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5537367" y="2770786"/>
                  <a:ext cx="190988" cy="313366"/>
                </a:xfrm>
                <a:prstGeom prst="rect">
                  <a:avLst/>
                </a:prstGeom>
              </p:spPr>
            </p:pic>
            <p:pic>
              <p:nvPicPr>
                <p:cNvPr id="321" name="Picture 320" descr="server_rack.png">
                  <a:extLst>
                    <a:ext uri="{FF2B5EF4-FFF2-40B4-BE49-F238E27FC236}">
                      <a16:creationId xmlns:a16="http://schemas.microsoft.com/office/drawing/2014/main" id="{90C1BE08-C428-E74E-B929-C6D1271BFE16}"/>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5275406" y="2764002"/>
                  <a:ext cx="190988" cy="313366"/>
                </a:xfrm>
                <a:prstGeom prst="rect">
                  <a:avLst/>
                </a:prstGeom>
              </p:spPr>
            </p:pic>
            <p:pic>
              <p:nvPicPr>
                <p:cNvPr id="322" name="Picture 321" descr="server_rack.png">
                  <a:extLst>
                    <a:ext uri="{FF2B5EF4-FFF2-40B4-BE49-F238E27FC236}">
                      <a16:creationId xmlns:a16="http://schemas.microsoft.com/office/drawing/2014/main" id="{35FFED4D-9863-0F4E-8222-435564693420}"/>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5385676" y="2711455"/>
                  <a:ext cx="247152" cy="405518"/>
                </a:xfrm>
                <a:prstGeom prst="rect">
                  <a:avLst/>
                </a:prstGeom>
              </p:spPr>
            </p:pic>
          </p:grpSp>
        </p:grpSp>
        <p:grpSp>
          <p:nvGrpSpPr>
            <p:cNvPr id="312" name="Group 311">
              <a:extLst>
                <a:ext uri="{FF2B5EF4-FFF2-40B4-BE49-F238E27FC236}">
                  <a16:creationId xmlns:a16="http://schemas.microsoft.com/office/drawing/2014/main" id="{57017C35-5A73-C341-95B3-2D62C8998FD7}"/>
                </a:ext>
              </a:extLst>
            </p:cNvPr>
            <p:cNvGrpSpPr/>
            <p:nvPr/>
          </p:nvGrpSpPr>
          <p:grpSpPr>
            <a:xfrm>
              <a:off x="11058573" y="3399165"/>
              <a:ext cx="423724" cy="405973"/>
              <a:chOff x="5103720" y="2693365"/>
              <a:chExt cx="611650" cy="414788"/>
            </a:xfrm>
          </p:grpSpPr>
          <p:cxnSp>
            <p:nvCxnSpPr>
              <p:cNvPr id="313" name="Straight Connector 312">
                <a:extLst>
                  <a:ext uri="{FF2B5EF4-FFF2-40B4-BE49-F238E27FC236}">
                    <a16:creationId xmlns:a16="http://schemas.microsoft.com/office/drawing/2014/main" id="{0B18831A-9F50-FF4A-B278-F70615A9BC25}"/>
                  </a:ext>
                </a:extLst>
              </p:cNvPr>
              <p:cNvCxnSpPr/>
              <p:nvPr/>
            </p:nvCxnSpPr>
            <p:spPr>
              <a:xfrm>
                <a:off x="5103720" y="2914214"/>
                <a:ext cx="232559" cy="0"/>
              </a:xfrm>
              <a:prstGeom prst="line">
                <a:avLst/>
              </a:prstGeom>
              <a:ln w="12700">
                <a:solidFill>
                  <a:srgbClr val="E40000"/>
                </a:solidFill>
              </a:ln>
              <a:effectLst/>
            </p:spPr>
            <p:style>
              <a:lnRef idx="2">
                <a:schemeClr val="accent1"/>
              </a:lnRef>
              <a:fillRef idx="0">
                <a:schemeClr val="accent1"/>
              </a:fillRef>
              <a:effectRef idx="1">
                <a:schemeClr val="accent1"/>
              </a:effectRef>
              <a:fontRef idx="minor">
                <a:schemeClr val="tx1"/>
              </a:fontRef>
            </p:style>
          </p:cxnSp>
          <p:grpSp>
            <p:nvGrpSpPr>
              <p:cNvPr id="314" name="Group 313">
                <a:extLst>
                  <a:ext uri="{FF2B5EF4-FFF2-40B4-BE49-F238E27FC236}">
                    <a16:creationId xmlns:a16="http://schemas.microsoft.com/office/drawing/2014/main" id="{DFC7A0EC-A9C9-974E-928E-28DD6455D09A}"/>
                  </a:ext>
                </a:extLst>
              </p:cNvPr>
              <p:cNvGrpSpPr/>
              <p:nvPr/>
            </p:nvGrpSpPr>
            <p:grpSpPr>
              <a:xfrm>
                <a:off x="5275406" y="2693365"/>
                <a:ext cx="439964" cy="414788"/>
                <a:chOff x="5275406" y="2711455"/>
                <a:chExt cx="452949" cy="405518"/>
              </a:xfrm>
            </p:grpSpPr>
            <p:pic>
              <p:nvPicPr>
                <p:cNvPr id="315" name="Picture 314" descr="server_rack.png">
                  <a:extLst>
                    <a:ext uri="{FF2B5EF4-FFF2-40B4-BE49-F238E27FC236}">
                      <a16:creationId xmlns:a16="http://schemas.microsoft.com/office/drawing/2014/main" id="{E480D9A5-8FB7-3647-AB54-42D9700E6451}"/>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5537367" y="2770786"/>
                  <a:ext cx="190988" cy="313366"/>
                </a:xfrm>
                <a:prstGeom prst="rect">
                  <a:avLst/>
                </a:prstGeom>
              </p:spPr>
            </p:pic>
            <p:pic>
              <p:nvPicPr>
                <p:cNvPr id="316" name="Picture 315" descr="server_rack.png">
                  <a:extLst>
                    <a:ext uri="{FF2B5EF4-FFF2-40B4-BE49-F238E27FC236}">
                      <a16:creationId xmlns:a16="http://schemas.microsoft.com/office/drawing/2014/main" id="{C17EE074-02D0-4143-8ED9-E4D2205689F5}"/>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5275406" y="2764002"/>
                  <a:ext cx="190988" cy="313366"/>
                </a:xfrm>
                <a:prstGeom prst="rect">
                  <a:avLst/>
                </a:prstGeom>
              </p:spPr>
            </p:pic>
            <p:pic>
              <p:nvPicPr>
                <p:cNvPr id="317" name="Picture 316" descr="server_rack.png">
                  <a:extLst>
                    <a:ext uri="{FF2B5EF4-FFF2-40B4-BE49-F238E27FC236}">
                      <a16:creationId xmlns:a16="http://schemas.microsoft.com/office/drawing/2014/main" id="{589F8E4F-69B9-FA46-8D10-90FC7573C77E}"/>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5385676" y="2711455"/>
                  <a:ext cx="247152" cy="405518"/>
                </a:xfrm>
                <a:prstGeom prst="rect">
                  <a:avLst/>
                </a:prstGeom>
              </p:spPr>
            </p:pic>
          </p:grpSp>
        </p:grpSp>
      </p:grpSp>
      <p:grpSp>
        <p:nvGrpSpPr>
          <p:cNvPr id="356" name="Group 590">
            <a:extLst>
              <a:ext uri="{FF2B5EF4-FFF2-40B4-BE49-F238E27FC236}">
                <a16:creationId xmlns:a16="http://schemas.microsoft.com/office/drawing/2014/main" id="{002C44D5-1F60-7447-A1D2-6EE5F802021D}"/>
              </a:ext>
            </a:extLst>
          </p:cNvPr>
          <p:cNvGrpSpPr>
            <a:grpSpLocks/>
          </p:cNvGrpSpPr>
          <p:nvPr/>
        </p:nvGrpSpPr>
        <p:grpSpPr bwMode="auto">
          <a:xfrm flipH="1">
            <a:off x="7980855" y="4900161"/>
            <a:ext cx="345630" cy="320302"/>
            <a:chOff x="2839" y="3501"/>
            <a:chExt cx="755" cy="803"/>
          </a:xfrm>
        </p:grpSpPr>
        <p:pic>
          <p:nvPicPr>
            <p:cNvPr id="357" name="Picture 591" descr="desktop_computer_stylized_medium">
              <a:extLst>
                <a:ext uri="{FF2B5EF4-FFF2-40B4-BE49-F238E27FC236}">
                  <a16:creationId xmlns:a16="http://schemas.microsoft.com/office/drawing/2014/main" id="{7F433925-7699-B34E-88C0-C818C4963B38}"/>
                </a:ext>
              </a:extLst>
            </p:cNvPr>
            <p:cNvPicPr>
              <a:picLocks noChangeAspect="1" noChangeArrowheads="1"/>
            </p:cNvPicPr>
            <p:nvPr/>
          </p:nvPicPr>
          <p:blipFill>
            <a:blip r:embed="rId18" cstate="print">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8" name="Freeform 592">
              <a:extLst>
                <a:ext uri="{FF2B5EF4-FFF2-40B4-BE49-F238E27FC236}">
                  <a16:creationId xmlns:a16="http://schemas.microsoft.com/office/drawing/2014/main" id="{0D0F51BD-6356-DE48-89F6-A645151C0C31}"/>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359" name="Group 1064">
            <a:extLst>
              <a:ext uri="{FF2B5EF4-FFF2-40B4-BE49-F238E27FC236}">
                <a16:creationId xmlns:a16="http://schemas.microsoft.com/office/drawing/2014/main" id="{CF2DB679-9CD3-5148-94F7-225CE8489122}"/>
              </a:ext>
            </a:extLst>
          </p:cNvPr>
          <p:cNvGrpSpPr>
            <a:grpSpLocks/>
          </p:cNvGrpSpPr>
          <p:nvPr/>
        </p:nvGrpSpPr>
        <p:grpSpPr bwMode="auto">
          <a:xfrm>
            <a:off x="9201681" y="5852809"/>
            <a:ext cx="310186" cy="307808"/>
            <a:chOff x="877" y="1008"/>
            <a:chExt cx="2747" cy="2591"/>
          </a:xfrm>
        </p:grpSpPr>
        <p:pic>
          <p:nvPicPr>
            <p:cNvPr id="360" name="Picture 1065" descr="antenna_stylized">
              <a:extLst>
                <a:ext uri="{FF2B5EF4-FFF2-40B4-BE49-F238E27FC236}">
                  <a16:creationId xmlns:a16="http://schemas.microsoft.com/office/drawing/2014/main" id="{9C0613C0-FBB7-284C-AA40-5548C7D21D6A}"/>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877" y="1008"/>
              <a:ext cx="2725" cy="14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1" name="Picture 1066" descr="laptop_keyboard">
              <a:extLst>
                <a:ext uri="{FF2B5EF4-FFF2-40B4-BE49-F238E27FC236}">
                  <a16:creationId xmlns:a16="http://schemas.microsoft.com/office/drawing/2014/main" id="{4AC7E45E-9572-044A-9C56-FC7ECFA5552F}"/>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rot="109064" flipH="1">
              <a:off x="1009" y="2586"/>
              <a:ext cx="2245" cy="1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2" name="Freeform 1067">
              <a:extLst>
                <a:ext uri="{FF2B5EF4-FFF2-40B4-BE49-F238E27FC236}">
                  <a16:creationId xmlns:a16="http://schemas.microsoft.com/office/drawing/2014/main" id="{F03C1D3B-84C4-D14D-85A1-78A65057D89D}"/>
                </a:ext>
              </a:extLst>
            </p:cNvPr>
            <p:cNvSpPr>
              <a:spLocks/>
            </p:cNvSpPr>
            <p:nvPr/>
          </p:nvSpPr>
          <p:spPr bwMode="auto">
            <a:xfrm>
              <a:off x="1753" y="1603"/>
              <a:ext cx="1807" cy="1322"/>
            </a:xfrm>
            <a:custGeom>
              <a:avLst/>
              <a:gdLst>
                <a:gd name="T0" fmla="*/ 1 w 2982"/>
                <a:gd name="T1" fmla="*/ 0 h 2442"/>
                <a:gd name="T2" fmla="*/ 0 w 2982"/>
                <a:gd name="T3" fmla="*/ 1 h 2442"/>
                <a:gd name="T4" fmla="*/ 2 w 2982"/>
                <a:gd name="T5" fmla="*/ 1 h 2442"/>
                <a:gd name="T6" fmla="*/ 2 w 2982"/>
                <a:gd name="T7" fmla="*/ 1 h 2442"/>
                <a:gd name="T8" fmla="*/ 1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363" name="Picture 1068" descr="screen">
              <a:extLst>
                <a:ext uri="{FF2B5EF4-FFF2-40B4-BE49-F238E27FC236}">
                  <a16:creationId xmlns:a16="http://schemas.microsoft.com/office/drawing/2014/main" id="{F1045CBD-A537-1447-9CC0-AA3BBA3EFD19}"/>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1842" y="1637"/>
              <a:ext cx="1642" cy="1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4" name="Freeform 1069">
              <a:extLst>
                <a:ext uri="{FF2B5EF4-FFF2-40B4-BE49-F238E27FC236}">
                  <a16:creationId xmlns:a16="http://schemas.microsoft.com/office/drawing/2014/main" id="{76BB7C6D-EEEF-2649-B828-0A9E5351AEAE}"/>
                </a:ext>
              </a:extLst>
            </p:cNvPr>
            <p:cNvSpPr>
              <a:spLocks/>
            </p:cNvSpPr>
            <p:nvPr/>
          </p:nvSpPr>
          <p:spPr bwMode="auto">
            <a:xfrm>
              <a:off x="2082" y="1564"/>
              <a:ext cx="1531" cy="246"/>
            </a:xfrm>
            <a:custGeom>
              <a:avLst/>
              <a:gdLst>
                <a:gd name="T0" fmla="*/ 1 w 2528"/>
                <a:gd name="T1" fmla="*/ 0 h 455"/>
                <a:gd name="T2" fmla="*/ 2 w 2528"/>
                <a:gd name="T3" fmla="*/ 1 h 455"/>
                <a:gd name="T4" fmla="*/ 2 w 2528"/>
                <a:gd name="T5" fmla="*/ 1 h 455"/>
                <a:gd name="T6" fmla="*/ 0 w 2528"/>
                <a:gd name="T7" fmla="*/ 1 h 455"/>
                <a:gd name="T8" fmla="*/ 1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65" name="Freeform 1070">
              <a:extLst>
                <a:ext uri="{FF2B5EF4-FFF2-40B4-BE49-F238E27FC236}">
                  <a16:creationId xmlns:a16="http://schemas.microsoft.com/office/drawing/2014/main" id="{3EACCABC-F6A7-9342-BDAE-E9A2DF204C0A}"/>
                </a:ext>
              </a:extLst>
            </p:cNvPr>
            <p:cNvSpPr>
              <a:spLocks/>
            </p:cNvSpPr>
            <p:nvPr/>
          </p:nvSpPr>
          <p:spPr bwMode="auto">
            <a:xfrm>
              <a:off x="1737" y="1562"/>
              <a:ext cx="425" cy="1024"/>
            </a:xfrm>
            <a:custGeom>
              <a:avLst/>
              <a:gdLst>
                <a:gd name="T0" fmla="*/ 1 w 702"/>
                <a:gd name="T1" fmla="*/ 0 h 1893"/>
                <a:gd name="T2" fmla="*/ 0 w 702"/>
                <a:gd name="T3" fmla="*/ 1 h 1893"/>
                <a:gd name="T4" fmla="*/ 1 w 702"/>
                <a:gd name="T5" fmla="*/ 1 h 1893"/>
                <a:gd name="T6" fmla="*/ 1 w 702"/>
                <a:gd name="T7" fmla="*/ 1 h 1893"/>
                <a:gd name="T8" fmla="*/ 1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66" name="Freeform 1071">
              <a:extLst>
                <a:ext uri="{FF2B5EF4-FFF2-40B4-BE49-F238E27FC236}">
                  <a16:creationId xmlns:a16="http://schemas.microsoft.com/office/drawing/2014/main" id="{D720BF6A-08AA-AD41-9F98-FEEAF38FA2C7}"/>
                </a:ext>
              </a:extLst>
            </p:cNvPr>
            <p:cNvSpPr>
              <a:spLocks/>
            </p:cNvSpPr>
            <p:nvPr/>
          </p:nvSpPr>
          <p:spPr bwMode="auto">
            <a:xfrm>
              <a:off x="3144" y="1745"/>
              <a:ext cx="458" cy="1182"/>
            </a:xfrm>
            <a:custGeom>
              <a:avLst/>
              <a:gdLst>
                <a:gd name="T0" fmla="*/ 1 w 756"/>
                <a:gd name="T1" fmla="*/ 0 h 2184"/>
                <a:gd name="T2" fmla="*/ 1 w 756"/>
                <a:gd name="T3" fmla="*/ 1 h 2184"/>
                <a:gd name="T4" fmla="*/ 0 w 756"/>
                <a:gd name="T5" fmla="*/ 1 h 2184"/>
                <a:gd name="T6" fmla="*/ 1 w 756"/>
                <a:gd name="T7" fmla="*/ 1 h 2184"/>
                <a:gd name="T8" fmla="*/ 1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67" name="Freeform 1072">
              <a:extLst>
                <a:ext uri="{FF2B5EF4-FFF2-40B4-BE49-F238E27FC236}">
                  <a16:creationId xmlns:a16="http://schemas.microsoft.com/office/drawing/2014/main" id="{EBF545D7-85F7-654E-89B4-82A30829C94E}"/>
                </a:ext>
              </a:extLst>
            </p:cNvPr>
            <p:cNvSpPr>
              <a:spLocks/>
            </p:cNvSpPr>
            <p:nvPr/>
          </p:nvSpPr>
          <p:spPr bwMode="auto">
            <a:xfrm>
              <a:off x="1732" y="2534"/>
              <a:ext cx="1680" cy="399"/>
            </a:xfrm>
            <a:custGeom>
              <a:avLst/>
              <a:gdLst>
                <a:gd name="T0" fmla="*/ 1 w 2773"/>
                <a:gd name="T1" fmla="*/ 0 h 738"/>
                <a:gd name="T2" fmla="*/ 0 w 2773"/>
                <a:gd name="T3" fmla="*/ 1 h 738"/>
                <a:gd name="T4" fmla="*/ 2 w 2773"/>
                <a:gd name="T5" fmla="*/ 1 h 738"/>
                <a:gd name="T6" fmla="*/ 2 w 2773"/>
                <a:gd name="T7" fmla="*/ 1 h 738"/>
                <a:gd name="T8" fmla="*/ 1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68" name="Freeform 1073">
              <a:extLst>
                <a:ext uri="{FF2B5EF4-FFF2-40B4-BE49-F238E27FC236}">
                  <a16:creationId xmlns:a16="http://schemas.microsoft.com/office/drawing/2014/main" id="{6EF35D5A-3DBA-4D49-BA09-E93CEA361840}"/>
                </a:ext>
              </a:extLst>
            </p:cNvPr>
            <p:cNvSpPr>
              <a:spLocks/>
            </p:cNvSpPr>
            <p:nvPr/>
          </p:nvSpPr>
          <p:spPr bwMode="auto">
            <a:xfrm>
              <a:off x="3195" y="1755"/>
              <a:ext cx="429" cy="1187"/>
            </a:xfrm>
            <a:custGeom>
              <a:avLst/>
              <a:gdLst>
                <a:gd name="T0" fmla="*/ 2 w 637"/>
                <a:gd name="T1" fmla="*/ 0 h 1659"/>
                <a:gd name="T2" fmla="*/ 2 w 637"/>
                <a:gd name="T3" fmla="*/ 0 h 1659"/>
                <a:gd name="T4" fmla="*/ 1 w 637"/>
                <a:gd name="T5" fmla="*/ 15 h 1659"/>
                <a:gd name="T6" fmla="*/ 0 w 637"/>
                <a:gd name="T7" fmla="*/ 15 h 1659"/>
                <a:gd name="T8" fmla="*/ 2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69" name="Freeform 1074">
              <a:extLst>
                <a:ext uri="{FF2B5EF4-FFF2-40B4-BE49-F238E27FC236}">
                  <a16:creationId xmlns:a16="http://schemas.microsoft.com/office/drawing/2014/main" id="{B6F9A7A1-3455-6E4B-9C84-C9854E64B326}"/>
                </a:ext>
              </a:extLst>
            </p:cNvPr>
            <p:cNvSpPr>
              <a:spLocks/>
            </p:cNvSpPr>
            <p:nvPr/>
          </p:nvSpPr>
          <p:spPr bwMode="auto">
            <a:xfrm>
              <a:off x="1734" y="2587"/>
              <a:ext cx="1494" cy="394"/>
            </a:xfrm>
            <a:custGeom>
              <a:avLst/>
              <a:gdLst>
                <a:gd name="T0" fmla="*/ 0 w 2216"/>
                <a:gd name="T1" fmla="*/ 0 h 550"/>
                <a:gd name="T2" fmla="*/ 1 w 2216"/>
                <a:gd name="T3" fmla="*/ 1 h 550"/>
                <a:gd name="T4" fmla="*/ 9 w 2216"/>
                <a:gd name="T5" fmla="*/ 5 h 550"/>
                <a:gd name="T6" fmla="*/ 9 w 2216"/>
                <a:gd name="T7" fmla="*/ 4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370" name="Group 1075">
              <a:extLst>
                <a:ext uri="{FF2B5EF4-FFF2-40B4-BE49-F238E27FC236}">
                  <a16:creationId xmlns:a16="http://schemas.microsoft.com/office/drawing/2014/main" id="{EE846B91-FBCE-4D4F-98BC-92FA6506F511}"/>
                </a:ext>
              </a:extLst>
            </p:cNvPr>
            <p:cNvGrpSpPr>
              <a:grpSpLocks/>
            </p:cNvGrpSpPr>
            <p:nvPr/>
          </p:nvGrpSpPr>
          <p:grpSpPr bwMode="auto">
            <a:xfrm>
              <a:off x="1709" y="3008"/>
              <a:ext cx="507" cy="234"/>
              <a:chOff x="1740" y="2642"/>
              <a:chExt cx="752" cy="327"/>
            </a:xfrm>
          </p:grpSpPr>
          <p:sp>
            <p:nvSpPr>
              <p:cNvPr id="377" name="Freeform 1076">
                <a:extLst>
                  <a:ext uri="{FF2B5EF4-FFF2-40B4-BE49-F238E27FC236}">
                    <a16:creationId xmlns:a16="http://schemas.microsoft.com/office/drawing/2014/main" id="{446AF9FA-9A2B-6646-8305-E78C2A20B6D2}"/>
                  </a:ext>
                </a:extLst>
              </p:cNvPr>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78" name="Freeform 1077">
                <a:extLst>
                  <a:ext uri="{FF2B5EF4-FFF2-40B4-BE49-F238E27FC236}">
                    <a16:creationId xmlns:a16="http://schemas.microsoft.com/office/drawing/2014/main" id="{032C23DF-A006-EC41-8986-D3A29EAAEE3A}"/>
                  </a:ext>
                </a:extLst>
              </p:cNvPr>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79" name="Freeform 1078">
                <a:extLst>
                  <a:ext uri="{FF2B5EF4-FFF2-40B4-BE49-F238E27FC236}">
                    <a16:creationId xmlns:a16="http://schemas.microsoft.com/office/drawing/2014/main" id="{12058F0B-8516-DB42-97C6-166A9AB8DD4A}"/>
                  </a:ext>
                </a:extLst>
              </p:cNvPr>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80" name="Freeform 1079">
                <a:extLst>
                  <a:ext uri="{FF2B5EF4-FFF2-40B4-BE49-F238E27FC236}">
                    <a16:creationId xmlns:a16="http://schemas.microsoft.com/office/drawing/2014/main" id="{E56484E4-7DE8-5D40-A604-ADBF9CAC6CD8}"/>
                  </a:ext>
                </a:extLst>
              </p:cNvPr>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81" name="Freeform 1080">
                <a:extLst>
                  <a:ext uri="{FF2B5EF4-FFF2-40B4-BE49-F238E27FC236}">
                    <a16:creationId xmlns:a16="http://schemas.microsoft.com/office/drawing/2014/main" id="{F26D0989-3D25-C44A-99EB-C0C43C9CAD1A}"/>
                  </a:ext>
                </a:extLst>
              </p:cNvPr>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82" name="Freeform 1081">
                <a:extLst>
                  <a:ext uri="{FF2B5EF4-FFF2-40B4-BE49-F238E27FC236}">
                    <a16:creationId xmlns:a16="http://schemas.microsoft.com/office/drawing/2014/main" id="{F72E0F31-1D88-144B-BBDB-07D0278D1933}"/>
                  </a:ext>
                </a:extLst>
              </p:cNvPr>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371" name="Freeform 1082">
              <a:extLst>
                <a:ext uri="{FF2B5EF4-FFF2-40B4-BE49-F238E27FC236}">
                  <a16:creationId xmlns:a16="http://schemas.microsoft.com/office/drawing/2014/main" id="{ACBC1450-C521-8449-9515-C8DD92D56656}"/>
                </a:ext>
              </a:extLst>
            </p:cNvPr>
            <p:cNvSpPr>
              <a:spLocks/>
            </p:cNvSpPr>
            <p:nvPr/>
          </p:nvSpPr>
          <p:spPr bwMode="auto">
            <a:xfrm>
              <a:off x="2577" y="3043"/>
              <a:ext cx="614" cy="514"/>
            </a:xfrm>
            <a:custGeom>
              <a:avLst/>
              <a:gdLst>
                <a:gd name="T0" fmla="*/ 1 w 990"/>
                <a:gd name="T1" fmla="*/ 2 h 792"/>
                <a:gd name="T2" fmla="*/ 1 w 990"/>
                <a:gd name="T3" fmla="*/ 0 h 792"/>
                <a:gd name="T4" fmla="*/ 1 w 990"/>
                <a:gd name="T5" fmla="*/ 1 h 792"/>
                <a:gd name="T6" fmla="*/ 0 w 990"/>
                <a:gd name="T7" fmla="*/ 2 h 792"/>
                <a:gd name="T8" fmla="*/ 1 w 990"/>
                <a:gd name="T9" fmla="*/ 2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72" name="Freeform 1083">
              <a:extLst>
                <a:ext uri="{FF2B5EF4-FFF2-40B4-BE49-F238E27FC236}">
                  <a16:creationId xmlns:a16="http://schemas.microsoft.com/office/drawing/2014/main" id="{FF494D13-5944-0E4F-BD7D-0B76A1DAD742}"/>
                </a:ext>
              </a:extLst>
            </p:cNvPr>
            <p:cNvSpPr>
              <a:spLocks/>
            </p:cNvSpPr>
            <p:nvPr/>
          </p:nvSpPr>
          <p:spPr bwMode="auto">
            <a:xfrm>
              <a:off x="1010" y="3084"/>
              <a:ext cx="1571" cy="469"/>
            </a:xfrm>
            <a:custGeom>
              <a:avLst/>
              <a:gdLst>
                <a:gd name="T0" fmla="*/ 1 w 2532"/>
                <a:gd name="T1" fmla="*/ 0 h 723"/>
                <a:gd name="T2" fmla="*/ 1 w 2532"/>
                <a:gd name="T3" fmla="*/ 0 h 723"/>
                <a:gd name="T4" fmla="*/ 4 w 2532"/>
                <a:gd name="T5" fmla="*/ 2 h 723"/>
                <a:gd name="T6" fmla="*/ 4 w 2532"/>
                <a:gd name="T7" fmla="*/ 2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73" name="Freeform 1084">
              <a:extLst>
                <a:ext uri="{FF2B5EF4-FFF2-40B4-BE49-F238E27FC236}">
                  <a16:creationId xmlns:a16="http://schemas.microsoft.com/office/drawing/2014/main" id="{9558A80C-37DE-F248-8BD6-AB3D92B29761}"/>
                </a:ext>
              </a:extLst>
            </p:cNvPr>
            <p:cNvSpPr>
              <a:spLocks/>
            </p:cNvSpPr>
            <p:nvPr/>
          </p:nvSpPr>
          <p:spPr bwMode="auto">
            <a:xfrm>
              <a:off x="1011" y="2998"/>
              <a:ext cx="17" cy="95"/>
            </a:xfrm>
            <a:custGeom>
              <a:avLst/>
              <a:gdLst>
                <a:gd name="T0" fmla="*/ 1 w 26"/>
                <a:gd name="T1" fmla="*/ 1 h 147"/>
                <a:gd name="T2" fmla="*/ 1 w 26"/>
                <a:gd name="T3" fmla="*/ 1 h 147"/>
                <a:gd name="T4" fmla="*/ 0 w 26"/>
                <a:gd name="T5" fmla="*/ 1 h 147"/>
                <a:gd name="T6" fmla="*/ 1 w 26"/>
                <a:gd name="T7" fmla="*/ 0 h 147"/>
                <a:gd name="T8" fmla="*/ 1 w 26"/>
                <a:gd name="T9" fmla="*/ 1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74" name="Freeform 1085">
              <a:extLst>
                <a:ext uri="{FF2B5EF4-FFF2-40B4-BE49-F238E27FC236}">
                  <a16:creationId xmlns:a16="http://schemas.microsoft.com/office/drawing/2014/main" id="{B4C7A048-5EFA-F841-8C13-E26E13A6AE63}"/>
                </a:ext>
              </a:extLst>
            </p:cNvPr>
            <p:cNvSpPr>
              <a:spLocks/>
            </p:cNvSpPr>
            <p:nvPr/>
          </p:nvSpPr>
          <p:spPr bwMode="auto">
            <a:xfrm>
              <a:off x="1012" y="2611"/>
              <a:ext cx="730" cy="393"/>
            </a:xfrm>
            <a:custGeom>
              <a:avLst/>
              <a:gdLst>
                <a:gd name="T0" fmla="*/ 1 w 1176"/>
                <a:gd name="T1" fmla="*/ 0 h 606"/>
                <a:gd name="T2" fmla="*/ 0 w 1176"/>
                <a:gd name="T3" fmla="*/ 1 h 606"/>
                <a:gd name="T4" fmla="*/ 1 w 1176"/>
                <a:gd name="T5" fmla="*/ 1 h 606"/>
                <a:gd name="T6" fmla="*/ 1 w 1176"/>
                <a:gd name="T7" fmla="*/ 1 h 606"/>
                <a:gd name="T8" fmla="*/ 1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75" name="Freeform 1086">
              <a:extLst>
                <a:ext uri="{FF2B5EF4-FFF2-40B4-BE49-F238E27FC236}">
                  <a16:creationId xmlns:a16="http://schemas.microsoft.com/office/drawing/2014/main" id="{AEB574AA-8683-A443-B9F7-0D254045C3FE}"/>
                </a:ext>
              </a:extLst>
            </p:cNvPr>
            <p:cNvSpPr>
              <a:spLocks/>
            </p:cNvSpPr>
            <p:nvPr/>
          </p:nvSpPr>
          <p:spPr bwMode="auto">
            <a:xfrm>
              <a:off x="1061" y="3018"/>
              <a:ext cx="1490" cy="451"/>
            </a:xfrm>
            <a:custGeom>
              <a:avLst/>
              <a:gdLst>
                <a:gd name="T0" fmla="*/ 1 w 2532"/>
                <a:gd name="T1" fmla="*/ 0 h 723"/>
                <a:gd name="T2" fmla="*/ 1 w 2532"/>
                <a:gd name="T3" fmla="*/ 0 h 723"/>
                <a:gd name="T4" fmla="*/ 1 w 2532"/>
                <a:gd name="T5" fmla="*/ 1 h 723"/>
                <a:gd name="T6" fmla="*/ 1 w 2532"/>
                <a:gd name="T7" fmla="*/ 1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76" name="Freeform 1087">
              <a:extLst>
                <a:ext uri="{FF2B5EF4-FFF2-40B4-BE49-F238E27FC236}">
                  <a16:creationId xmlns:a16="http://schemas.microsoft.com/office/drawing/2014/main" id="{F9C1D164-EACB-FA4C-A7B6-9E26AB4B776C}"/>
                </a:ext>
              </a:extLst>
            </p:cNvPr>
            <p:cNvSpPr>
              <a:spLocks/>
            </p:cNvSpPr>
            <p:nvPr/>
          </p:nvSpPr>
          <p:spPr bwMode="auto">
            <a:xfrm flipV="1">
              <a:off x="2549" y="2986"/>
              <a:ext cx="608" cy="467"/>
            </a:xfrm>
            <a:custGeom>
              <a:avLst/>
              <a:gdLst>
                <a:gd name="T0" fmla="*/ 0 w 2532"/>
                <a:gd name="T1" fmla="*/ 0 h 723"/>
                <a:gd name="T2" fmla="*/ 0 w 2532"/>
                <a:gd name="T3" fmla="*/ 0 h 723"/>
                <a:gd name="T4" fmla="*/ 0 w 2532"/>
                <a:gd name="T5" fmla="*/ 2 h 723"/>
                <a:gd name="T6" fmla="*/ 0 w 2532"/>
                <a:gd name="T7" fmla="*/ 2 h 723"/>
                <a:gd name="T8" fmla="*/ 0 w 2532"/>
                <a:gd name="T9" fmla="*/ 1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383" name="Group 590">
            <a:extLst>
              <a:ext uri="{FF2B5EF4-FFF2-40B4-BE49-F238E27FC236}">
                <a16:creationId xmlns:a16="http://schemas.microsoft.com/office/drawing/2014/main" id="{0E70B6A3-FE5E-A44E-9290-B5AD07E8CD4C}"/>
              </a:ext>
            </a:extLst>
          </p:cNvPr>
          <p:cNvGrpSpPr>
            <a:grpSpLocks/>
          </p:cNvGrpSpPr>
          <p:nvPr/>
        </p:nvGrpSpPr>
        <p:grpSpPr bwMode="auto">
          <a:xfrm flipH="1">
            <a:off x="8153909" y="5504657"/>
            <a:ext cx="345630" cy="320302"/>
            <a:chOff x="2839" y="3501"/>
            <a:chExt cx="755" cy="803"/>
          </a:xfrm>
        </p:grpSpPr>
        <p:pic>
          <p:nvPicPr>
            <p:cNvPr id="384" name="Picture 591" descr="desktop_computer_stylized_medium">
              <a:extLst>
                <a:ext uri="{FF2B5EF4-FFF2-40B4-BE49-F238E27FC236}">
                  <a16:creationId xmlns:a16="http://schemas.microsoft.com/office/drawing/2014/main" id="{F2BC7D5E-BF7D-1249-AFC8-B8B0E8165A3E}"/>
                </a:ext>
              </a:extLst>
            </p:cNvPr>
            <p:cNvPicPr>
              <a:picLocks noChangeAspect="1" noChangeArrowheads="1"/>
            </p:cNvPicPr>
            <p:nvPr/>
          </p:nvPicPr>
          <p:blipFill>
            <a:blip r:embed="rId18" cstate="print">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5" name="Freeform 592">
              <a:extLst>
                <a:ext uri="{FF2B5EF4-FFF2-40B4-BE49-F238E27FC236}">
                  <a16:creationId xmlns:a16="http://schemas.microsoft.com/office/drawing/2014/main" id="{5BDC8880-AD2D-4C4E-B14E-AAED9CDF1B48}"/>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386" name="Group 590">
            <a:extLst>
              <a:ext uri="{FF2B5EF4-FFF2-40B4-BE49-F238E27FC236}">
                <a16:creationId xmlns:a16="http://schemas.microsoft.com/office/drawing/2014/main" id="{F4D03415-B38F-5B44-9B13-ABF6FE4BB199}"/>
              </a:ext>
            </a:extLst>
          </p:cNvPr>
          <p:cNvGrpSpPr>
            <a:grpSpLocks/>
          </p:cNvGrpSpPr>
          <p:nvPr/>
        </p:nvGrpSpPr>
        <p:grpSpPr bwMode="auto">
          <a:xfrm flipH="1">
            <a:off x="8552134" y="5526130"/>
            <a:ext cx="345630" cy="320302"/>
            <a:chOff x="2839" y="3501"/>
            <a:chExt cx="755" cy="803"/>
          </a:xfrm>
        </p:grpSpPr>
        <p:pic>
          <p:nvPicPr>
            <p:cNvPr id="387" name="Picture 591" descr="desktop_computer_stylized_medium">
              <a:extLst>
                <a:ext uri="{FF2B5EF4-FFF2-40B4-BE49-F238E27FC236}">
                  <a16:creationId xmlns:a16="http://schemas.microsoft.com/office/drawing/2014/main" id="{32EA6117-AAC5-C94D-B49B-C43DF16E6002}"/>
                </a:ext>
              </a:extLst>
            </p:cNvPr>
            <p:cNvPicPr>
              <a:picLocks noChangeAspect="1" noChangeArrowheads="1"/>
            </p:cNvPicPr>
            <p:nvPr/>
          </p:nvPicPr>
          <p:blipFill>
            <a:blip r:embed="rId18" cstate="print">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8" name="Freeform 592">
              <a:extLst>
                <a:ext uri="{FF2B5EF4-FFF2-40B4-BE49-F238E27FC236}">
                  <a16:creationId xmlns:a16="http://schemas.microsoft.com/office/drawing/2014/main" id="{3508017E-8AA9-D647-891A-276887DA9B44}"/>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389" name="Group 1064">
            <a:extLst>
              <a:ext uri="{FF2B5EF4-FFF2-40B4-BE49-F238E27FC236}">
                <a16:creationId xmlns:a16="http://schemas.microsoft.com/office/drawing/2014/main" id="{8D491387-EBC3-2D40-9285-1F06C1D72E08}"/>
              </a:ext>
            </a:extLst>
          </p:cNvPr>
          <p:cNvGrpSpPr>
            <a:grpSpLocks/>
          </p:cNvGrpSpPr>
          <p:nvPr/>
        </p:nvGrpSpPr>
        <p:grpSpPr bwMode="auto">
          <a:xfrm>
            <a:off x="9534746" y="5795138"/>
            <a:ext cx="319264" cy="253379"/>
            <a:chOff x="877" y="1008"/>
            <a:chExt cx="2747" cy="2591"/>
          </a:xfrm>
        </p:grpSpPr>
        <p:pic>
          <p:nvPicPr>
            <p:cNvPr id="390" name="Picture 1065" descr="antenna_stylized">
              <a:extLst>
                <a:ext uri="{FF2B5EF4-FFF2-40B4-BE49-F238E27FC236}">
                  <a16:creationId xmlns:a16="http://schemas.microsoft.com/office/drawing/2014/main" id="{E1605A46-E7E7-DA4D-A7B1-3F2BF5D0E037}"/>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877" y="1008"/>
              <a:ext cx="2725" cy="14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1" name="Picture 1066" descr="laptop_keyboard">
              <a:extLst>
                <a:ext uri="{FF2B5EF4-FFF2-40B4-BE49-F238E27FC236}">
                  <a16:creationId xmlns:a16="http://schemas.microsoft.com/office/drawing/2014/main" id="{E538A48B-7DCF-524B-8A59-631429692CBD}"/>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rot="109064" flipH="1">
              <a:off x="1009" y="2586"/>
              <a:ext cx="2245" cy="1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2" name="Freeform 1067">
              <a:extLst>
                <a:ext uri="{FF2B5EF4-FFF2-40B4-BE49-F238E27FC236}">
                  <a16:creationId xmlns:a16="http://schemas.microsoft.com/office/drawing/2014/main" id="{0DF72841-010E-EF4C-BF8A-912117577CBB}"/>
                </a:ext>
              </a:extLst>
            </p:cNvPr>
            <p:cNvSpPr>
              <a:spLocks/>
            </p:cNvSpPr>
            <p:nvPr/>
          </p:nvSpPr>
          <p:spPr bwMode="auto">
            <a:xfrm>
              <a:off x="1753" y="1603"/>
              <a:ext cx="1807" cy="1322"/>
            </a:xfrm>
            <a:custGeom>
              <a:avLst/>
              <a:gdLst>
                <a:gd name="T0" fmla="*/ 1 w 2982"/>
                <a:gd name="T1" fmla="*/ 0 h 2442"/>
                <a:gd name="T2" fmla="*/ 0 w 2982"/>
                <a:gd name="T3" fmla="*/ 1 h 2442"/>
                <a:gd name="T4" fmla="*/ 2 w 2982"/>
                <a:gd name="T5" fmla="*/ 1 h 2442"/>
                <a:gd name="T6" fmla="*/ 2 w 2982"/>
                <a:gd name="T7" fmla="*/ 1 h 2442"/>
                <a:gd name="T8" fmla="*/ 1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393" name="Picture 1068" descr="screen">
              <a:extLst>
                <a:ext uri="{FF2B5EF4-FFF2-40B4-BE49-F238E27FC236}">
                  <a16:creationId xmlns:a16="http://schemas.microsoft.com/office/drawing/2014/main" id="{05FB75E6-02C0-C749-B8C1-6EE94751EFE8}"/>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1842" y="1637"/>
              <a:ext cx="1642" cy="1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4" name="Freeform 1069">
              <a:extLst>
                <a:ext uri="{FF2B5EF4-FFF2-40B4-BE49-F238E27FC236}">
                  <a16:creationId xmlns:a16="http://schemas.microsoft.com/office/drawing/2014/main" id="{2C42E210-EA7A-7243-97B1-C77EE2476096}"/>
                </a:ext>
              </a:extLst>
            </p:cNvPr>
            <p:cNvSpPr>
              <a:spLocks/>
            </p:cNvSpPr>
            <p:nvPr/>
          </p:nvSpPr>
          <p:spPr bwMode="auto">
            <a:xfrm>
              <a:off x="2082" y="1564"/>
              <a:ext cx="1531" cy="246"/>
            </a:xfrm>
            <a:custGeom>
              <a:avLst/>
              <a:gdLst>
                <a:gd name="T0" fmla="*/ 1 w 2528"/>
                <a:gd name="T1" fmla="*/ 0 h 455"/>
                <a:gd name="T2" fmla="*/ 2 w 2528"/>
                <a:gd name="T3" fmla="*/ 1 h 455"/>
                <a:gd name="T4" fmla="*/ 2 w 2528"/>
                <a:gd name="T5" fmla="*/ 1 h 455"/>
                <a:gd name="T6" fmla="*/ 0 w 2528"/>
                <a:gd name="T7" fmla="*/ 1 h 455"/>
                <a:gd name="T8" fmla="*/ 1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95" name="Freeform 1070">
              <a:extLst>
                <a:ext uri="{FF2B5EF4-FFF2-40B4-BE49-F238E27FC236}">
                  <a16:creationId xmlns:a16="http://schemas.microsoft.com/office/drawing/2014/main" id="{020C16FB-B47C-5A40-8613-E3DA0F01335A}"/>
                </a:ext>
              </a:extLst>
            </p:cNvPr>
            <p:cNvSpPr>
              <a:spLocks/>
            </p:cNvSpPr>
            <p:nvPr/>
          </p:nvSpPr>
          <p:spPr bwMode="auto">
            <a:xfrm>
              <a:off x="1737" y="1562"/>
              <a:ext cx="425" cy="1024"/>
            </a:xfrm>
            <a:custGeom>
              <a:avLst/>
              <a:gdLst>
                <a:gd name="T0" fmla="*/ 1 w 702"/>
                <a:gd name="T1" fmla="*/ 0 h 1893"/>
                <a:gd name="T2" fmla="*/ 0 w 702"/>
                <a:gd name="T3" fmla="*/ 1 h 1893"/>
                <a:gd name="T4" fmla="*/ 1 w 702"/>
                <a:gd name="T5" fmla="*/ 1 h 1893"/>
                <a:gd name="T6" fmla="*/ 1 w 702"/>
                <a:gd name="T7" fmla="*/ 1 h 1893"/>
                <a:gd name="T8" fmla="*/ 1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96" name="Freeform 1071">
              <a:extLst>
                <a:ext uri="{FF2B5EF4-FFF2-40B4-BE49-F238E27FC236}">
                  <a16:creationId xmlns:a16="http://schemas.microsoft.com/office/drawing/2014/main" id="{B6AF1532-CB13-784D-8AF3-B5F865952BA8}"/>
                </a:ext>
              </a:extLst>
            </p:cNvPr>
            <p:cNvSpPr>
              <a:spLocks/>
            </p:cNvSpPr>
            <p:nvPr/>
          </p:nvSpPr>
          <p:spPr bwMode="auto">
            <a:xfrm>
              <a:off x="3144" y="1745"/>
              <a:ext cx="458" cy="1182"/>
            </a:xfrm>
            <a:custGeom>
              <a:avLst/>
              <a:gdLst>
                <a:gd name="T0" fmla="*/ 1 w 756"/>
                <a:gd name="T1" fmla="*/ 0 h 2184"/>
                <a:gd name="T2" fmla="*/ 1 w 756"/>
                <a:gd name="T3" fmla="*/ 1 h 2184"/>
                <a:gd name="T4" fmla="*/ 0 w 756"/>
                <a:gd name="T5" fmla="*/ 1 h 2184"/>
                <a:gd name="T6" fmla="*/ 1 w 756"/>
                <a:gd name="T7" fmla="*/ 1 h 2184"/>
                <a:gd name="T8" fmla="*/ 1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97" name="Freeform 1072">
              <a:extLst>
                <a:ext uri="{FF2B5EF4-FFF2-40B4-BE49-F238E27FC236}">
                  <a16:creationId xmlns:a16="http://schemas.microsoft.com/office/drawing/2014/main" id="{A71AE470-9F14-D044-93DB-3DCB5DBEBD96}"/>
                </a:ext>
              </a:extLst>
            </p:cNvPr>
            <p:cNvSpPr>
              <a:spLocks/>
            </p:cNvSpPr>
            <p:nvPr/>
          </p:nvSpPr>
          <p:spPr bwMode="auto">
            <a:xfrm>
              <a:off x="1732" y="2534"/>
              <a:ext cx="1680" cy="399"/>
            </a:xfrm>
            <a:custGeom>
              <a:avLst/>
              <a:gdLst>
                <a:gd name="T0" fmla="*/ 1 w 2773"/>
                <a:gd name="T1" fmla="*/ 0 h 738"/>
                <a:gd name="T2" fmla="*/ 0 w 2773"/>
                <a:gd name="T3" fmla="*/ 1 h 738"/>
                <a:gd name="T4" fmla="*/ 2 w 2773"/>
                <a:gd name="T5" fmla="*/ 1 h 738"/>
                <a:gd name="T6" fmla="*/ 2 w 2773"/>
                <a:gd name="T7" fmla="*/ 1 h 738"/>
                <a:gd name="T8" fmla="*/ 1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98" name="Freeform 1073">
              <a:extLst>
                <a:ext uri="{FF2B5EF4-FFF2-40B4-BE49-F238E27FC236}">
                  <a16:creationId xmlns:a16="http://schemas.microsoft.com/office/drawing/2014/main" id="{7753045D-9842-CC41-9B0D-EB58149EA7D3}"/>
                </a:ext>
              </a:extLst>
            </p:cNvPr>
            <p:cNvSpPr>
              <a:spLocks/>
            </p:cNvSpPr>
            <p:nvPr/>
          </p:nvSpPr>
          <p:spPr bwMode="auto">
            <a:xfrm>
              <a:off x="3195" y="1755"/>
              <a:ext cx="429" cy="1187"/>
            </a:xfrm>
            <a:custGeom>
              <a:avLst/>
              <a:gdLst>
                <a:gd name="T0" fmla="*/ 2 w 637"/>
                <a:gd name="T1" fmla="*/ 0 h 1659"/>
                <a:gd name="T2" fmla="*/ 2 w 637"/>
                <a:gd name="T3" fmla="*/ 0 h 1659"/>
                <a:gd name="T4" fmla="*/ 1 w 637"/>
                <a:gd name="T5" fmla="*/ 15 h 1659"/>
                <a:gd name="T6" fmla="*/ 0 w 637"/>
                <a:gd name="T7" fmla="*/ 15 h 1659"/>
                <a:gd name="T8" fmla="*/ 2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99" name="Freeform 1074">
              <a:extLst>
                <a:ext uri="{FF2B5EF4-FFF2-40B4-BE49-F238E27FC236}">
                  <a16:creationId xmlns:a16="http://schemas.microsoft.com/office/drawing/2014/main" id="{FB62560B-8A1D-1D4A-9C7F-3D1ED4E8CEDD}"/>
                </a:ext>
              </a:extLst>
            </p:cNvPr>
            <p:cNvSpPr>
              <a:spLocks/>
            </p:cNvSpPr>
            <p:nvPr/>
          </p:nvSpPr>
          <p:spPr bwMode="auto">
            <a:xfrm>
              <a:off x="1734" y="2587"/>
              <a:ext cx="1494" cy="394"/>
            </a:xfrm>
            <a:custGeom>
              <a:avLst/>
              <a:gdLst>
                <a:gd name="T0" fmla="*/ 0 w 2216"/>
                <a:gd name="T1" fmla="*/ 0 h 550"/>
                <a:gd name="T2" fmla="*/ 1 w 2216"/>
                <a:gd name="T3" fmla="*/ 1 h 550"/>
                <a:gd name="T4" fmla="*/ 9 w 2216"/>
                <a:gd name="T5" fmla="*/ 5 h 550"/>
                <a:gd name="T6" fmla="*/ 9 w 2216"/>
                <a:gd name="T7" fmla="*/ 4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400" name="Group 1075">
              <a:extLst>
                <a:ext uri="{FF2B5EF4-FFF2-40B4-BE49-F238E27FC236}">
                  <a16:creationId xmlns:a16="http://schemas.microsoft.com/office/drawing/2014/main" id="{954A64CB-1C45-324C-8CBE-16624C1A0B84}"/>
                </a:ext>
              </a:extLst>
            </p:cNvPr>
            <p:cNvGrpSpPr>
              <a:grpSpLocks/>
            </p:cNvGrpSpPr>
            <p:nvPr/>
          </p:nvGrpSpPr>
          <p:grpSpPr bwMode="auto">
            <a:xfrm>
              <a:off x="1709" y="3008"/>
              <a:ext cx="507" cy="234"/>
              <a:chOff x="1740" y="2642"/>
              <a:chExt cx="752" cy="327"/>
            </a:xfrm>
          </p:grpSpPr>
          <p:sp>
            <p:nvSpPr>
              <p:cNvPr id="407" name="Freeform 1076">
                <a:extLst>
                  <a:ext uri="{FF2B5EF4-FFF2-40B4-BE49-F238E27FC236}">
                    <a16:creationId xmlns:a16="http://schemas.microsoft.com/office/drawing/2014/main" id="{69DEB18E-BA65-9043-A426-C13F767151ED}"/>
                  </a:ext>
                </a:extLst>
              </p:cNvPr>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08" name="Freeform 1077">
                <a:extLst>
                  <a:ext uri="{FF2B5EF4-FFF2-40B4-BE49-F238E27FC236}">
                    <a16:creationId xmlns:a16="http://schemas.microsoft.com/office/drawing/2014/main" id="{4DE24D51-7581-B14D-B3B6-84A687083206}"/>
                  </a:ext>
                </a:extLst>
              </p:cNvPr>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09" name="Freeform 1078">
                <a:extLst>
                  <a:ext uri="{FF2B5EF4-FFF2-40B4-BE49-F238E27FC236}">
                    <a16:creationId xmlns:a16="http://schemas.microsoft.com/office/drawing/2014/main" id="{EFD736A0-861B-7C41-B7C6-101FA03763F8}"/>
                  </a:ext>
                </a:extLst>
              </p:cNvPr>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10" name="Freeform 1079">
                <a:extLst>
                  <a:ext uri="{FF2B5EF4-FFF2-40B4-BE49-F238E27FC236}">
                    <a16:creationId xmlns:a16="http://schemas.microsoft.com/office/drawing/2014/main" id="{8BD7163E-D90B-7647-AEF5-5CECAFA59C37}"/>
                  </a:ext>
                </a:extLst>
              </p:cNvPr>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11" name="Freeform 1080">
                <a:extLst>
                  <a:ext uri="{FF2B5EF4-FFF2-40B4-BE49-F238E27FC236}">
                    <a16:creationId xmlns:a16="http://schemas.microsoft.com/office/drawing/2014/main" id="{FC877D4D-D065-104D-8CA3-E0607A9B3F87}"/>
                  </a:ext>
                </a:extLst>
              </p:cNvPr>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12" name="Freeform 1081">
                <a:extLst>
                  <a:ext uri="{FF2B5EF4-FFF2-40B4-BE49-F238E27FC236}">
                    <a16:creationId xmlns:a16="http://schemas.microsoft.com/office/drawing/2014/main" id="{BA9728F5-6BD1-104C-9953-C37CCA79F582}"/>
                  </a:ext>
                </a:extLst>
              </p:cNvPr>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401" name="Freeform 1082">
              <a:extLst>
                <a:ext uri="{FF2B5EF4-FFF2-40B4-BE49-F238E27FC236}">
                  <a16:creationId xmlns:a16="http://schemas.microsoft.com/office/drawing/2014/main" id="{D3A627E4-20E1-094F-91E7-9E62C1D73A8B}"/>
                </a:ext>
              </a:extLst>
            </p:cNvPr>
            <p:cNvSpPr>
              <a:spLocks/>
            </p:cNvSpPr>
            <p:nvPr/>
          </p:nvSpPr>
          <p:spPr bwMode="auto">
            <a:xfrm>
              <a:off x="2577" y="3043"/>
              <a:ext cx="614" cy="514"/>
            </a:xfrm>
            <a:custGeom>
              <a:avLst/>
              <a:gdLst>
                <a:gd name="T0" fmla="*/ 1 w 990"/>
                <a:gd name="T1" fmla="*/ 2 h 792"/>
                <a:gd name="T2" fmla="*/ 1 w 990"/>
                <a:gd name="T3" fmla="*/ 0 h 792"/>
                <a:gd name="T4" fmla="*/ 1 w 990"/>
                <a:gd name="T5" fmla="*/ 1 h 792"/>
                <a:gd name="T6" fmla="*/ 0 w 990"/>
                <a:gd name="T7" fmla="*/ 2 h 792"/>
                <a:gd name="T8" fmla="*/ 1 w 990"/>
                <a:gd name="T9" fmla="*/ 2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02" name="Freeform 1083">
              <a:extLst>
                <a:ext uri="{FF2B5EF4-FFF2-40B4-BE49-F238E27FC236}">
                  <a16:creationId xmlns:a16="http://schemas.microsoft.com/office/drawing/2014/main" id="{DE5062C9-C70B-B74E-90B7-8B999FB4955F}"/>
                </a:ext>
              </a:extLst>
            </p:cNvPr>
            <p:cNvSpPr>
              <a:spLocks/>
            </p:cNvSpPr>
            <p:nvPr/>
          </p:nvSpPr>
          <p:spPr bwMode="auto">
            <a:xfrm>
              <a:off x="1010" y="3084"/>
              <a:ext cx="1571" cy="469"/>
            </a:xfrm>
            <a:custGeom>
              <a:avLst/>
              <a:gdLst>
                <a:gd name="T0" fmla="*/ 1 w 2532"/>
                <a:gd name="T1" fmla="*/ 0 h 723"/>
                <a:gd name="T2" fmla="*/ 1 w 2532"/>
                <a:gd name="T3" fmla="*/ 0 h 723"/>
                <a:gd name="T4" fmla="*/ 4 w 2532"/>
                <a:gd name="T5" fmla="*/ 2 h 723"/>
                <a:gd name="T6" fmla="*/ 4 w 2532"/>
                <a:gd name="T7" fmla="*/ 2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03" name="Freeform 1084">
              <a:extLst>
                <a:ext uri="{FF2B5EF4-FFF2-40B4-BE49-F238E27FC236}">
                  <a16:creationId xmlns:a16="http://schemas.microsoft.com/office/drawing/2014/main" id="{60A19E6B-9711-D44A-9A86-78531884592C}"/>
                </a:ext>
              </a:extLst>
            </p:cNvPr>
            <p:cNvSpPr>
              <a:spLocks/>
            </p:cNvSpPr>
            <p:nvPr/>
          </p:nvSpPr>
          <p:spPr bwMode="auto">
            <a:xfrm>
              <a:off x="1011" y="2998"/>
              <a:ext cx="17" cy="95"/>
            </a:xfrm>
            <a:custGeom>
              <a:avLst/>
              <a:gdLst>
                <a:gd name="T0" fmla="*/ 1 w 26"/>
                <a:gd name="T1" fmla="*/ 1 h 147"/>
                <a:gd name="T2" fmla="*/ 1 w 26"/>
                <a:gd name="T3" fmla="*/ 1 h 147"/>
                <a:gd name="T4" fmla="*/ 0 w 26"/>
                <a:gd name="T5" fmla="*/ 1 h 147"/>
                <a:gd name="T6" fmla="*/ 1 w 26"/>
                <a:gd name="T7" fmla="*/ 0 h 147"/>
                <a:gd name="T8" fmla="*/ 1 w 26"/>
                <a:gd name="T9" fmla="*/ 1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04" name="Freeform 1085">
              <a:extLst>
                <a:ext uri="{FF2B5EF4-FFF2-40B4-BE49-F238E27FC236}">
                  <a16:creationId xmlns:a16="http://schemas.microsoft.com/office/drawing/2014/main" id="{DABF2084-7101-4A42-808E-03169821851D}"/>
                </a:ext>
              </a:extLst>
            </p:cNvPr>
            <p:cNvSpPr>
              <a:spLocks/>
            </p:cNvSpPr>
            <p:nvPr/>
          </p:nvSpPr>
          <p:spPr bwMode="auto">
            <a:xfrm>
              <a:off x="1012" y="2611"/>
              <a:ext cx="730" cy="393"/>
            </a:xfrm>
            <a:custGeom>
              <a:avLst/>
              <a:gdLst>
                <a:gd name="T0" fmla="*/ 1 w 1176"/>
                <a:gd name="T1" fmla="*/ 0 h 606"/>
                <a:gd name="T2" fmla="*/ 0 w 1176"/>
                <a:gd name="T3" fmla="*/ 1 h 606"/>
                <a:gd name="T4" fmla="*/ 1 w 1176"/>
                <a:gd name="T5" fmla="*/ 1 h 606"/>
                <a:gd name="T6" fmla="*/ 1 w 1176"/>
                <a:gd name="T7" fmla="*/ 1 h 606"/>
                <a:gd name="T8" fmla="*/ 1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05" name="Freeform 1086">
              <a:extLst>
                <a:ext uri="{FF2B5EF4-FFF2-40B4-BE49-F238E27FC236}">
                  <a16:creationId xmlns:a16="http://schemas.microsoft.com/office/drawing/2014/main" id="{3BECAB59-402D-C44C-8F0A-AC630F6F2AAC}"/>
                </a:ext>
              </a:extLst>
            </p:cNvPr>
            <p:cNvSpPr>
              <a:spLocks/>
            </p:cNvSpPr>
            <p:nvPr/>
          </p:nvSpPr>
          <p:spPr bwMode="auto">
            <a:xfrm>
              <a:off x="1061" y="3018"/>
              <a:ext cx="1490" cy="451"/>
            </a:xfrm>
            <a:custGeom>
              <a:avLst/>
              <a:gdLst>
                <a:gd name="T0" fmla="*/ 1 w 2532"/>
                <a:gd name="T1" fmla="*/ 0 h 723"/>
                <a:gd name="T2" fmla="*/ 1 w 2532"/>
                <a:gd name="T3" fmla="*/ 0 h 723"/>
                <a:gd name="T4" fmla="*/ 1 w 2532"/>
                <a:gd name="T5" fmla="*/ 1 h 723"/>
                <a:gd name="T6" fmla="*/ 1 w 2532"/>
                <a:gd name="T7" fmla="*/ 1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06" name="Freeform 1087">
              <a:extLst>
                <a:ext uri="{FF2B5EF4-FFF2-40B4-BE49-F238E27FC236}">
                  <a16:creationId xmlns:a16="http://schemas.microsoft.com/office/drawing/2014/main" id="{C431D1EA-39CA-5549-B407-D7CBF12DC371}"/>
                </a:ext>
              </a:extLst>
            </p:cNvPr>
            <p:cNvSpPr>
              <a:spLocks/>
            </p:cNvSpPr>
            <p:nvPr/>
          </p:nvSpPr>
          <p:spPr bwMode="auto">
            <a:xfrm flipV="1">
              <a:off x="2549" y="2986"/>
              <a:ext cx="608" cy="467"/>
            </a:xfrm>
            <a:custGeom>
              <a:avLst/>
              <a:gdLst>
                <a:gd name="T0" fmla="*/ 0 w 2532"/>
                <a:gd name="T1" fmla="*/ 0 h 723"/>
                <a:gd name="T2" fmla="*/ 0 w 2532"/>
                <a:gd name="T3" fmla="*/ 0 h 723"/>
                <a:gd name="T4" fmla="*/ 0 w 2532"/>
                <a:gd name="T5" fmla="*/ 2 h 723"/>
                <a:gd name="T6" fmla="*/ 0 w 2532"/>
                <a:gd name="T7" fmla="*/ 2 h 723"/>
                <a:gd name="T8" fmla="*/ 0 w 2532"/>
                <a:gd name="T9" fmla="*/ 1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413" name="Freeform 984">
            <a:extLst>
              <a:ext uri="{FF2B5EF4-FFF2-40B4-BE49-F238E27FC236}">
                <a16:creationId xmlns:a16="http://schemas.microsoft.com/office/drawing/2014/main" id="{EF28E360-D52F-294F-97A4-5B43A7D60CE3}"/>
              </a:ext>
            </a:extLst>
          </p:cNvPr>
          <p:cNvSpPr>
            <a:spLocks/>
          </p:cNvSpPr>
          <p:nvPr/>
        </p:nvSpPr>
        <p:spPr bwMode="auto">
          <a:xfrm>
            <a:off x="10153593" y="5636971"/>
            <a:ext cx="34049" cy="332924"/>
          </a:xfrm>
          <a:custGeom>
            <a:avLst/>
            <a:gdLst>
              <a:gd name="T0" fmla="*/ 3 w 354"/>
              <a:gd name="T1" fmla="*/ 0 h 2742"/>
              <a:gd name="T2" fmla="*/ 15 w 354"/>
              <a:gd name="T3" fmla="*/ 27 h 2742"/>
              <a:gd name="T4" fmla="*/ 15 w 354"/>
              <a:gd name="T5" fmla="*/ 205 h 2742"/>
              <a:gd name="T6" fmla="*/ 0 w 354"/>
              <a:gd name="T7" fmla="*/ 215 h 2742"/>
              <a:gd name="T8" fmla="*/ 3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14" name="Freeform 986">
            <a:extLst>
              <a:ext uri="{FF2B5EF4-FFF2-40B4-BE49-F238E27FC236}">
                <a16:creationId xmlns:a16="http://schemas.microsoft.com/office/drawing/2014/main" id="{9D5E80B1-F637-9E4D-BFD5-5F5ADB827A42}"/>
              </a:ext>
            </a:extLst>
          </p:cNvPr>
          <p:cNvSpPr>
            <a:spLocks/>
          </p:cNvSpPr>
          <p:nvPr/>
        </p:nvSpPr>
        <p:spPr bwMode="auto">
          <a:xfrm>
            <a:off x="10159970" y="5656923"/>
            <a:ext cx="20333" cy="308020"/>
          </a:xfrm>
          <a:custGeom>
            <a:avLst/>
            <a:gdLst>
              <a:gd name="T0" fmla="*/ 2 w 211"/>
              <a:gd name="T1" fmla="*/ 0 h 2537"/>
              <a:gd name="T2" fmla="*/ 9 w 211"/>
              <a:gd name="T3" fmla="*/ 18 h 2537"/>
              <a:gd name="T4" fmla="*/ 2 w 211"/>
              <a:gd name="T5" fmla="*/ 19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15" name="Freeform 987">
            <a:extLst>
              <a:ext uri="{FF2B5EF4-FFF2-40B4-BE49-F238E27FC236}">
                <a16:creationId xmlns:a16="http://schemas.microsoft.com/office/drawing/2014/main" id="{F21D56DB-F5E9-8D44-92D9-C4770361B950}"/>
              </a:ext>
            </a:extLst>
          </p:cNvPr>
          <p:cNvSpPr>
            <a:spLocks/>
          </p:cNvSpPr>
          <p:nvPr/>
        </p:nvSpPr>
        <p:spPr bwMode="auto">
          <a:xfrm>
            <a:off x="10155518" y="5812753"/>
            <a:ext cx="31643" cy="27525"/>
          </a:xfrm>
          <a:custGeom>
            <a:avLst/>
            <a:gdLst>
              <a:gd name="T0" fmla="*/ 2 w 328"/>
              <a:gd name="T1" fmla="*/ 0 h 226"/>
              <a:gd name="T2" fmla="*/ 14 w 328"/>
              <a:gd name="T3" fmla="*/ 11 h 226"/>
              <a:gd name="T4" fmla="*/ 14 w 328"/>
              <a:gd name="T5" fmla="*/ 19 h 226"/>
              <a:gd name="T6" fmla="*/ 0 w 328"/>
              <a:gd name="T7" fmla="*/ 8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16" name="Rectangle 988">
            <a:extLst>
              <a:ext uri="{FF2B5EF4-FFF2-40B4-BE49-F238E27FC236}">
                <a16:creationId xmlns:a16="http://schemas.microsoft.com/office/drawing/2014/main" id="{0447DE90-707A-1F42-8981-9A87D22C1D1D}"/>
              </a:ext>
            </a:extLst>
          </p:cNvPr>
          <p:cNvSpPr>
            <a:spLocks noChangeArrowheads="1"/>
          </p:cNvSpPr>
          <p:nvPr/>
        </p:nvSpPr>
        <p:spPr bwMode="auto">
          <a:xfrm>
            <a:off x="10026299" y="5674399"/>
            <a:ext cx="71949" cy="6845"/>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nvGrpSpPr>
          <p:cNvPr id="417" name="Group 989">
            <a:extLst>
              <a:ext uri="{FF2B5EF4-FFF2-40B4-BE49-F238E27FC236}">
                <a16:creationId xmlns:a16="http://schemas.microsoft.com/office/drawing/2014/main" id="{A6C8AE16-7445-9845-8F83-A3F851D4F042}"/>
              </a:ext>
            </a:extLst>
          </p:cNvPr>
          <p:cNvGrpSpPr>
            <a:grpSpLocks/>
          </p:cNvGrpSpPr>
          <p:nvPr/>
        </p:nvGrpSpPr>
        <p:grpSpPr bwMode="auto">
          <a:xfrm>
            <a:off x="10091149" y="5671195"/>
            <a:ext cx="69903" cy="21117"/>
            <a:chOff x="614" y="2568"/>
            <a:chExt cx="725" cy="139"/>
          </a:xfrm>
        </p:grpSpPr>
        <p:sp>
          <p:nvSpPr>
            <p:cNvPr id="418" name="AutoShape 990">
              <a:extLst>
                <a:ext uri="{FF2B5EF4-FFF2-40B4-BE49-F238E27FC236}">
                  <a16:creationId xmlns:a16="http://schemas.microsoft.com/office/drawing/2014/main" id="{5E1B1032-2F46-EF4A-B472-E7BC9E83CB4B}"/>
                </a:ext>
              </a:extLst>
            </p:cNvPr>
            <p:cNvSpPr>
              <a:spLocks noChangeArrowheads="1"/>
            </p:cNvSpPr>
            <p:nvPr/>
          </p:nvSpPr>
          <p:spPr bwMode="auto">
            <a:xfrm>
              <a:off x="613" y="2566"/>
              <a:ext cx="721" cy="14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19" name="AutoShape 991">
              <a:extLst>
                <a:ext uri="{FF2B5EF4-FFF2-40B4-BE49-F238E27FC236}">
                  <a16:creationId xmlns:a16="http://schemas.microsoft.com/office/drawing/2014/main" id="{F24B042A-2483-8545-A723-0074F55A1DC8}"/>
                </a:ext>
              </a:extLst>
            </p:cNvPr>
            <p:cNvSpPr>
              <a:spLocks noChangeArrowheads="1"/>
            </p:cNvSpPr>
            <p:nvPr/>
          </p:nvSpPr>
          <p:spPr bwMode="auto">
            <a:xfrm>
              <a:off x="625" y="2581"/>
              <a:ext cx="696" cy="11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420" name="Rectangle 992">
            <a:extLst>
              <a:ext uri="{FF2B5EF4-FFF2-40B4-BE49-F238E27FC236}">
                <a16:creationId xmlns:a16="http://schemas.microsoft.com/office/drawing/2014/main" id="{E881C066-69A3-D649-893B-A3C4CB9FAE81}"/>
              </a:ext>
            </a:extLst>
          </p:cNvPr>
          <p:cNvSpPr>
            <a:spLocks noChangeArrowheads="1"/>
          </p:cNvSpPr>
          <p:nvPr/>
        </p:nvSpPr>
        <p:spPr bwMode="auto">
          <a:xfrm>
            <a:off x="10027502" y="5722750"/>
            <a:ext cx="71949" cy="6845"/>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nvGrpSpPr>
          <p:cNvPr id="421" name="Group 993">
            <a:extLst>
              <a:ext uri="{FF2B5EF4-FFF2-40B4-BE49-F238E27FC236}">
                <a16:creationId xmlns:a16="http://schemas.microsoft.com/office/drawing/2014/main" id="{2B8081F4-DBFC-C442-BDEE-DF67BF3817BC}"/>
              </a:ext>
            </a:extLst>
          </p:cNvPr>
          <p:cNvGrpSpPr>
            <a:grpSpLocks/>
          </p:cNvGrpSpPr>
          <p:nvPr/>
        </p:nvGrpSpPr>
        <p:grpSpPr bwMode="auto">
          <a:xfrm>
            <a:off x="10090909" y="5718672"/>
            <a:ext cx="69903" cy="19515"/>
            <a:chOff x="614" y="2568"/>
            <a:chExt cx="725" cy="139"/>
          </a:xfrm>
        </p:grpSpPr>
        <p:sp>
          <p:nvSpPr>
            <p:cNvPr id="422" name="AutoShape 994">
              <a:extLst>
                <a:ext uri="{FF2B5EF4-FFF2-40B4-BE49-F238E27FC236}">
                  <a16:creationId xmlns:a16="http://schemas.microsoft.com/office/drawing/2014/main" id="{B9A9624E-B9DF-9A46-B31E-DD7EFD0F21E2}"/>
                </a:ext>
              </a:extLst>
            </p:cNvPr>
            <p:cNvSpPr>
              <a:spLocks noChangeArrowheads="1"/>
            </p:cNvSpPr>
            <p:nvPr/>
          </p:nvSpPr>
          <p:spPr bwMode="auto">
            <a:xfrm>
              <a:off x="615" y="2564"/>
              <a:ext cx="721" cy="139"/>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23" name="AutoShape 995">
              <a:extLst>
                <a:ext uri="{FF2B5EF4-FFF2-40B4-BE49-F238E27FC236}">
                  <a16:creationId xmlns:a16="http://schemas.microsoft.com/office/drawing/2014/main" id="{642F554B-5A88-A44B-AAB6-61F7D5A17F6A}"/>
                </a:ext>
              </a:extLst>
            </p:cNvPr>
            <p:cNvSpPr>
              <a:spLocks noChangeArrowheads="1"/>
            </p:cNvSpPr>
            <p:nvPr/>
          </p:nvSpPr>
          <p:spPr bwMode="auto">
            <a:xfrm>
              <a:off x="628" y="2581"/>
              <a:ext cx="696"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424" name="Rectangle 996">
            <a:extLst>
              <a:ext uri="{FF2B5EF4-FFF2-40B4-BE49-F238E27FC236}">
                <a16:creationId xmlns:a16="http://schemas.microsoft.com/office/drawing/2014/main" id="{2F7E8752-11E5-3642-90E6-5285D40EA469}"/>
              </a:ext>
            </a:extLst>
          </p:cNvPr>
          <p:cNvSpPr>
            <a:spLocks noChangeArrowheads="1"/>
          </p:cNvSpPr>
          <p:nvPr/>
        </p:nvSpPr>
        <p:spPr bwMode="auto">
          <a:xfrm>
            <a:off x="10027502" y="5771101"/>
            <a:ext cx="71949" cy="6845"/>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25" name="Rectangle 997">
            <a:extLst>
              <a:ext uri="{FF2B5EF4-FFF2-40B4-BE49-F238E27FC236}">
                <a16:creationId xmlns:a16="http://schemas.microsoft.com/office/drawing/2014/main" id="{C884D5C3-FF18-F04A-B4E2-7E02117C03FE}"/>
              </a:ext>
            </a:extLst>
          </p:cNvPr>
          <p:cNvSpPr>
            <a:spLocks noChangeArrowheads="1"/>
          </p:cNvSpPr>
          <p:nvPr/>
        </p:nvSpPr>
        <p:spPr bwMode="auto">
          <a:xfrm>
            <a:off x="10028705" y="5814938"/>
            <a:ext cx="71949" cy="6845"/>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nvGrpSpPr>
          <p:cNvPr id="426" name="Group 998">
            <a:extLst>
              <a:ext uri="{FF2B5EF4-FFF2-40B4-BE49-F238E27FC236}">
                <a16:creationId xmlns:a16="http://schemas.microsoft.com/office/drawing/2014/main" id="{D321F228-396F-C44B-AA64-15D0F1B6CEFB}"/>
              </a:ext>
            </a:extLst>
          </p:cNvPr>
          <p:cNvGrpSpPr>
            <a:grpSpLocks/>
          </p:cNvGrpSpPr>
          <p:nvPr/>
        </p:nvGrpSpPr>
        <p:grpSpPr bwMode="auto">
          <a:xfrm>
            <a:off x="10089465" y="5810860"/>
            <a:ext cx="70024" cy="21991"/>
            <a:chOff x="614" y="2568"/>
            <a:chExt cx="725" cy="139"/>
          </a:xfrm>
        </p:grpSpPr>
        <p:sp>
          <p:nvSpPr>
            <p:cNvPr id="427" name="AutoShape 999">
              <a:extLst>
                <a:ext uri="{FF2B5EF4-FFF2-40B4-BE49-F238E27FC236}">
                  <a16:creationId xmlns:a16="http://schemas.microsoft.com/office/drawing/2014/main" id="{849EBD72-C779-B442-B144-4C92B9E79F20}"/>
                </a:ext>
              </a:extLst>
            </p:cNvPr>
            <p:cNvSpPr>
              <a:spLocks noChangeArrowheads="1"/>
            </p:cNvSpPr>
            <p:nvPr/>
          </p:nvSpPr>
          <p:spPr bwMode="auto">
            <a:xfrm>
              <a:off x="618" y="2586"/>
              <a:ext cx="720" cy="12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28" name="AutoShape 1000">
              <a:extLst>
                <a:ext uri="{FF2B5EF4-FFF2-40B4-BE49-F238E27FC236}">
                  <a16:creationId xmlns:a16="http://schemas.microsoft.com/office/drawing/2014/main" id="{D93FB61F-FF29-F24D-8788-4165F508316D}"/>
                </a:ext>
              </a:extLst>
            </p:cNvPr>
            <p:cNvSpPr>
              <a:spLocks noChangeArrowheads="1"/>
            </p:cNvSpPr>
            <p:nvPr/>
          </p:nvSpPr>
          <p:spPr bwMode="auto">
            <a:xfrm>
              <a:off x="630" y="2586"/>
              <a:ext cx="695" cy="109"/>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429" name="Freeform 1001">
            <a:extLst>
              <a:ext uri="{FF2B5EF4-FFF2-40B4-BE49-F238E27FC236}">
                <a16:creationId xmlns:a16="http://schemas.microsoft.com/office/drawing/2014/main" id="{A40EEA2E-A801-414B-8FBC-BBC009ECE19B}"/>
              </a:ext>
            </a:extLst>
          </p:cNvPr>
          <p:cNvSpPr>
            <a:spLocks/>
          </p:cNvSpPr>
          <p:nvPr/>
        </p:nvSpPr>
        <p:spPr bwMode="auto">
          <a:xfrm>
            <a:off x="10156000" y="5771101"/>
            <a:ext cx="31643" cy="27380"/>
          </a:xfrm>
          <a:custGeom>
            <a:avLst/>
            <a:gdLst>
              <a:gd name="T0" fmla="*/ 2 w 328"/>
              <a:gd name="T1" fmla="*/ 0 h 226"/>
              <a:gd name="T2" fmla="*/ 14 w 328"/>
              <a:gd name="T3" fmla="*/ 10 h 226"/>
              <a:gd name="T4" fmla="*/ 14 w 328"/>
              <a:gd name="T5" fmla="*/ 17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430" name="Group 1002">
            <a:extLst>
              <a:ext uri="{FF2B5EF4-FFF2-40B4-BE49-F238E27FC236}">
                <a16:creationId xmlns:a16="http://schemas.microsoft.com/office/drawing/2014/main" id="{F068EC4B-78B0-B24C-99A7-F96D6C86A2B9}"/>
              </a:ext>
            </a:extLst>
          </p:cNvPr>
          <p:cNvGrpSpPr>
            <a:grpSpLocks/>
          </p:cNvGrpSpPr>
          <p:nvPr/>
        </p:nvGrpSpPr>
        <p:grpSpPr bwMode="auto">
          <a:xfrm>
            <a:off x="10089946" y="5767169"/>
            <a:ext cx="70024" cy="20243"/>
            <a:chOff x="614" y="2568"/>
            <a:chExt cx="725" cy="139"/>
          </a:xfrm>
        </p:grpSpPr>
        <p:sp>
          <p:nvSpPr>
            <p:cNvPr id="431" name="AutoShape 1003">
              <a:extLst>
                <a:ext uri="{FF2B5EF4-FFF2-40B4-BE49-F238E27FC236}">
                  <a16:creationId xmlns:a16="http://schemas.microsoft.com/office/drawing/2014/main" id="{76307DFD-7DBD-DD4D-8615-A8A8D15D8233}"/>
                </a:ext>
              </a:extLst>
            </p:cNvPr>
            <p:cNvSpPr>
              <a:spLocks noChangeArrowheads="1"/>
            </p:cNvSpPr>
            <p:nvPr/>
          </p:nvSpPr>
          <p:spPr bwMode="auto">
            <a:xfrm>
              <a:off x="613" y="2571"/>
              <a:ext cx="732" cy="13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32" name="AutoShape 1004">
              <a:extLst>
                <a:ext uri="{FF2B5EF4-FFF2-40B4-BE49-F238E27FC236}">
                  <a16:creationId xmlns:a16="http://schemas.microsoft.com/office/drawing/2014/main" id="{B5EA7410-FCB5-3C42-A74F-F566ABFADDB8}"/>
                </a:ext>
              </a:extLst>
            </p:cNvPr>
            <p:cNvSpPr>
              <a:spLocks noChangeArrowheads="1"/>
            </p:cNvSpPr>
            <p:nvPr/>
          </p:nvSpPr>
          <p:spPr bwMode="auto">
            <a:xfrm>
              <a:off x="625" y="2587"/>
              <a:ext cx="720" cy="103"/>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433" name="Rectangle 1005">
            <a:extLst>
              <a:ext uri="{FF2B5EF4-FFF2-40B4-BE49-F238E27FC236}">
                <a16:creationId xmlns:a16="http://schemas.microsoft.com/office/drawing/2014/main" id="{10238275-C02A-F74A-A765-B593C055F724}"/>
              </a:ext>
            </a:extLst>
          </p:cNvPr>
          <p:cNvSpPr>
            <a:spLocks noChangeArrowheads="1"/>
          </p:cNvSpPr>
          <p:nvPr/>
        </p:nvSpPr>
        <p:spPr bwMode="auto">
          <a:xfrm>
            <a:off x="10150946" y="5636388"/>
            <a:ext cx="8422" cy="332778"/>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34" name="Freeform 1006">
            <a:extLst>
              <a:ext uri="{FF2B5EF4-FFF2-40B4-BE49-F238E27FC236}">
                <a16:creationId xmlns:a16="http://schemas.microsoft.com/office/drawing/2014/main" id="{81D6D301-6C77-C64B-B2D0-382D840AA7FC}"/>
              </a:ext>
            </a:extLst>
          </p:cNvPr>
          <p:cNvSpPr>
            <a:spLocks/>
          </p:cNvSpPr>
          <p:nvPr/>
        </p:nvSpPr>
        <p:spPr bwMode="auto">
          <a:xfrm>
            <a:off x="10158887" y="5720566"/>
            <a:ext cx="28515" cy="31020"/>
          </a:xfrm>
          <a:custGeom>
            <a:avLst/>
            <a:gdLst>
              <a:gd name="T0" fmla="*/ 2 w 296"/>
              <a:gd name="T1" fmla="*/ 0 h 256"/>
              <a:gd name="T2" fmla="*/ 14 w 296"/>
              <a:gd name="T3" fmla="*/ 10 h 256"/>
              <a:gd name="T4" fmla="*/ 14 w 296"/>
              <a:gd name="T5" fmla="*/ 19 h 256"/>
              <a:gd name="T6" fmla="*/ 0 w 296"/>
              <a:gd name="T7" fmla="*/ 7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35" name="Freeform 1007">
            <a:extLst>
              <a:ext uri="{FF2B5EF4-FFF2-40B4-BE49-F238E27FC236}">
                <a16:creationId xmlns:a16="http://schemas.microsoft.com/office/drawing/2014/main" id="{6966CA35-6F7B-6C4F-AEE3-078FED56DF20}"/>
              </a:ext>
            </a:extLst>
          </p:cNvPr>
          <p:cNvSpPr>
            <a:spLocks/>
          </p:cNvSpPr>
          <p:nvPr/>
        </p:nvSpPr>
        <p:spPr bwMode="auto">
          <a:xfrm>
            <a:off x="10159248" y="5672943"/>
            <a:ext cx="29357" cy="34953"/>
          </a:xfrm>
          <a:custGeom>
            <a:avLst/>
            <a:gdLst>
              <a:gd name="T0" fmla="*/ 0 w 304"/>
              <a:gd name="T1" fmla="*/ 0 h 288"/>
              <a:gd name="T2" fmla="*/ 14 w 304"/>
              <a:gd name="T3" fmla="*/ 13 h 288"/>
              <a:gd name="T4" fmla="*/ 13 w 304"/>
              <a:gd name="T5" fmla="*/ 23 h 288"/>
              <a:gd name="T6" fmla="*/ 2 w 304"/>
              <a:gd name="T7" fmla="*/ 1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36" name="Oval 1008">
            <a:extLst>
              <a:ext uri="{FF2B5EF4-FFF2-40B4-BE49-F238E27FC236}">
                <a16:creationId xmlns:a16="http://schemas.microsoft.com/office/drawing/2014/main" id="{2CFA9381-C4F6-8A4A-BCBB-312388656716}"/>
              </a:ext>
            </a:extLst>
          </p:cNvPr>
          <p:cNvSpPr>
            <a:spLocks noChangeArrowheads="1"/>
          </p:cNvSpPr>
          <p:nvPr/>
        </p:nvSpPr>
        <p:spPr bwMode="auto">
          <a:xfrm>
            <a:off x="10183311" y="5954166"/>
            <a:ext cx="6016" cy="13835"/>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37" name="Freeform 1009">
            <a:extLst>
              <a:ext uri="{FF2B5EF4-FFF2-40B4-BE49-F238E27FC236}">
                <a16:creationId xmlns:a16="http://schemas.microsoft.com/office/drawing/2014/main" id="{B30AEBEB-78E1-754E-BA64-FEE706BFF392}"/>
              </a:ext>
            </a:extLst>
          </p:cNvPr>
          <p:cNvSpPr>
            <a:spLocks/>
          </p:cNvSpPr>
          <p:nvPr/>
        </p:nvSpPr>
        <p:spPr bwMode="auto">
          <a:xfrm>
            <a:off x="10157684" y="5954603"/>
            <a:ext cx="29477" cy="29127"/>
          </a:xfrm>
          <a:custGeom>
            <a:avLst/>
            <a:gdLst>
              <a:gd name="T0" fmla="*/ 0 w 306"/>
              <a:gd name="T1" fmla="*/ 9 h 240"/>
              <a:gd name="T2" fmla="*/ 2 w 306"/>
              <a:gd name="T3" fmla="*/ 19 h 240"/>
              <a:gd name="T4" fmla="*/ 14 w 306"/>
              <a:gd name="T5" fmla="*/ 9 h 240"/>
              <a:gd name="T6" fmla="*/ 14 w 306"/>
              <a:gd name="T7" fmla="*/ 0 h 240"/>
              <a:gd name="T8" fmla="*/ 0 w 306"/>
              <a:gd name="T9" fmla="*/ 9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38" name="AutoShape 1010">
            <a:extLst>
              <a:ext uri="{FF2B5EF4-FFF2-40B4-BE49-F238E27FC236}">
                <a16:creationId xmlns:a16="http://schemas.microsoft.com/office/drawing/2014/main" id="{F2779901-7D8F-784A-8E8D-397036700A71}"/>
              </a:ext>
            </a:extLst>
          </p:cNvPr>
          <p:cNvSpPr>
            <a:spLocks noChangeArrowheads="1"/>
          </p:cNvSpPr>
          <p:nvPr/>
        </p:nvSpPr>
        <p:spPr bwMode="auto">
          <a:xfrm>
            <a:off x="10017877" y="5963487"/>
            <a:ext cx="143898" cy="21845"/>
          </a:xfrm>
          <a:prstGeom prst="roundRect">
            <a:avLst>
              <a:gd name="adj" fmla="val 50000"/>
            </a:avLst>
          </a:prstGeom>
          <a:solidFill>
            <a:srgbClr val="DDDDDD"/>
          </a:solidFill>
          <a:ln w="9525">
            <a:solidFill>
              <a:schemeClr val="tx1"/>
            </a:solidFill>
            <a:round/>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39" name="AutoShape 1011">
            <a:extLst>
              <a:ext uri="{FF2B5EF4-FFF2-40B4-BE49-F238E27FC236}">
                <a16:creationId xmlns:a16="http://schemas.microsoft.com/office/drawing/2014/main" id="{87A8BD55-4166-4643-A7DA-52B9D36F3801}"/>
              </a:ext>
            </a:extLst>
          </p:cNvPr>
          <p:cNvSpPr>
            <a:spLocks noChangeArrowheads="1"/>
          </p:cNvSpPr>
          <p:nvPr/>
        </p:nvSpPr>
        <p:spPr bwMode="auto">
          <a:xfrm>
            <a:off x="10026299" y="5969166"/>
            <a:ext cx="128257" cy="11505"/>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40" name="Oval 1012">
            <a:extLst>
              <a:ext uri="{FF2B5EF4-FFF2-40B4-BE49-F238E27FC236}">
                <a16:creationId xmlns:a16="http://schemas.microsoft.com/office/drawing/2014/main" id="{0F991E83-25F4-2549-B34F-7A98472010D7}"/>
              </a:ext>
            </a:extLst>
          </p:cNvPr>
          <p:cNvSpPr>
            <a:spLocks noChangeArrowheads="1"/>
          </p:cNvSpPr>
          <p:nvPr/>
        </p:nvSpPr>
        <p:spPr bwMode="auto">
          <a:xfrm>
            <a:off x="10038210" y="5920815"/>
            <a:ext cx="19130" cy="20680"/>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41" name="Oval 1013">
            <a:extLst>
              <a:ext uri="{FF2B5EF4-FFF2-40B4-BE49-F238E27FC236}">
                <a16:creationId xmlns:a16="http://schemas.microsoft.com/office/drawing/2014/main" id="{01F6513A-F015-D94A-929C-75D48673F75A}"/>
              </a:ext>
            </a:extLst>
          </p:cNvPr>
          <p:cNvSpPr>
            <a:spLocks noChangeArrowheads="1"/>
          </p:cNvSpPr>
          <p:nvPr/>
        </p:nvSpPr>
        <p:spPr bwMode="auto">
          <a:xfrm>
            <a:off x="10059867" y="5920815"/>
            <a:ext cx="19130" cy="20680"/>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altLang="en-US" sz="1800" b="0" i="0" u="none" strike="noStrike" kern="1200" cap="none" spc="0" normalizeH="0" baseline="0" noProof="0" dirty="0">
              <a:ln>
                <a:noFill/>
              </a:ln>
              <a:solidFill>
                <a:srgbClr val="FF0000"/>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42" name="Oval 1014">
            <a:extLst>
              <a:ext uri="{FF2B5EF4-FFF2-40B4-BE49-F238E27FC236}">
                <a16:creationId xmlns:a16="http://schemas.microsoft.com/office/drawing/2014/main" id="{DF2F1710-E7DF-7E48-A534-44E42CD00502}"/>
              </a:ext>
            </a:extLst>
          </p:cNvPr>
          <p:cNvSpPr>
            <a:spLocks noChangeArrowheads="1"/>
          </p:cNvSpPr>
          <p:nvPr/>
        </p:nvSpPr>
        <p:spPr bwMode="auto">
          <a:xfrm>
            <a:off x="10080201" y="5920815"/>
            <a:ext cx="19130" cy="20680"/>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43" name="Rectangle 1015">
            <a:extLst>
              <a:ext uri="{FF2B5EF4-FFF2-40B4-BE49-F238E27FC236}">
                <a16:creationId xmlns:a16="http://schemas.microsoft.com/office/drawing/2014/main" id="{328DCBC9-32E9-FD44-B2CF-3BC801D59B6C}"/>
              </a:ext>
            </a:extLst>
          </p:cNvPr>
          <p:cNvSpPr>
            <a:spLocks noChangeArrowheads="1"/>
          </p:cNvSpPr>
          <p:nvPr/>
        </p:nvSpPr>
        <p:spPr bwMode="auto">
          <a:xfrm>
            <a:off x="10129410" y="5841444"/>
            <a:ext cx="9625" cy="110538"/>
          </a:xfrm>
          <a:prstGeom prst="rect">
            <a:avLst/>
          </a:prstGeom>
          <a:solidFill>
            <a:srgbClr val="292929"/>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nvGrpSpPr>
          <p:cNvPr id="447" name="Group 590">
            <a:extLst>
              <a:ext uri="{FF2B5EF4-FFF2-40B4-BE49-F238E27FC236}">
                <a16:creationId xmlns:a16="http://schemas.microsoft.com/office/drawing/2014/main" id="{CCAB7625-FEE3-BB4A-97C1-EF1CC2679904}"/>
              </a:ext>
            </a:extLst>
          </p:cNvPr>
          <p:cNvGrpSpPr>
            <a:grpSpLocks/>
          </p:cNvGrpSpPr>
          <p:nvPr/>
        </p:nvGrpSpPr>
        <p:grpSpPr bwMode="auto">
          <a:xfrm flipH="1">
            <a:off x="7773981" y="5281060"/>
            <a:ext cx="345630" cy="320302"/>
            <a:chOff x="2839" y="3501"/>
            <a:chExt cx="755" cy="803"/>
          </a:xfrm>
        </p:grpSpPr>
        <p:pic>
          <p:nvPicPr>
            <p:cNvPr id="451" name="Picture 591" descr="desktop_computer_stylized_medium">
              <a:extLst>
                <a:ext uri="{FF2B5EF4-FFF2-40B4-BE49-F238E27FC236}">
                  <a16:creationId xmlns:a16="http://schemas.microsoft.com/office/drawing/2014/main" id="{FC71EB74-5BE7-7A48-B637-5058D8494691}"/>
                </a:ext>
              </a:extLst>
            </p:cNvPr>
            <p:cNvPicPr>
              <a:picLocks noChangeAspect="1" noChangeArrowheads="1"/>
            </p:cNvPicPr>
            <p:nvPr/>
          </p:nvPicPr>
          <p:blipFill>
            <a:blip r:embed="rId18" cstate="print">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2" name="Freeform 592">
              <a:extLst>
                <a:ext uri="{FF2B5EF4-FFF2-40B4-BE49-F238E27FC236}">
                  <a16:creationId xmlns:a16="http://schemas.microsoft.com/office/drawing/2014/main" id="{B9007CC0-7362-AE4E-9B5B-742E3046FEFC}"/>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446" name="Group 652">
            <a:extLst>
              <a:ext uri="{FF2B5EF4-FFF2-40B4-BE49-F238E27FC236}">
                <a16:creationId xmlns:a16="http://schemas.microsoft.com/office/drawing/2014/main" id="{84B474B2-2AC4-EC40-9EA0-B5E48CE68CBD}"/>
              </a:ext>
            </a:extLst>
          </p:cNvPr>
          <p:cNvGrpSpPr>
            <a:grpSpLocks/>
          </p:cNvGrpSpPr>
          <p:nvPr/>
        </p:nvGrpSpPr>
        <p:grpSpPr bwMode="auto">
          <a:xfrm>
            <a:off x="7750224" y="1859725"/>
            <a:ext cx="415925" cy="385763"/>
            <a:chOff x="2751" y="1851"/>
            <a:chExt cx="462" cy="478"/>
          </a:xfrm>
        </p:grpSpPr>
        <p:pic>
          <p:nvPicPr>
            <p:cNvPr id="453" name="Picture 653" descr="iphone_stylized_small">
              <a:extLst>
                <a:ext uri="{FF2B5EF4-FFF2-40B4-BE49-F238E27FC236}">
                  <a16:creationId xmlns:a16="http://schemas.microsoft.com/office/drawing/2014/main" id="{34A94CEC-DE5F-E64D-A5B4-F04DB32319EA}"/>
                </a:ext>
              </a:extLst>
            </p:cNvPr>
            <p:cNvPicPr>
              <a:picLocks noChangeAspect="1" noChangeArrowheads="1"/>
            </p:cNvPicPr>
            <p:nvPr/>
          </p:nvPicPr>
          <p:blipFill>
            <a:blip r:embed="rId22" cstate="print">
              <a:extLst>
                <a:ext uri="{28A0092B-C50C-407E-A947-70E740481C1C}">
                  <a14:useLocalDpi xmlns:a14="http://schemas.microsoft.com/office/drawing/2010/main" val="0"/>
                </a:ext>
              </a:extLst>
            </a:blip>
            <a:srcRect/>
            <a:stretch>
              <a:fillRect/>
            </a:stretch>
          </p:blipFill>
          <p:spPr bwMode="auto">
            <a:xfrm>
              <a:off x="2928" y="1922"/>
              <a:ext cx="152"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54" name="Picture 654" descr="antenna_radiation_stylized">
              <a:extLst>
                <a:ext uri="{FF2B5EF4-FFF2-40B4-BE49-F238E27FC236}">
                  <a16:creationId xmlns:a16="http://schemas.microsoft.com/office/drawing/2014/main" id="{67C4AABE-F80E-F846-A0E8-D555DE64EBB1}"/>
                </a:ext>
              </a:extLst>
            </p:cNvPr>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2751" y="1851"/>
              <a:ext cx="462" cy="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323" name="Group 950">
            <a:extLst>
              <a:ext uri="{FF2B5EF4-FFF2-40B4-BE49-F238E27FC236}">
                <a16:creationId xmlns:a16="http://schemas.microsoft.com/office/drawing/2014/main" id="{BF16D25A-05F2-BD48-8851-FCCC3771B7E8}"/>
              </a:ext>
            </a:extLst>
          </p:cNvPr>
          <p:cNvGrpSpPr>
            <a:grpSpLocks/>
          </p:cNvGrpSpPr>
          <p:nvPr/>
        </p:nvGrpSpPr>
        <p:grpSpPr bwMode="auto">
          <a:xfrm>
            <a:off x="10253990" y="5273951"/>
            <a:ext cx="177192" cy="330833"/>
            <a:chOff x="4140" y="429"/>
            <a:chExt cx="1425" cy="2396"/>
          </a:xfrm>
        </p:grpSpPr>
        <p:sp>
          <p:nvSpPr>
            <p:cNvPr id="324" name="Freeform 951">
              <a:extLst>
                <a:ext uri="{FF2B5EF4-FFF2-40B4-BE49-F238E27FC236}">
                  <a16:creationId xmlns:a16="http://schemas.microsoft.com/office/drawing/2014/main" id="{72C50429-8235-E440-B0F8-ADCFAC748511}"/>
                </a:ext>
              </a:extLst>
            </p:cNvPr>
            <p:cNvSpPr>
              <a:spLocks/>
            </p:cNvSpPr>
            <p:nvPr/>
          </p:nvSpPr>
          <p:spPr bwMode="auto">
            <a:xfrm>
              <a:off x="5268" y="433"/>
              <a:ext cx="283" cy="2286"/>
            </a:xfrm>
            <a:custGeom>
              <a:avLst/>
              <a:gdLst>
                <a:gd name="T0" fmla="*/ 3 w 354"/>
                <a:gd name="T1" fmla="*/ 0 h 2742"/>
                <a:gd name="T2" fmla="*/ 15 w 354"/>
                <a:gd name="T3" fmla="*/ 27 h 2742"/>
                <a:gd name="T4" fmla="*/ 15 w 354"/>
                <a:gd name="T5" fmla="*/ 205 h 2742"/>
                <a:gd name="T6" fmla="*/ 0 w 354"/>
                <a:gd name="T7" fmla="*/ 215 h 2742"/>
                <a:gd name="T8" fmla="*/ 3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25" name="Rectangle 952">
              <a:extLst>
                <a:ext uri="{FF2B5EF4-FFF2-40B4-BE49-F238E27FC236}">
                  <a16:creationId xmlns:a16="http://schemas.microsoft.com/office/drawing/2014/main" id="{C8289D20-20EF-CE4A-B82D-CC6F98B220CD}"/>
                </a:ext>
              </a:extLst>
            </p:cNvPr>
            <p:cNvSpPr>
              <a:spLocks noChangeArrowheads="1"/>
            </p:cNvSpPr>
            <p:nvPr/>
          </p:nvSpPr>
          <p:spPr bwMode="auto">
            <a:xfrm>
              <a:off x="4210" y="429"/>
              <a:ext cx="1046" cy="2285"/>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26" name="Freeform 953">
              <a:extLst>
                <a:ext uri="{FF2B5EF4-FFF2-40B4-BE49-F238E27FC236}">
                  <a16:creationId xmlns:a16="http://schemas.microsoft.com/office/drawing/2014/main" id="{512EE24C-2BC1-5A45-B541-28FAD55222BB}"/>
                </a:ext>
              </a:extLst>
            </p:cNvPr>
            <p:cNvSpPr>
              <a:spLocks/>
            </p:cNvSpPr>
            <p:nvPr/>
          </p:nvSpPr>
          <p:spPr bwMode="auto">
            <a:xfrm>
              <a:off x="5321" y="570"/>
              <a:ext cx="169" cy="2115"/>
            </a:xfrm>
            <a:custGeom>
              <a:avLst/>
              <a:gdLst>
                <a:gd name="T0" fmla="*/ 2 w 211"/>
                <a:gd name="T1" fmla="*/ 0 h 2537"/>
                <a:gd name="T2" fmla="*/ 9 w 211"/>
                <a:gd name="T3" fmla="*/ 18 h 2537"/>
                <a:gd name="T4" fmla="*/ 2 w 211"/>
                <a:gd name="T5" fmla="*/ 19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27" name="Freeform 954">
              <a:extLst>
                <a:ext uri="{FF2B5EF4-FFF2-40B4-BE49-F238E27FC236}">
                  <a16:creationId xmlns:a16="http://schemas.microsoft.com/office/drawing/2014/main" id="{CC26DF50-FD02-994D-80F7-4CD21CC31FDE}"/>
                </a:ext>
              </a:extLst>
            </p:cNvPr>
            <p:cNvSpPr>
              <a:spLocks/>
            </p:cNvSpPr>
            <p:nvPr/>
          </p:nvSpPr>
          <p:spPr bwMode="auto">
            <a:xfrm>
              <a:off x="5284" y="1640"/>
              <a:ext cx="263" cy="189"/>
            </a:xfrm>
            <a:custGeom>
              <a:avLst/>
              <a:gdLst>
                <a:gd name="T0" fmla="*/ 2 w 328"/>
                <a:gd name="T1" fmla="*/ 0 h 226"/>
                <a:gd name="T2" fmla="*/ 14 w 328"/>
                <a:gd name="T3" fmla="*/ 11 h 226"/>
                <a:gd name="T4" fmla="*/ 14 w 328"/>
                <a:gd name="T5" fmla="*/ 19 h 226"/>
                <a:gd name="T6" fmla="*/ 0 w 328"/>
                <a:gd name="T7" fmla="*/ 8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28" name="Rectangle 955">
              <a:extLst>
                <a:ext uri="{FF2B5EF4-FFF2-40B4-BE49-F238E27FC236}">
                  <a16:creationId xmlns:a16="http://schemas.microsoft.com/office/drawing/2014/main" id="{12D5F885-EEB6-EA49-8F16-8E65F7B568A3}"/>
                </a:ext>
              </a:extLst>
            </p:cNvPr>
            <p:cNvSpPr>
              <a:spLocks noChangeArrowheads="1"/>
            </p:cNvSpPr>
            <p:nvPr/>
          </p:nvSpPr>
          <p:spPr bwMode="auto">
            <a:xfrm>
              <a:off x="4210" y="690"/>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nvGrpSpPr>
            <p:cNvPr id="329" name="Group 956">
              <a:extLst>
                <a:ext uri="{FF2B5EF4-FFF2-40B4-BE49-F238E27FC236}">
                  <a16:creationId xmlns:a16="http://schemas.microsoft.com/office/drawing/2014/main" id="{4819CF1A-CAA2-2445-BACA-6333C67700FA}"/>
                </a:ext>
              </a:extLst>
            </p:cNvPr>
            <p:cNvGrpSpPr>
              <a:grpSpLocks/>
            </p:cNvGrpSpPr>
            <p:nvPr/>
          </p:nvGrpSpPr>
          <p:grpSpPr bwMode="auto">
            <a:xfrm>
              <a:off x="4749" y="668"/>
              <a:ext cx="581" cy="145"/>
              <a:chOff x="614" y="2568"/>
              <a:chExt cx="725" cy="139"/>
            </a:xfrm>
          </p:grpSpPr>
          <p:sp>
            <p:nvSpPr>
              <p:cNvPr id="354" name="AutoShape 957">
                <a:extLst>
                  <a:ext uri="{FF2B5EF4-FFF2-40B4-BE49-F238E27FC236}">
                    <a16:creationId xmlns:a16="http://schemas.microsoft.com/office/drawing/2014/main" id="{F403CAA7-7575-5B45-9B26-74060E67EDD8}"/>
                  </a:ext>
                </a:extLst>
              </p:cNvPr>
              <p:cNvSpPr>
                <a:spLocks noChangeArrowheads="1"/>
              </p:cNvSpPr>
              <p:nvPr/>
            </p:nvSpPr>
            <p:spPr bwMode="auto">
              <a:xfrm>
                <a:off x="613" y="2566"/>
                <a:ext cx="721" cy="14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55" name="AutoShape 958">
                <a:extLst>
                  <a:ext uri="{FF2B5EF4-FFF2-40B4-BE49-F238E27FC236}">
                    <a16:creationId xmlns:a16="http://schemas.microsoft.com/office/drawing/2014/main" id="{E7C03107-B3D4-E74B-8026-51FC5FB4C97E}"/>
                  </a:ext>
                </a:extLst>
              </p:cNvPr>
              <p:cNvSpPr>
                <a:spLocks noChangeArrowheads="1"/>
              </p:cNvSpPr>
              <p:nvPr/>
            </p:nvSpPr>
            <p:spPr bwMode="auto">
              <a:xfrm>
                <a:off x="625" y="2581"/>
                <a:ext cx="696" cy="11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330" name="Rectangle 959">
              <a:extLst>
                <a:ext uri="{FF2B5EF4-FFF2-40B4-BE49-F238E27FC236}">
                  <a16:creationId xmlns:a16="http://schemas.microsoft.com/office/drawing/2014/main" id="{8C82FD14-8B3E-4C45-BA2F-1D536922BBF8}"/>
                </a:ext>
              </a:extLst>
            </p:cNvPr>
            <p:cNvSpPr>
              <a:spLocks noChangeArrowheads="1"/>
            </p:cNvSpPr>
            <p:nvPr/>
          </p:nvSpPr>
          <p:spPr bwMode="auto">
            <a:xfrm>
              <a:off x="4220" y="1022"/>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nvGrpSpPr>
            <p:cNvPr id="331" name="Group 960">
              <a:extLst>
                <a:ext uri="{FF2B5EF4-FFF2-40B4-BE49-F238E27FC236}">
                  <a16:creationId xmlns:a16="http://schemas.microsoft.com/office/drawing/2014/main" id="{848EC42A-6B0F-D74E-99AF-9287D4319DF2}"/>
                </a:ext>
              </a:extLst>
            </p:cNvPr>
            <p:cNvGrpSpPr>
              <a:grpSpLocks/>
            </p:cNvGrpSpPr>
            <p:nvPr/>
          </p:nvGrpSpPr>
          <p:grpSpPr bwMode="auto">
            <a:xfrm>
              <a:off x="4747" y="994"/>
              <a:ext cx="581" cy="134"/>
              <a:chOff x="614" y="2568"/>
              <a:chExt cx="725" cy="139"/>
            </a:xfrm>
          </p:grpSpPr>
          <p:sp>
            <p:nvSpPr>
              <p:cNvPr id="352" name="AutoShape 961">
                <a:extLst>
                  <a:ext uri="{FF2B5EF4-FFF2-40B4-BE49-F238E27FC236}">
                    <a16:creationId xmlns:a16="http://schemas.microsoft.com/office/drawing/2014/main" id="{5837F05C-C8FD-5D48-B46A-FAF46F8F6D0B}"/>
                  </a:ext>
                </a:extLst>
              </p:cNvPr>
              <p:cNvSpPr>
                <a:spLocks noChangeArrowheads="1"/>
              </p:cNvSpPr>
              <p:nvPr/>
            </p:nvSpPr>
            <p:spPr bwMode="auto">
              <a:xfrm>
                <a:off x="615" y="2564"/>
                <a:ext cx="721" cy="139"/>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53" name="AutoShape 962">
                <a:extLst>
                  <a:ext uri="{FF2B5EF4-FFF2-40B4-BE49-F238E27FC236}">
                    <a16:creationId xmlns:a16="http://schemas.microsoft.com/office/drawing/2014/main" id="{85884ACD-1556-C049-9208-BBD38D4BCBC0}"/>
                  </a:ext>
                </a:extLst>
              </p:cNvPr>
              <p:cNvSpPr>
                <a:spLocks noChangeArrowheads="1"/>
              </p:cNvSpPr>
              <p:nvPr/>
            </p:nvSpPr>
            <p:spPr bwMode="auto">
              <a:xfrm>
                <a:off x="628" y="2581"/>
                <a:ext cx="696"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332" name="Rectangle 963">
              <a:extLst>
                <a:ext uri="{FF2B5EF4-FFF2-40B4-BE49-F238E27FC236}">
                  <a16:creationId xmlns:a16="http://schemas.microsoft.com/office/drawing/2014/main" id="{BB3BDCEC-6ABC-7E44-B9C4-70680B6560C5}"/>
                </a:ext>
              </a:extLst>
            </p:cNvPr>
            <p:cNvSpPr>
              <a:spLocks noChangeArrowheads="1"/>
            </p:cNvSpPr>
            <p:nvPr/>
          </p:nvSpPr>
          <p:spPr bwMode="auto">
            <a:xfrm>
              <a:off x="4220" y="1354"/>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33" name="Rectangle 964">
              <a:extLst>
                <a:ext uri="{FF2B5EF4-FFF2-40B4-BE49-F238E27FC236}">
                  <a16:creationId xmlns:a16="http://schemas.microsoft.com/office/drawing/2014/main" id="{BF659529-BF75-D64D-A398-3F5F02E8D6F0}"/>
                </a:ext>
              </a:extLst>
            </p:cNvPr>
            <p:cNvSpPr>
              <a:spLocks noChangeArrowheads="1"/>
            </p:cNvSpPr>
            <p:nvPr/>
          </p:nvSpPr>
          <p:spPr bwMode="auto">
            <a:xfrm>
              <a:off x="4230" y="1655"/>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nvGrpSpPr>
            <p:cNvPr id="334" name="Group 965">
              <a:extLst>
                <a:ext uri="{FF2B5EF4-FFF2-40B4-BE49-F238E27FC236}">
                  <a16:creationId xmlns:a16="http://schemas.microsoft.com/office/drawing/2014/main" id="{08EED94E-296E-6944-AB01-4E0F74CF6006}"/>
                </a:ext>
              </a:extLst>
            </p:cNvPr>
            <p:cNvGrpSpPr>
              <a:grpSpLocks/>
            </p:cNvGrpSpPr>
            <p:nvPr/>
          </p:nvGrpSpPr>
          <p:grpSpPr bwMode="auto">
            <a:xfrm>
              <a:off x="4735" y="1627"/>
              <a:ext cx="582" cy="151"/>
              <a:chOff x="614" y="2568"/>
              <a:chExt cx="725" cy="139"/>
            </a:xfrm>
          </p:grpSpPr>
          <p:sp>
            <p:nvSpPr>
              <p:cNvPr id="350" name="AutoShape 966">
                <a:extLst>
                  <a:ext uri="{FF2B5EF4-FFF2-40B4-BE49-F238E27FC236}">
                    <a16:creationId xmlns:a16="http://schemas.microsoft.com/office/drawing/2014/main" id="{E45BC691-EDAB-5043-B974-6931BF4A1A74}"/>
                  </a:ext>
                </a:extLst>
              </p:cNvPr>
              <p:cNvSpPr>
                <a:spLocks noChangeArrowheads="1"/>
              </p:cNvSpPr>
              <p:nvPr/>
            </p:nvSpPr>
            <p:spPr bwMode="auto">
              <a:xfrm>
                <a:off x="618" y="2586"/>
                <a:ext cx="720" cy="12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51" name="AutoShape 967">
                <a:extLst>
                  <a:ext uri="{FF2B5EF4-FFF2-40B4-BE49-F238E27FC236}">
                    <a16:creationId xmlns:a16="http://schemas.microsoft.com/office/drawing/2014/main" id="{BC4BCC73-0226-7344-A90F-A319311EB05E}"/>
                  </a:ext>
                </a:extLst>
              </p:cNvPr>
              <p:cNvSpPr>
                <a:spLocks noChangeArrowheads="1"/>
              </p:cNvSpPr>
              <p:nvPr/>
            </p:nvSpPr>
            <p:spPr bwMode="auto">
              <a:xfrm>
                <a:off x="630" y="2586"/>
                <a:ext cx="695" cy="109"/>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335" name="Freeform 968">
              <a:extLst>
                <a:ext uri="{FF2B5EF4-FFF2-40B4-BE49-F238E27FC236}">
                  <a16:creationId xmlns:a16="http://schemas.microsoft.com/office/drawing/2014/main" id="{4D3CB3E6-04E9-DD42-A1E2-B9CFDE5F4080}"/>
                </a:ext>
              </a:extLst>
            </p:cNvPr>
            <p:cNvSpPr>
              <a:spLocks/>
            </p:cNvSpPr>
            <p:nvPr/>
          </p:nvSpPr>
          <p:spPr bwMode="auto">
            <a:xfrm>
              <a:off x="5288" y="1354"/>
              <a:ext cx="263" cy="188"/>
            </a:xfrm>
            <a:custGeom>
              <a:avLst/>
              <a:gdLst>
                <a:gd name="T0" fmla="*/ 2 w 328"/>
                <a:gd name="T1" fmla="*/ 0 h 226"/>
                <a:gd name="T2" fmla="*/ 14 w 328"/>
                <a:gd name="T3" fmla="*/ 10 h 226"/>
                <a:gd name="T4" fmla="*/ 14 w 328"/>
                <a:gd name="T5" fmla="*/ 17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336" name="Group 969">
              <a:extLst>
                <a:ext uri="{FF2B5EF4-FFF2-40B4-BE49-F238E27FC236}">
                  <a16:creationId xmlns:a16="http://schemas.microsoft.com/office/drawing/2014/main" id="{D3A85C8F-5C9D-004C-BED1-826FD6B7538B}"/>
                </a:ext>
              </a:extLst>
            </p:cNvPr>
            <p:cNvGrpSpPr>
              <a:grpSpLocks/>
            </p:cNvGrpSpPr>
            <p:nvPr/>
          </p:nvGrpSpPr>
          <p:grpSpPr bwMode="auto">
            <a:xfrm>
              <a:off x="4739" y="1327"/>
              <a:ext cx="582" cy="139"/>
              <a:chOff x="614" y="2568"/>
              <a:chExt cx="725" cy="139"/>
            </a:xfrm>
          </p:grpSpPr>
          <p:sp>
            <p:nvSpPr>
              <p:cNvPr id="348" name="AutoShape 970">
                <a:extLst>
                  <a:ext uri="{FF2B5EF4-FFF2-40B4-BE49-F238E27FC236}">
                    <a16:creationId xmlns:a16="http://schemas.microsoft.com/office/drawing/2014/main" id="{61DC189F-D857-CE49-9706-A99AFD074139}"/>
                  </a:ext>
                </a:extLst>
              </p:cNvPr>
              <p:cNvSpPr>
                <a:spLocks noChangeArrowheads="1"/>
              </p:cNvSpPr>
              <p:nvPr/>
            </p:nvSpPr>
            <p:spPr bwMode="auto">
              <a:xfrm>
                <a:off x="613" y="2571"/>
                <a:ext cx="732" cy="13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49" name="AutoShape 971">
                <a:extLst>
                  <a:ext uri="{FF2B5EF4-FFF2-40B4-BE49-F238E27FC236}">
                    <a16:creationId xmlns:a16="http://schemas.microsoft.com/office/drawing/2014/main" id="{8FED6611-7057-CD45-9474-CA215533CFCA}"/>
                  </a:ext>
                </a:extLst>
              </p:cNvPr>
              <p:cNvSpPr>
                <a:spLocks noChangeArrowheads="1"/>
              </p:cNvSpPr>
              <p:nvPr/>
            </p:nvSpPr>
            <p:spPr bwMode="auto">
              <a:xfrm>
                <a:off x="625" y="2587"/>
                <a:ext cx="720" cy="103"/>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337" name="Rectangle 972">
              <a:extLst>
                <a:ext uri="{FF2B5EF4-FFF2-40B4-BE49-F238E27FC236}">
                  <a16:creationId xmlns:a16="http://schemas.microsoft.com/office/drawing/2014/main" id="{043E3E2C-723D-CA49-8604-B8FA4FD29217}"/>
                </a:ext>
              </a:extLst>
            </p:cNvPr>
            <p:cNvSpPr>
              <a:spLocks noChangeArrowheads="1"/>
            </p:cNvSpPr>
            <p:nvPr/>
          </p:nvSpPr>
          <p:spPr bwMode="auto">
            <a:xfrm>
              <a:off x="5246" y="429"/>
              <a:ext cx="70" cy="2285"/>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38" name="Freeform 973">
              <a:extLst>
                <a:ext uri="{FF2B5EF4-FFF2-40B4-BE49-F238E27FC236}">
                  <a16:creationId xmlns:a16="http://schemas.microsoft.com/office/drawing/2014/main" id="{A7D59DBF-B240-2743-8F05-CD66521792A4}"/>
                </a:ext>
              </a:extLst>
            </p:cNvPr>
            <p:cNvSpPr>
              <a:spLocks/>
            </p:cNvSpPr>
            <p:nvPr/>
          </p:nvSpPr>
          <p:spPr bwMode="auto">
            <a:xfrm>
              <a:off x="5312" y="1007"/>
              <a:ext cx="237" cy="213"/>
            </a:xfrm>
            <a:custGeom>
              <a:avLst/>
              <a:gdLst>
                <a:gd name="T0" fmla="*/ 2 w 296"/>
                <a:gd name="T1" fmla="*/ 0 h 256"/>
                <a:gd name="T2" fmla="*/ 14 w 296"/>
                <a:gd name="T3" fmla="*/ 10 h 256"/>
                <a:gd name="T4" fmla="*/ 14 w 296"/>
                <a:gd name="T5" fmla="*/ 19 h 256"/>
                <a:gd name="T6" fmla="*/ 0 w 296"/>
                <a:gd name="T7" fmla="*/ 7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39" name="Freeform 974">
              <a:extLst>
                <a:ext uri="{FF2B5EF4-FFF2-40B4-BE49-F238E27FC236}">
                  <a16:creationId xmlns:a16="http://schemas.microsoft.com/office/drawing/2014/main" id="{782758E0-5FA1-2541-8957-4820DA264444}"/>
                </a:ext>
              </a:extLst>
            </p:cNvPr>
            <p:cNvSpPr>
              <a:spLocks/>
            </p:cNvSpPr>
            <p:nvPr/>
          </p:nvSpPr>
          <p:spPr bwMode="auto">
            <a:xfrm>
              <a:off x="5315" y="680"/>
              <a:ext cx="244" cy="240"/>
            </a:xfrm>
            <a:custGeom>
              <a:avLst/>
              <a:gdLst>
                <a:gd name="T0" fmla="*/ 0 w 304"/>
                <a:gd name="T1" fmla="*/ 0 h 288"/>
                <a:gd name="T2" fmla="*/ 14 w 304"/>
                <a:gd name="T3" fmla="*/ 13 h 288"/>
                <a:gd name="T4" fmla="*/ 13 w 304"/>
                <a:gd name="T5" fmla="*/ 23 h 288"/>
                <a:gd name="T6" fmla="*/ 2 w 304"/>
                <a:gd name="T7" fmla="*/ 1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40" name="Oval 975">
              <a:extLst>
                <a:ext uri="{FF2B5EF4-FFF2-40B4-BE49-F238E27FC236}">
                  <a16:creationId xmlns:a16="http://schemas.microsoft.com/office/drawing/2014/main" id="{E43434A9-1771-1841-B10D-00C68B13FB31}"/>
                </a:ext>
              </a:extLst>
            </p:cNvPr>
            <p:cNvSpPr>
              <a:spLocks noChangeArrowheads="1"/>
            </p:cNvSpPr>
            <p:nvPr/>
          </p:nvSpPr>
          <p:spPr bwMode="auto">
            <a:xfrm>
              <a:off x="5515" y="2611"/>
              <a:ext cx="50" cy="95"/>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41" name="Freeform 976">
              <a:extLst>
                <a:ext uri="{FF2B5EF4-FFF2-40B4-BE49-F238E27FC236}">
                  <a16:creationId xmlns:a16="http://schemas.microsoft.com/office/drawing/2014/main" id="{7F3BC29B-77D4-0345-BC99-5EBDE5178647}"/>
                </a:ext>
              </a:extLst>
            </p:cNvPr>
            <p:cNvSpPr>
              <a:spLocks/>
            </p:cNvSpPr>
            <p:nvPr/>
          </p:nvSpPr>
          <p:spPr bwMode="auto">
            <a:xfrm>
              <a:off x="5302" y="2614"/>
              <a:ext cx="245" cy="200"/>
            </a:xfrm>
            <a:custGeom>
              <a:avLst/>
              <a:gdLst>
                <a:gd name="T0" fmla="*/ 0 w 306"/>
                <a:gd name="T1" fmla="*/ 9 h 240"/>
                <a:gd name="T2" fmla="*/ 2 w 306"/>
                <a:gd name="T3" fmla="*/ 19 h 240"/>
                <a:gd name="T4" fmla="*/ 14 w 306"/>
                <a:gd name="T5" fmla="*/ 9 h 240"/>
                <a:gd name="T6" fmla="*/ 14 w 306"/>
                <a:gd name="T7" fmla="*/ 0 h 240"/>
                <a:gd name="T8" fmla="*/ 0 w 306"/>
                <a:gd name="T9" fmla="*/ 9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42" name="AutoShape 977">
              <a:extLst>
                <a:ext uri="{FF2B5EF4-FFF2-40B4-BE49-F238E27FC236}">
                  <a16:creationId xmlns:a16="http://schemas.microsoft.com/office/drawing/2014/main" id="{AB8C4D5D-D558-0E48-B735-10A1700F94AB}"/>
                </a:ext>
              </a:extLst>
            </p:cNvPr>
            <p:cNvSpPr>
              <a:spLocks noChangeArrowheads="1"/>
            </p:cNvSpPr>
            <p:nvPr/>
          </p:nvSpPr>
          <p:spPr bwMode="auto">
            <a:xfrm>
              <a:off x="4140" y="2675"/>
              <a:ext cx="1196" cy="150"/>
            </a:xfrm>
            <a:prstGeom prst="roundRect">
              <a:avLst>
                <a:gd name="adj" fmla="val 50000"/>
              </a:avLst>
            </a:prstGeom>
            <a:solidFill>
              <a:srgbClr val="DDDDDD"/>
            </a:solidFill>
            <a:ln w="9525">
              <a:solidFill>
                <a:schemeClr val="tx1"/>
              </a:solidFill>
              <a:round/>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43" name="AutoShape 978">
              <a:extLst>
                <a:ext uri="{FF2B5EF4-FFF2-40B4-BE49-F238E27FC236}">
                  <a16:creationId xmlns:a16="http://schemas.microsoft.com/office/drawing/2014/main" id="{A52E34C3-2A4E-6E43-AEAD-80E9029E9F40}"/>
                </a:ext>
              </a:extLst>
            </p:cNvPr>
            <p:cNvSpPr>
              <a:spLocks noChangeArrowheads="1"/>
            </p:cNvSpPr>
            <p:nvPr/>
          </p:nvSpPr>
          <p:spPr bwMode="auto">
            <a:xfrm>
              <a:off x="4210" y="2714"/>
              <a:ext cx="1066" cy="79"/>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44" name="Oval 979">
              <a:extLst>
                <a:ext uri="{FF2B5EF4-FFF2-40B4-BE49-F238E27FC236}">
                  <a16:creationId xmlns:a16="http://schemas.microsoft.com/office/drawing/2014/main" id="{CF996EB8-B8AF-1645-81FB-5C4480FC1083}"/>
                </a:ext>
              </a:extLst>
            </p:cNvPr>
            <p:cNvSpPr>
              <a:spLocks noChangeArrowheads="1"/>
            </p:cNvSpPr>
            <p:nvPr/>
          </p:nvSpPr>
          <p:spPr bwMode="auto">
            <a:xfrm>
              <a:off x="4309" y="2382"/>
              <a:ext cx="159"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45" name="Oval 980">
              <a:extLst>
                <a:ext uri="{FF2B5EF4-FFF2-40B4-BE49-F238E27FC236}">
                  <a16:creationId xmlns:a16="http://schemas.microsoft.com/office/drawing/2014/main" id="{6ABBF416-3D25-A54A-B9CB-9BC7B8D8BD14}"/>
                </a:ext>
              </a:extLst>
            </p:cNvPr>
            <p:cNvSpPr>
              <a:spLocks noChangeArrowheads="1"/>
            </p:cNvSpPr>
            <p:nvPr/>
          </p:nvSpPr>
          <p:spPr bwMode="auto">
            <a:xfrm>
              <a:off x="4489" y="2382"/>
              <a:ext cx="159" cy="142"/>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altLang="en-US" sz="1800" b="0" i="0" u="none" strike="noStrike" kern="1200" cap="none" spc="0" normalizeH="0" baseline="0" noProof="0" dirty="0">
                <a:ln>
                  <a:noFill/>
                </a:ln>
                <a:solidFill>
                  <a:srgbClr val="FF0000"/>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46" name="Oval 981">
              <a:extLst>
                <a:ext uri="{FF2B5EF4-FFF2-40B4-BE49-F238E27FC236}">
                  <a16:creationId xmlns:a16="http://schemas.microsoft.com/office/drawing/2014/main" id="{BEBFB614-43B9-5A4B-8E5D-794244BE125E}"/>
                </a:ext>
              </a:extLst>
            </p:cNvPr>
            <p:cNvSpPr>
              <a:spLocks noChangeArrowheads="1"/>
            </p:cNvSpPr>
            <p:nvPr/>
          </p:nvSpPr>
          <p:spPr bwMode="auto">
            <a:xfrm>
              <a:off x="4658" y="2382"/>
              <a:ext cx="159"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47" name="Rectangle 982">
              <a:extLst>
                <a:ext uri="{FF2B5EF4-FFF2-40B4-BE49-F238E27FC236}">
                  <a16:creationId xmlns:a16="http://schemas.microsoft.com/office/drawing/2014/main" id="{C5CE1C8E-4047-8540-B7FB-EBAB3DBC6460}"/>
                </a:ext>
              </a:extLst>
            </p:cNvPr>
            <p:cNvSpPr>
              <a:spLocks noChangeArrowheads="1"/>
            </p:cNvSpPr>
            <p:nvPr/>
          </p:nvSpPr>
          <p:spPr bwMode="auto">
            <a:xfrm>
              <a:off x="5067" y="1837"/>
              <a:ext cx="80" cy="759"/>
            </a:xfrm>
            <a:prstGeom prst="rect">
              <a:avLst/>
            </a:prstGeom>
            <a:solidFill>
              <a:srgbClr val="292929"/>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grpSp>
        <p:nvGrpSpPr>
          <p:cNvPr id="484" name="Group 950">
            <a:extLst>
              <a:ext uri="{FF2B5EF4-FFF2-40B4-BE49-F238E27FC236}">
                <a16:creationId xmlns:a16="http://schemas.microsoft.com/office/drawing/2014/main" id="{7CEBBAF6-579E-3943-B1EB-BB883618D6D9}"/>
              </a:ext>
            </a:extLst>
          </p:cNvPr>
          <p:cNvGrpSpPr>
            <a:grpSpLocks/>
          </p:cNvGrpSpPr>
          <p:nvPr/>
        </p:nvGrpSpPr>
        <p:grpSpPr bwMode="auto">
          <a:xfrm>
            <a:off x="10002508" y="5616400"/>
            <a:ext cx="214974" cy="403920"/>
            <a:chOff x="4140" y="429"/>
            <a:chExt cx="1425" cy="2396"/>
          </a:xfrm>
        </p:grpSpPr>
        <p:sp>
          <p:nvSpPr>
            <p:cNvPr id="485" name="Freeform 951">
              <a:extLst>
                <a:ext uri="{FF2B5EF4-FFF2-40B4-BE49-F238E27FC236}">
                  <a16:creationId xmlns:a16="http://schemas.microsoft.com/office/drawing/2014/main" id="{984581C6-7CED-A042-809F-11066F04B55E}"/>
                </a:ext>
              </a:extLst>
            </p:cNvPr>
            <p:cNvSpPr>
              <a:spLocks/>
            </p:cNvSpPr>
            <p:nvPr/>
          </p:nvSpPr>
          <p:spPr bwMode="auto">
            <a:xfrm>
              <a:off x="5268" y="433"/>
              <a:ext cx="283" cy="2286"/>
            </a:xfrm>
            <a:custGeom>
              <a:avLst/>
              <a:gdLst>
                <a:gd name="T0" fmla="*/ 3 w 354"/>
                <a:gd name="T1" fmla="*/ 0 h 2742"/>
                <a:gd name="T2" fmla="*/ 15 w 354"/>
                <a:gd name="T3" fmla="*/ 27 h 2742"/>
                <a:gd name="T4" fmla="*/ 15 w 354"/>
                <a:gd name="T5" fmla="*/ 205 h 2742"/>
                <a:gd name="T6" fmla="*/ 0 w 354"/>
                <a:gd name="T7" fmla="*/ 215 h 2742"/>
                <a:gd name="T8" fmla="*/ 3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86" name="Rectangle 952">
              <a:extLst>
                <a:ext uri="{FF2B5EF4-FFF2-40B4-BE49-F238E27FC236}">
                  <a16:creationId xmlns:a16="http://schemas.microsoft.com/office/drawing/2014/main" id="{0E0A78D4-7C3B-2143-AE69-FA504AD75E5E}"/>
                </a:ext>
              </a:extLst>
            </p:cNvPr>
            <p:cNvSpPr>
              <a:spLocks noChangeArrowheads="1"/>
            </p:cNvSpPr>
            <p:nvPr/>
          </p:nvSpPr>
          <p:spPr bwMode="auto">
            <a:xfrm>
              <a:off x="4210" y="429"/>
              <a:ext cx="1046" cy="2285"/>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87" name="Freeform 953">
              <a:extLst>
                <a:ext uri="{FF2B5EF4-FFF2-40B4-BE49-F238E27FC236}">
                  <a16:creationId xmlns:a16="http://schemas.microsoft.com/office/drawing/2014/main" id="{B0C7F238-A8B7-7443-8BA5-8939FF6B5572}"/>
                </a:ext>
              </a:extLst>
            </p:cNvPr>
            <p:cNvSpPr>
              <a:spLocks/>
            </p:cNvSpPr>
            <p:nvPr/>
          </p:nvSpPr>
          <p:spPr bwMode="auto">
            <a:xfrm>
              <a:off x="5321" y="570"/>
              <a:ext cx="169" cy="2115"/>
            </a:xfrm>
            <a:custGeom>
              <a:avLst/>
              <a:gdLst>
                <a:gd name="T0" fmla="*/ 2 w 211"/>
                <a:gd name="T1" fmla="*/ 0 h 2537"/>
                <a:gd name="T2" fmla="*/ 9 w 211"/>
                <a:gd name="T3" fmla="*/ 18 h 2537"/>
                <a:gd name="T4" fmla="*/ 2 w 211"/>
                <a:gd name="T5" fmla="*/ 19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88" name="Freeform 954">
              <a:extLst>
                <a:ext uri="{FF2B5EF4-FFF2-40B4-BE49-F238E27FC236}">
                  <a16:creationId xmlns:a16="http://schemas.microsoft.com/office/drawing/2014/main" id="{6F90FD17-11E4-EE4F-AF2F-7122C053E0C1}"/>
                </a:ext>
              </a:extLst>
            </p:cNvPr>
            <p:cNvSpPr>
              <a:spLocks/>
            </p:cNvSpPr>
            <p:nvPr/>
          </p:nvSpPr>
          <p:spPr bwMode="auto">
            <a:xfrm>
              <a:off x="5284" y="1640"/>
              <a:ext cx="263" cy="189"/>
            </a:xfrm>
            <a:custGeom>
              <a:avLst/>
              <a:gdLst>
                <a:gd name="T0" fmla="*/ 2 w 328"/>
                <a:gd name="T1" fmla="*/ 0 h 226"/>
                <a:gd name="T2" fmla="*/ 14 w 328"/>
                <a:gd name="T3" fmla="*/ 11 h 226"/>
                <a:gd name="T4" fmla="*/ 14 w 328"/>
                <a:gd name="T5" fmla="*/ 19 h 226"/>
                <a:gd name="T6" fmla="*/ 0 w 328"/>
                <a:gd name="T7" fmla="*/ 8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89" name="Rectangle 955">
              <a:extLst>
                <a:ext uri="{FF2B5EF4-FFF2-40B4-BE49-F238E27FC236}">
                  <a16:creationId xmlns:a16="http://schemas.microsoft.com/office/drawing/2014/main" id="{53A75298-B138-094F-9787-1B231F48063D}"/>
                </a:ext>
              </a:extLst>
            </p:cNvPr>
            <p:cNvSpPr>
              <a:spLocks noChangeArrowheads="1"/>
            </p:cNvSpPr>
            <p:nvPr/>
          </p:nvSpPr>
          <p:spPr bwMode="auto">
            <a:xfrm>
              <a:off x="4210" y="690"/>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nvGrpSpPr>
            <p:cNvPr id="490" name="Group 956">
              <a:extLst>
                <a:ext uri="{FF2B5EF4-FFF2-40B4-BE49-F238E27FC236}">
                  <a16:creationId xmlns:a16="http://schemas.microsoft.com/office/drawing/2014/main" id="{AD456B50-CD82-6F4C-9CF1-09ABBC571C85}"/>
                </a:ext>
              </a:extLst>
            </p:cNvPr>
            <p:cNvGrpSpPr>
              <a:grpSpLocks/>
            </p:cNvGrpSpPr>
            <p:nvPr/>
          </p:nvGrpSpPr>
          <p:grpSpPr bwMode="auto">
            <a:xfrm>
              <a:off x="4749" y="668"/>
              <a:ext cx="581" cy="145"/>
              <a:chOff x="614" y="2568"/>
              <a:chExt cx="725" cy="139"/>
            </a:xfrm>
          </p:grpSpPr>
          <p:sp>
            <p:nvSpPr>
              <p:cNvPr id="515" name="AutoShape 957">
                <a:extLst>
                  <a:ext uri="{FF2B5EF4-FFF2-40B4-BE49-F238E27FC236}">
                    <a16:creationId xmlns:a16="http://schemas.microsoft.com/office/drawing/2014/main" id="{4C074F81-A723-5F4E-9479-CE1CDCFBCB88}"/>
                  </a:ext>
                </a:extLst>
              </p:cNvPr>
              <p:cNvSpPr>
                <a:spLocks noChangeArrowheads="1"/>
              </p:cNvSpPr>
              <p:nvPr/>
            </p:nvSpPr>
            <p:spPr bwMode="auto">
              <a:xfrm>
                <a:off x="613" y="2566"/>
                <a:ext cx="721" cy="14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516" name="AutoShape 958">
                <a:extLst>
                  <a:ext uri="{FF2B5EF4-FFF2-40B4-BE49-F238E27FC236}">
                    <a16:creationId xmlns:a16="http://schemas.microsoft.com/office/drawing/2014/main" id="{4DE71513-1E1D-B644-992C-AE6AB0DB1197}"/>
                  </a:ext>
                </a:extLst>
              </p:cNvPr>
              <p:cNvSpPr>
                <a:spLocks noChangeArrowheads="1"/>
              </p:cNvSpPr>
              <p:nvPr/>
            </p:nvSpPr>
            <p:spPr bwMode="auto">
              <a:xfrm>
                <a:off x="625" y="2581"/>
                <a:ext cx="696" cy="11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491" name="Rectangle 959">
              <a:extLst>
                <a:ext uri="{FF2B5EF4-FFF2-40B4-BE49-F238E27FC236}">
                  <a16:creationId xmlns:a16="http://schemas.microsoft.com/office/drawing/2014/main" id="{05D448DB-B3CB-C64D-8C4B-72D790DFFD42}"/>
                </a:ext>
              </a:extLst>
            </p:cNvPr>
            <p:cNvSpPr>
              <a:spLocks noChangeArrowheads="1"/>
            </p:cNvSpPr>
            <p:nvPr/>
          </p:nvSpPr>
          <p:spPr bwMode="auto">
            <a:xfrm>
              <a:off x="4220" y="1022"/>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nvGrpSpPr>
            <p:cNvPr id="492" name="Group 960">
              <a:extLst>
                <a:ext uri="{FF2B5EF4-FFF2-40B4-BE49-F238E27FC236}">
                  <a16:creationId xmlns:a16="http://schemas.microsoft.com/office/drawing/2014/main" id="{9CDEBDA5-A066-D749-B9E9-47DB05253D32}"/>
                </a:ext>
              </a:extLst>
            </p:cNvPr>
            <p:cNvGrpSpPr>
              <a:grpSpLocks/>
            </p:cNvGrpSpPr>
            <p:nvPr/>
          </p:nvGrpSpPr>
          <p:grpSpPr bwMode="auto">
            <a:xfrm>
              <a:off x="4747" y="994"/>
              <a:ext cx="581" cy="134"/>
              <a:chOff x="614" y="2568"/>
              <a:chExt cx="725" cy="139"/>
            </a:xfrm>
          </p:grpSpPr>
          <p:sp>
            <p:nvSpPr>
              <p:cNvPr id="513" name="AutoShape 961">
                <a:extLst>
                  <a:ext uri="{FF2B5EF4-FFF2-40B4-BE49-F238E27FC236}">
                    <a16:creationId xmlns:a16="http://schemas.microsoft.com/office/drawing/2014/main" id="{8E73CA32-EF58-EA45-A4FE-37E560EBE8C6}"/>
                  </a:ext>
                </a:extLst>
              </p:cNvPr>
              <p:cNvSpPr>
                <a:spLocks noChangeArrowheads="1"/>
              </p:cNvSpPr>
              <p:nvPr/>
            </p:nvSpPr>
            <p:spPr bwMode="auto">
              <a:xfrm>
                <a:off x="615" y="2564"/>
                <a:ext cx="721" cy="139"/>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514" name="AutoShape 962">
                <a:extLst>
                  <a:ext uri="{FF2B5EF4-FFF2-40B4-BE49-F238E27FC236}">
                    <a16:creationId xmlns:a16="http://schemas.microsoft.com/office/drawing/2014/main" id="{2E2C05F9-1F42-CF46-83F8-339E874CF6FB}"/>
                  </a:ext>
                </a:extLst>
              </p:cNvPr>
              <p:cNvSpPr>
                <a:spLocks noChangeArrowheads="1"/>
              </p:cNvSpPr>
              <p:nvPr/>
            </p:nvSpPr>
            <p:spPr bwMode="auto">
              <a:xfrm>
                <a:off x="628" y="2581"/>
                <a:ext cx="696"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493" name="Rectangle 963">
              <a:extLst>
                <a:ext uri="{FF2B5EF4-FFF2-40B4-BE49-F238E27FC236}">
                  <a16:creationId xmlns:a16="http://schemas.microsoft.com/office/drawing/2014/main" id="{D2B5715C-9E55-D04D-BD32-A700B9DCC1E1}"/>
                </a:ext>
              </a:extLst>
            </p:cNvPr>
            <p:cNvSpPr>
              <a:spLocks noChangeArrowheads="1"/>
            </p:cNvSpPr>
            <p:nvPr/>
          </p:nvSpPr>
          <p:spPr bwMode="auto">
            <a:xfrm>
              <a:off x="4220" y="1354"/>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94" name="Rectangle 964">
              <a:extLst>
                <a:ext uri="{FF2B5EF4-FFF2-40B4-BE49-F238E27FC236}">
                  <a16:creationId xmlns:a16="http://schemas.microsoft.com/office/drawing/2014/main" id="{3A8FF8A7-C248-1B42-80FA-051974D95224}"/>
                </a:ext>
              </a:extLst>
            </p:cNvPr>
            <p:cNvSpPr>
              <a:spLocks noChangeArrowheads="1"/>
            </p:cNvSpPr>
            <p:nvPr/>
          </p:nvSpPr>
          <p:spPr bwMode="auto">
            <a:xfrm>
              <a:off x="4230" y="1655"/>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nvGrpSpPr>
            <p:cNvPr id="495" name="Group 965">
              <a:extLst>
                <a:ext uri="{FF2B5EF4-FFF2-40B4-BE49-F238E27FC236}">
                  <a16:creationId xmlns:a16="http://schemas.microsoft.com/office/drawing/2014/main" id="{8E71E5B0-A3F5-D344-B255-99112EB195F7}"/>
                </a:ext>
              </a:extLst>
            </p:cNvPr>
            <p:cNvGrpSpPr>
              <a:grpSpLocks/>
            </p:cNvGrpSpPr>
            <p:nvPr/>
          </p:nvGrpSpPr>
          <p:grpSpPr bwMode="auto">
            <a:xfrm>
              <a:off x="4735" y="1627"/>
              <a:ext cx="582" cy="151"/>
              <a:chOff x="614" y="2568"/>
              <a:chExt cx="725" cy="139"/>
            </a:xfrm>
          </p:grpSpPr>
          <p:sp>
            <p:nvSpPr>
              <p:cNvPr id="511" name="AutoShape 966">
                <a:extLst>
                  <a:ext uri="{FF2B5EF4-FFF2-40B4-BE49-F238E27FC236}">
                    <a16:creationId xmlns:a16="http://schemas.microsoft.com/office/drawing/2014/main" id="{A2F22898-EA39-FB4D-B255-ABCB1B7C1663}"/>
                  </a:ext>
                </a:extLst>
              </p:cNvPr>
              <p:cNvSpPr>
                <a:spLocks noChangeArrowheads="1"/>
              </p:cNvSpPr>
              <p:nvPr/>
            </p:nvSpPr>
            <p:spPr bwMode="auto">
              <a:xfrm>
                <a:off x="618" y="2586"/>
                <a:ext cx="720" cy="12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512" name="AutoShape 967">
                <a:extLst>
                  <a:ext uri="{FF2B5EF4-FFF2-40B4-BE49-F238E27FC236}">
                    <a16:creationId xmlns:a16="http://schemas.microsoft.com/office/drawing/2014/main" id="{FBF034BA-270B-6F40-B57B-8A19ABF2818D}"/>
                  </a:ext>
                </a:extLst>
              </p:cNvPr>
              <p:cNvSpPr>
                <a:spLocks noChangeArrowheads="1"/>
              </p:cNvSpPr>
              <p:nvPr/>
            </p:nvSpPr>
            <p:spPr bwMode="auto">
              <a:xfrm>
                <a:off x="630" y="2586"/>
                <a:ext cx="695" cy="109"/>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496" name="Freeform 968">
              <a:extLst>
                <a:ext uri="{FF2B5EF4-FFF2-40B4-BE49-F238E27FC236}">
                  <a16:creationId xmlns:a16="http://schemas.microsoft.com/office/drawing/2014/main" id="{C6616798-D999-124B-8365-0FF6B1AC6B22}"/>
                </a:ext>
              </a:extLst>
            </p:cNvPr>
            <p:cNvSpPr>
              <a:spLocks/>
            </p:cNvSpPr>
            <p:nvPr/>
          </p:nvSpPr>
          <p:spPr bwMode="auto">
            <a:xfrm>
              <a:off x="5288" y="1354"/>
              <a:ext cx="263" cy="188"/>
            </a:xfrm>
            <a:custGeom>
              <a:avLst/>
              <a:gdLst>
                <a:gd name="T0" fmla="*/ 2 w 328"/>
                <a:gd name="T1" fmla="*/ 0 h 226"/>
                <a:gd name="T2" fmla="*/ 14 w 328"/>
                <a:gd name="T3" fmla="*/ 10 h 226"/>
                <a:gd name="T4" fmla="*/ 14 w 328"/>
                <a:gd name="T5" fmla="*/ 17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497" name="Group 969">
              <a:extLst>
                <a:ext uri="{FF2B5EF4-FFF2-40B4-BE49-F238E27FC236}">
                  <a16:creationId xmlns:a16="http://schemas.microsoft.com/office/drawing/2014/main" id="{0D2B7299-399C-9748-80B1-8B82EA570848}"/>
                </a:ext>
              </a:extLst>
            </p:cNvPr>
            <p:cNvGrpSpPr>
              <a:grpSpLocks/>
            </p:cNvGrpSpPr>
            <p:nvPr/>
          </p:nvGrpSpPr>
          <p:grpSpPr bwMode="auto">
            <a:xfrm>
              <a:off x="4739" y="1327"/>
              <a:ext cx="582" cy="139"/>
              <a:chOff x="614" y="2568"/>
              <a:chExt cx="725" cy="139"/>
            </a:xfrm>
          </p:grpSpPr>
          <p:sp>
            <p:nvSpPr>
              <p:cNvPr id="509" name="AutoShape 970">
                <a:extLst>
                  <a:ext uri="{FF2B5EF4-FFF2-40B4-BE49-F238E27FC236}">
                    <a16:creationId xmlns:a16="http://schemas.microsoft.com/office/drawing/2014/main" id="{791F8FFE-36CE-5D47-899C-7B6F5471D9AF}"/>
                  </a:ext>
                </a:extLst>
              </p:cNvPr>
              <p:cNvSpPr>
                <a:spLocks noChangeArrowheads="1"/>
              </p:cNvSpPr>
              <p:nvPr/>
            </p:nvSpPr>
            <p:spPr bwMode="auto">
              <a:xfrm>
                <a:off x="613" y="2571"/>
                <a:ext cx="732" cy="13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510" name="AutoShape 971">
                <a:extLst>
                  <a:ext uri="{FF2B5EF4-FFF2-40B4-BE49-F238E27FC236}">
                    <a16:creationId xmlns:a16="http://schemas.microsoft.com/office/drawing/2014/main" id="{96614370-C84C-644E-AF93-94853FD47AF1}"/>
                  </a:ext>
                </a:extLst>
              </p:cNvPr>
              <p:cNvSpPr>
                <a:spLocks noChangeArrowheads="1"/>
              </p:cNvSpPr>
              <p:nvPr/>
            </p:nvSpPr>
            <p:spPr bwMode="auto">
              <a:xfrm>
                <a:off x="625" y="2587"/>
                <a:ext cx="720" cy="103"/>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498" name="Rectangle 972">
              <a:extLst>
                <a:ext uri="{FF2B5EF4-FFF2-40B4-BE49-F238E27FC236}">
                  <a16:creationId xmlns:a16="http://schemas.microsoft.com/office/drawing/2014/main" id="{3024E21F-4580-974D-A923-DBF7106EF158}"/>
                </a:ext>
              </a:extLst>
            </p:cNvPr>
            <p:cNvSpPr>
              <a:spLocks noChangeArrowheads="1"/>
            </p:cNvSpPr>
            <p:nvPr/>
          </p:nvSpPr>
          <p:spPr bwMode="auto">
            <a:xfrm>
              <a:off x="5246" y="429"/>
              <a:ext cx="70" cy="2285"/>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99" name="Freeform 973">
              <a:extLst>
                <a:ext uri="{FF2B5EF4-FFF2-40B4-BE49-F238E27FC236}">
                  <a16:creationId xmlns:a16="http://schemas.microsoft.com/office/drawing/2014/main" id="{355CC750-A436-114A-B13D-15B18BE0099A}"/>
                </a:ext>
              </a:extLst>
            </p:cNvPr>
            <p:cNvSpPr>
              <a:spLocks/>
            </p:cNvSpPr>
            <p:nvPr/>
          </p:nvSpPr>
          <p:spPr bwMode="auto">
            <a:xfrm>
              <a:off x="5312" y="1007"/>
              <a:ext cx="237" cy="213"/>
            </a:xfrm>
            <a:custGeom>
              <a:avLst/>
              <a:gdLst>
                <a:gd name="T0" fmla="*/ 2 w 296"/>
                <a:gd name="T1" fmla="*/ 0 h 256"/>
                <a:gd name="T2" fmla="*/ 14 w 296"/>
                <a:gd name="T3" fmla="*/ 10 h 256"/>
                <a:gd name="T4" fmla="*/ 14 w 296"/>
                <a:gd name="T5" fmla="*/ 19 h 256"/>
                <a:gd name="T6" fmla="*/ 0 w 296"/>
                <a:gd name="T7" fmla="*/ 7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00" name="Freeform 974">
              <a:extLst>
                <a:ext uri="{FF2B5EF4-FFF2-40B4-BE49-F238E27FC236}">
                  <a16:creationId xmlns:a16="http://schemas.microsoft.com/office/drawing/2014/main" id="{D88AEB08-419C-994D-B9AF-2D260494D178}"/>
                </a:ext>
              </a:extLst>
            </p:cNvPr>
            <p:cNvSpPr>
              <a:spLocks/>
            </p:cNvSpPr>
            <p:nvPr/>
          </p:nvSpPr>
          <p:spPr bwMode="auto">
            <a:xfrm>
              <a:off x="5315" y="680"/>
              <a:ext cx="244" cy="240"/>
            </a:xfrm>
            <a:custGeom>
              <a:avLst/>
              <a:gdLst>
                <a:gd name="T0" fmla="*/ 0 w 304"/>
                <a:gd name="T1" fmla="*/ 0 h 288"/>
                <a:gd name="T2" fmla="*/ 14 w 304"/>
                <a:gd name="T3" fmla="*/ 13 h 288"/>
                <a:gd name="T4" fmla="*/ 13 w 304"/>
                <a:gd name="T5" fmla="*/ 23 h 288"/>
                <a:gd name="T6" fmla="*/ 2 w 304"/>
                <a:gd name="T7" fmla="*/ 1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01" name="Oval 975">
              <a:extLst>
                <a:ext uri="{FF2B5EF4-FFF2-40B4-BE49-F238E27FC236}">
                  <a16:creationId xmlns:a16="http://schemas.microsoft.com/office/drawing/2014/main" id="{A70DC3D0-7F41-FB4E-BF25-4A8051E0D90D}"/>
                </a:ext>
              </a:extLst>
            </p:cNvPr>
            <p:cNvSpPr>
              <a:spLocks noChangeArrowheads="1"/>
            </p:cNvSpPr>
            <p:nvPr/>
          </p:nvSpPr>
          <p:spPr bwMode="auto">
            <a:xfrm>
              <a:off x="5515" y="2611"/>
              <a:ext cx="50" cy="95"/>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502" name="Freeform 976">
              <a:extLst>
                <a:ext uri="{FF2B5EF4-FFF2-40B4-BE49-F238E27FC236}">
                  <a16:creationId xmlns:a16="http://schemas.microsoft.com/office/drawing/2014/main" id="{00011472-61BE-7D4E-BF36-C4C4F0A5D727}"/>
                </a:ext>
              </a:extLst>
            </p:cNvPr>
            <p:cNvSpPr>
              <a:spLocks/>
            </p:cNvSpPr>
            <p:nvPr/>
          </p:nvSpPr>
          <p:spPr bwMode="auto">
            <a:xfrm>
              <a:off x="5302" y="2614"/>
              <a:ext cx="245" cy="200"/>
            </a:xfrm>
            <a:custGeom>
              <a:avLst/>
              <a:gdLst>
                <a:gd name="T0" fmla="*/ 0 w 306"/>
                <a:gd name="T1" fmla="*/ 9 h 240"/>
                <a:gd name="T2" fmla="*/ 2 w 306"/>
                <a:gd name="T3" fmla="*/ 19 h 240"/>
                <a:gd name="T4" fmla="*/ 14 w 306"/>
                <a:gd name="T5" fmla="*/ 9 h 240"/>
                <a:gd name="T6" fmla="*/ 14 w 306"/>
                <a:gd name="T7" fmla="*/ 0 h 240"/>
                <a:gd name="T8" fmla="*/ 0 w 306"/>
                <a:gd name="T9" fmla="*/ 9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03" name="AutoShape 977">
              <a:extLst>
                <a:ext uri="{FF2B5EF4-FFF2-40B4-BE49-F238E27FC236}">
                  <a16:creationId xmlns:a16="http://schemas.microsoft.com/office/drawing/2014/main" id="{369D2889-1BFC-A340-B67F-54F258D6F1F5}"/>
                </a:ext>
              </a:extLst>
            </p:cNvPr>
            <p:cNvSpPr>
              <a:spLocks noChangeArrowheads="1"/>
            </p:cNvSpPr>
            <p:nvPr/>
          </p:nvSpPr>
          <p:spPr bwMode="auto">
            <a:xfrm>
              <a:off x="4140" y="2675"/>
              <a:ext cx="1196" cy="150"/>
            </a:xfrm>
            <a:prstGeom prst="roundRect">
              <a:avLst>
                <a:gd name="adj" fmla="val 50000"/>
              </a:avLst>
            </a:prstGeom>
            <a:solidFill>
              <a:srgbClr val="DDDDDD"/>
            </a:solidFill>
            <a:ln w="9525">
              <a:solidFill>
                <a:schemeClr val="tx1"/>
              </a:solidFill>
              <a:round/>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504" name="AutoShape 978">
              <a:extLst>
                <a:ext uri="{FF2B5EF4-FFF2-40B4-BE49-F238E27FC236}">
                  <a16:creationId xmlns:a16="http://schemas.microsoft.com/office/drawing/2014/main" id="{CEFA09E5-3186-4445-AD94-60C0E15196AC}"/>
                </a:ext>
              </a:extLst>
            </p:cNvPr>
            <p:cNvSpPr>
              <a:spLocks noChangeArrowheads="1"/>
            </p:cNvSpPr>
            <p:nvPr/>
          </p:nvSpPr>
          <p:spPr bwMode="auto">
            <a:xfrm>
              <a:off x="4210" y="2714"/>
              <a:ext cx="1066" cy="79"/>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505" name="Oval 979">
              <a:extLst>
                <a:ext uri="{FF2B5EF4-FFF2-40B4-BE49-F238E27FC236}">
                  <a16:creationId xmlns:a16="http://schemas.microsoft.com/office/drawing/2014/main" id="{9AFADA62-C3CB-594F-8048-88710642763B}"/>
                </a:ext>
              </a:extLst>
            </p:cNvPr>
            <p:cNvSpPr>
              <a:spLocks noChangeArrowheads="1"/>
            </p:cNvSpPr>
            <p:nvPr/>
          </p:nvSpPr>
          <p:spPr bwMode="auto">
            <a:xfrm>
              <a:off x="4309" y="2382"/>
              <a:ext cx="159"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506" name="Oval 980">
              <a:extLst>
                <a:ext uri="{FF2B5EF4-FFF2-40B4-BE49-F238E27FC236}">
                  <a16:creationId xmlns:a16="http://schemas.microsoft.com/office/drawing/2014/main" id="{C82FFABC-4C4C-6243-9D2D-3C99FBC51814}"/>
                </a:ext>
              </a:extLst>
            </p:cNvPr>
            <p:cNvSpPr>
              <a:spLocks noChangeArrowheads="1"/>
            </p:cNvSpPr>
            <p:nvPr/>
          </p:nvSpPr>
          <p:spPr bwMode="auto">
            <a:xfrm>
              <a:off x="4489" y="2382"/>
              <a:ext cx="159" cy="142"/>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altLang="en-US" sz="1800" b="0" i="0" u="none" strike="noStrike" kern="1200" cap="none" spc="0" normalizeH="0" baseline="0" noProof="0" dirty="0">
                <a:ln>
                  <a:noFill/>
                </a:ln>
                <a:solidFill>
                  <a:srgbClr val="FF0000"/>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507" name="Oval 981">
              <a:extLst>
                <a:ext uri="{FF2B5EF4-FFF2-40B4-BE49-F238E27FC236}">
                  <a16:creationId xmlns:a16="http://schemas.microsoft.com/office/drawing/2014/main" id="{C0EFDD4D-FB5A-6D4E-97DD-CFA89D4A9696}"/>
                </a:ext>
              </a:extLst>
            </p:cNvPr>
            <p:cNvSpPr>
              <a:spLocks noChangeArrowheads="1"/>
            </p:cNvSpPr>
            <p:nvPr/>
          </p:nvSpPr>
          <p:spPr bwMode="auto">
            <a:xfrm>
              <a:off x="4658" y="2382"/>
              <a:ext cx="159"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508" name="Rectangle 982">
              <a:extLst>
                <a:ext uri="{FF2B5EF4-FFF2-40B4-BE49-F238E27FC236}">
                  <a16:creationId xmlns:a16="http://schemas.microsoft.com/office/drawing/2014/main" id="{99A1B872-581F-BE49-AADF-3A6775C166D0}"/>
                </a:ext>
              </a:extLst>
            </p:cNvPr>
            <p:cNvSpPr>
              <a:spLocks noChangeArrowheads="1"/>
            </p:cNvSpPr>
            <p:nvPr/>
          </p:nvSpPr>
          <p:spPr bwMode="auto">
            <a:xfrm>
              <a:off x="5067" y="1837"/>
              <a:ext cx="80" cy="759"/>
            </a:xfrm>
            <a:prstGeom prst="rect">
              <a:avLst/>
            </a:prstGeom>
            <a:solidFill>
              <a:srgbClr val="292929"/>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grpSp>
        <p:nvGrpSpPr>
          <p:cNvPr id="193" name="Group 192">
            <a:extLst>
              <a:ext uri="{FF2B5EF4-FFF2-40B4-BE49-F238E27FC236}">
                <a16:creationId xmlns:a16="http://schemas.microsoft.com/office/drawing/2014/main" id="{E38FF4C3-D0A2-D548-89C0-C35D3E53032F}"/>
              </a:ext>
            </a:extLst>
          </p:cNvPr>
          <p:cNvGrpSpPr/>
          <p:nvPr/>
        </p:nvGrpSpPr>
        <p:grpSpPr>
          <a:xfrm>
            <a:off x="9098788" y="3956624"/>
            <a:ext cx="367224" cy="240304"/>
            <a:chOff x="7493876" y="2774731"/>
            <a:chExt cx="1481958" cy="894622"/>
          </a:xfrm>
        </p:grpSpPr>
        <p:sp>
          <p:nvSpPr>
            <p:cNvPr id="194" name="Freeform 193">
              <a:extLst>
                <a:ext uri="{FF2B5EF4-FFF2-40B4-BE49-F238E27FC236}">
                  <a16:creationId xmlns:a16="http://schemas.microsoft.com/office/drawing/2014/main" id="{027716F5-6A2D-404B-ADB2-50CDACB02062}"/>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95" name="Oval 194">
              <a:extLst>
                <a:ext uri="{FF2B5EF4-FFF2-40B4-BE49-F238E27FC236}">
                  <a16:creationId xmlns:a16="http://schemas.microsoft.com/office/drawing/2014/main" id="{C3297389-072E-FE41-B64F-4D54440AB368}"/>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196" name="Group 195">
              <a:extLst>
                <a:ext uri="{FF2B5EF4-FFF2-40B4-BE49-F238E27FC236}">
                  <a16:creationId xmlns:a16="http://schemas.microsoft.com/office/drawing/2014/main" id="{36323224-311B-EE47-BE36-F2BE4EA6BC7F}"/>
                </a:ext>
              </a:extLst>
            </p:cNvPr>
            <p:cNvGrpSpPr/>
            <p:nvPr/>
          </p:nvGrpSpPr>
          <p:grpSpPr>
            <a:xfrm>
              <a:off x="7713663" y="2848339"/>
              <a:ext cx="1042107" cy="425543"/>
              <a:chOff x="7786941" y="2884917"/>
              <a:chExt cx="897649" cy="353919"/>
            </a:xfrm>
          </p:grpSpPr>
          <p:sp>
            <p:nvSpPr>
              <p:cNvPr id="197" name="Freeform 196">
                <a:extLst>
                  <a:ext uri="{FF2B5EF4-FFF2-40B4-BE49-F238E27FC236}">
                    <a16:creationId xmlns:a16="http://schemas.microsoft.com/office/drawing/2014/main" id="{BD802D6F-DAFD-DC41-83D1-DF0F4A2A7948}"/>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98" name="Freeform 197">
                <a:extLst>
                  <a:ext uri="{FF2B5EF4-FFF2-40B4-BE49-F238E27FC236}">
                    <a16:creationId xmlns:a16="http://schemas.microsoft.com/office/drawing/2014/main" id="{2CE211BA-1FF8-2548-A6C8-5CD1E12C3E1A}"/>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99" name="Freeform 198">
                <a:extLst>
                  <a:ext uri="{FF2B5EF4-FFF2-40B4-BE49-F238E27FC236}">
                    <a16:creationId xmlns:a16="http://schemas.microsoft.com/office/drawing/2014/main" id="{D363DDD6-C621-F146-B8DA-4A9DDE186BE0}"/>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00" name="Freeform 199">
                <a:extLst>
                  <a:ext uri="{FF2B5EF4-FFF2-40B4-BE49-F238E27FC236}">
                    <a16:creationId xmlns:a16="http://schemas.microsoft.com/office/drawing/2014/main" id="{BB3402A2-EE9C-A240-899D-8BDF14CF4322}"/>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217" name="Group 216">
            <a:extLst>
              <a:ext uri="{FF2B5EF4-FFF2-40B4-BE49-F238E27FC236}">
                <a16:creationId xmlns:a16="http://schemas.microsoft.com/office/drawing/2014/main" id="{5123C752-3FFB-E84D-9E48-DBC9A9F48F37}"/>
              </a:ext>
            </a:extLst>
          </p:cNvPr>
          <p:cNvGrpSpPr/>
          <p:nvPr/>
        </p:nvGrpSpPr>
        <p:grpSpPr>
          <a:xfrm>
            <a:off x="9601554" y="3999763"/>
            <a:ext cx="367224" cy="240304"/>
            <a:chOff x="7493876" y="2774731"/>
            <a:chExt cx="1481958" cy="894622"/>
          </a:xfrm>
        </p:grpSpPr>
        <p:sp>
          <p:nvSpPr>
            <p:cNvPr id="218" name="Freeform 217">
              <a:extLst>
                <a:ext uri="{FF2B5EF4-FFF2-40B4-BE49-F238E27FC236}">
                  <a16:creationId xmlns:a16="http://schemas.microsoft.com/office/drawing/2014/main" id="{D524F684-301C-7542-A0A4-37573182739D}"/>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219" name="Oval 218">
              <a:extLst>
                <a:ext uri="{FF2B5EF4-FFF2-40B4-BE49-F238E27FC236}">
                  <a16:creationId xmlns:a16="http://schemas.microsoft.com/office/drawing/2014/main" id="{9BF20040-D9C8-B74E-BC0D-F15797752EA9}"/>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220" name="Group 219">
              <a:extLst>
                <a:ext uri="{FF2B5EF4-FFF2-40B4-BE49-F238E27FC236}">
                  <a16:creationId xmlns:a16="http://schemas.microsoft.com/office/drawing/2014/main" id="{79553B03-2EF0-1445-BD4E-875D98E58492}"/>
                </a:ext>
              </a:extLst>
            </p:cNvPr>
            <p:cNvGrpSpPr/>
            <p:nvPr/>
          </p:nvGrpSpPr>
          <p:grpSpPr>
            <a:xfrm>
              <a:off x="7713663" y="2848339"/>
              <a:ext cx="1042107" cy="425543"/>
              <a:chOff x="7786941" y="2884917"/>
              <a:chExt cx="897649" cy="353919"/>
            </a:xfrm>
          </p:grpSpPr>
          <p:sp>
            <p:nvSpPr>
              <p:cNvPr id="221" name="Freeform 220">
                <a:extLst>
                  <a:ext uri="{FF2B5EF4-FFF2-40B4-BE49-F238E27FC236}">
                    <a16:creationId xmlns:a16="http://schemas.microsoft.com/office/drawing/2014/main" id="{DAB927EA-DECF-FE4A-BE5D-802F016FB194}"/>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23" name="Freeform 222">
                <a:extLst>
                  <a:ext uri="{FF2B5EF4-FFF2-40B4-BE49-F238E27FC236}">
                    <a16:creationId xmlns:a16="http://schemas.microsoft.com/office/drawing/2014/main" id="{2414339B-8AC7-2444-AC70-285A203D1160}"/>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24" name="Freeform 223">
                <a:extLst>
                  <a:ext uri="{FF2B5EF4-FFF2-40B4-BE49-F238E27FC236}">
                    <a16:creationId xmlns:a16="http://schemas.microsoft.com/office/drawing/2014/main" id="{AEF6DCDC-2F65-B349-B551-DC3FACF6D577}"/>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22" name="Freeform 221">
                <a:extLst>
                  <a:ext uri="{FF2B5EF4-FFF2-40B4-BE49-F238E27FC236}">
                    <a16:creationId xmlns:a16="http://schemas.microsoft.com/office/drawing/2014/main" id="{8F1EA0F6-ACA7-C443-A514-F770A3836883}"/>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145" name="Group 144">
            <a:extLst>
              <a:ext uri="{FF2B5EF4-FFF2-40B4-BE49-F238E27FC236}">
                <a16:creationId xmlns:a16="http://schemas.microsoft.com/office/drawing/2014/main" id="{8ECEC947-F5C8-414B-A56E-EBE5DFFEDB1C}"/>
              </a:ext>
            </a:extLst>
          </p:cNvPr>
          <p:cNvGrpSpPr/>
          <p:nvPr/>
        </p:nvGrpSpPr>
        <p:grpSpPr>
          <a:xfrm>
            <a:off x="8050070" y="3965994"/>
            <a:ext cx="354986" cy="175668"/>
            <a:chOff x="7493876" y="2774731"/>
            <a:chExt cx="1481958" cy="894622"/>
          </a:xfrm>
        </p:grpSpPr>
        <p:sp>
          <p:nvSpPr>
            <p:cNvPr id="146" name="Freeform 145">
              <a:extLst>
                <a:ext uri="{FF2B5EF4-FFF2-40B4-BE49-F238E27FC236}">
                  <a16:creationId xmlns:a16="http://schemas.microsoft.com/office/drawing/2014/main" id="{86294923-1C02-5240-95DE-EA2186392E22}"/>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47" name="Oval 146">
              <a:extLst>
                <a:ext uri="{FF2B5EF4-FFF2-40B4-BE49-F238E27FC236}">
                  <a16:creationId xmlns:a16="http://schemas.microsoft.com/office/drawing/2014/main" id="{2AB3674D-1CCE-274D-BF8E-CEFECF766B32}"/>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148" name="Group 147">
              <a:extLst>
                <a:ext uri="{FF2B5EF4-FFF2-40B4-BE49-F238E27FC236}">
                  <a16:creationId xmlns:a16="http://schemas.microsoft.com/office/drawing/2014/main" id="{86166535-C584-C14C-9137-7498CC96E8FD}"/>
                </a:ext>
              </a:extLst>
            </p:cNvPr>
            <p:cNvGrpSpPr/>
            <p:nvPr/>
          </p:nvGrpSpPr>
          <p:grpSpPr>
            <a:xfrm>
              <a:off x="7713663" y="2848339"/>
              <a:ext cx="1042107" cy="425543"/>
              <a:chOff x="7786941" y="2884917"/>
              <a:chExt cx="897649" cy="353919"/>
            </a:xfrm>
          </p:grpSpPr>
          <p:sp>
            <p:nvSpPr>
              <p:cNvPr id="149" name="Freeform 148">
                <a:extLst>
                  <a:ext uri="{FF2B5EF4-FFF2-40B4-BE49-F238E27FC236}">
                    <a16:creationId xmlns:a16="http://schemas.microsoft.com/office/drawing/2014/main" id="{17514CA1-86B8-BA44-B4A0-0CEB1F62C266}"/>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50" name="Freeform 149">
                <a:extLst>
                  <a:ext uri="{FF2B5EF4-FFF2-40B4-BE49-F238E27FC236}">
                    <a16:creationId xmlns:a16="http://schemas.microsoft.com/office/drawing/2014/main" id="{8D28E726-BB5D-5644-9E9D-DEEB2E0B1FFC}"/>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51" name="Freeform 150">
                <a:extLst>
                  <a:ext uri="{FF2B5EF4-FFF2-40B4-BE49-F238E27FC236}">
                    <a16:creationId xmlns:a16="http://schemas.microsoft.com/office/drawing/2014/main" id="{BDE8E149-5BA9-CB4C-9AC6-1EED7308D871}"/>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52" name="Freeform 151">
                <a:extLst>
                  <a:ext uri="{FF2B5EF4-FFF2-40B4-BE49-F238E27FC236}">
                    <a16:creationId xmlns:a16="http://schemas.microsoft.com/office/drawing/2014/main" id="{BAF1B228-D777-8846-8B1B-6476F6C2AA6C}"/>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233" name="Group 232">
            <a:extLst>
              <a:ext uri="{FF2B5EF4-FFF2-40B4-BE49-F238E27FC236}">
                <a16:creationId xmlns:a16="http://schemas.microsoft.com/office/drawing/2014/main" id="{A8973B1E-A991-8E45-9FF7-7AF7F179E328}"/>
              </a:ext>
            </a:extLst>
          </p:cNvPr>
          <p:cNvGrpSpPr/>
          <p:nvPr/>
        </p:nvGrpSpPr>
        <p:grpSpPr>
          <a:xfrm>
            <a:off x="9247893" y="4775686"/>
            <a:ext cx="393760" cy="218578"/>
            <a:chOff x="7493876" y="2774731"/>
            <a:chExt cx="1481958" cy="894622"/>
          </a:xfrm>
        </p:grpSpPr>
        <p:sp>
          <p:nvSpPr>
            <p:cNvPr id="234" name="Freeform 233">
              <a:extLst>
                <a:ext uri="{FF2B5EF4-FFF2-40B4-BE49-F238E27FC236}">
                  <a16:creationId xmlns:a16="http://schemas.microsoft.com/office/drawing/2014/main" id="{5A098E30-A66F-FA4D-9EE8-C0C83DE6D506}"/>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235" name="Oval 234">
              <a:extLst>
                <a:ext uri="{FF2B5EF4-FFF2-40B4-BE49-F238E27FC236}">
                  <a16:creationId xmlns:a16="http://schemas.microsoft.com/office/drawing/2014/main" id="{051367D4-C1D9-AF45-9A24-031126A62943}"/>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236" name="Group 235">
              <a:extLst>
                <a:ext uri="{FF2B5EF4-FFF2-40B4-BE49-F238E27FC236}">
                  <a16:creationId xmlns:a16="http://schemas.microsoft.com/office/drawing/2014/main" id="{8C4167F2-26A6-0A41-9F23-581BB1D6E53B}"/>
                </a:ext>
              </a:extLst>
            </p:cNvPr>
            <p:cNvGrpSpPr/>
            <p:nvPr/>
          </p:nvGrpSpPr>
          <p:grpSpPr>
            <a:xfrm>
              <a:off x="7713663" y="2848339"/>
              <a:ext cx="1042107" cy="425543"/>
              <a:chOff x="7786941" y="2884917"/>
              <a:chExt cx="897649" cy="353919"/>
            </a:xfrm>
          </p:grpSpPr>
          <p:sp>
            <p:nvSpPr>
              <p:cNvPr id="237" name="Freeform 236">
                <a:extLst>
                  <a:ext uri="{FF2B5EF4-FFF2-40B4-BE49-F238E27FC236}">
                    <a16:creationId xmlns:a16="http://schemas.microsoft.com/office/drawing/2014/main" id="{8AABD328-91C1-C94D-8CB5-66F9CC0DC001}"/>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38" name="Freeform 237">
                <a:extLst>
                  <a:ext uri="{FF2B5EF4-FFF2-40B4-BE49-F238E27FC236}">
                    <a16:creationId xmlns:a16="http://schemas.microsoft.com/office/drawing/2014/main" id="{23CBCA43-9398-E043-A20B-00567B73DB89}"/>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39" name="Freeform 238">
                <a:extLst>
                  <a:ext uri="{FF2B5EF4-FFF2-40B4-BE49-F238E27FC236}">
                    <a16:creationId xmlns:a16="http://schemas.microsoft.com/office/drawing/2014/main" id="{06C3D6EF-A0CB-F34C-9C57-9FA040350289}"/>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40" name="Freeform 239">
                <a:extLst>
                  <a:ext uri="{FF2B5EF4-FFF2-40B4-BE49-F238E27FC236}">
                    <a16:creationId xmlns:a16="http://schemas.microsoft.com/office/drawing/2014/main" id="{66D08B47-1DCF-994C-84EE-6C7E588A1D24}"/>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105" name="Group 104">
            <a:extLst>
              <a:ext uri="{FF2B5EF4-FFF2-40B4-BE49-F238E27FC236}">
                <a16:creationId xmlns:a16="http://schemas.microsoft.com/office/drawing/2014/main" id="{EEFE641A-589B-7942-BC31-34CA4265ECA8}"/>
              </a:ext>
            </a:extLst>
          </p:cNvPr>
          <p:cNvGrpSpPr/>
          <p:nvPr/>
        </p:nvGrpSpPr>
        <p:grpSpPr>
          <a:xfrm>
            <a:off x="9783558" y="4989983"/>
            <a:ext cx="393760" cy="218578"/>
            <a:chOff x="7493876" y="2774731"/>
            <a:chExt cx="1481958" cy="894622"/>
          </a:xfrm>
        </p:grpSpPr>
        <p:sp>
          <p:nvSpPr>
            <p:cNvPr id="106" name="Freeform 105">
              <a:extLst>
                <a:ext uri="{FF2B5EF4-FFF2-40B4-BE49-F238E27FC236}">
                  <a16:creationId xmlns:a16="http://schemas.microsoft.com/office/drawing/2014/main" id="{236DE3EE-811C-674F-9142-302E5E9C5593}"/>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07" name="Oval 106">
              <a:extLst>
                <a:ext uri="{FF2B5EF4-FFF2-40B4-BE49-F238E27FC236}">
                  <a16:creationId xmlns:a16="http://schemas.microsoft.com/office/drawing/2014/main" id="{1800B155-CF25-D24C-9B92-B08AAAB8313B}"/>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108" name="Group 107">
              <a:extLst>
                <a:ext uri="{FF2B5EF4-FFF2-40B4-BE49-F238E27FC236}">
                  <a16:creationId xmlns:a16="http://schemas.microsoft.com/office/drawing/2014/main" id="{B0AEF1A2-025A-BC41-A84F-2DC3E058332F}"/>
                </a:ext>
              </a:extLst>
            </p:cNvPr>
            <p:cNvGrpSpPr/>
            <p:nvPr/>
          </p:nvGrpSpPr>
          <p:grpSpPr>
            <a:xfrm>
              <a:off x="7713663" y="2848339"/>
              <a:ext cx="1042107" cy="425543"/>
              <a:chOff x="7786941" y="2884917"/>
              <a:chExt cx="897649" cy="353919"/>
            </a:xfrm>
          </p:grpSpPr>
          <p:sp>
            <p:nvSpPr>
              <p:cNvPr id="109" name="Freeform 108">
                <a:extLst>
                  <a:ext uri="{FF2B5EF4-FFF2-40B4-BE49-F238E27FC236}">
                    <a16:creationId xmlns:a16="http://schemas.microsoft.com/office/drawing/2014/main" id="{8D3F6F1A-FE14-8948-A78A-73AA88A44A7B}"/>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10" name="Freeform 109">
                <a:extLst>
                  <a:ext uri="{FF2B5EF4-FFF2-40B4-BE49-F238E27FC236}">
                    <a16:creationId xmlns:a16="http://schemas.microsoft.com/office/drawing/2014/main" id="{B90EE21A-C2A8-0D42-B6A5-6C7D12BEBF0A}"/>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11" name="Freeform 110">
                <a:extLst>
                  <a:ext uri="{FF2B5EF4-FFF2-40B4-BE49-F238E27FC236}">
                    <a16:creationId xmlns:a16="http://schemas.microsoft.com/office/drawing/2014/main" id="{8A5097ED-FFBF-4544-860B-3817BA811B2C}"/>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12" name="Freeform 111">
                <a:extLst>
                  <a:ext uri="{FF2B5EF4-FFF2-40B4-BE49-F238E27FC236}">
                    <a16:creationId xmlns:a16="http://schemas.microsoft.com/office/drawing/2014/main" id="{6DF62723-77FE-9247-98F5-987E793C56FB}"/>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547" name="Group 850">
            <a:extLst>
              <a:ext uri="{FF2B5EF4-FFF2-40B4-BE49-F238E27FC236}">
                <a16:creationId xmlns:a16="http://schemas.microsoft.com/office/drawing/2014/main" id="{4F552D9E-30F7-A14F-B4D6-B51A5A66BDB8}"/>
              </a:ext>
            </a:extLst>
          </p:cNvPr>
          <p:cNvGrpSpPr>
            <a:grpSpLocks/>
          </p:cNvGrpSpPr>
          <p:nvPr/>
        </p:nvGrpSpPr>
        <p:grpSpPr bwMode="auto">
          <a:xfrm>
            <a:off x="7566349" y="3812814"/>
            <a:ext cx="496588" cy="96676"/>
            <a:chOff x="2199" y="955"/>
            <a:chExt cx="2547" cy="506"/>
          </a:xfrm>
        </p:grpSpPr>
        <p:sp>
          <p:nvSpPr>
            <p:cNvPr id="548" name="Freeform 851">
              <a:extLst>
                <a:ext uri="{FF2B5EF4-FFF2-40B4-BE49-F238E27FC236}">
                  <a16:creationId xmlns:a16="http://schemas.microsoft.com/office/drawing/2014/main" id="{47E21BF6-929B-3A47-8266-F43071DB405E}"/>
                </a:ext>
              </a:extLst>
            </p:cNvPr>
            <p:cNvSpPr>
              <a:spLocks/>
            </p:cNvSpPr>
            <p:nvPr/>
          </p:nvSpPr>
          <p:spPr bwMode="auto">
            <a:xfrm>
              <a:off x="2199" y="1166"/>
              <a:ext cx="260" cy="281"/>
            </a:xfrm>
            <a:custGeom>
              <a:avLst/>
              <a:gdLst>
                <a:gd name="T0" fmla="*/ 260 w 260"/>
                <a:gd name="T1" fmla="*/ 0 h 281"/>
                <a:gd name="T2" fmla="*/ 42 w 260"/>
                <a:gd name="T3" fmla="*/ 112 h 281"/>
                <a:gd name="T4" fmla="*/ 35 w 260"/>
                <a:gd name="T5" fmla="*/ 211 h 281"/>
                <a:gd name="T6" fmla="*/ 253 w 260"/>
                <a:gd name="T7" fmla="*/ 281 h 28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0" h="281">
                  <a:moveTo>
                    <a:pt x="260" y="0"/>
                  </a:moveTo>
                  <a:cubicBezTo>
                    <a:pt x="224" y="19"/>
                    <a:pt x="79" y="77"/>
                    <a:pt x="42" y="112"/>
                  </a:cubicBezTo>
                  <a:cubicBezTo>
                    <a:pt x="5" y="143"/>
                    <a:pt x="0" y="183"/>
                    <a:pt x="35" y="211"/>
                  </a:cubicBezTo>
                  <a:cubicBezTo>
                    <a:pt x="70" y="239"/>
                    <a:pt x="208" y="266"/>
                    <a:pt x="253" y="281"/>
                  </a:cubicBezTo>
                </a:path>
              </a:pathLst>
            </a:custGeom>
            <a:noFill/>
            <a:ln w="12700"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49" name="Freeform 852">
              <a:extLst>
                <a:ext uri="{FF2B5EF4-FFF2-40B4-BE49-F238E27FC236}">
                  <a16:creationId xmlns:a16="http://schemas.microsoft.com/office/drawing/2014/main" id="{977E0CCA-A1C1-F142-8BCA-8B6415F00376}"/>
                </a:ext>
              </a:extLst>
            </p:cNvPr>
            <p:cNvSpPr>
              <a:spLocks/>
            </p:cNvSpPr>
            <p:nvPr/>
          </p:nvSpPr>
          <p:spPr bwMode="auto">
            <a:xfrm>
              <a:off x="2482" y="1040"/>
              <a:ext cx="900" cy="421"/>
            </a:xfrm>
            <a:custGeom>
              <a:avLst/>
              <a:gdLst>
                <a:gd name="T0" fmla="*/ 531 w 900"/>
                <a:gd name="T1" fmla="*/ 0 h 421"/>
                <a:gd name="T2" fmla="*/ 279 w 900"/>
                <a:gd name="T3" fmla="*/ 77 h 421"/>
                <a:gd name="T4" fmla="*/ 68 w 900"/>
                <a:gd name="T5" fmla="*/ 182 h 421"/>
                <a:gd name="T6" fmla="*/ 33 w 900"/>
                <a:gd name="T7" fmla="*/ 323 h 421"/>
                <a:gd name="T8" fmla="*/ 328 w 900"/>
                <a:gd name="T9" fmla="*/ 400 h 421"/>
                <a:gd name="T10" fmla="*/ 812 w 900"/>
                <a:gd name="T11" fmla="*/ 421 h 421"/>
                <a:gd name="T12" fmla="*/ 855 w 900"/>
                <a:gd name="T13" fmla="*/ 400 h 42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00" h="421">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w="12700"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50" name="Freeform 853">
              <a:extLst>
                <a:ext uri="{FF2B5EF4-FFF2-40B4-BE49-F238E27FC236}">
                  <a16:creationId xmlns:a16="http://schemas.microsoft.com/office/drawing/2014/main" id="{AFEC8E43-9448-CC47-A12E-E3D3988EA288}"/>
                </a:ext>
              </a:extLst>
            </p:cNvPr>
            <p:cNvSpPr>
              <a:spLocks/>
            </p:cNvSpPr>
            <p:nvPr/>
          </p:nvSpPr>
          <p:spPr bwMode="auto">
            <a:xfrm>
              <a:off x="2782" y="1068"/>
              <a:ext cx="428" cy="269"/>
            </a:xfrm>
            <a:custGeom>
              <a:avLst/>
              <a:gdLst>
                <a:gd name="T0" fmla="*/ 428 w 428"/>
                <a:gd name="T1" fmla="*/ 0 h 269"/>
                <a:gd name="T2" fmla="*/ 217 w 428"/>
                <a:gd name="T3" fmla="*/ 35 h 269"/>
                <a:gd name="T4" fmla="*/ 21 w 428"/>
                <a:gd name="T5" fmla="*/ 140 h 269"/>
                <a:gd name="T6" fmla="*/ 91 w 428"/>
                <a:gd name="T7" fmla="*/ 246 h 269"/>
                <a:gd name="T8" fmla="*/ 231 w 428"/>
                <a:gd name="T9" fmla="*/ 267 h 269"/>
                <a:gd name="T10" fmla="*/ 414 w 428"/>
                <a:gd name="T11" fmla="*/ 260 h 2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28" h="269">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w="12700"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51" name="Freeform 854">
              <a:extLst>
                <a:ext uri="{FF2B5EF4-FFF2-40B4-BE49-F238E27FC236}">
                  <a16:creationId xmlns:a16="http://schemas.microsoft.com/office/drawing/2014/main" id="{9974E21E-DE2A-F14B-9EEA-8E995ACB2F4C}"/>
                </a:ext>
              </a:extLst>
            </p:cNvPr>
            <p:cNvSpPr>
              <a:spLocks/>
            </p:cNvSpPr>
            <p:nvPr/>
          </p:nvSpPr>
          <p:spPr bwMode="auto">
            <a:xfrm>
              <a:off x="3554" y="1075"/>
              <a:ext cx="377" cy="239"/>
            </a:xfrm>
            <a:custGeom>
              <a:avLst/>
              <a:gdLst>
                <a:gd name="T0" fmla="*/ 42 w 377"/>
                <a:gd name="T1" fmla="*/ 239 h 239"/>
                <a:gd name="T2" fmla="*/ 335 w 377"/>
                <a:gd name="T3" fmla="*/ 146 h 239"/>
                <a:gd name="T4" fmla="*/ 342 w 377"/>
                <a:gd name="T5" fmla="*/ 47 h 239"/>
                <a:gd name="T6" fmla="*/ 0 w 377"/>
                <a:gd name="T7" fmla="*/ 0 h 23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77" h="239">
                  <a:moveTo>
                    <a:pt x="42" y="239"/>
                  </a:moveTo>
                  <a:cubicBezTo>
                    <a:pt x="89" y="224"/>
                    <a:pt x="285" y="178"/>
                    <a:pt x="335" y="146"/>
                  </a:cubicBezTo>
                  <a:cubicBezTo>
                    <a:pt x="372" y="115"/>
                    <a:pt x="377" y="75"/>
                    <a:pt x="342" y="47"/>
                  </a:cubicBezTo>
                  <a:cubicBezTo>
                    <a:pt x="286" y="23"/>
                    <a:pt x="71" y="10"/>
                    <a:pt x="0" y="0"/>
                  </a:cubicBezTo>
                </a:path>
              </a:pathLst>
            </a:custGeom>
            <a:noFill/>
            <a:ln w="12700"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52" name="Freeform 855">
              <a:extLst>
                <a:ext uri="{FF2B5EF4-FFF2-40B4-BE49-F238E27FC236}">
                  <a16:creationId xmlns:a16="http://schemas.microsoft.com/office/drawing/2014/main" id="{526B7E0C-0C34-C149-980C-9D4078DFB7FF}"/>
                </a:ext>
              </a:extLst>
            </p:cNvPr>
            <p:cNvSpPr>
              <a:spLocks/>
            </p:cNvSpPr>
            <p:nvPr/>
          </p:nvSpPr>
          <p:spPr bwMode="auto">
            <a:xfrm>
              <a:off x="3646" y="997"/>
              <a:ext cx="660" cy="336"/>
            </a:xfrm>
            <a:custGeom>
              <a:avLst/>
              <a:gdLst>
                <a:gd name="T0" fmla="*/ 390 w 646"/>
                <a:gd name="T1" fmla="*/ 592 h 300"/>
                <a:gd name="T2" fmla="*/ 555 w 646"/>
                <a:gd name="T3" fmla="*/ 501 h 300"/>
                <a:gd name="T4" fmla="*/ 690 w 646"/>
                <a:gd name="T5" fmla="*/ 377 h 300"/>
                <a:gd name="T6" fmla="*/ 713 w 646"/>
                <a:gd name="T7" fmla="*/ 211 h 300"/>
                <a:gd name="T8" fmla="*/ 522 w 646"/>
                <a:gd name="T9" fmla="*/ 119 h 300"/>
                <a:gd name="T10" fmla="*/ 0 w 646"/>
                <a:gd name="T11" fmla="*/ 0 h 3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46" h="300">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w="12700"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53" name="Freeform 856">
              <a:extLst>
                <a:ext uri="{FF2B5EF4-FFF2-40B4-BE49-F238E27FC236}">
                  <a16:creationId xmlns:a16="http://schemas.microsoft.com/office/drawing/2014/main" id="{8F99464E-957F-4E48-BA20-3C5D8011E641}"/>
                </a:ext>
              </a:extLst>
            </p:cNvPr>
            <p:cNvSpPr>
              <a:spLocks/>
            </p:cNvSpPr>
            <p:nvPr/>
          </p:nvSpPr>
          <p:spPr bwMode="auto">
            <a:xfrm>
              <a:off x="4116" y="955"/>
              <a:ext cx="630" cy="397"/>
            </a:xfrm>
            <a:custGeom>
              <a:avLst/>
              <a:gdLst>
                <a:gd name="T0" fmla="*/ 320 w 630"/>
                <a:gd name="T1" fmla="*/ 397 h 397"/>
                <a:gd name="T2" fmla="*/ 468 w 630"/>
                <a:gd name="T3" fmla="*/ 345 h 397"/>
                <a:gd name="T4" fmla="*/ 590 w 630"/>
                <a:gd name="T5" fmla="*/ 275 h 397"/>
                <a:gd name="T6" fmla="*/ 611 w 630"/>
                <a:gd name="T7" fmla="*/ 181 h 397"/>
                <a:gd name="T8" fmla="*/ 439 w 630"/>
                <a:gd name="T9" fmla="*/ 129 h 397"/>
                <a:gd name="T10" fmla="*/ 0 w 630"/>
                <a:gd name="T11" fmla="*/ 0 h 39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30" h="397">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w="12700"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588" name="Group 850">
            <a:extLst>
              <a:ext uri="{FF2B5EF4-FFF2-40B4-BE49-F238E27FC236}">
                <a16:creationId xmlns:a16="http://schemas.microsoft.com/office/drawing/2014/main" id="{29210D43-18C8-0641-B681-3446080C3F9A}"/>
              </a:ext>
            </a:extLst>
          </p:cNvPr>
          <p:cNvGrpSpPr>
            <a:grpSpLocks/>
          </p:cNvGrpSpPr>
          <p:nvPr/>
        </p:nvGrpSpPr>
        <p:grpSpPr bwMode="auto">
          <a:xfrm>
            <a:off x="7801777" y="3327400"/>
            <a:ext cx="269073" cy="46492"/>
            <a:chOff x="2199" y="955"/>
            <a:chExt cx="2547" cy="506"/>
          </a:xfrm>
        </p:grpSpPr>
        <p:sp>
          <p:nvSpPr>
            <p:cNvPr id="597" name="Freeform 851">
              <a:extLst>
                <a:ext uri="{FF2B5EF4-FFF2-40B4-BE49-F238E27FC236}">
                  <a16:creationId xmlns:a16="http://schemas.microsoft.com/office/drawing/2014/main" id="{36DCC3D2-0891-2541-A191-1251BBEF9908}"/>
                </a:ext>
              </a:extLst>
            </p:cNvPr>
            <p:cNvSpPr>
              <a:spLocks/>
            </p:cNvSpPr>
            <p:nvPr/>
          </p:nvSpPr>
          <p:spPr bwMode="auto">
            <a:xfrm>
              <a:off x="2199" y="1166"/>
              <a:ext cx="260" cy="281"/>
            </a:xfrm>
            <a:custGeom>
              <a:avLst/>
              <a:gdLst>
                <a:gd name="T0" fmla="*/ 260 w 260"/>
                <a:gd name="T1" fmla="*/ 0 h 281"/>
                <a:gd name="T2" fmla="*/ 42 w 260"/>
                <a:gd name="T3" fmla="*/ 112 h 281"/>
                <a:gd name="T4" fmla="*/ 35 w 260"/>
                <a:gd name="T5" fmla="*/ 211 h 281"/>
                <a:gd name="T6" fmla="*/ 253 w 260"/>
                <a:gd name="T7" fmla="*/ 281 h 28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0" h="281">
                  <a:moveTo>
                    <a:pt x="260" y="0"/>
                  </a:moveTo>
                  <a:cubicBezTo>
                    <a:pt x="224" y="19"/>
                    <a:pt x="79" y="77"/>
                    <a:pt x="42" y="112"/>
                  </a:cubicBezTo>
                  <a:cubicBezTo>
                    <a:pt x="5" y="143"/>
                    <a:pt x="0" y="183"/>
                    <a:pt x="35" y="211"/>
                  </a:cubicBezTo>
                  <a:cubicBezTo>
                    <a:pt x="70" y="239"/>
                    <a:pt x="208" y="266"/>
                    <a:pt x="253" y="281"/>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98" name="Freeform 852">
              <a:extLst>
                <a:ext uri="{FF2B5EF4-FFF2-40B4-BE49-F238E27FC236}">
                  <a16:creationId xmlns:a16="http://schemas.microsoft.com/office/drawing/2014/main" id="{D5277460-B4E3-524F-9433-384917AEC325}"/>
                </a:ext>
              </a:extLst>
            </p:cNvPr>
            <p:cNvSpPr>
              <a:spLocks/>
            </p:cNvSpPr>
            <p:nvPr/>
          </p:nvSpPr>
          <p:spPr bwMode="auto">
            <a:xfrm>
              <a:off x="2482" y="1040"/>
              <a:ext cx="900" cy="421"/>
            </a:xfrm>
            <a:custGeom>
              <a:avLst/>
              <a:gdLst>
                <a:gd name="T0" fmla="*/ 531 w 900"/>
                <a:gd name="T1" fmla="*/ 0 h 421"/>
                <a:gd name="T2" fmla="*/ 279 w 900"/>
                <a:gd name="T3" fmla="*/ 77 h 421"/>
                <a:gd name="T4" fmla="*/ 68 w 900"/>
                <a:gd name="T5" fmla="*/ 182 h 421"/>
                <a:gd name="T6" fmla="*/ 33 w 900"/>
                <a:gd name="T7" fmla="*/ 323 h 421"/>
                <a:gd name="T8" fmla="*/ 328 w 900"/>
                <a:gd name="T9" fmla="*/ 400 h 421"/>
                <a:gd name="T10" fmla="*/ 812 w 900"/>
                <a:gd name="T11" fmla="*/ 421 h 421"/>
                <a:gd name="T12" fmla="*/ 855 w 900"/>
                <a:gd name="T13" fmla="*/ 400 h 42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00" h="421">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99" name="Freeform 853">
              <a:extLst>
                <a:ext uri="{FF2B5EF4-FFF2-40B4-BE49-F238E27FC236}">
                  <a16:creationId xmlns:a16="http://schemas.microsoft.com/office/drawing/2014/main" id="{B805595D-4D0C-7944-A9AD-4D3ADF561321}"/>
                </a:ext>
              </a:extLst>
            </p:cNvPr>
            <p:cNvSpPr>
              <a:spLocks/>
            </p:cNvSpPr>
            <p:nvPr/>
          </p:nvSpPr>
          <p:spPr bwMode="auto">
            <a:xfrm>
              <a:off x="2782" y="1068"/>
              <a:ext cx="428" cy="269"/>
            </a:xfrm>
            <a:custGeom>
              <a:avLst/>
              <a:gdLst>
                <a:gd name="T0" fmla="*/ 428 w 428"/>
                <a:gd name="T1" fmla="*/ 0 h 269"/>
                <a:gd name="T2" fmla="*/ 217 w 428"/>
                <a:gd name="T3" fmla="*/ 35 h 269"/>
                <a:gd name="T4" fmla="*/ 21 w 428"/>
                <a:gd name="T5" fmla="*/ 140 h 269"/>
                <a:gd name="T6" fmla="*/ 91 w 428"/>
                <a:gd name="T7" fmla="*/ 246 h 269"/>
                <a:gd name="T8" fmla="*/ 231 w 428"/>
                <a:gd name="T9" fmla="*/ 267 h 269"/>
                <a:gd name="T10" fmla="*/ 414 w 428"/>
                <a:gd name="T11" fmla="*/ 260 h 2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28" h="269">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00" name="Freeform 854">
              <a:extLst>
                <a:ext uri="{FF2B5EF4-FFF2-40B4-BE49-F238E27FC236}">
                  <a16:creationId xmlns:a16="http://schemas.microsoft.com/office/drawing/2014/main" id="{E00F00F5-C22C-9E4F-AD64-60E1AB2F49CF}"/>
                </a:ext>
              </a:extLst>
            </p:cNvPr>
            <p:cNvSpPr>
              <a:spLocks/>
            </p:cNvSpPr>
            <p:nvPr/>
          </p:nvSpPr>
          <p:spPr bwMode="auto">
            <a:xfrm>
              <a:off x="3554" y="1075"/>
              <a:ext cx="377" cy="239"/>
            </a:xfrm>
            <a:custGeom>
              <a:avLst/>
              <a:gdLst>
                <a:gd name="T0" fmla="*/ 42 w 377"/>
                <a:gd name="T1" fmla="*/ 239 h 239"/>
                <a:gd name="T2" fmla="*/ 335 w 377"/>
                <a:gd name="T3" fmla="*/ 146 h 239"/>
                <a:gd name="T4" fmla="*/ 342 w 377"/>
                <a:gd name="T5" fmla="*/ 47 h 239"/>
                <a:gd name="T6" fmla="*/ 0 w 377"/>
                <a:gd name="T7" fmla="*/ 0 h 23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77" h="239">
                  <a:moveTo>
                    <a:pt x="42" y="239"/>
                  </a:moveTo>
                  <a:cubicBezTo>
                    <a:pt x="89" y="224"/>
                    <a:pt x="285" y="178"/>
                    <a:pt x="335" y="146"/>
                  </a:cubicBezTo>
                  <a:cubicBezTo>
                    <a:pt x="372" y="115"/>
                    <a:pt x="377" y="75"/>
                    <a:pt x="342" y="47"/>
                  </a:cubicBezTo>
                  <a:cubicBezTo>
                    <a:pt x="286" y="23"/>
                    <a:pt x="71" y="10"/>
                    <a:pt x="0" y="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01" name="Freeform 855">
              <a:extLst>
                <a:ext uri="{FF2B5EF4-FFF2-40B4-BE49-F238E27FC236}">
                  <a16:creationId xmlns:a16="http://schemas.microsoft.com/office/drawing/2014/main" id="{91BD7366-39AE-8B41-B7C8-8425503699EC}"/>
                </a:ext>
              </a:extLst>
            </p:cNvPr>
            <p:cNvSpPr>
              <a:spLocks/>
            </p:cNvSpPr>
            <p:nvPr/>
          </p:nvSpPr>
          <p:spPr bwMode="auto">
            <a:xfrm>
              <a:off x="3646" y="997"/>
              <a:ext cx="660" cy="336"/>
            </a:xfrm>
            <a:custGeom>
              <a:avLst/>
              <a:gdLst>
                <a:gd name="T0" fmla="*/ 390 w 646"/>
                <a:gd name="T1" fmla="*/ 592 h 300"/>
                <a:gd name="T2" fmla="*/ 555 w 646"/>
                <a:gd name="T3" fmla="*/ 501 h 300"/>
                <a:gd name="T4" fmla="*/ 690 w 646"/>
                <a:gd name="T5" fmla="*/ 377 h 300"/>
                <a:gd name="T6" fmla="*/ 713 w 646"/>
                <a:gd name="T7" fmla="*/ 211 h 300"/>
                <a:gd name="T8" fmla="*/ 522 w 646"/>
                <a:gd name="T9" fmla="*/ 119 h 300"/>
                <a:gd name="T10" fmla="*/ 0 w 646"/>
                <a:gd name="T11" fmla="*/ 0 h 3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46" h="300">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02" name="Freeform 856">
              <a:extLst>
                <a:ext uri="{FF2B5EF4-FFF2-40B4-BE49-F238E27FC236}">
                  <a16:creationId xmlns:a16="http://schemas.microsoft.com/office/drawing/2014/main" id="{7FC3F21F-3A7A-BD48-A40A-00C122D9857D}"/>
                </a:ext>
              </a:extLst>
            </p:cNvPr>
            <p:cNvSpPr>
              <a:spLocks/>
            </p:cNvSpPr>
            <p:nvPr/>
          </p:nvSpPr>
          <p:spPr bwMode="auto">
            <a:xfrm>
              <a:off x="4116" y="955"/>
              <a:ext cx="630" cy="397"/>
            </a:xfrm>
            <a:custGeom>
              <a:avLst/>
              <a:gdLst>
                <a:gd name="T0" fmla="*/ 320 w 630"/>
                <a:gd name="T1" fmla="*/ 397 h 397"/>
                <a:gd name="T2" fmla="*/ 468 w 630"/>
                <a:gd name="T3" fmla="*/ 345 h 397"/>
                <a:gd name="T4" fmla="*/ 590 w 630"/>
                <a:gd name="T5" fmla="*/ 275 h 397"/>
                <a:gd name="T6" fmla="*/ 611 w 630"/>
                <a:gd name="T7" fmla="*/ 181 h 397"/>
                <a:gd name="T8" fmla="*/ 439 w 630"/>
                <a:gd name="T9" fmla="*/ 129 h 397"/>
                <a:gd name="T10" fmla="*/ 0 w 630"/>
                <a:gd name="T11" fmla="*/ 0 h 39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30" h="397">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603" name="Group 850">
            <a:extLst>
              <a:ext uri="{FF2B5EF4-FFF2-40B4-BE49-F238E27FC236}">
                <a16:creationId xmlns:a16="http://schemas.microsoft.com/office/drawing/2014/main" id="{BE7F245F-72C2-A043-82DE-6C0AE3E66523}"/>
              </a:ext>
            </a:extLst>
          </p:cNvPr>
          <p:cNvGrpSpPr>
            <a:grpSpLocks/>
          </p:cNvGrpSpPr>
          <p:nvPr/>
        </p:nvGrpSpPr>
        <p:grpSpPr bwMode="auto">
          <a:xfrm>
            <a:off x="7493802" y="3422650"/>
            <a:ext cx="269073" cy="46492"/>
            <a:chOff x="2199" y="955"/>
            <a:chExt cx="2547" cy="506"/>
          </a:xfrm>
        </p:grpSpPr>
        <p:sp>
          <p:nvSpPr>
            <p:cNvPr id="604" name="Freeform 851">
              <a:extLst>
                <a:ext uri="{FF2B5EF4-FFF2-40B4-BE49-F238E27FC236}">
                  <a16:creationId xmlns:a16="http://schemas.microsoft.com/office/drawing/2014/main" id="{B712963A-1E2A-3643-B5C3-4E552B192EF5}"/>
                </a:ext>
              </a:extLst>
            </p:cNvPr>
            <p:cNvSpPr>
              <a:spLocks/>
            </p:cNvSpPr>
            <p:nvPr/>
          </p:nvSpPr>
          <p:spPr bwMode="auto">
            <a:xfrm>
              <a:off x="2199" y="1166"/>
              <a:ext cx="260" cy="281"/>
            </a:xfrm>
            <a:custGeom>
              <a:avLst/>
              <a:gdLst>
                <a:gd name="T0" fmla="*/ 260 w 260"/>
                <a:gd name="T1" fmla="*/ 0 h 281"/>
                <a:gd name="T2" fmla="*/ 42 w 260"/>
                <a:gd name="T3" fmla="*/ 112 h 281"/>
                <a:gd name="T4" fmla="*/ 35 w 260"/>
                <a:gd name="T5" fmla="*/ 211 h 281"/>
                <a:gd name="T6" fmla="*/ 253 w 260"/>
                <a:gd name="T7" fmla="*/ 281 h 28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0" h="281">
                  <a:moveTo>
                    <a:pt x="260" y="0"/>
                  </a:moveTo>
                  <a:cubicBezTo>
                    <a:pt x="224" y="19"/>
                    <a:pt x="79" y="77"/>
                    <a:pt x="42" y="112"/>
                  </a:cubicBezTo>
                  <a:cubicBezTo>
                    <a:pt x="5" y="143"/>
                    <a:pt x="0" y="183"/>
                    <a:pt x="35" y="211"/>
                  </a:cubicBezTo>
                  <a:cubicBezTo>
                    <a:pt x="70" y="239"/>
                    <a:pt x="208" y="266"/>
                    <a:pt x="253" y="281"/>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05" name="Freeform 852">
              <a:extLst>
                <a:ext uri="{FF2B5EF4-FFF2-40B4-BE49-F238E27FC236}">
                  <a16:creationId xmlns:a16="http://schemas.microsoft.com/office/drawing/2014/main" id="{470DE5CF-9167-9246-A722-9E84422744D3}"/>
                </a:ext>
              </a:extLst>
            </p:cNvPr>
            <p:cNvSpPr>
              <a:spLocks/>
            </p:cNvSpPr>
            <p:nvPr/>
          </p:nvSpPr>
          <p:spPr bwMode="auto">
            <a:xfrm>
              <a:off x="2482" y="1040"/>
              <a:ext cx="900" cy="421"/>
            </a:xfrm>
            <a:custGeom>
              <a:avLst/>
              <a:gdLst>
                <a:gd name="T0" fmla="*/ 531 w 900"/>
                <a:gd name="T1" fmla="*/ 0 h 421"/>
                <a:gd name="T2" fmla="*/ 279 w 900"/>
                <a:gd name="T3" fmla="*/ 77 h 421"/>
                <a:gd name="T4" fmla="*/ 68 w 900"/>
                <a:gd name="T5" fmla="*/ 182 h 421"/>
                <a:gd name="T6" fmla="*/ 33 w 900"/>
                <a:gd name="T7" fmla="*/ 323 h 421"/>
                <a:gd name="T8" fmla="*/ 328 w 900"/>
                <a:gd name="T9" fmla="*/ 400 h 421"/>
                <a:gd name="T10" fmla="*/ 812 w 900"/>
                <a:gd name="T11" fmla="*/ 421 h 421"/>
                <a:gd name="T12" fmla="*/ 855 w 900"/>
                <a:gd name="T13" fmla="*/ 400 h 42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00" h="421">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06" name="Freeform 853">
              <a:extLst>
                <a:ext uri="{FF2B5EF4-FFF2-40B4-BE49-F238E27FC236}">
                  <a16:creationId xmlns:a16="http://schemas.microsoft.com/office/drawing/2014/main" id="{BD37A15B-27DE-5640-BDCC-45492602C15B}"/>
                </a:ext>
              </a:extLst>
            </p:cNvPr>
            <p:cNvSpPr>
              <a:spLocks/>
            </p:cNvSpPr>
            <p:nvPr/>
          </p:nvSpPr>
          <p:spPr bwMode="auto">
            <a:xfrm>
              <a:off x="2782" y="1068"/>
              <a:ext cx="428" cy="269"/>
            </a:xfrm>
            <a:custGeom>
              <a:avLst/>
              <a:gdLst>
                <a:gd name="T0" fmla="*/ 428 w 428"/>
                <a:gd name="T1" fmla="*/ 0 h 269"/>
                <a:gd name="T2" fmla="*/ 217 w 428"/>
                <a:gd name="T3" fmla="*/ 35 h 269"/>
                <a:gd name="T4" fmla="*/ 21 w 428"/>
                <a:gd name="T5" fmla="*/ 140 h 269"/>
                <a:gd name="T6" fmla="*/ 91 w 428"/>
                <a:gd name="T7" fmla="*/ 246 h 269"/>
                <a:gd name="T8" fmla="*/ 231 w 428"/>
                <a:gd name="T9" fmla="*/ 267 h 269"/>
                <a:gd name="T10" fmla="*/ 414 w 428"/>
                <a:gd name="T11" fmla="*/ 260 h 2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28" h="269">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07" name="Freeform 854">
              <a:extLst>
                <a:ext uri="{FF2B5EF4-FFF2-40B4-BE49-F238E27FC236}">
                  <a16:creationId xmlns:a16="http://schemas.microsoft.com/office/drawing/2014/main" id="{8F353A5D-F3B9-A24E-A816-361069C5BDB9}"/>
                </a:ext>
              </a:extLst>
            </p:cNvPr>
            <p:cNvSpPr>
              <a:spLocks/>
            </p:cNvSpPr>
            <p:nvPr/>
          </p:nvSpPr>
          <p:spPr bwMode="auto">
            <a:xfrm>
              <a:off x="3554" y="1075"/>
              <a:ext cx="377" cy="239"/>
            </a:xfrm>
            <a:custGeom>
              <a:avLst/>
              <a:gdLst>
                <a:gd name="T0" fmla="*/ 42 w 377"/>
                <a:gd name="T1" fmla="*/ 239 h 239"/>
                <a:gd name="T2" fmla="*/ 335 w 377"/>
                <a:gd name="T3" fmla="*/ 146 h 239"/>
                <a:gd name="T4" fmla="*/ 342 w 377"/>
                <a:gd name="T5" fmla="*/ 47 h 239"/>
                <a:gd name="T6" fmla="*/ 0 w 377"/>
                <a:gd name="T7" fmla="*/ 0 h 23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77" h="239">
                  <a:moveTo>
                    <a:pt x="42" y="239"/>
                  </a:moveTo>
                  <a:cubicBezTo>
                    <a:pt x="89" y="224"/>
                    <a:pt x="285" y="178"/>
                    <a:pt x="335" y="146"/>
                  </a:cubicBezTo>
                  <a:cubicBezTo>
                    <a:pt x="372" y="115"/>
                    <a:pt x="377" y="75"/>
                    <a:pt x="342" y="47"/>
                  </a:cubicBezTo>
                  <a:cubicBezTo>
                    <a:pt x="286" y="23"/>
                    <a:pt x="71" y="10"/>
                    <a:pt x="0" y="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08" name="Freeform 855">
              <a:extLst>
                <a:ext uri="{FF2B5EF4-FFF2-40B4-BE49-F238E27FC236}">
                  <a16:creationId xmlns:a16="http://schemas.microsoft.com/office/drawing/2014/main" id="{2A37387A-9AD7-7347-9B59-5E3423DC08E4}"/>
                </a:ext>
              </a:extLst>
            </p:cNvPr>
            <p:cNvSpPr>
              <a:spLocks/>
            </p:cNvSpPr>
            <p:nvPr/>
          </p:nvSpPr>
          <p:spPr bwMode="auto">
            <a:xfrm>
              <a:off x="3646" y="997"/>
              <a:ext cx="660" cy="336"/>
            </a:xfrm>
            <a:custGeom>
              <a:avLst/>
              <a:gdLst>
                <a:gd name="T0" fmla="*/ 390 w 646"/>
                <a:gd name="T1" fmla="*/ 592 h 300"/>
                <a:gd name="T2" fmla="*/ 555 w 646"/>
                <a:gd name="T3" fmla="*/ 501 h 300"/>
                <a:gd name="T4" fmla="*/ 690 w 646"/>
                <a:gd name="T5" fmla="*/ 377 h 300"/>
                <a:gd name="T6" fmla="*/ 713 w 646"/>
                <a:gd name="T7" fmla="*/ 211 h 300"/>
                <a:gd name="T8" fmla="*/ 522 w 646"/>
                <a:gd name="T9" fmla="*/ 119 h 300"/>
                <a:gd name="T10" fmla="*/ 0 w 646"/>
                <a:gd name="T11" fmla="*/ 0 h 3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46" h="300">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09" name="Freeform 856">
              <a:extLst>
                <a:ext uri="{FF2B5EF4-FFF2-40B4-BE49-F238E27FC236}">
                  <a16:creationId xmlns:a16="http://schemas.microsoft.com/office/drawing/2014/main" id="{EE58E058-DE5E-E74A-88A3-CEE247A6FBD0}"/>
                </a:ext>
              </a:extLst>
            </p:cNvPr>
            <p:cNvSpPr>
              <a:spLocks/>
            </p:cNvSpPr>
            <p:nvPr/>
          </p:nvSpPr>
          <p:spPr bwMode="auto">
            <a:xfrm>
              <a:off x="4116" y="955"/>
              <a:ext cx="630" cy="397"/>
            </a:xfrm>
            <a:custGeom>
              <a:avLst/>
              <a:gdLst>
                <a:gd name="T0" fmla="*/ 320 w 630"/>
                <a:gd name="T1" fmla="*/ 397 h 397"/>
                <a:gd name="T2" fmla="*/ 468 w 630"/>
                <a:gd name="T3" fmla="*/ 345 h 397"/>
                <a:gd name="T4" fmla="*/ 590 w 630"/>
                <a:gd name="T5" fmla="*/ 275 h 397"/>
                <a:gd name="T6" fmla="*/ 611 w 630"/>
                <a:gd name="T7" fmla="*/ 181 h 397"/>
                <a:gd name="T8" fmla="*/ 439 w 630"/>
                <a:gd name="T9" fmla="*/ 129 h 397"/>
                <a:gd name="T10" fmla="*/ 0 w 630"/>
                <a:gd name="T11" fmla="*/ 0 h 39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30" h="397">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610" name="Group 850">
            <a:extLst>
              <a:ext uri="{FF2B5EF4-FFF2-40B4-BE49-F238E27FC236}">
                <a16:creationId xmlns:a16="http://schemas.microsoft.com/office/drawing/2014/main" id="{E3F84402-6524-194E-A94B-4A0A73FB3611}"/>
              </a:ext>
            </a:extLst>
          </p:cNvPr>
          <p:cNvGrpSpPr>
            <a:grpSpLocks/>
          </p:cNvGrpSpPr>
          <p:nvPr/>
        </p:nvGrpSpPr>
        <p:grpSpPr bwMode="auto">
          <a:xfrm>
            <a:off x="7439349" y="2355850"/>
            <a:ext cx="399726" cy="74090"/>
            <a:chOff x="2199" y="955"/>
            <a:chExt cx="2547" cy="506"/>
          </a:xfrm>
        </p:grpSpPr>
        <p:sp>
          <p:nvSpPr>
            <p:cNvPr id="611" name="Freeform 851">
              <a:extLst>
                <a:ext uri="{FF2B5EF4-FFF2-40B4-BE49-F238E27FC236}">
                  <a16:creationId xmlns:a16="http://schemas.microsoft.com/office/drawing/2014/main" id="{1E84A0F2-859D-ED43-B462-FB6DCAD4E5CE}"/>
                </a:ext>
              </a:extLst>
            </p:cNvPr>
            <p:cNvSpPr>
              <a:spLocks/>
            </p:cNvSpPr>
            <p:nvPr/>
          </p:nvSpPr>
          <p:spPr bwMode="auto">
            <a:xfrm>
              <a:off x="2199" y="1166"/>
              <a:ext cx="260" cy="281"/>
            </a:xfrm>
            <a:custGeom>
              <a:avLst/>
              <a:gdLst>
                <a:gd name="T0" fmla="*/ 260 w 260"/>
                <a:gd name="T1" fmla="*/ 0 h 281"/>
                <a:gd name="T2" fmla="*/ 42 w 260"/>
                <a:gd name="T3" fmla="*/ 112 h 281"/>
                <a:gd name="T4" fmla="*/ 35 w 260"/>
                <a:gd name="T5" fmla="*/ 211 h 281"/>
                <a:gd name="T6" fmla="*/ 253 w 260"/>
                <a:gd name="T7" fmla="*/ 281 h 28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0" h="281">
                  <a:moveTo>
                    <a:pt x="260" y="0"/>
                  </a:moveTo>
                  <a:cubicBezTo>
                    <a:pt x="224" y="19"/>
                    <a:pt x="79" y="77"/>
                    <a:pt x="42" y="112"/>
                  </a:cubicBezTo>
                  <a:cubicBezTo>
                    <a:pt x="5" y="143"/>
                    <a:pt x="0" y="183"/>
                    <a:pt x="35" y="211"/>
                  </a:cubicBezTo>
                  <a:cubicBezTo>
                    <a:pt x="70" y="239"/>
                    <a:pt x="208" y="266"/>
                    <a:pt x="253" y="281"/>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12" name="Freeform 852">
              <a:extLst>
                <a:ext uri="{FF2B5EF4-FFF2-40B4-BE49-F238E27FC236}">
                  <a16:creationId xmlns:a16="http://schemas.microsoft.com/office/drawing/2014/main" id="{F5ACD2B7-2AE4-D246-A087-5ECDBCFE34DA}"/>
                </a:ext>
              </a:extLst>
            </p:cNvPr>
            <p:cNvSpPr>
              <a:spLocks/>
            </p:cNvSpPr>
            <p:nvPr/>
          </p:nvSpPr>
          <p:spPr bwMode="auto">
            <a:xfrm>
              <a:off x="2482" y="1040"/>
              <a:ext cx="900" cy="421"/>
            </a:xfrm>
            <a:custGeom>
              <a:avLst/>
              <a:gdLst>
                <a:gd name="T0" fmla="*/ 531 w 900"/>
                <a:gd name="T1" fmla="*/ 0 h 421"/>
                <a:gd name="T2" fmla="*/ 279 w 900"/>
                <a:gd name="T3" fmla="*/ 77 h 421"/>
                <a:gd name="T4" fmla="*/ 68 w 900"/>
                <a:gd name="T5" fmla="*/ 182 h 421"/>
                <a:gd name="T6" fmla="*/ 33 w 900"/>
                <a:gd name="T7" fmla="*/ 323 h 421"/>
                <a:gd name="T8" fmla="*/ 328 w 900"/>
                <a:gd name="T9" fmla="*/ 400 h 421"/>
                <a:gd name="T10" fmla="*/ 812 w 900"/>
                <a:gd name="T11" fmla="*/ 421 h 421"/>
                <a:gd name="T12" fmla="*/ 855 w 900"/>
                <a:gd name="T13" fmla="*/ 400 h 42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00" h="421">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13" name="Freeform 853">
              <a:extLst>
                <a:ext uri="{FF2B5EF4-FFF2-40B4-BE49-F238E27FC236}">
                  <a16:creationId xmlns:a16="http://schemas.microsoft.com/office/drawing/2014/main" id="{759F9135-879C-BF4F-AFC5-818266E3251F}"/>
                </a:ext>
              </a:extLst>
            </p:cNvPr>
            <p:cNvSpPr>
              <a:spLocks/>
            </p:cNvSpPr>
            <p:nvPr/>
          </p:nvSpPr>
          <p:spPr bwMode="auto">
            <a:xfrm>
              <a:off x="2782" y="1068"/>
              <a:ext cx="428" cy="269"/>
            </a:xfrm>
            <a:custGeom>
              <a:avLst/>
              <a:gdLst>
                <a:gd name="T0" fmla="*/ 428 w 428"/>
                <a:gd name="T1" fmla="*/ 0 h 269"/>
                <a:gd name="T2" fmla="*/ 217 w 428"/>
                <a:gd name="T3" fmla="*/ 35 h 269"/>
                <a:gd name="T4" fmla="*/ 21 w 428"/>
                <a:gd name="T5" fmla="*/ 140 h 269"/>
                <a:gd name="T6" fmla="*/ 91 w 428"/>
                <a:gd name="T7" fmla="*/ 246 h 269"/>
                <a:gd name="T8" fmla="*/ 231 w 428"/>
                <a:gd name="T9" fmla="*/ 267 h 269"/>
                <a:gd name="T10" fmla="*/ 414 w 428"/>
                <a:gd name="T11" fmla="*/ 260 h 2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28" h="269">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14" name="Freeform 854">
              <a:extLst>
                <a:ext uri="{FF2B5EF4-FFF2-40B4-BE49-F238E27FC236}">
                  <a16:creationId xmlns:a16="http://schemas.microsoft.com/office/drawing/2014/main" id="{6CCBF41C-B507-F94D-948A-DE3FCE8B0A1E}"/>
                </a:ext>
              </a:extLst>
            </p:cNvPr>
            <p:cNvSpPr>
              <a:spLocks/>
            </p:cNvSpPr>
            <p:nvPr/>
          </p:nvSpPr>
          <p:spPr bwMode="auto">
            <a:xfrm>
              <a:off x="3554" y="1075"/>
              <a:ext cx="377" cy="239"/>
            </a:xfrm>
            <a:custGeom>
              <a:avLst/>
              <a:gdLst>
                <a:gd name="T0" fmla="*/ 42 w 377"/>
                <a:gd name="T1" fmla="*/ 239 h 239"/>
                <a:gd name="T2" fmla="*/ 335 w 377"/>
                <a:gd name="T3" fmla="*/ 146 h 239"/>
                <a:gd name="T4" fmla="*/ 342 w 377"/>
                <a:gd name="T5" fmla="*/ 47 h 239"/>
                <a:gd name="T6" fmla="*/ 0 w 377"/>
                <a:gd name="T7" fmla="*/ 0 h 23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77" h="239">
                  <a:moveTo>
                    <a:pt x="42" y="239"/>
                  </a:moveTo>
                  <a:cubicBezTo>
                    <a:pt x="89" y="224"/>
                    <a:pt x="285" y="178"/>
                    <a:pt x="335" y="146"/>
                  </a:cubicBezTo>
                  <a:cubicBezTo>
                    <a:pt x="372" y="115"/>
                    <a:pt x="377" y="75"/>
                    <a:pt x="342" y="47"/>
                  </a:cubicBezTo>
                  <a:cubicBezTo>
                    <a:pt x="286" y="23"/>
                    <a:pt x="71" y="10"/>
                    <a:pt x="0" y="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15" name="Freeform 855">
              <a:extLst>
                <a:ext uri="{FF2B5EF4-FFF2-40B4-BE49-F238E27FC236}">
                  <a16:creationId xmlns:a16="http://schemas.microsoft.com/office/drawing/2014/main" id="{F49FB24E-6FA4-654E-852C-85E4BB85529E}"/>
                </a:ext>
              </a:extLst>
            </p:cNvPr>
            <p:cNvSpPr>
              <a:spLocks/>
            </p:cNvSpPr>
            <p:nvPr/>
          </p:nvSpPr>
          <p:spPr bwMode="auto">
            <a:xfrm>
              <a:off x="3646" y="997"/>
              <a:ext cx="660" cy="336"/>
            </a:xfrm>
            <a:custGeom>
              <a:avLst/>
              <a:gdLst>
                <a:gd name="T0" fmla="*/ 390 w 646"/>
                <a:gd name="T1" fmla="*/ 592 h 300"/>
                <a:gd name="T2" fmla="*/ 555 w 646"/>
                <a:gd name="T3" fmla="*/ 501 h 300"/>
                <a:gd name="T4" fmla="*/ 690 w 646"/>
                <a:gd name="T5" fmla="*/ 377 h 300"/>
                <a:gd name="T6" fmla="*/ 713 w 646"/>
                <a:gd name="T7" fmla="*/ 211 h 300"/>
                <a:gd name="T8" fmla="*/ 522 w 646"/>
                <a:gd name="T9" fmla="*/ 119 h 300"/>
                <a:gd name="T10" fmla="*/ 0 w 646"/>
                <a:gd name="T11" fmla="*/ 0 h 3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46" h="300">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16" name="Freeform 856">
              <a:extLst>
                <a:ext uri="{FF2B5EF4-FFF2-40B4-BE49-F238E27FC236}">
                  <a16:creationId xmlns:a16="http://schemas.microsoft.com/office/drawing/2014/main" id="{BC5E9B76-5823-534D-A665-5761962C2BE3}"/>
                </a:ext>
              </a:extLst>
            </p:cNvPr>
            <p:cNvSpPr>
              <a:spLocks/>
            </p:cNvSpPr>
            <p:nvPr/>
          </p:nvSpPr>
          <p:spPr bwMode="auto">
            <a:xfrm>
              <a:off x="4116" y="955"/>
              <a:ext cx="630" cy="397"/>
            </a:xfrm>
            <a:custGeom>
              <a:avLst/>
              <a:gdLst>
                <a:gd name="T0" fmla="*/ 320 w 630"/>
                <a:gd name="T1" fmla="*/ 397 h 397"/>
                <a:gd name="T2" fmla="*/ 468 w 630"/>
                <a:gd name="T3" fmla="*/ 345 h 397"/>
                <a:gd name="T4" fmla="*/ 590 w 630"/>
                <a:gd name="T5" fmla="*/ 275 h 397"/>
                <a:gd name="T6" fmla="*/ 611 w 630"/>
                <a:gd name="T7" fmla="*/ 181 h 397"/>
                <a:gd name="T8" fmla="*/ 439 w 630"/>
                <a:gd name="T9" fmla="*/ 129 h 397"/>
                <a:gd name="T10" fmla="*/ 0 w 630"/>
                <a:gd name="T11" fmla="*/ 0 h 39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30" h="397">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624" name="Group 850">
            <a:extLst>
              <a:ext uri="{FF2B5EF4-FFF2-40B4-BE49-F238E27FC236}">
                <a16:creationId xmlns:a16="http://schemas.microsoft.com/office/drawing/2014/main" id="{D967DD69-1C1F-4942-88FF-DBC278423524}"/>
              </a:ext>
            </a:extLst>
          </p:cNvPr>
          <p:cNvGrpSpPr>
            <a:grpSpLocks/>
          </p:cNvGrpSpPr>
          <p:nvPr/>
        </p:nvGrpSpPr>
        <p:grpSpPr bwMode="auto">
          <a:xfrm>
            <a:off x="7756849" y="1863725"/>
            <a:ext cx="399726" cy="74090"/>
            <a:chOff x="2199" y="955"/>
            <a:chExt cx="2547" cy="506"/>
          </a:xfrm>
        </p:grpSpPr>
        <p:sp>
          <p:nvSpPr>
            <p:cNvPr id="625" name="Freeform 851">
              <a:extLst>
                <a:ext uri="{FF2B5EF4-FFF2-40B4-BE49-F238E27FC236}">
                  <a16:creationId xmlns:a16="http://schemas.microsoft.com/office/drawing/2014/main" id="{C0A1A462-018A-7347-8CBD-7006888DF72B}"/>
                </a:ext>
              </a:extLst>
            </p:cNvPr>
            <p:cNvSpPr>
              <a:spLocks/>
            </p:cNvSpPr>
            <p:nvPr/>
          </p:nvSpPr>
          <p:spPr bwMode="auto">
            <a:xfrm>
              <a:off x="2199" y="1166"/>
              <a:ext cx="260" cy="281"/>
            </a:xfrm>
            <a:custGeom>
              <a:avLst/>
              <a:gdLst>
                <a:gd name="T0" fmla="*/ 260 w 260"/>
                <a:gd name="T1" fmla="*/ 0 h 281"/>
                <a:gd name="T2" fmla="*/ 42 w 260"/>
                <a:gd name="T3" fmla="*/ 112 h 281"/>
                <a:gd name="T4" fmla="*/ 35 w 260"/>
                <a:gd name="T5" fmla="*/ 211 h 281"/>
                <a:gd name="T6" fmla="*/ 253 w 260"/>
                <a:gd name="T7" fmla="*/ 281 h 28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0" h="281">
                  <a:moveTo>
                    <a:pt x="260" y="0"/>
                  </a:moveTo>
                  <a:cubicBezTo>
                    <a:pt x="224" y="19"/>
                    <a:pt x="79" y="77"/>
                    <a:pt x="42" y="112"/>
                  </a:cubicBezTo>
                  <a:cubicBezTo>
                    <a:pt x="5" y="143"/>
                    <a:pt x="0" y="183"/>
                    <a:pt x="35" y="211"/>
                  </a:cubicBezTo>
                  <a:cubicBezTo>
                    <a:pt x="70" y="239"/>
                    <a:pt x="208" y="266"/>
                    <a:pt x="253" y="281"/>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26" name="Freeform 852">
              <a:extLst>
                <a:ext uri="{FF2B5EF4-FFF2-40B4-BE49-F238E27FC236}">
                  <a16:creationId xmlns:a16="http://schemas.microsoft.com/office/drawing/2014/main" id="{22F09480-8DE6-5D4E-A19F-5BA801D7A648}"/>
                </a:ext>
              </a:extLst>
            </p:cNvPr>
            <p:cNvSpPr>
              <a:spLocks/>
            </p:cNvSpPr>
            <p:nvPr/>
          </p:nvSpPr>
          <p:spPr bwMode="auto">
            <a:xfrm>
              <a:off x="2482" y="1040"/>
              <a:ext cx="900" cy="421"/>
            </a:xfrm>
            <a:custGeom>
              <a:avLst/>
              <a:gdLst>
                <a:gd name="T0" fmla="*/ 531 w 900"/>
                <a:gd name="T1" fmla="*/ 0 h 421"/>
                <a:gd name="T2" fmla="*/ 279 w 900"/>
                <a:gd name="T3" fmla="*/ 77 h 421"/>
                <a:gd name="T4" fmla="*/ 68 w 900"/>
                <a:gd name="T5" fmla="*/ 182 h 421"/>
                <a:gd name="T6" fmla="*/ 33 w 900"/>
                <a:gd name="T7" fmla="*/ 323 h 421"/>
                <a:gd name="T8" fmla="*/ 328 w 900"/>
                <a:gd name="T9" fmla="*/ 400 h 421"/>
                <a:gd name="T10" fmla="*/ 812 w 900"/>
                <a:gd name="T11" fmla="*/ 421 h 421"/>
                <a:gd name="T12" fmla="*/ 855 w 900"/>
                <a:gd name="T13" fmla="*/ 400 h 42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00" h="421">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27" name="Freeform 853">
              <a:extLst>
                <a:ext uri="{FF2B5EF4-FFF2-40B4-BE49-F238E27FC236}">
                  <a16:creationId xmlns:a16="http://schemas.microsoft.com/office/drawing/2014/main" id="{53F1DF53-28BC-264A-BBA0-4D802EB0297A}"/>
                </a:ext>
              </a:extLst>
            </p:cNvPr>
            <p:cNvSpPr>
              <a:spLocks/>
            </p:cNvSpPr>
            <p:nvPr/>
          </p:nvSpPr>
          <p:spPr bwMode="auto">
            <a:xfrm>
              <a:off x="2782" y="1068"/>
              <a:ext cx="428" cy="269"/>
            </a:xfrm>
            <a:custGeom>
              <a:avLst/>
              <a:gdLst>
                <a:gd name="T0" fmla="*/ 428 w 428"/>
                <a:gd name="T1" fmla="*/ 0 h 269"/>
                <a:gd name="T2" fmla="*/ 217 w 428"/>
                <a:gd name="T3" fmla="*/ 35 h 269"/>
                <a:gd name="T4" fmla="*/ 21 w 428"/>
                <a:gd name="T5" fmla="*/ 140 h 269"/>
                <a:gd name="T6" fmla="*/ 91 w 428"/>
                <a:gd name="T7" fmla="*/ 246 h 269"/>
                <a:gd name="T8" fmla="*/ 231 w 428"/>
                <a:gd name="T9" fmla="*/ 267 h 269"/>
                <a:gd name="T10" fmla="*/ 414 w 428"/>
                <a:gd name="T11" fmla="*/ 260 h 2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28" h="269">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28" name="Freeform 854">
              <a:extLst>
                <a:ext uri="{FF2B5EF4-FFF2-40B4-BE49-F238E27FC236}">
                  <a16:creationId xmlns:a16="http://schemas.microsoft.com/office/drawing/2014/main" id="{61608420-02E2-254C-ACD1-27ABB5ED1667}"/>
                </a:ext>
              </a:extLst>
            </p:cNvPr>
            <p:cNvSpPr>
              <a:spLocks/>
            </p:cNvSpPr>
            <p:nvPr/>
          </p:nvSpPr>
          <p:spPr bwMode="auto">
            <a:xfrm>
              <a:off x="3554" y="1075"/>
              <a:ext cx="377" cy="239"/>
            </a:xfrm>
            <a:custGeom>
              <a:avLst/>
              <a:gdLst>
                <a:gd name="T0" fmla="*/ 42 w 377"/>
                <a:gd name="T1" fmla="*/ 239 h 239"/>
                <a:gd name="T2" fmla="*/ 335 w 377"/>
                <a:gd name="T3" fmla="*/ 146 h 239"/>
                <a:gd name="T4" fmla="*/ 342 w 377"/>
                <a:gd name="T5" fmla="*/ 47 h 239"/>
                <a:gd name="T6" fmla="*/ 0 w 377"/>
                <a:gd name="T7" fmla="*/ 0 h 23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77" h="239">
                  <a:moveTo>
                    <a:pt x="42" y="239"/>
                  </a:moveTo>
                  <a:cubicBezTo>
                    <a:pt x="89" y="224"/>
                    <a:pt x="285" y="178"/>
                    <a:pt x="335" y="146"/>
                  </a:cubicBezTo>
                  <a:cubicBezTo>
                    <a:pt x="372" y="115"/>
                    <a:pt x="377" y="75"/>
                    <a:pt x="342" y="47"/>
                  </a:cubicBezTo>
                  <a:cubicBezTo>
                    <a:pt x="286" y="23"/>
                    <a:pt x="71" y="10"/>
                    <a:pt x="0" y="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29" name="Freeform 855">
              <a:extLst>
                <a:ext uri="{FF2B5EF4-FFF2-40B4-BE49-F238E27FC236}">
                  <a16:creationId xmlns:a16="http://schemas.microsoft.com/office/drawing/2014/main" id="{0670B0D6-0581-E44E-ADBE-91BB69BB57B6}"/>
                </a:ext>
              </a:extLst>
            </p:cNvPr>
            <p:cNvSpPr>
              <a:spLocks/>
            </p:cNvSpPr>
            <p:nvPr/>
          </p:nvSpPr>
          <p:spPr bwMode="auto">
            <a:xfrm>
              <a:off x="3646" y="997"/>
              <a:ext cx="660" cy="336"/>
            </a:xfrm>
            <a:custGeom>
              <a:avLst/>
              <a:gdLst>
                <a:gd name="T0" fmla="*/ 390 w 646"/>
                <a:gd name="T1" fmla="*/ 592 h 300"/>
                <a:gd name="T2" fmla="*/ 555 w 646"/>
                <a:gd name="T3" fmla="*/ 501 h 300"/>
                <a:gd name="T4" fmla="*/ 690 w 646"/>
                <a:gd name="T5" fmla="*/ 377 h 300"/>
                <a:gd name="T6" fmla="*/ 713 w 646"/>
                <a:gd name="T7" fmla="*/ 211 h 300"/>
                <a:gd name="T8" fmla="*/ 522 w 646"/>
                <a:gd name="T9" fmla="*/ 119 h 300"/>
                <a:gd name="T10" fmla="*/ 0 w 646"/>
                <a:gd name="T11" fmla="*/ 0 h 3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46" h="300">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30" name="Freeform 856">
              <a:extLst>
                <a:ext uri="{FF2B5EF4-FFF2-40B4-BE49-F238E27FC236}">
                  <a16:creationId xmlns:a16="http://schemas.microsoft.com/office/drawing/2014/main" id="{AD6F69E6-2C1F-CC46-A5B9-D1AC96F68C8C}"/>
                </a:ext>
              </a:extLst>
            </p:cNvPr>
            <p:cNvSpPr>
              <a:spLocks/>
            </p:cNvSpPr>
            <p:nvPr/>
          </p:nvSpPr>
          <p:spPr bwMode="auto">
            <a:xfrm>
              <a:off x="4116" y="955"/>
              <a:ext cx="630" cy="397"/>
            </a:xfrm>
            <a:custGeom>
              <a:avLst/>
              <a:gdLst>
                <a:gd name="T0" fmla="*/ 320 w 630"/>
                <a:gd name="T1" fmla="*/ 397 h 397"/>
                <a:gd name="T2" fmla="*/ 468 w 630"/>
                <a:gd name="T3" fmla="*/ 345 h 397"/>
                <a:gd name="T4" fmla="*/ 590 w 630"/>
                <a:gd name="T5" fmla="*/ 275 h 397"/>
                <a:gd name="T6" fmla="*/ 611 w 630"/>
                <a:gd name="T7" fmla="*/ 181 h 397"/>
                <a:gd name="T8" fmla="*/ 439 w 630"/>
                <a:gd name="T9" fmla="*/ 129 h 397"/>
                <a:gd name="T10" fmla="*/ 0 w 630"/>
                <a:gd name="T11" fmla="*/ 0 h 39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30" h="397">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631" name="Group 850">
            <a:extLst>
              <a:ext uri="{FF2B5EF4-FFF2-40B4-BE49-F238E27FC236}">
                <a16:creationId xmlns:a16="http://schemas.microsoft.com/office/drawing/2014/main" id="{62F6DC99-EDA6-6948-A435-6A965BBBDC7F}"/>
              </a:ext>
            </a:extLst>
          </p:cNvPr>
          <p:cNvGrpSpPr>
            <a:grpSpLocks/>
          </p:cNvGrpSpPr>
          <p:nvPr/>
        </p:nvGrpSpPr>
        <p:grpSpPr bwMode="auto">
          <a:xfrm>
            <a:off x="8709349" y="2057400"/>
            <a:ext cx="399726" cy="74090"/>
            <a:chOff x="2199" y="955"/>
            <a:chExt cx="2547" cy="506"/>
          </a:xfrm>
        </p:grpSpPr>
        <p:sp>
          <p:nvSpPr>
            <p:cNvPr id="632" name="Freeform 851">
              <a:extLst>
                <a:ext uri="{FF2B5EF4-FFF2-40B4-BE49-F238E27FC236}">
                  <a16:creationId xmlns:a16="http://schemas.microsoft.com/office/drawing/2014/main" id="{9E06E7BD-A2EF-5A4E-A34B-606CF638590A}"/>
                </a:ext>
              </a:extLst>
            </p:cNvPr>
            <p:cNvSpPr>
              <a:spLocks/>
            </p:cNvSpPr>
            <p:nvPr/>
          </p:nvSpPr>
          <p:spPr bwMode="auto">
            <a:xfrm>
              <a:off x="2199" y="1166"/>
              <a:ext cx="260" cy="281"/>
            </a:xfrm>
            <a:custGeom>
              <a:avLst/>
              <a:gdLst>
                <a:gd name="T0" fmla="*/ 260 w 260"/>
                <a:gd name="T1" fmla="*/ 0 h 281"/>
                <a:gd name="T2" fmla="*/ 42 w 260"/>
                <a:gd name="T3" fmla="*/ 112 h 281"/>
                <a:gd name="T4" fmla="*/ 35 w 260"/>
                <a:gd name="T5" fmla="*/ 211 h 281"/>
                <a:gd name="T6" fmla="*/ 253 w 260"/>
                <a:gd name="T7" fmla="*/ 281 h 28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0" h="281">
                  <a:moveTo>
                    <a:pt x="260" y="0"/>
                  </a:moveTo>
                  <a:cubicBezTo>
                    <a:pt x="224" y="19"/>
                    <a:pt x="79" y="77"/>
                    <a:pt x="42" y="112"/>
                  </a:cubicBezTo>
                  <a:cubicBezTo>
                    <a:pt x="5" y="143"/>
                    <a:pt x="0" y="183"/>
                    <a:pt x="35" y="211"/>
                  </a:cubicBezTo>
                  <a:cubicBezTo>
                    <a:pt x="70" y="239"/>
                    <a:pt x="208" y="266"/>
                    <a:pt x="253" y="281"/>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33" name="Freeform 852">
              <a:extLst>
                <a:ext uri="{FF2B5EF4-FFF2-40B4-BE49-F238E27FC236}">
                  <a16:creationId xmlns:a16="http://schemas.microsoft.com/office/drawing/2014/main" id="{A8B52BE3-CB73-904C-84C5-EB4ED34708C6}"/>
                </a:ext>
              </a:extLst>
            </p:cNvPr>
            <p:cNvSpPr>
              <a:spLocks/>
            </p:cNvSpPr>
            <p:nvPr/>
          </p:nvSpPr>
          <p:spPr bwMode="auto">
            <a:xfrm>
              <a:off x="2482" y="1040"/>
              <a:ext cx="900" cy="421"/>
            </a:xfrm>
            <a:custGeom>
              <a:avLst/>
              <a:gdLst>
                <a:gd name="T0" fmla="*/ 531 w 900"/>
                <a:gd name="T1" fmla="*/ 0 h 421"/>
                <a:gd name="T2" fmla="*/ 279 w 900"/>
                <a:gd name="T3" fmla="*/ 77 h 421"/>
                <a:gd name="T4" fmla="*/ 68 w 900"/>
                <a:gd name="T5" fmla="*/ 182 h 421"/>
                <a:gd name="T6" fmla="*/ 33 w 900"/>
                <a:gd name="T7" fmla="*/ 323 h 421"/>
                <a:gd name="T8" fmla="*/ 328 w 900"/>
                <a:gd name="T9" fmla="*/ 400 h 421"/>
                <a:gd name="T10" fmla="*/ 812 w 900"/>
                <a:gd name="T11" fmla="*/ 421 h 421"/>
                <a:gd name="T12" fmla="*/ 855 w 900"/>
                <a:gd name="T13" fmla="*/ 400 h 42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00" h="421">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34" name="Freeform 853">
              <a:extLst>
                <a:ext uri="{FF2B5EF4-FFF2-40B4-BE49-F238E27FC236}">
                  <a16:creationId xmlns:a16="http://schemas.microsoft.com/office/drawing/2014/main" id="{13C0497F-B26E-6347-8A3D-7B1091C04AA1}"/>
                </a:ext>
              </a:extLst>
            </p:cNvPr>
            <p:cNvSpPr>
              <a:spLocks/>
            </p:cNvSpPr>
            <p:nvPr/>
          </p:nvSpPr>
          <p:spPr bwMode="auto">
            <a:xfrm>
              <a:off x="2782" y="1068"/>
              <a:ext cx="428" cy="269"/>
            </a:xfrm>
            <a:custGeom>
              <a:avLst/>
              <a:gdLst>
                <a:gd name="T0" fmla="*/ 428 w 428"/>
                <a:gd name="T1" fmla="*/ 0 h 269"/>
                <a:gd name="T2" fmla="*/ 217 w 428"/>
                <a:gd name="T3" fmla="*/ 35 h 269"/>
                <a:gd name="T4" fmla="*/ 21 w 428"/>
                <a:gd name="T5" fmla="*/ 140 h 269"/>
                <a:gd name="T6" fmla="*/ 91 w 428"/>
                <a:gd name="T7" fmla="*/ 246 h 269"/>
                <a:gd name="T8" fmla="*/ 231 w 428"/>
                <a:gd name="T9" fmla="*/ 267 h 269"/>
                <a:gd name="T10" fmla="*/ 414 w 428"/>
                <a:gd name="T11" fmla="*/ 260 h 2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28" h="269">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35" name="Freeform 854">
              <a:extLst>
                <a:ext uri="{FF2B5EF4-FFF2-40B4-BE49-F238E27FC236}">
                  <a16:creationId xmlns:a16="http://schemas.microsoft.com/office/drawing/2014/main" id="{D5A7D90C-8586-EC4C-B8AE-53ADC2C0E8A6}"/>
                </a:ext>
              </a:extLst>
            </p:cNvPr>
            <p:cNvSpPr>
              <a:spLocks/>
            </p:cNvSpPr>
            <p:nvPr/>
          </p:nvSpPr>
          <p:spPr bwMode="auto">
            <a:xfrm>
              <a:off x="3554" y="1075"/>
              <a:ext cx="377" cy="239"/>
            </a:xfrm>
            <a:custGeom>
              <a:avLst/>
              <a:gdLst>
                <a:gd name="T0" fmla="*/ 42 w 377"/>
                <a:gd name="T1" fmla="*/ 239 h 239"/>
                <a:gd name="T2" fmla="*/ 335 w 377"/>
                <a:gd name="T3" fmla="*/ 146 h 239"/>
                <a:gd name="T4" fmla="*/ 342 w 377"/>
                <a:gd name="T5" fmla="*/ 47 h 239"/>
                <a:gd name="T6" fmla="*/ 0 w 377"/>
                <a:gd name="T7" fmla="*/ 0 h 23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77" h="239">
                  <a:moveTo>
                    <a:pt x="42" y="239"/>
                  </a:moveTo>
                  <a:cubicBezTo>
                    <a:pt x="89" y="224"/>
                    <a:pt x="285" y="178"/>
                    <a:pt x="335" y="146"/>
                  </a:cubicBezTo>
                  <a:cubicBezTo>
                    <a:pt x="372" y="115"/>
                    <a:pt x="377" y="75"/>
                    <a:pt x="342" y="47"/>
                  </a:cubicBezTo>
                  <a:cubicBezTo>
                    <a:pt x="286" y="23"/>
                    <a:pt x="71" y="10"/>
                    <a:pt x="0" y="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36" name="Freeform 855">
              <a:extLst>
                <a:ext uri="{FF2B5EF4-FFF2-40B4-BE49-F238E27FC236}">
                  <a16:creationId xmlns:a16="http://schemas.microsoft.com/office/drawing/2014/main" id="{C7871F0A-571C-A942-9C96-20D90FBDB413}"/>
                </a:ext>
              </a:extLst>
            </p:cNvPr>
            <p:cNvSpPr>
              <a:spLocks/>
            </p:cNvSpPr>
            <p:nvPr/>
          </p:nvSpPr>
          <p:spPr bwMode="auto">
            <a:xfrm>
              <a:off x="3646" y="997"/>
              <a:ext cx="660" cy="336"/>
            </a:xfrm>
            <a:custGeom>
              <a:avLst/>
              <a:gdLst>
                <a:gd name="T0" fmla="*/ 390 w 646"/>
                <a:gd name="T1" fmla="*/ 592 h 300"/>
                <a:gd name="T2" fmla="*/ 555 w 646"/>
                <a:gd name="T3" fmla="*/ 501 h 300"/>
                <a:gd name="T4" fmla="*/ 690 w 646"/>
                <a:gd name="T5" fmla="*/ 377 h 300"/>
                <a:gd name="T6" fmla="*/ 713 w 646"/>
                <a:gd name="T7" fmla="*/ 211 h 300"/>
                <a:gd name="T8" fmla="*/ 522 w 646"/>
                <a:gd name="T9" fmla="*/ 119 h 300"/>
                <a:gd name="T10" fmla="*/ 0 w 646"/>
                <a:gd name="T11" fmla="*/ 0 h 3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46" h="300">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37" name="Freeform 856">
              <a:extLst>
                <a:ext uri="{FF2B5EF4-FFF2-40B4-BE49-F238E27FC236}">
                  <a16:creationId xmlns:a16="http://schemas.microsoft.com/office/drawing/2014/main" id="{A1A01D86-638D-3644-B20B-066BDFC41236}"/>
                </a:ext>
              </a:extLst>
            </p:cNvPr>
            <p:cNvSpPr>
              <a:spLocks/>
            </p:cNvSpPr>
            <p:nvPr/>
          </p:nvSpPr>
          <p:spPr bwMode="auto">
            <a:xfrm>
              <a:off x="4116" y="955"/>
              <a:ext cx="630" cy="397"/>
            </a:xfrm>
            <a:custGeom>
              <a:avLst/>
              <a:gdLst>
                <a:gd name="T0" fmla="*/ 320 w 630"/>
                <a:gd name="T1" fmla="*/ 397 h 397"/>
                <a:gd name="T2" fmla="*/ 468 w 630"/>
                <a:gd name="T3" fmla="*/ 345 h 397"/>
                <a:gd name="T4" fmla="*/ 590 w 630"/>
                <a:gd name="T5" fmla="*/ 275 h 397"/>
                <a:gd name="T6" fmla="*/ 611 w 630"/>
                <a:gd name="T7" fmla="*/ 181 h 397"/>
                <a:gd name="T8" fmla="*/ 439 w 630"/>
                <a:gd name="T9" fmla="*/ 129 h 397"/>
                <a:gd name="T10" fmla="*/ 0 w 630"/>
                <a:gd name="T11" fmla="*/ 0 h 39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30" h="397">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638" name="Group 850">
            <a:extLst>
              <a:ext uri="{FF2B5EF4-FFF2-40B4-BE49-F238E27FC236}">
                <a16:creationId xmlns:a16="http://schemas.microsoft.com/office/drawing/2014/main" id="{C59EF036-7544-CD4B-98C5-190F592891A5}"/>
              </a:ext>
            </a:extLst>
          </p:cNvPr>
          <p:cNvGrpSpPr>
            <a:grpSpLocks/>
          </p:cNvGrpSpPr>
          <p:nvPr/>
        </p:nvGrpSpPr>
        <p:grpSpPr bwMode="auto">
          <a:xfrm>
            <a:off x="8639499" y="2320925"/>
            <a:ext cx="399726" cy="74090"/>
            <a:chOff x="2199" y="955"/>
            <a:chExt cx="2547" cy="506"/>
          </a:xfrm>
        </p:grpSpPr>
        <p:sp>
          <p:nvSpPr>
            <p:cNvPr id="639" name="Freeform 851">
              <a:extLst>
                <a:ext uri="{FF2B5EF4-FFF2-40B4-BE49-F238E27FC236}">
                  <a16:creationId xmlns:a16="http://schemas.microsoft.com/office/drawing/2014/main" id="{F5A6E6AF-D117-5E41-8785-04B0EC2CA482}"/>
                </a:ext>
              </a:extLst>
            </p:cNvPr>
            <p:cNvSpPr>
              <a:spLocks/>
            </p:cNvSpPr>
            <p:nvPr/>
          </p:nvSpPr>
          <p:spPr bwMode="auto">
            <a:xfrm>
              <a:off x="2199" y="1166"/>
              <a:ext cx="260" cy="281"/>
            </a:xfrm>
            <a:custGeom>
              <a:avLst/>
              <a:gdLst>
                <a:gd name="T0" fmla="*/ 260 w 260"/>
                <a:gd name="T1" fmla="*/ 0 h 281"/>
                <a:gd name="T2" fmla="*/ 42 w 260"/>
                <a:gd name="T3" fmla="*/ 112 h 281"/>
                <a:gd name="T4" fmla="*/ 35 w 260"/>
                <a:gd name="T5" fmla="*/ 211 h 281"/>
                <a:gd name="T6" fmla="*/ 253 w 260"/>
                <a:gd name="T7" fmla="*/ 281 h 28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0" h="281">
                  <a:moveTo>
                    <a:pt x="260" y="0"/>
                  </a:moveTo>
                  <a:cubicBezTo>
                    <a:pt x="224" y="19"/>
                    <a:pt x="79" y="77"/>
                    <a:pt x="42" y="112"/>
                  </a:cubicBezTo>
                  <a:cubicBezTo>
                    <a:pt x="5" y="143"/>
                    <a:pt x="0" y="183"/>
                    <a:pt x="35" y="211"/>
                  </a:cubicBezTo>
                  <a:cubicBezTo>
                    <a:pt x="70" y="239"/>
                    <a:pt x="208" y="266"/>
                    <a:pt x="253" y="281"/>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40" name="Freeform 852">
              <a:extLst>
                <a:ext uri="{FF2B5EF4-FFF2-40B4-BE49-F238E27FC236}">
                  <a16:creationId xmlns:a16="http://schemas.microsoft.com/office/drawing/2014/main" id="{8595B388-6685-8E4F-BDEB-FA923F29148F}"/>
                </a:ext>
              </a:extLst>
            </p:cNvPr>
            <p:cNvSpPr>
              <a:spLocks/>
            </p:cNvSpPr>
            <p:nvPr/>
          </p:nvSpPr>
          <p:spPr bwMode="auto">
            <a:xfrm>
              <a:off x="2482" y="1040"/>
              <a:ext cx="900" cy="421"/>
            </a:xfrm>
            <a:custGeom>
              <a:avLst/>
              <a:gdLst>
                <a:gd name="T0" fmla="*/ 531 w 900"/>
                <a:gd name="T1" fmla="*/ 0 h 421"/>
                <a:gd name="T2" fmla="*/ 279 w 900"/>
                <a:gd name="T3" fmla="*/ 77 h 421"/>
                <a:gd name="T4" fmla="*/ 68 w 900"/>
                <a:gd name="T5" fmla="*/ 182 h 421"/>
                <a:gd name="T6" fmla="*/ 33 w 900"/>
                <a:gd name="T7" fmla="*/ 323 h 421"/>
                <a:gd name="T8" fmla="*/ 328 w 900"/>
                <a:gd name="T9" fmla="*/ 400 h 421"/>
                <a:gd name="T10" fmla="*/ 812 w 900"/>
                <a:gd name="T11" fmla="*/ 421 h 421"/>
                <a:gd name="T12" fmla="*/ 855 w 900"/>
                <a:gd name="T13" fmla="*/ 400 h 42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00" h="421">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41" name="Freeform 853">
              <a:extLst>
                <a:ext uri="{FF2B5EF4-FFF2-40B4-BE49-F238E27FC236}">
                  <a16:creationId xmlns:a16="http://schemas.microsoft.com/office/drawing/2014/main" id="{C4382DCB-82DC-E84A-BABC-A28B22D16FEB}"/>
                </a:ext>
              </a:extLst>
            </p:cNvPr>
            <p:cNvSpPr>
              <a:spLocks/>
            </p:cNvSpPr>
            <p:nvPr/>
          </p:nvSpPr>
          <p:spPr bwMode="auto">
            <a:xfrm>
              <a:off x="2782" y="1068"/>
              <a:ext cx="428" cy="269"/>
            </a:xfrm>
            <a:custGeom>
              <a:avLst/>
              <a:gdLst>
                <a:gd name="T0" fmla="*/ 428 w 428"/>
                <a:gd name="T1" fmla="*/ 0 h 269"/>
                <a:gd name="T2" fmla="*/ 217 w 428"/>
                <a:gd name="T3" fmla="*/ 35 h 269"/>
                <a:gd name="T4" fmla="*/ 21 w 428"/>
                <a:gd name="T5" fmla="*/ 140 h 269"/>
                <a:gd name="T6" fmla="*/ 91 w 428"/>
                <a:gd name="T7" fmla="*/ 246 h 269"/>
                <a:gd name="T8" fmla="*/ 231 w 428"/>
                <a:gd name="T9" fmla="*/ 267 h 269"/>
                <a:gd name="T10" fmla="*/ 414 w 428"/>
                <a:gd name="T11" fmla="*/ 260 h 2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28" h="269">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42" name="Freeform 854">
              <a:extLst>
                <a:ext uri="{FF2B5EF4-FFF2-40B4-BE49-F238E27FC236}">
                  <a16:creationId xmlns:a16="http://schemas.microsoft.com/office/drawing/2014/main" id="{8582F608-341E-2B44-81DA-A22C72A0DE9B}"/>
                </a:ext>
              </a:extLst>
            </p:cNvPr>
            <p:cNvSpPr>
              <a:spLocks/>
            </p:cNvSpPr>
            <p:nvPr/>
          </p:nvSpPr>
          <p:spPr bwMode="auto">
            <a:xfrm>
              <a:off x="3554" y="1075"/>
              <a:ext cx="377" cy="239"/>
            </a:xfrm>
            <a:custGeom>
              <a:avLst/>
              <a:gdLst>
                <a:gd name="T0" fmla="*/ 42 w 377"/>
                <a:gd name="T1" fmla="*/ 239 h 239"/>
                <a:gd name="T2" fmla="*/ 335 w 377"/>
                <a:gd name="T3" fmla="*/ 146 h 239"/>
                <a:gd name="T4" fmla="*/ 342 w 377"/>
                <a:gd name="T5" fmla="*/ 47 h 239"/>
                <a:gd name="T6" fmla="*/ 0 w 377"/>
                <a:gd name="T7" fmla="*/ 0 h 23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77" h="239">
                  <a:moveTo>
                    <a:pt x="42" y="239"/>
                  </a:moveTo>
                  <a:cubicBezTo>
                    <a:pt x="89" y="224"/>
                    <a:pt x="285" y="178"/>
                    <a:pt x="335" y="146"/>
                  </a:cubicBezTo>
                  <a:cubicBezTo>
                    <a:pt x="372" y="115"/>
                    <a:pt x="377" y="75"/>
                    <a:pt x="342" y="47"/>
                  </a:cubicBezTo>
                  <a:cubicBezTo>
                    <a:pt x="286" y="23"/>
                    <a:pt x="71" y="10"/>
                    <a:pt x="0" y="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43" name="Freeform 855">
              <a:extLst>
                <a:ext uri="{FF2B5EF4-FFF2-40B4-BE49-F238E27FC236}">
                  <a16:creationId xmlns:a16="http://schemas.microsoft.com/office/drawing/2014/main" id="{E9219FD5-AC73-0E49-9022-036371064B58}"/>
                </a:ext>
              </a:extLst>
            </p:cNvPr>
            <p:cNvSpPr>
              <a:spLocks/>
            </p:cNvSpPr>
            <p:nvPr/>
          </p:nvSpPr>
          <p:spPr bwMode="auto">
            <a:xfrm>
              <a:off x="3646" y="997"/>
              <a:ext cx="660" cy="336"/>
            </a:xfrm>
            <a:custGeom>
              <a:avLst/>
              <a:gdLst>
                <a:gd name="T0" fmla="*/ 390 w 646"/>
                <a:gd name="T1" fmla="*/ 592 h 300"/>
                <a:gd name="T2" fmla="*/ 555 w 646"/>
                <a:gd name="T3" fmla="*/ 501 h 300"/>
                <a:gd name="T4" fmla="*/ 690 w 646"/>
                <a:gd name="T5" fmla="*/ 377 h 300"/>
                <a:gd name="T6" fmla="*/ 713 w 646"/>
                <a:gd name="T7" fmla="*/ 211 h 300"/>
                <a:gd name="T8" fmla="*/ 522 w 646"/>
                <a:gd name="T9" fmla="*/ 119 h 300"/>
                <a:gd name="T10" fmla="*/ 0 w 646"/>
                <a:gd name="T11" fmla="*/ 0 h 3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46" h="300">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44" name="Freeform 856">
              <a:extLst>
                <a:ext uri="{FF2B5EF4-FFF2-40B4-BE49-F238E27FC236}">
                  <a16:creationId xmlns:a16="http://schemas.microsoft.com/office/drawing/2014/main" id="{FF2B6185-8996-9D4A-95D8-B325E76BC004}"/>
                </a:ext>
              </a:extLst>
            </p:cNvPr>
            <p:cNvSpPr>
              <a:spLocks/>
            </p:cNvSpPr>
            <p:nvPr/>
          </p:nvSpPr>
          <p:spPr bwMode="auto">
            <a:xfrm>
              <a:off x="4116" y="955"/>
              <a:ext cx="630" cy="397"/>
            </a:xfrm>
            <a:custGeom>
              <a:avLst/>
              <a:gdLst>
                <a:gd name="T0" fmla="*/ 320 w 630"/>
                <a:gd name="T1" fmla="*/ 397 h 397"/>
                <a:gd name="T2" fmla="*/ 468 w 630"/>
                <a:gd name="T3" fmla="*/ 345 h 397"/>
                <a:gd name="T4" fmla="*/ 590 w 630"/>
                <a:gd name="T5" fmla="*/ 275 h 397"/>
                <a:gd name="T6" fmla="*/ 611 w 630"/>
                <a:gd name="T7" fmla="*/ 181 h 397"/>
                <a:gd name="T8" fmla="*/ 439 w 630"/>
                <a:gd name="T9" fmla="*/ 129 h 397"/>
                <a:gd name="T10" fmla="*/ 0 w 630"/>
                <a:gd name="T11" fmla="*/ 0 h 39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30" h="397">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645" name="Group 850">
            <a:extLst>
              <a:ext uri="{FF2B5EF4-FFF2-40B4-BE49-F238E27FC236}">
                <a16:creationId xmlns:a16="http://schemas.microsoft.com/office/drawing/2014/main" id="{C8198E09-7653-3F45-A431-F592CB853548}"/>
              </a:ext>
            </a:extLst>
          </p:cNvPr>
          <p:cNvGrpSpPr>
            <a:grpSpLocks/>
          </p:cNvGrpSpPr>
          <p:nvPr/>
        </p:nvGrpSpPr>
        <p:grpSpPr bwMode="auto">
          <a:xfrm>
            <a:off x="9245924" y="5476874"/>
            <a:ext cx="450526" cy="96315"/>
            <a:chOff x="2199" y="955"/>
            <a:chExt cx="2547" cy="506"/>
          </a:xfrm>
        </p:grpSpPr>
        <p:sp>
          <p:nvSpPr>
            <p:cNvPr id="646" name="Freeform 851">
              <a:extLst>
                <a:ext uri="{FF2B5EF4-FFF2-40B4-BE49-F238E27FC236}">
                  <a16:creationId xmlns:a16="http://schemas.microsoft.com/office/drawing/2014/main" id="{6E92E888-DA5C-8D45-96AD-D6A2E1164466}"/>
                </a:ext>
              </a:extLst>
            </p:cNvPr>
            <p:cNvSpPr>
              <a:spLocks/>
            </p:cNvSpPr>
            <p:nvPr/>
          </p:nvSpPr>
          <p:spPr bwMode="auto">
            <a:xfrm>
              <a:off x="2199" y="1166"/>
              <a:ext cx="260" cy="281"/>
            </a:xfrm>
            <a:custGeom>
              <a:avLst/>
              <a:gdLst>
                <a:gd name="T0" fmla="*/ 260 w 260"/>
                <a:gd name="T1" fmla="*/ 0 h 281"/>
                <a:gd name="T2" fmla="*/ 42 w 260"/>
                <a:gd name="T3" fmla="*/ 112 h 281"/>
                <a:gd name="T4" fmla="*/ 35 w 260"/>
                <a:gd name="T5" fmla="*/ 211 h 281"/>
                <a:gd name="T6" fmla="*/ 253 w 260"/>
                <a:gd name="T7" fmla="*/ 281 h 28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0" h="281">
                  <a:moveTo>
                    <a:pt x="260" y="0"/>
                  </a:moveTo>
                  <a:cubicBezTo>
                    <a:pt x="224" y="19"/>
                    <a:pt x="79" y="77"/>
                    <a:pt x="42" y="112"/>
                  </a:cubicBezTo>
                  <a:cubicBezTo>
                    <a:pt x="5" y="143"/>
                    <a:pt x="0" y="183"/>
                    <a:pt x="35" y="211"/>
                  </a:cubicBezTo>
                  <a:cubicBezTo>
                    <a:pt x="70" y="239"/>
                    <a:pt x="208" y="266"/>
                    <a:pt x="253" y="281"/>
                  </a:cubicBezTo>
                </a:path>
              </a:pathLst>
            </a:custGeom>
            <a:noFill/>
            <a:ln w="12700"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47" name="Freeform 852">
              <a:extLst>
                <a:ext uri="{FF2B5EF4-FFF2-40B4-BE49-F238E27FC236}">
                  <a16:creationId xmlns:a16="http://schemas.microsoft.com/office/drawing/2014/main" id="{2754A16A-D74F-2C40-93DA-A9EAC7806B64}"/>
                </a:ext>
              </a:extLst>
            </p:cNvPr>
            <p:cNvSpPr>
              <a:spLocks/>
            </p:cNvSpPr>
            <p:nvPr/>
          </p:nvSpPr>
          <p:spPr bwMode="auto">
            <a:xfrm>
              <a:off x="2482" y="1040"/>
              <a:ext cx="900" cy="421"/>
            </a:xfrm>
            <a:custGeom>
              <a:avLst/>
              <a:gdLst>
                <a:gd name="T0" fmla="*/ 531 w 900"/>
                <a:gd name="T1" fmla="*/ 0 h 421"/>
                <a:gd name="T2" fmla="*/ 279 w 900"/>
                <a:gd name="T3" fmla="*/ 77 h 421"/>
                <a:gd name="T4" fmla="*/ 68 w 900"/>
                <a:gd name="T5" fmla="*/ 182 h 421"/>
                <a:gd name="T6" fmla="*/ 33 w 900"/>
                <a:gd name="T7" fmla="*/ 323 h 421"/>
                <a:gd name="T8" fmla="*/ 328 w 900"/>
                <a:gd name="T9" fmla="*/ 400 h 421"/>
                <a:gd name="T10" fmla="*/ 812 w 900"/>
                <a:gd name="T11" fmla="*/ 421 h 421"/>
                <a:gd name="T12" fmla="*/ 855 w 900"/>
                <a:gd name="T13" fmla="*/ 400 h 42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00" h="421">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w="12700"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48" name="Freeform 853">
              <a:extLst>
                <a:ext uri="{FF2B5EF4-FFF2-40B4-BE49-F238E27FC236}">
                  <a16:creationId xmlns:a16="http://schemas.microsoft.com/office/drawing/2014/main" id="{B78947A0-D91C-E742-8A54-40B58A0EA739}"/>
                </a:ext>
              </a:extLst>
            </p:cNvPr>
            <p:cNvSpPr>
              <a:spLocks/>
            </p:cNvSpPr>
            <p:nvPr/>
          </p:nvSpPr>
          <p:spPr bwMode="auto">
            <a:xfrm>
              <a:off x="2782" y="1068"/>
              <a:ext cx="428" cy="269"/>
            </a:xfrm>
            <a:custGeom>
              <a:avLst/>
              <a:gdLst>
                <a:gd name="T0" fmla="*/ 428 w 428"/>
                <a:gd name="T1" fmla="*/ 0 h 269"/>
                <a:gd name="T2" fmla="*/ 217 w 428"/>
                <a:gd name="T3" fmla="*/ 35 h 269"/>
                <a:gd name="T4" fmla="*/ 21 w 428"/>
                <a:gd name="T5" fmla="*/ 140 h 269"/>
                <a:gd name="T6" fmla="*/ 91 w 428"/>
                <a:gd name="T7" fmla="*/ 246 h 269"/>
                <a:gd name="T8" fmla="*/ 231 w 428"/>
                <a:gd name="T9" fmla="*/ 267 h 269"/>
                <a:gd name="T10" fmla="*/ 414 w 428"/>
                <a:gd name="T11" fmla="*/ 260 h 2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28" h="269">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w="12700"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49" name="Freeform 854">
              <a:extLst>
                <a:ext uri="{FF2B5EF4-FFF2-40B4-BE49-F238E27FC236}">
                  <a16:creationId xmlns:a16="http://schemas.microsoft.com/office/drawing/2014/main" id="{A3BC268E-C50E-F64F-A6DD-8829085043E1}"/>
                </a:ext>
              </a:extLst>
            </p:cNvPr>
            <p:cNvSpPr>
              <a:spLocks/>
            </p:cNvSpPr>
            <p:nvPr/>
          </p:nvSpPr>
          <p:spPr bwMode="auto">
            <a:xfrm>
              <a:off x="3554" y="1075"/>
              <a:ext cx="377" cy="239"/>
            </a:xfrm>
            <a:custGeom>
              <a:avLst/>
              <a:gdLst>
                <a:gd name="T0" fmla="*/ 42 w 377"/>
                <a:gd name="T1" fmla="*/ 239 h 239"/>
                <a:gd name="T2" fmla="*/ 335 w 377"/>
                <a:gd name="T3" fmla="*/ 146 h 239"/>
                <a:gd name="T4" fmla="*/ 342 w 377"/>
                <a:gd name="T5" fmla="*/ 47 h 239"/>
                <a:gd name="T6" fmla="*/ 0 w 377"/>
                <a:gd name="T7" fmla="*/ 0 h 23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77" h="239">
                  <a:moveTo>
                    <a:pt x="42" y="239"/>
                  </a:moveTo>
                  <a:cubicBezTo>
                    <a:pt x="89" y="224"/>
                    <a:pt x="285" y="178"/>
                    <a:pt x="335" y="146"/>
                  </a:cubicBezTo>
                  <a:cubicBezTo>
                    <a:pt x="372" y="115"/>
                    <a:pt x="377" y="75"/>
                    <a:pt x="342" y="47"/>
                  </a:cubicBezTo>
                  <a:cubicBezTo>
                    <a:pt x="286" y="23"/>
                    <a:pt x="71" y="10"/>
                    <a:pt x="0" y="0"/>
                  </a:cubicBezTo>
                </a:path>
              </a:pathLst>
            </a:custGeom>
            <a:noFill/>
            <a:ln w="12700"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50" name="Freeform 855">
              <a:extLst>
                <a:ext uri="{FF2B5EF4-FFF2-40B4-BE49-F238E27FC236}">
                  <a16:creationId xmlns:a16="http://schemas.microsoft.com/office/drawing/2014/main" id="{C609CF41-4A74-014E-A94A-F5C707D31506}"/>
                </a:ext>
              </a:extLst>
            </p:cNvPr>
            <p:cNvSpPr>
              <a:spLocks/>
            </p:cNvSpPr>
            <p:nvPr/>
          </p:nvSpPr>
          <p:spPr bwMode="auto">
            <a:xfrm>
              <a:off x="3646" y="997"/>
              <a:ext cx="660" cy="336"/>
            </a:xfrm>
            <a:custGeom>
              <a:avLst/>
              <a:gdLst>
                <a:gd name="T0" fmla="*/ 390 w 646"/>
                <a:gd name="T1" fmla="*/ 592 h 300"/>
                <a:gd name="T2" fmla="*/ 555 w 646"/>
                <a:gd name="T3" fmla="*/ 501 h 300"/>
                <a:gd name="T4" fmla="*/ 690 w 646"/>
                <a:gd name="T5" fmla="*/ 377 h 300"/>
                <a:gd name="T6" fmla="*/ 713 w 646"/>
                <a:gd name="T7" fmla="*/ 211 h 300"/>
                <a:gd name="T8" fmla="*/ 522 w 646"/>
                <a:gd name="T9" fmla="*/ 119 h 300"/>
                <a:gd name="T10" fmla="*/ 0 w 646"/>
                <a:gd name="T11" fmla="*/ 0 h 3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46" h="300">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w="12700"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51" name="Freeform 856">
              <a:extLst>
                <a:ext uri="{FF2B5EF4-FFF2-40B4-BE49-F238E27FC236}">
                  <a16:creationId xmlns:a16="http://schemas.microsoft.com/office/drawing/2014/main" id="{6E8FDB88-4766-E44A-8E83-FA0CEA8287AD}"/>
                </a:ext>
              </a:extLst>
            </p:cNvPr>
            <p:cNvSpPr>
              <a:spLocks/>
            </p:cNvSpPr>
            <p:nvPr/>
          </p:nvSpPr>
          <p:spPr bwMode="auto">
            <a:xfrm>
              <a:off x="4116" y="955"/>
              <a:ext cx="630" cy="397"/>
            </a:xfrm>
            <a:custGeom>
              <a:avLst/>
              <a:gdLst>
                <a:gd name="T0" fmla="*/ 320 w 630"/>
                <a:gd name="T1" fmla="*/ 397 h 397"/>
                <a:gd name="T2" fmla="*/ 468 w 630"/>
                <a:gd name="T3" fmla="*/ 345 h 397"/>
                <a:gd name="T4" fmla="*/ 590 w 630"/>
                <a:gd name="T5" fmla="*/ 275 h 397"/>
                <a:gd name="T6" fmla="*/ 611 w 630"/>
                <a:gd name="T7" fmla="*/ 181 h 397"/>
                <a:gd name="T8" fmla="*/ 439 w 630"/>
                <a:gd name="T9" fmla="*/ 129 h 397"/>
                <a:gd name="T10" fmla="*/ 0 w 630"/>
                <a:gd name="T11" fmla="*/ 0 h 39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30" h="397">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w="12700"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652" name="Group 850">
            <a:extLst>
              <a:ext uri="{FF2B5EF4-FFF2-40B4-BE49-F238E27FC236}">
                <a16:creationId xmlns:a16="http://schemas.microsoft.com/office/drawing/2014/main" id="{D8195E5E-B336-324B-8B0B-ACC4CA2C6E80}"/>
              </a:ext>
            </a:extLst>
          </p:cNvPr>
          <p:cNvGrpSpPr>
            <a:grpSpLocks/>
          </p:cNvGrpSpPr>
          <p:nvPr/>
        </p:nvGrpSpPr>
        <p:grpSpPr bwMode="auto">
          <a:xfrm>
            <a:off x="9195602" y="5857875"/>
            <a:ext cx="230973" cy="45719"/>
            <a:chOff x="2199" y="955"/>
            <a:chExt cx="2547" cy="506"/>
          </a:xfrm>
        </p:grpSpPr>
        <p:sp>
          <p:nvSpPr>
            <p:cNvPr id="653" name="Freeform 851">
              <a:extLst>
                <a:ext uri="{FF2B5EF4-FFF2-40B4-BE49-F238E27FC236}">
                  <a16:creationId xmlns:a16="http://schemas.microsoft.com/office/drawing/2014/main" id="{D70C4FD5-7449-EB41-AE91-674A29E48082}"/>
                </a:ext>
              </a:extLst>
            </p:cNvPr>
            <p:cNvSpPr>
              <a:spLocks/>
            </p:cNvSpPr>
            <p:nvPr/>
          </p:nvSpPr>
          <p:spPr bwMode="auto">
            <a:xfrm>
              <a:off x="2199" y="1166"/>
              <a:ext cx="260" cy="281"/>
            </a:xfrm>
            <a:custGeom>
              <a:avLst/>
              <a:gdLst>
                <a:gd name="T0" fmla="*/ 260 w 260"/>
                <a:gd name="T1" fmla="*/ 0 h 281"/>
                <a:gd name="T2" fmla="*/ 42 w 260"/>
                <a:gd name="T3" fmla="*/ 112 h 281"/>
                <a:gd name="T4" fmla="*/ 35 w 260"/>
                <a:gd name="T5" fmla="*/ 211 h 281"/>
                <a:gd name="T6" fmla="*/ 253 w 260"/>
                <a:gd name="T7" fmla="*/ 281 h 28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0" h="281">
                  <a:moveTo>
                    <a:pt x="260" y="0"/>
                  </a:moveTo>
                  <a:cubicBezTo>
                    <a:pt x="224" y="19"/>
                    <a:pt x="79" y="77"/>
                    <a:pt x="42" y="112"/>
                  </a:cubicBezTo>
                  <a:cubicBezTo>
                    <a:pt x="5" y="143"/>
                    <a:pt x="0" y="183"/>
                    <a:pt x="35" y="211"/>
                  </a:cubicBezTo>
                  <a:cubicBezTo>
                    <a:pt x="70" y="239"/>
                    <a:pt x="208" y="266"/>
                    <a:pt x="253" y="281"/>
                  </a:cubicBezTo>
                </a:path>
              </a:pathLst>
            </a:custGeom>
            <a:noFill/>
            <a:ln w="6350"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54" name="Freeform 852">
              <a:extLst>
                <a:ext uri="{FF2B5EF4-FFF2-40B4-BE49-F238E27FC236}">
                  <a16:creationId xmlns:a16="http://schemas.microsoft.com/office/drawing/2014/main" id="{A43D749A-E763-1A49-ABFC-3F8866DC1D65}"/>
                </a:ext>
              </a:extLst>
            </p:cNvPr>
            <p:cNvSpPr>
              <a:spLocks/>
            </p:cNvSpPr>
            <p:nvPr/>
          </p:nvSpPr>
          <p:spPr bwMode="auto">
            <a:xfrm>
              <a:off x="2482" y="1040"/>
              <a:ext cx="900" cy="421"/>
            </a:xfrm>
            <a:custGeom>
              <a:avLst/>
              <a:gdLst>
                <a:gd name="T0" fmla="*/ 531 w 900"/>
                <a:gd name="T1" fmla="*/ 0 h 421"/>
                <a:gd name="T2" fmla="*/ 279 w 900"/>
                <a:gd name="T3" fmla="*/ 77 h 421"/>
                <a:gd name="T4" fmla="*/ 68 w 900"/>
                <a:gd name="T5" fmla="*/ 182 h 421"/>
                <a:gd name="T6" fmla="*/ 33 w 900"/>
                <a:gd name="T7" fmla="*/ 323 h 421"/>
                <a:gd name="T8" fmla="*/ 328 w 900"/>
                <a:gd name="T9" fmla="*/ 400 h 421"/>
                <a:gd name="T10" fmla="*/ 812 w 900"/>
                <a:gd name="T11" fmla="*/ 421 h 421"/>
                <a:gd name="T12" fmla="*/ 855 w 900"/>
                <a:gd name="T13" fmla="*/ 400 h 42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00" h="421">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w="6350"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55" name="Freeform 853">
              <a:extLst>
                <a:ext uri="{FF2B5EF4-FFF2-40B4-BE49-F238E27FC236}">
                  <a16:creationId xmlns:a16="http://schemas.microsoft.com/office/drawing/2014/main" id="{1984E37F-68A6-AE44-9F93-DD410B4FBD85}"/>
                </a:ext>
              </a:extLst>
            </p:cNvPr>
            <p:cNvSpPr>
              <a:spLocks/>
            </p:cNvSpPr>
            <p:nvPr/>
          </p:nvSpPr>
          <p:spPr bwMode="auto">
            <a:xfrm>
              <a:off x="2782" y="1068"/>
              <a:ext cx="428" cy="269"/>
            </a:xfrm>
            <a:custGeom>
              <a:avLst/>
              <a:gdLst>
                <a:gd name="T0" fmla="*/ 428 w 428"/>
                <a:gd name="T1" fmla="*/ 0 h 269"/>
                <a:gd name="T2" fmla="*/ 217 w 428"/>
                <a:gd name="T3" fmla="*/ 35 h 269"/>
                <a:gd name="T4" fmla="*/ 21 w 428"/>
                <a:gd name="T5" fmla="*/ 140 h 269"/>
                <a:gd name="T6" fmla="*/ 91 w 428"/>
                <a:gd name="T7" fmla="*/ 246 h 269"/>
                <a:gd name="T8" fmla="*/ 231 w 428"/>
                <a:gd name="T9" fmla="*/ 267 h 269"/>
                <a:gd name="T10" fmla="*/ 414 w 428"/>
                <a:gd name="T11" fmla="*/ 260 h 2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28" h="269">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w="6350"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56" name="Freeform 854">
              <a:extLst>
                <a:ext uri="{FF2B5EF4-FFF2-40B4-BE49-F238E27FC236}">
                  <a16:creationId xmlns:a16="http://schemas.microsoft.com/office/drawing/2014/main" id="{F1E5C680-79A8-FE44-84E3-2153EA200052}"/>
                </a:ext>
              </a:extLst>
            </p:cNvPr>
            <p:cNvSpPr>
              <a:spLocks/>
            </p:cNvSpPr>
            <p:nvPr/>
          </p:nvSpPr>
          <p:spPr bwMode="auto">
            <a:xfrm>
              <a:off x="3554" y="1075"/>
              <a:ext cx="377" cy="239"/>
            </a:xfrm>
            <a:custGeom>
              <a:avLst/>
              <a:gdLst>
                <a:gd name="T0" fmla="*/ 42 w 377"/>
                <a:gd name="T1" fmla="*/ 239 h 239"/>
                <a:gd name="T2" fmla="*/ 335 w 377"/>
                <a:gd name="T3" fmla="*/ 146 h 239"/>
                <a:gd name="T4" fmla="*/ 342 w 377"/>
                <a:gd name="T5" fmla="*/ 47 h 239"/>
                <a:gd name="T6" fmla="*/ 0 w 377"/>
                <a:gd name="T7" fmla="*/ 0 h 23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77" h="239">
                  <a:moveTo>
                    <a:pt x="42" y="239"/>
                  </a:moveTo>
                  <a:cubicBezTo>
                    <a:pt x="89" y="224"/>
                    <a:pt x="285" y="178"/>
                    <a:pt x="335" y="146"/>
                  </a:cubicBezTo>
                  <a:cubicBezTo>
                    <a:pt x="372" y="115"/>
                    <a:pt x="377" y="75"/>
                    <a:pt x="342" y="47"/>
                  </a:cubicBezTo>
                  <a:cubicBezTo>
                    <a:pt x="286" y="23"/>
                    <a:pt x="71" y="10"/>
                    <a:pt x="0" y="0"/>
                  </a:cubicBezTo>
                </a:path>
              </a:pathLst>
            </a:custGeom>
            <a:noFill/>
            <a:ln w="6350"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57" name="Freeform 855">
              <a:extLst>
                <a:ext uri="{FF2B5EF4-FFF2-40B4-BE49-F238E27FC236}">
                  <a16:creationId xmlns:a16="http://schemas.microsoft.com/office/drawing/2014/main" id="{10AB1C0F-439F-734D-9512-EB095894FAEE}"/>
                </a:ext>
              </a:extLst>
            </p:cNvPr>
            <p:cNvSpPr>
              <a:spLocks/>
            </p:cNvSpPr>
            <p:nvPr/>
          </p:nvSpPr>
          <p:spPr bwMode="auto">
            <a:xfrm>
              <a:off x="3646" y="997"/>
              <a:ext cx="660" cy="336"/>
            </a:xfrm>
            <a:custGeom>
              <a:avLst/>
              <a:gdLst>
                <a:gd name="T0" fmla="*/ 390 w 646"/>
                <a:gd name="T1" fmla="*/ 592 h 300"/>
                <a:gd name="T2" fmla="*/ 555 w 646"/>
                <a:gd name="T3" fmla="*/ 501 h 300"/>
                <a:gd name="T4" fmla="*/ 690 w 646"/>
                <a:gd name="T5" fmla="*/ 377 h 300"/>
                <a:gd name="T6" fmla="*/ 713 w 646"/>
                <a:gd name="T7" fmla="*/ 211 h 300"/>
                <a:gd name="T8" fmla="*/ 522 w 646"/>
                <a:gd name="T9" fmla="*/ 119 h 300"/>
                <a:gd name="T10" fmla="*/ 0 w 646"/>
                <a:gd name="T11" fmla="*/ 0 h 3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46" h="300">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w="6350"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58" name="Freeform 856">
              <a:extLst>
                <a:ext uri="{FF2B5EF4-FFF2-40B4-BE49-F238E27FC236}">
                  <a16:creationId xmlns:a16="http://schemas.microsoft.com/office/drawing/2014/main" id="{E674261C-9C74-1045-A006-34903B78C01F}"/>
                </a:ext>
              </a:extLst>
            </p:cNvPr>
            <p:cNvSpPr>
              <a:spLocks/>
            </p:cNvSpPr>
            <p:nvPr/>
          </p:nvSpPr>
          <p:spPr bwMode="auto">
            <a:xfrm>
              <a:off x="4116" y="955"/>
              <a:ext cx="630" cy="397"/>
            </a:xfrm>
            <a:custGeom>
              <a:avLst/>
              <a:gdLst>
                <a:gd name="T0" fmla="*/ 320 w 630"/>
                <a:gd name="T1" fmla="*/ 397 h 397"/>
                <a:gd name="T2" fmla="*/ 468 w 630"/>
                <a:gd name="T3" fmla="*/ 345 h 397"/>
                <a:gd name="T4" fmla="*/ 590 w 630"/>
                <a:gd name="T5" fmla="*/ 275 h 397"/>
                <a:gd name="T6" fmla="*/ 611 w 630"/>
                <a:gd name="T7" fmla="*/ 181 h 397"/>
                <a:gd name="T8" fmla="*/ 439 w 630"/>
                <a:gd name="T9" fmla="*/ 129 h 397"/>
                <a:gd name="T10" fmla="*/ 0 w 630"/>
                <a:gd name="T11" fmla="*/ 0 h 39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30" h="397">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w="6350"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659" name="Group 850">
            <a:extLst>
              <a:ext uri="{FF2B5EF4-FFF2-40B4-BE49-F238E27FC236}">
                <a16:creationId xmlns:a16="http://schemas.microsoft.com/office/drawing/2014/main" id="{085C02C9-1A7F-0642-B79C-6EDB2FE9C908}"/>
              </a:ext>
            </a:extLst>
          </p:cNvPr>
          <p:cNvGrpSpPr>
            <a:grpSpLocks/>
          </p:cNvGrpSpPr>
          <p:nvPr/>
        </p:nvGrpSpPr>
        <p:grpSpPr bwMode="auto">
          <a:xfrm>
            <a:off x="9538502" y="5794375"/>
            <a:ext cx="230973" cy="45719"/>
            <a:chOff x="2199" y="955"/>
            <a:chExt cx="2547" cy="506"/>
          </a:xfrm>
        </p:grpSpPr>
        <p:sp>
          <p:nvSpPr>
            <p:cNvPr id="660" name="Freeform 851">
              <a:extLst>
                <a:ext uri="{FF2B5EF4-FFF2-40B4-BE49-F238E27FC236}">
                  <a16:creationId xmlns:a16="http://schemas.microsoft.com/office/drawing/2014/main" id="{9C005DC5-E020-664D-90A8-D62468BEA01F}"/>
                </a:ext>
              </a:extLst>
            </p:cNvPr>
            <p:cNvSpPr>
              <a:spLocks/>
            </p:cNvSpPr>
            <p:nvPr/>
          </p:nvSpPr>
          <p:spPr bwMode="auto">
            <a:xfrm>
              <a:off x="2199" y="1166"/>
              <a:ext cx="260" cy="281"/>
            </a:xfrm>
            <a:custGeom>
              <a:avLst/>
              <a:gdLst>
                <a:gd name="T0" fmla="*/ 260 w 260"/>
                <a:gd name="T1" fmla="*/ 0 h 281"/>
                <a:gd name="T2" fmla="*/ 42 w 260"/>
                <a:gd name="T3" fmla="*/ 112 h 281"/>
                <a:gd name="T4" fmla="*/ 35 w 260"/>
                <a:gd name="T5" fmla="*/ 211 h 281"/>
                <a:gd name="T6" fmla="*/ 253 w 260"/>
                <a:gd name="T7" fmla="*/ 281 h 28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0" h="281">
                  <a:moveTo>
                    <a:pt x="260" y="0"/>
                  </a:moveTo>
                  <a:cubicBezTo>
                    <a:pt x="224" y="19"/>
                    <a:pt x="79" y="77"/>
                    <a:pt x="42" y="112"/>
                  </a:cubicBezTo>
                  <a:cubicBezTo>
                    <a:pt x="5" y="143"/>
                    <a:pt x="0" y="183"/>
                    <a:pt x="35" y="211"/>
                  </a:cubicBezTo>
                  <a:cubicBezTo>
                    <a:pt x="70" y="239"/>
                    <a:pt x="208" y="266"/>
                    <a:pt x="253" y="281"/>
                  </a:cubicBezTo>
                </a:path>
              </a:pathLst>
            </a:custGeom>
            <a:noFill/>
            <a:ln w="6350"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61" name="Freeform 852">
              <a:extLst>
                <a:ext uri="{FF2B5EF4-FFF2-40B4-BE49-F238E27FC236}">
                  <a16:creationId xmlns:a16="http://schemas.microsoft.com/office/drawing/2014/main" id="{51687CFF-3135-3B4D-B333-BB62A87BF9BF}"/>
                </a:ext>
              </a:extLst>
            </p:cNvPr>
            <p:cNvSpPr>
              <a:spLocks/>
            </p:cNvSpPr>
            <p:nvPr/>
          </p:nvSpPr>
          <p:spPr bwMode="auto">
            <a:xfrm>
              <a:off x="2482" y="1040"/>
              <a:ext cx="900" cy="421"/>
            </a:xfrm>
            <a:custGeom>
              <a:avLst/>
              <a:gdLst>
                <a:gd name="T0" fmla="*/ 531 w 900"/>
                <a:gd name="T1" fmla="*/ 0 h 421"/>
                <a:gd name="T2" fmla="*/ 279 w 900"/>
                <a:gd name="T3" fmla="*/ 77 h 421"/>
                <a:gd name="T4" fmla="*/ 68 w 900"/>
                <a:gd name="T5" fmla="*/ 182 h 421"/>
                <a:gd name="T6" fmla="*/ 33 w 900"/>
                <a:gd name="T7" fmla="*/ 323 h 421"/>
                <a:gd name="T8" fmla="*/ 328 w 900"/>
                <a:gd name="T9" fmla="*/ 400 h 421"/>
                <a:gd name="T10" fmla="*/ 812 w 900"/>
                <a:gd name="T11" fmla="*/ 421 h 421"/>
                <a:gd name="T12" fmla="*/ 855 w 900"/>
                <a:gd name="T13" fmla="*/ 400 h 42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00" h="421">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w="6350"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62" name="Freeform 853">
              <a:extLst>
                <a:ext uri="{FF2B5EF4-FFF2-40B4-BE49-F238E27FC236}">
                  <a16:creationId xmlns:a16="http://schemas.microsoft.com/office/drawing/2014/main" id="{C7F3B199-2EBF-AE46-B38B-543EED8CFB15}"/>
                </a:ext>
              </a:extLst>
            </p:cNvPr>
            <p:cNvSpPr>
              <a:spLocks/>
            </p:cNvSpPr>
            <p:nvPr/>
          </p:nvSpPr>
          <p:spPr bwMode="auto">
            <a:xfrm>
              <a:off x="2782" y="1068"/>
              <a:ext cx="428" cy="269"/>
            </a:xfrm>
            <a:custGeom>
              <a:avLst/>
              <a:gdLst>
                <a:gd name="T0" fmla="*/ 428 w 428"/>
                <a:gd name="T1" fmla="*/ 0 h 269"/>
                <a:gd name="T2" fmla="*/ 217 w 428"/>
                <a:gd name="T3" fmla="*/ 35 h 269"/>
                <a:gd name="T4" fmla="*/ 21 w 428"/>
                <a:gd name="T5" fmla="*/ 140 h 269"/>
                <a:gd name="T6" fmla="*/ 91 w 428"/>
                <a:gd name="T7" fmla="*/ 246 h 269"/>
                <a:gd name="T8" fmla="*/ 231 w 428"/>
                <a:gd name="T9" fmla="*/ 267 h 269"/>
                <a:gd name="T10" fmla="*/ 414 w 428"/>
                <a:gd name="T11" fmla="*/ 260 h 2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28" h="269">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w="6350"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63" name="Freeform 854">
              <a:extLst>
                <a:ext uri="{FF2B5EF4-FFF2-40B4-BE49-F238E27FC236}">
                  <a16:creationId xmlns:a16="http://schemas.microsoft.com/office/drawing/2014/main" id="{1A13A5D2-6717-724F-9FA9-7AE0BB5F67D1}"/>
                </a:ext>
              </a:extLst>
            </p:cNvPr>
            <p:cNvSpPr>
              <a:spLocks/>
            </p:cNvSpPr>
            <p:nvPr/>
          </p:nvSpPr>
          <p:spPr bwMode="auto">
            <a:xfrm>
              <a:off x="3554" y="1075"/>
              <a:ext cx="377" cy="239"/>
            </a:xfrm>
            <a:custGeom>
              <a:avLst/>
              <a:gdLst>
                <a:gd name="T0" fmla="*/ 42 w 377"/>
                <a:gd name="T1" fmla="*/ 239 h 239"/>
                <a:gd name="T2" fmla="*/ 335 w 377"/>
                <a:gd name="T3" fmla="*/ 146 h 239"/>
                <a:gd name="T4" fmla="*/ 342 w 377"/>
                <a:gd name="T5" fmla="*/ 47 h 239"/>
                <a:gd name="T6" fmla="*/ 0 w 377"/>
                <a:gd name="T7" fmla="*/ 0 h 23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77" h="239">
                  <a:moveTo>
                    <a:pt x="42" y="239"/>
                  </a:moveTo>
                  <a:cubicBezTo>
                    <a:pt x="89" y="224"/>
                    <a:pt x="285" y="178"/>
                    <a:pt x="335" y="146"/>
                  </a:cubicBezTo>
                  <a:cubicBezTo>
                    <a:pt x="372" y="115"/>
                    <a:pt x="377" y="75"/>
                    <a:pt x="342" y="47"/>
                  </a:cubicBezTo>
                  <a:cubicBezTo>
                    <a:pt x="286" y="23"/>
                    <a:pt x="71" y="10"/>
                    <a:pt x="0" y="0"/>
                  </a:cubicBezTo>
                </a:path>
              </a:pathLst>
            </a:custGeom>
            <a:noFill/>
            <a:ln w="6350"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64" name="Freeform 855">
              <a:extLst>
                <a:ext uri="{FF2B5EF4-FFF2-40B4-BE49-F238E27FC236}">
                  <a16:creationId xmlns:a16="http://schemas.microsoft.com/office/drawing/2014/main" id="{4E9B1CE6-94BA-CB4A-BAA3-20583CDAEF38}"/>
                </a:ext>
              </a:extLst>
            </p:cNvPr>
            <p:cNvSpPr>
              <a:spLocks/>
            </p:cNvSpPr>
            <p:nvPr/>
          </p:nvSpPr>
          <p:spPr bwMode="auto">
            <a:xfrm>
              <a:off x="3646" y="997"/>
              <a:ext cx="660" cy="336"/>
            </a:xfrm>
            <a:custGeom>
              <a:avLst/>
              <a:gdLst>
                <a:gd name="T0" fmla="*/ 390 w 646"/>
                <a:gd name="T1" fmla="*/ 592 h 300"/>
                <a:gd name="T2" fmla="*/ 555 w 646"/>
                <a:gd name="T3" fmla="*/ 501 h 300"/>
                <a:gd name="T4" fmla="*/ 690 w 646"/>
                <a:gd name="T5" fmla="*/ 377 h 300"/>
                <a:gd name="T6" fmla="*/ 713 w 646"/>
                <a:gd name="T7" fmla="*/ 211 h 300"/>
                <a:gd name="T8" fmla="*/ 522 w 646"/>
                <a:gd name="T9" fmla="*/ 119 h 300"/>
                <a:gd name="T10" fmla="*/ 0 w 646"/>
                <a:gd name="T11" fmla="*/ 0 h 3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46" h="300">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w="6350"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65" name="Freeform 856">
              <a:extLst>
                <a:ext uri="{FF2B5EF4-FFF2-40B4-BE49-F238E27FC236}">
                  <a16:creationId xmlns:a16="http://schemas.microsoft.com/office/drawing/2014/main" id="{F15D2A24-844D-7345-AF84-FEA40BD351A2}"/>
                </a:ext>
              </a:extLst>
            </p:cNvPr>
            <p:cNvSpPr>
              <a:spLocks/>
            </p:cNvSpPr>
            <p:nvPr/>
          </p:nvSpPr>
          <p:spPr bwMode="auto">
            <a:xfrm>
              <a:off x="4116" y="955"/>
              <a:ext cx="630" cy="397"/>
            </a:xfrm>
            <a:custGeom>
              <a:avLst/>
              <a:gdLst>
                <a:gd name="T0" fmla="*/ 320 w 630"/>
                <a:gd name="T1" fmla="*/ 397 h 397"/>
                <a:gd name="T2" fmla="*/ 468 w 630"/>
                <a:gd name="T3" fmla="*/ 345 h 397"/>
                <a:gd name="T4" fmla="*/ 590 w 630"/>
                <a:gd name="T5" fmla="*/ 275 h 397"/>
                <a:gd name="T6" fmla="*/ 611 w 630"/>
                <a:gd name="T7" fmla="*/ 181 h 397"/>
                <a:gd name="T8" fmla="*/ 439 w 630"/>
                <a:gd name="T9" fmla="*/ 129 h 397"/>
                <a:gd name="T10" fmla="*/ 0 w 630"/>
                <a:gd name="T11" fmla="*/ 0 h 39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30" h="397">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w="6350"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666" name="Group 817">
            <a:extLst>
              <a:ext uri="{FF2B5EF4-FFF2-40B4-BE49-F238E27FC236}">
                <a16:creationId xmlns:a16="http://schemas.microsoft.com/office/drawing/2014/main" id="{5B996586-264C-3643-9E41-3632345BFB87}"/>
              </a:ext>
            </a:extLst>
          </p:cNvPr>
          <p:cNvGrpSpPr>
            <a:grpSpLocks/>
          </p:cNvGrpSpPr>
          <p:nvPr/>
        </p:nvGrpSpPr>
        <p:grpSpPr bwMode="auto">
          <a:xfrm>
            <a:off x="7975063" y="2094561"/>
            <a:ext cx="466245" cy="434369"/>
            <a:chOff x="2920" y="1424"/>
            <a:chExt cx="326" cy="320"/>
          </a:xfrm>
        </p:grpSpPr>
        <p:sp>
          <p:nvSpPr>
            <p:cNvPr id="667" name="Oval 818">
              <a:extLst>
                <a:ext uri="{FF2B5EF4-FFF2-40B4-BE49-F238E27FC236}">
                  <a16:creationId xmlns:a16="http://schemas.microsoft.com/office/drawing/2014/main" id="{AA4661F1-54B8-A146-BC66-9B5A3CD272EA}"/>
                </a:ext>
              </a:extLst>
            </p:cNvPr>
            <p:cNvSpPr>
              <a:spLocks noChangeArrowheads="1"/>
            </p:cNvSpPr>
            <p:nvPr/>
          </p:nvSpPr>
          <p:spPr bwMode="auto">
            <a:xfrm>
              <a:off x="2920" y="1445"/>
              <a:ext cx="326" cy="289"/>
            </a:xfrm>
            <a:prstGeom prst="ellipse">
              <a:avLst/>
            </a:prstGeom>
            <a:noFill/>
            <a:ln w="19050">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668" name="Group 819">
              <a:extLst>
                <a:ext uri="{FF2B5EF4-FFF2-40B4-BE49-F238E27FC236}">
                  <a16:creationId xmlns:a16="http://schemas.microsoft.com/office/drawing/2014/main" id="{1686DBB0-11C0-D34B-972B-2CCF69324CCC}"/>
                </a:ext>
              </a:extLst>
            </p:cNvPr>
            <p:cNvGrpSpPr>
              <a:grpSpLocks/>
            </p:cNvGrpSpPr>
            <p:nvPr/>
          </p:nvGrpSpPr>
          <p:grpSpPr bwMode="auto">
            <a:xfrm>
              <a:off x="2949" y="1424"/>
              <a:ext cx="265" cy="280"/>
              <a:chOff x="2949" y="1424"/>
              <a:chExt cx="265" cy="280"/>
            </a:xfrm>
          </p:grpSpPr>
          <p:sp>
            <p:nvSpPr>
              <p:cNvPr id="670" name="Oval 820">
                <a:extLst>
                  <a:ext uri="{FF2B5EF4-FFF2-40B4-BE49-F238E27FC236}">
                    <a16:creationId xmlns:a16="http://schemas.microsoft.com/office/drawing/2014/main" id="{65562299-A7B0-E748-8DA9-F125E00B96FB}"/>
                  </a:ext>
                </a:extLst>
              </p:cNvPr>
              <p:cNvSpPr>
                <a:spLocks noChangeArrowheads="1"/>
              </p:cNvSpPr>
              <p:nvPr/>
            </p:nvSpPr>
            <p:spPr bwMode="auto">
              <a:xfrm>
                <a:off x="3030" y="1545"/>
                <a:ext cx="107" cy="92"/>
              </a:xfrm>
              <a:prstGeom prst="ellipse">
                <a:avLst/>
              </a:prstGeom>
              <a:noFill/>
              <a:ln w="19050">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71" name="Oval 821">
                <a:extLst>
                  <a:ext uri="{FF2B5EF4-FFF2-40B4-BE49-F238E27FC236}">
                    <a16:creationId xmlns:a16="http://schemas.microsoft.com/office/drawing/2014/main" id="{4C2D7ED2-03EA-DD40-B7CA-8CF81250D4E0}"/>
                  </a:ext>
                </a:extLst>
              </p:cNvPr>
              <p:cNvSpPr>
                <a:spLocks noChangeArrowheads="1"/>
              </p:cNvSpPr>
              <p:nvPr/>
            </p:nvSpPr>
            <p:spPr bwMode="auto">
              <a:xfrm>
                <a:off x="3006" y="1525"/>
                <a:ext cx="154" cy="131"/>
              </a:xfrm>
              <a:prstGeom prst="ellipse">
                <a:avLst/>
              </a:prstGeom>
              <a:noFill/>
              <a:ln w="19050">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72" name="Oval 822">
                <a:extLst>
                  <a:ext uri="{FF2B5EF4-FFF2-40B4-BE49-F238E27FC236}">
                    <a16:creationId xmlns:a16="http://schemas.microsoft.com/office/drawing/2014/main" id="{52DEB089-EF3D-7E47-9DFD-BCE7FFF4F5DD}"/>
                  </a:ext>
                </a:extLst>
              </p:cNvPr>
              <p:cNvSpPr>
                <a:spLocks noChangeArrowheads="1"/>
              </p:cNvSpPr>
              <p:nvPr/>
            </p:nvSpPr>
            <p:spPr bwMode="auto">
              <a:xfrm>
                <a:off x="2983" y="1501"/>
                <a:ext cx="203" cy="179"/>
              </a:xfrm>
              <a:prstGeom prst="ellipse">
                <a:avLst/>
              </a:prstGeom>
              <a:noFill/>
              <a:ln w="19050">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73" name="Oval 823">
                <a:extLst>
                  <a:ext uri="{FF2B5EF4-FFF2-40B4-BE49-F238E27FC236}">
                    <a16:creationId xmlns:a16="http://schemas.microsoft.com/office/drawing/2014/main" id="{27812B4C-C2A3-A34E-8C48-C8022BA5CC4A}"/>
                  </a:ext>
                </a:extLst>
              </p:cNvPr>
              <p:cNvSpPr>
                <a:spLocks noChangeArrowheads="1"/>
              </p:cNvSpPr>
              <p:nvPr/>
            </p:nvSpPr>
            <p:spPr bwMode="auto">
              <a:xfrm>
                <a:off x="2949" y="1476"/>
                <a:ext cx="265" cy="228"/>
              </a:xfrm>
              <a:prstGeom prst="ellipse">
                <a:avLst/>
              </a:prstGeom>
              <a:noFill/>
              <a:ln w="19050">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74" name="Freeform 824">
                <a:extLst>
                  <a:ext uri="{FF2B5EF4-FFF2-40B4-BE49-F238E27FC236}">
                    <a16:creationId xmlns:a16="http://schemas.microsoft.com/office/drawing/2014/main" id="{A83A4BD2-C0FC-0243-9444-4BE1DEF5443B}"/>
                  </a:ext>
                </a:extLst>
              </p:cNvPr>
              <p:cNvSpPr>
                <a:spLocks/>
              </p:cNvSpPr>
              <p:nvPr/>
            </p:nvSpPr>
            <p:spPr bwMode="auto">
              <a:xfrm flipV="1">
                <a:off x="2987" y="1424"/>
                <a:ext cx="205" cy="143"/>
              </a:xfrm>
              <a:custGeom>
                <a:avLst/>
                <a:gdLst>
                  <a:gd name="T0" fmla="*/ 0 w 1180"/>
                  <a:gd name="T1" fmla="*/ 0 h 956"/>
                  <a:gd name="T2" fmla="*/ 0 w 1180"/>
                  <a:gd name="T3" fmla="*/ 0 h 956"/>
                  <a:gd name="T4" fmla="*/ 0 w 1180"/>
                  <a:gd name="T5" fmla="*/ 0 h 956"/>
                  <a:gd name="T6" fmla="*/ 0 w 1180"/>
                  <a:gd name="T7" fmla="*/ 0 h 956"/>
                  <a:gd name="T8" fmla="*/ 0 w 1180"/>
                  <a:gd name="T9" fmla="*/ 0 h 956"/>
                  <a:gd name="T10" fmla="*/ 0 w 1180"/>
                  <a:gd name="T11" fmla="*/ 0 h 956"/>
                  <a:gd name="T12" fmla="*/ 0 w 1180"/>
                  <a:gd name="T13" fmla="*/ 0 h 956"/>
                  <a:gd name="T14" fmla="*/ 0 w 1180"/>
                  <a:gd name="T15" fmla="*/ 0 h 956"/>
                  <a:gd name="T16" fmla="*/ 0 w 1180"/>
                  <a:gd name="T17" fmla="*/ 0 h 956"/>
                  <a:gd name="T18" fmla="*/ 0 w 1180"/>
                  <a:gd name="T19" fmla="*/ 0 h 95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180" h="956">
                    <a:moveTo>
                      <a:pt x="499" y="7"/>
                    </a:moveTo>
                    <a:lnTo>
                      <a:pt x="0" y="780"/>
                    </a:lnTo>
                    <a:lnTo>
                      <a:pt x="134" y="885"/>
                    </a:lnTo>
                    <a:lnTo>
                      <a:pt x="366" y="920"/>
                    </a:lnTo>
                    <a:lnTo>
                      <a:pt x="534" y="956"/>
                    </a:lnTo>
                    <a:lnTo>
                      <a:pt x="829" y="949"/>
                    </a:lnTo>
                    <a:lnTo>
                      <a:pt x="1096" y="850"/>
                    </a:lnTo>
                    <a:lnTo>
                      <a:pt x="1180" y="801"/>
                    </a:lnTo>
                    <a:lnTo>
                      <a:pt x="668" y="0"/>
                    </a:lnTo>
                    <a:lnTo>
                      <a:pt x="499" y="7"/>
                    </a:lnTo>
                    <a:close/>
                  </a:path>
                </a:pathLst>
              </a:custGeom>
              <a:solidFill>
                <a:srgbClr val="9CE0FA"/>
              </a:solidFill>
              <a:ln>
                <a:noFill/>
              </a:ln>
              <a:effectLst/>
              <a:extLst>
                <a:ext uri="{91240B29-F687-4f45-9708-019B960494DF}">
                  <a14:hiddenLine xmlns="" xmlns:a14="http://schemas.microsoft.com/office/drawing/2010/main" w="19050" cmpd="sng">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669" name="Freeform 825">
              <a:extLst>
                <a:ext uri="{FF2B5EF4-FFF2-40B4-BE49-F238E27FC236}">
                  <a16:creationId xmlns:a16="http://schemas.microsoft.com/office/drawing/2014/main" id="{88940FE6-2121-E047-B5D1-709EEEA5D1FA}"/>
                </a:ext>
              </a:extLst>
            </p:cNvPr>
            <p:cNvSpPr>
              <a:spLocks/>
            </p:cNvSpPr>
            <p:nvPr/>
          </p:nvSpPr>
          <p:spPr bwMode="auto">
            <a:xfrm>
              <a:off x="2995" y="1615"/>
              <a:ext cx="178" cy="129"/>
            </a:xfrm>
            <a:custGeom>
              <a:avLst/>
              <a:gdLst>
                <a:gd name="T0" fmla="*/ 0 w 1180"/>
                <a:gd name="T1" fmla="*/ 0 h 956"/>
                <a:gd name="T2" fmla="*/ 0 w 1180"/>
                <a:gd name="T3" fmla="*/ 0 h 956"/>
                <a:gd name="T4" fmla="*/ 0 w 1180"/>
                <a:gd name="T5" fmla="*/ 0 h 956"/>
                <a:gd name="T6" fmla="*/ 0 w 1180"/>
                <a:gd name="T7" fmla="*/ 0 h 956"/>
                <a:gd name="T8" fmla="*/ 0 w 1180"/>
                <a:gd name="T9" fmla="*/ 0 h 956"/>
                <a:gd name="T10" fmla="*/ 0 w 1180"/>
                <a:gd name="T11" fmla="*/ 0 h 956"/>
                <a:gd name="T12" fmla="*/ 0 w 1180"/>
                <a:gd name="T13" fmla="*/ 0 h 956"/>
                <a:gd name="T14" fmla="*/ 0 w 1180"/>
                <a:gd name="T15" fmla="*/ 0 h 956"/>
                <a:gd name="T16" fmla="*/ 0 w 1180"/>
                <a:gd name="T17" fmla="*/ 0 h 956"/>
                <a:gd name="T18" fmla="*/ 0 w 1180"/>
                <a:gd name="T19" fmla="*/ 0 h 95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180" h="956">
                  <a:moveTo>
                    <a:pt x="499" y="7"/>
                  </a:moveTo>
                  <a:lnTo>
                    <a:pt x="0" y="780"/>
                  </a:lnTo>
                  <a:lnTo>
                    <a:pt x="134" y="885"/>
                  </a:lnTo>
                  <a:lnTo>
                    <a:pt x="366" y="920"/>
                  </a:lnTo>
                  <a:lnTo>
                    <a:pt x="534" y="956"/>
                  </a:lnTo>
                  <a:lnTo>
                    <a:pt x="829" y="949"/>
                  </a:lnTo>
                  <a:lnTo>
                    <a:pt x="1096" y="850"/>
                  </a:lnTo>
                  <a:lnTo>
                    <a:pt x="1180" y="801"/>
                  </a:lnTo>
                  <a:lnTo>
                    <a:pt x="668" y="0"/>
                  </a:lnTo>
                  <a:lnTo>
                    <a:pt x="499" y="7"/>
                  </a:lnTo>
                  <a:close/>
                </a:path>
              </a:pathLst>
            </a:custGeom>
            <a:solidFill>
              <a:srgbClr val="9CE0FA"/>
            </a:solidFill>
            <a:ln w="19050" cmpd="sng">
              <a:no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87" name="Group 783">
            <a:extLst>
              <a:ext uri="{FF2B5EF4-FFF2-40B4-BE49-F238E27FC236}">
                <a16:creationId xmlns:a16="http://schemas.microsoft.com/office/drawing/2014/main" id="{D14ED3CD-0929-5445-B9CD-FC1AEB08F0F0}"/>
              </a:ext>
            </a:extLst>
          </p:cNvPr>
          <p:cNvGrpSpPr>
            <a:grpSpLocks/>
          </p:cNvGrpSpPr>
          <p:nvPr/>
        </p:nvGrpSpPr>
        <p:grpSpPr bwMode="auto">
          <a:xfrm>
            <a:off x="8050698" y="2309376"/>
            <a:ext cx="298450" cy="464008"/>
            <a:chOff x="3130" y="3288"/>
            <a:chExt cx="410" cy="742"/>
          </a:xfrm>
        </p:grpSpPr>
        <p:sp>
          <p:nvSpPr>
            <p:cNvPr id="88" name="Line 270">
              <a:extLst>
                <a:ext uri="{FF2B5EF4-FFF2-40B4-BE49-F238E27FC236}">
                  <a16:creationId xmlns:a16="http://schemas.microsoft.com/office/drawing/2014/main" id="{7ABD4004-114C-724F-BAC3-6F9DA6DE1F0C}"/>
                </a:ext>
              </a:extLst>
            </p:cNvPr>
            <p:cNvSpPr>
              <a:spLocks noChangeShapeType="1"/>
            </p:cNvSpPr>
            <p:nvPr/>
          </p:nvSpPr>
          <p:spPr bwMode="auto">
            <a:xfrm flipH="1">
              <a:off x="3130" y="3288"/>
              <a:ext cx="205" cy="67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9" name="Line 271">
              <a:extLst>
                <a:ext uri="{FF2B5EF4-FFF2-40B4-BE49-F238E27FC236}">
                  <a16:creationId xmlns:a16="http://schemas.microsoft.com/office/drawing/2014/main" id="{1A244344-E514-B64F-9963-6369BD9BE1B3}"/>
                </a:ext>
              </a:extLst>
            </p:cNvPr>
            <p:cNvSpPr>
              <a:spLocks noChangeShapeType="1"/>
            </p:cNvSpPr>
            <p:nvPr/>
          </p:nvSpPr>
          <p:spPr bwMode="auto">
            <a:xfrm>
              <a:off x="3335" y="3288"/>
              <a:ext cx="205" cy="669"/>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0" name="Line 272">
              <a:extLst>
                <a:ext uri="{FF2B5EF4-FFF2-40B4-BE49-F238E27FC236}">
                  <a16:creationId xmlns:a16="http://schemas.microsoft.com/office/drawing/2014/main" id="{EB3A4111-A6F1-154E-9274-6BFFCDBAB6AB}"/>
                </a:ext>
              </a:extLst>
            </p:cNvPr>
            <p:cNvSpPr>
              <a:spLocks noChangeShapeType="1"/>
            </p:cNvSpPr>
            <p:nvPr/>
          </p:nvSpPr>
          <p:spPr bwMode="auto">
            <a:xfrm>
              <a:off x="3130" y="3957"/>
              <a:ext cx="205" cy="7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1" name="Line 273">
              <a:extLst>
                <a:ext uri="{FF2B5EF4-FFF2-40B4-BE49-F238E27FC236}">
                  <a16:creationId xmlns:a16="http://schemas.microsoft.com/office/drawing/2014/main" id="{714583CC-4366-B448-8BCD-BEB3688ECA74}"/>
                </a:ext>
              </a:extLst>
            </p:cNvPr>
            <p:cNvSpPr>
              <a:spLocks noChangeShapeType="1"/>
            </p:cNvSpPr>
            <p:nvPr/>
          </p:nvSpPr>
          <p:spPr bwMode="auto">
            <a:xfrm flipH="1">
              <a:off x="3335" y="3957"/>
              <a:ext cx="205" cy="7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2" name="Line 274">
              <a:extLst>
                <a:ext uri="{FF2B5EF4-FFF2-40B4-BE49-F238E27FC236}">
                  <a16:creationId xmlns:a16="http://schemas.microsoft.com/office/drawing/2014/main" id="{06696B02-1354-964A-892D-7D1A072DD376}"/>
                </a:ext>
              </a:extLst>
            </p:cNvPr>
            <p:cNvSpPr>
              <a:spLocks noChangeShapeType="1"/>
            </p:cNvSpPr>
            <p:nvPr/>
          </p:nvSpPr>
          <p:spPr bwMode="auto">
            <a:xfrm>
              <a:off x="3335" y="3303"/>
              <a:ext cx="0" cy="72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3" name="Line 275">
              <a:extLst>
                <a:ext uri="{FF2B5EF4-FFF2-40B4-BE49-F238E27FC236}">
                  <a16:creationId xmlns:a16="http://schemas.microsoft.com/office/drawing/2014/main" id="{C744D6E3-66B2-4349-A4C7-A96CCC727200}"/>
                </a:ext>
              </a:extLst>
            </p:cNvPr>
            <p:cNvSpPr>
              <a:spLocks noChangeShapeType="1"/>
            </p:cNvSpPr>
            <p:nvPr/>
          </p:nvSpPr>
          <p:spPr bwMode="auto">
            <a:xfrm flipV="1">
              <a:off x="3130" y="3888"/>
              <a:ext cx="205" cy="7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4" name="Line 276">
              <a:extLst>
                <a:ext uri="{FF2B5EF4-FFF2-40B4-BE49-F238E27FC236}">
                  <a16:creationId xmlns:a16="http://schemas.microsoft.com/office/drawing/2014/main" id="{9AD49573-21B8-594C-A124-75FF6787F57A}"/>
                </a:ext>
              </a:extLst>
            </p:cNvPr>
            <p:cNvSpPr>
              <a:spLocks noChangeShapeType="1"/>
            </p:cNvSpPr>
            <p:nvPr/>
          </p:nvSpPr>
          <p:spPr bwMode="auto">
            <a:xfrm flipH="1" flipV="1">
              <a:off x="3335" y="3888"/>
              <a:ext cx="205" cy="69"/>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5" name="Line 277">
              <a:extLst>
                <a:ext uri="{FF2B5EF4-FFF2-40B4-BE49-F238E27FC236}">
                  <a16:creationId xmlns:a16="http://schemas.microsoft.com/office/drawing/2014/main" id="{F5B9977B-7FCA-934E-8672-B6E02820BAA5}"/>
                </a:ext>
              </a:extLst>
            </p:cNvPr>
            <p:cNvSpPr>
              <a:spLocks noChangeShapeType="1"/>
            </p:cNvSpPr>
            <p:nvPr/>
          </p:nvSpPr>
          <p:spPr bwMode="auto">
            <a:xfrm>
              <a:off x="3217" y="3668"/>
              <a:ext cx="118" cy="5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6" name="Line 278">
              <a:extLst>
                <a:ext uri="{FF2B5EF4-FFF2-40B4-BE49-F238E27FC236}">
                  <a16:creationId xmlns:a16="http://schemas.microsoft.com/office/drawing/2014/main" id="{90BBE456-8113-E140-9697-13DE1099C425}"/>
                </a:ext>
              </a:extLst>
            </p:cNvPr>
            <p:cNvSpPr>
              <a:spLocks noChangeShapeType="1"/>
            </p:cNvSpPr>
            <p:nvPr/>
          </p:nvSpPr>
          <p:spPr bwMode="auto">
            <a:xfrm flipV="1">
              <a:off x="3335" y="3668"/>
              <a:ext cx="124" cy="5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7" name="Line 279">
              <a:extLst>
                <a:ext uri="{FF2B5EF4-FFF2-40B4-BE49-F238E27FC236}">
                  <a16:creationId xmlns:a16="http://schemas.microsoft.com/office/drawing/2014/main" id="{8B179862-B59B-0340-81D5-D6460EDA625B}"/>
                </a:ext>
              </a:extLst>
            </p:cNvPr>
            <p:cNvSpPr>
              <a:spLocks noChangeShapeType="1"/>
            </p:cNvSpPr>
            <p:nvPr/>
          </p:nvSpPr>
          <p:spPr bwMode="auto">
            <a:xfrm>
              <a:off x="3178" y="3766"/>
              <a:ext cx="152" cy="7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8" name="Line 280">
              <a:extLst>
                <a:ext uri="{FF2B5EF4-FFF2-40B4-BE49-F238E27FC236}">
                  <a16:creationId xmlns:a16="http://schemas.microsoft.com/office/drawing/2014/main" id="{5E3E4AF0-3A1E-634F-B106-0E1BAE932630}"/>
                </a:ext>
              </a:extLst>
            </p:cNvPr>
            <p:cNvSpPr>
              <a:spLocks noChangeShapeType="1"/>
            </p:cNvSpPr>
            <p:nvPr/>
          </p:nvSpPr>
          <p:spPr bwMode="auto">
            <a:xfrm flipV="1">
              <a:off x="3335" y="3781"/>
              <a:ext cx="153" cy="6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9" name="Line 281">
              <a:extLst>
                <a:ext uri="{FF2B5EF4-FFF2-40B4-BE49-F238E27FC236}">
                  <a16:creationId xmlns:a16="http://schemas.microsoft.com/office/drawing/2014/main" id="{51EBD3A2-D943-F443-A868-FD6059B0D77A}"/>
                </a:ext>
              </a:extLst>
            </p:cNvPr>
            <p:cNvSpPr>
              <a:spLocks noChangeShapeType="1"/>
            </p:cNvSpPr>
            <p:nvPr/>
          </p:nvSpPr>
          <p:spPr bwMode="auto">
            <a:xfrm flipV="1">
              <a:off x="3335" y="3567"/>
              <a:ext cx="78" cy="2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0" name="Line 282">
              <a:extLst>
                <a:ext uri="{FF2B5EF4-FFF2-40B4-BE49-F238E27FC236}">
                  <a16:creationId xmlns:a16="http://schemas.microsoft.com/office/drawing/2014/main" id="{CE35DACD-3834-3A4F-BF5D-05FD16494C16}"/>
                </a:ext>
              </a:extLst>
            </p:cNvPr>
            <p:cNvSpPr>
              <a:spLocks noChangeShapeType="1"/>
            </p:cNvSpPr>
            <p:nvPr/>
          </p:nvSpPr>
          <p:spPr bwMode="auto">
            <a:xfrm flipV="1">
              <a:off x="3335" y="3428"/>
              <a:ext cx="49" cy="2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1" name="Line 283">
              <a:extLst>
                <a:ext uri="{FF2B5EF4-FFF2-40B4-BE49-F238E27FC236}">
                  <a16:creationId xmlns:a16="http://schemas.microsoft.com/office/drawing/2014/main" id="{F225C514-F00F-374D-A3A6-0E00BBF2ABD0}"/>
                </a:ext>
              </a:extLst>
            </p:cNvPr>
            <p:cNvSpPr>
              <a:spLocks noChangeShapeType="1"/>
            </p:cNvSpPr>
            <p:nvPr/>
          </p:nvSpPr>
          <p:spPr bwMode="auto">
            <a:xfrm>
              <a:off x="3247" y="3558"/>
              <a:ext cx="95" cy="3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2" name="Line 284">
              <a:extLst>
                <a:ext uri="{FF2B5EF4-FFF2-40B4-BE49-F238E27FC236}">
                  <a16:creationId xmlns:a16="http://schemas.microsoft.com/office/drawing/2014/main" id="{5AB5EE34-E853-4349-982D-7BA8A0223AA8}"/>
                </a:ext>
              </a:extLst>
            </p:cNvPr>
            <p:cNvSpPr>
              <a:spLocks noChangeShapeType="1"/>
            </p:cNvSpPr>
            <p:nvPr/>
          </p:nvSpPr>
          <p:spPr bwMode="auto">
            <a:xfrm>
              <a:off x="3289" y="3422"/>
              <a:ext cx="55" cy="3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675" name="Group 674">
            <a:extLst>
              <a:ext uri="{FF2B5EF4-FFF2-40B4-BE49-F238E27FC236}">
                <a16:creationId xmlns:a16="http://schemas.microsoft.com/office/drawing/2014/main" id="{CAA0DAAC-D388-5E4E-8B1F-AA359B358F91}"/>
              </a:ext>
            </a:extLst>
          </p:cNvPr>
          <p:cNvGrpSpPr/>
          <p:nvPr/>
        </p:nvGrpSpPr>
        <p:grpSpPr>
          <a:xfrm>
            <a:off x="9885167" y="5352639"/>
            <a:ext cx="309187" cy="167750"/>
            <a:chOff x="3668110" y="2448910"/>
            <a:chExt cx="3794234" cy="2165130"/>
          </a:xfrm>
        </p:grpSpPr>
        <p:sp>
          <p:nvSpPr>
            <p:cNvPr id="676" name="Rectangle 675">
              <a:extLst>
                <a:ext uri="{FF2B5EF4-FFF2-40B4-BE49-F238E27FC236}">
                  <a16:creationId xmlns:a16="http://schemas.microsoft.com/office/drawing/2014/main" id="{46F75940-BD62-504A-8C73-FDDA0A3399AF}"/>
                </a:ext>
              </a:extLst>
            </p:cNvPr>
            <p:cNvSpPr/>
            <p:nvPr/>
          </p:nvSpPr>
          <p:spPr>
            <a:xfrm>
              <a:off x="3668110" y="3741409"/>
              <a:ext cx="3780587" cy="872631"/>
            </a:xfrm>
            <a:prstGeom prst="rect">
              <a:avLst/>
            </a:prstGeom>
            <a:gradFill>
              <a:gsLst>
                <a:gs pos="0">
                  <a:srgbClr val="B8C2C9"/>
                </a:gs>
                <a:gs pos="21000">
                  <a:schemeClr val="bg1"/>
                </a:gs>
                <a:gs pos="60000">
                  <a:srgbClr val="D6DCE0"/>
                </a:gs>
                <a:gs pos="100000">
                  <a:srgbClr val="B8C2C9"/>
                </a:gs>
              </a:gsLst>
              <a:lin ang="0" scaled="0"/>
            </a:gradFill>
            <a:ln w="6350">
              <a:solidFill>
                <a:srgbClr val="E4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677" name="Freeform 676">
              <a:extLst>
                <a:ext uri="{FF2B5EF4-FFF2-40B4-BE49-F238E27FC236}">
                  <a16:creationId xmlns:a16="http://schemas.microsoft.com/office/drawing/2014/main" id="{B68551CE-211F-A242-AF0E-8E6622E334DD}"/>
                </a:ext>
              </a:extLst>
            </p:cNvPr>
            <p:cNvSpPr/>
            <p:nvPr/>
          </p:nvSpPr>
          <p:spPr>
            <a:xfrm>
              <a:off x="3678620" y="2448910"/>
              <a:ext cx="3783724" cy="1324303"/>
            </a:xfrm>
            <a:custGeom>
              <a:avLst/>
              <a:gdLst>
                <a:gd name="connsiteX0" fmla="*/ 0 w 3783724"/>
                <a:gd name="connsiteY0" fmla="*/ 1313793 h 1324303"/>
                <a:gd name="connsiteX1" fmla="*/ 0 w 3783724"/>
                <a:gd name="connsiteY1" fmla="*/ 1313793 h 1324303"/>
                <a:gd name="connsiteX2" fmla="*/ 252248 w 3783724"/>
                <a:gd name="connsiteY2" fmla="*/ 0 h 1324303"/>
                <a:gd name="connsiteX3" fmla="*/ 3415862 w 3783724"/>
                <a:gd name="connsiteY3" fmla="*/ 21020 h 1324303"/>
                <a:gd name="connsiteX4" fmla="*/ 3783724 w 3783724"/>
                <a:gd name="connsiteY4" fmla="*/ 1324303 h 1324303"/>
                <a:gd name="connsiteX5" fmla="*/ 0 w 3783724"/>
                <a:gd name="connsiteY5" fmla="*/ 1313793 h 1324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83724" h="1324303">
                  <a:moveTo>
                    <a:pt x="0" y="1313793"/>
                  </a:moveTo>
                  <a:lnTo>
                    <a:pt x="0" y="1313793"/>
                  </a:lnTo>
                  <a:lnTo>
                    <a:pt x="252248" y="0"/>
                  </a:lnTo>
                  <a:lnTo>
                    <a:pt x="3415862" y="21020"/>
                  </a:lnTo>
                  <a:lnTo>
                    <a:pt x="3783724" y="1324303"/>
                  </a:lnTo>
                  <a:lnTo>
                    <a:pt x="0" y="1313793"/>
                  </a:lnTo>
                  <a:close/>
                </a:path>
              </a:pathLst>
            </a:custGeom>
            <a:solidFill>
              <a:srgbClr val="B8C2C9"/>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nvGrpSpPr>
            <p:cNvPr id="678" name="Group 677">
              <a:extLst>
                <a:ext uri="{FF2B5EF4-FFF2-40B4-BE49-F238E27FC236}">
                  <a16:creationId xmlns:a16="http://schemas.microsoft.com/office/drawing/2014/main" id="{074BFC43-A3A5-964D-8135-081414E76B2E}"/>
                </a:ext>
              </a:extLst>
            </p:cNvPr>
            <p:cNvGrpSpPr/>
            <p:nvPr/>
          </p:nvGrpSpPr>
          <p:grpSpPr>
            <a:xfrm>
              <a:off x="3941378" y="2603243"/>
              <a:ext cx="3202061" cy="1066110"/>
              <a:chOff x="7939341" y="3037317"/>
              <a:chExt cx="897649" cy="353919"/>
            </a:xfrm>
          </p:grpSpPr>
          <p:sp>
            <p:nvSpPr>
              <p:cNvPr id="679" name="Freeform 678">
                <a:extLst>
                  <a:ext uri="{FF2B5EF4-FFF2-40B4-BE49-F238E27FC236}">
                    <a16:creationId xmlns:a16="http://schemas.microsoft.com/office/drawing/2014/main" id="{1EEBCE37-5065-464B-A991-2B6D4416248C}"/>
                  </a:ext>
                </a:extLst>
              </p:cNvPr>
              <p:cNvSpPr/>
              <p:nvPr/>
            </p:nvSpPr>
            <p:spPr>
              <a:xfrm>
                <a:off x="7964170" y="30373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C000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680" name="Freeform 679">
                <a:extLst>
                  <a:ext uri="{FF2B5EF4-FFF2-40B4-BE49-F238E27FC236}">
                    <a16:creationId xmlns:a16="http://schemas.microsoft.com/office/drawing/2014/main" id="{1119C91B-532D-914D-A174-D49B02868A27}"/>
                  </a:ext>
                </a:extLst>
              </p:cNvPr>
              <p:cNvSpPr/>
              <p:nvPr/>
            </p:nvSpPr>
            <p:spPr>
              <a:xfrm>
                <a:off x="8519948" y="32067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C000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681" name="Freeform 680">
                <a:extLst>
                  <a:ext uri="{FF2B5EF4-FFF2-40B4-BE49-F238E27FC236}">
                    <a16:creationId xmlns:a16="http://schemas.microsoft.com/office/drawing/2014/main" id="{201345D5-2C2E-D144-AAB9-B54FD240A64A}"/>
                  </a:ext>
                </a:extLst>
              </p:cNvPr>
              <p:cNvSpPr/>
              <p:nvPr/>
            </p:nvSpPr>
            <p:spPr>
              <a:xfrm>
                <a:off x="7939341" y="32067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C000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682" name="Freeform 681">
                <a:extLst>
                  <a:ext uri="{FF2B5EF4-FFF2-40B4-BE49-F238E27FC236}">
                    <a16:creationId xmlns:a16="http://schemas.microsoft.com/office/drawing/2014/main" id="{6040CCAF-188D-9140-80B6-CA6A424D689D}"/>
                  </a:ext>
                </a:extLst>
              </p:cNvPr>
              <p:cNvSpPr/>
              <p:nvPr/>
            </p:nvSpPr>
            <p:spPr>
              <a:xfrm>
                <a:off x="8047413" y="31234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EC86A6"/>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3" name="Group 2">
            <a:extLst>
              <a:ext uri="{FF2B5EF4-FFF2-40B4-BE49-F238E27FC236}">
                <a16:creationId xmlns:a16="http://schemas.microsoft.com/office/drawing/2014/main" id="{E7A394CC-D70F-8E43-8065-B95B6A0A5E94}"/>
              </a:ext>
            </a:extLst>
          </p:cNvPr>
          <p:cNvGrpSpPr/>
          <p:nvPr/>
        </p:nvGrpSpPr>
        <p:grpSpPr>
          <a:xfrm>
            <a:off x="1104900" y="5189517"/>
            <a:ext cx="5226627" cy="1233055"/>
            <a:chOff x="1104900" y="5320145"/>
            <a:chExt cx="5226627" cy="1233055"/>
          </a:xfrm>
        </p:grpSpPr>
        <p:sp>
          <p:nvSpPr>
            <p:cNvPr id="683" name="Text Box 467">
              <a:extLst>
                <a:ext uri="{FF2B5EF4-FFF2-40B4-BE49-F238E27FC236}">
                  <a16:creationId xmlns:a16="http://schemas.microsoft.com/office/drawing/2014/main" id="{1E3B9681-8FF1-EC4D-B168-3EC992789628}"/>
                </a:ext>
              </a:extLst>
            </p:cNvPr>
            <p:cNvSpPr txBox="1">
              <a:spLocks noChangeArrowheads="1"/>
            </p:cNvSpPr>
            <p:nvPr/>
          </p:nvSpPr>
          <p:spPr bwMode="auto">
            <a:xfrm>
              <a:off x="1262675" y="5424331"/>
              <a:ext cx="4933787" cy="1036887"/>
            </a:xfrm>
            <a:prstGeom prst="rect">
              <a:avLst/>
            </a:prstGeom>
            <a:noFill/>
            <a:ln w="19050">
              <a:no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ctr" defTabSz="914400" rtl="0" eaLnBrk="1" fontAlgn="auto" latinLnBrk="0" hangingPunct="1">
                <a:lnSpc>
                  <a:spcPct val="85000"/>
                </a:lnSpc>
                <a:spcBef>
                  <a:spcPts val="0"/>
                </a:spcBef>
                <a:spcAft>
                  <a:spcPts val="0"/>
                </a:spcAft>
                <a:buClrTx/>
                <a:buSzTx/>
                <a:buFontTx/>
                <a:buNone/>
                <a:tabLst/>
                <a:defRPr/>
              </a:pPr>
              <a:r>
                <a:rPr kumimoji="0" lang="en-US" sz="2400" b="0" i="1" u="none" strike="noStrike" kern="1200" cap="none" spc="0" normalizeH="0" baseline="0" noProof="0" dirty="0">
                  <a:ln>
                    <a:noFill/>
                  </a:ln>
                  <a:solidFill>
                    <a:srgbClr val="C00000"/>
                  </a:solidFill>
                  <a:effectLst/>
                  <a:uLnTx/>
                  <a:uFillTx/>
                  <a:latin typeface="Calibri" panose="020F0502020204030204"/>
                  <a:ea typeface="ＭＳ Ｐゴシック" charset="0"/>
                  <a:cs typeface="+mn-cs"/>
                </a:rPr>
                <a:t>link layer </a:t>
              </a:r>
              <a:r>
                <a:rPr kumimoji="0" lang="en-US" sz="2400" b="0" i="1"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has responsibility of </a:t>
              </a:r>
            </a:p>
            <a:p>
              <a:pPr marL="0" marR="0" lvl="0" indent="0" algn="ctr" defTabSz="914400" rtl="0" eaLnBrk="1" fontAlgn="auto" latinLnBrk="0" hangingPunct="1">
                <a:lnSpc>
                  <a:spcPct val="85000"/>
                </a:lnSpc>
                <a:spcBef>
                  <a:spcPts val="0"/>
                </a:spcBef>
                <a:spcAft>
                  <a:spcPts val="0"/>
                </a:spcAft>
                <a:buClrTx/>
                <a:buSzTx/>
                <a:buFontTx/>
                <a:buNone/>
                <a:tabLst/>
                <a:defRPr/>
              </a:pPr>
              <a:r>
                <a:rPr kumimoji="0" lang="en-US" sz="2400" b="0" i="1"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transferring datagram from one node </a:t>
              </a:r>
            </a:p>
            <a:p>
              <a:pPr marL="0" marR="0" lvl="0" indent="0" algn="ctr" defTabSz="914400" rtl="0" eaLnBrk="1" fontAlgn="auto" latinLnBrk="0" hangingPunct="1">
                <a:lnSpc>
                  <a:spcPct val="85000"/>
                </a:lnSpc>
                <a:spcBef>
                  <a:spcPts val="0"/>
                </a:spcBef>
                <a:spcAft>
                  <a:spcPts val="0"/>
                </a:spcAft>
                <a:buClrTx/>
                <a:buSzTx/>
                <a:buFontTx/>
                <a:buNone/>
                <a:tabLst/>
                <a:defRPr/>
              </a:pPr>
              <a:r>
                <a:rPr kumimoji="0" lang="en-US" sz="2400" b="0" i="1"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to </a:t>
              </a:r>
              <a:r>
                <a:rPr kumimoji="0" lang="en-US" sz="2400" b="0" i="1" u="none" strike="noStrike" kern="1200" cap="none" spc="0" normalizeH="0" baseline="0" noProof="0" dirty="0">
                  <a:ln>
                    <a:noFill/>
                  </a:ln>
                  <a:solidFill>
                    <a:srgbClr val="C00000"/>
                  </a:solidFill>
                  <a:effectLst/>
                  <a:uLnTx/>
                  <a:uFillTx/>
                  <a:latin typeface="Calibri" panose="020F0502020204030204"/>
                  <a:ea typeface="ＭＳ Ｐゴシック" charset="0"/>
                  <a:cs typeface="+mn-cs"/>
                </a:rPr>
                <a:t>physically adjacent </a:t>
              </a:r>
              <a:r>
                <a:rPr kumimoji="0" lang="en-US" sz="2400" b="0" i="1"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node over a link</a:t>
              </a:r>
              <a:endParaRPr kumimoji="0" lang="en-US" sz="1800" b="0" i="1" u="none" strike="noStrike" kern="1200" cap="none" spc="0" normalizeH="0" baseline="0" noProof="0" dirty="0">
                <a:ln>
                  <a:noFill/>
                </a:ln>
                <a:solidFill>
                  <a:prstClr val="black"/>
                </a:solidFill>
                <a:effectLst/>
                <a:uLnTx/>
                <a:uFillTx/>
                <a:latin typeface="Calibri" panose="020F0502020204030204"/>
                <a:ea typeface="ＭＳ Ｐゴシック" charset="0"/>
                <a:cs typeface="+mn-cs"/>
              </a:endParaRPr>
            </a:p>
          </p:txBody>
        </p:sp>
        <p:sp>
          <p:nvSpPr>
            <p:cNvPr id="5" name="Rectangle 4">
              <a:extLst>
                <a:ext uri="{FF2B5EF4-FFF2-40B4-BE49-F238E27FC236}">
                  <a16:creationId xmlns:a16="http://schemas.microsoft.com/office/drawing/2014/main" id="{40D408BE-7166-1A47-AA93-D02ED37AA439}"/>
                </a:ext>
              </a:extLst>
            </p:cNvPr>
            <p:cNvSpPr/>
            <p:nvPr/>
          </p:nvSpPr>
          <p:spPr>
            <a:xfrm>
              <a:off x="1104900" y="5320145"/>
              <a:ext cx="5226627" cy="1233055"/>
            </a:xfrm>
            <a:prstGeom prst="rect">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sp>
        <p:nvSpPr>
          <p:cNvPr id="9" name="Slide Number Placeholder 8">
            <a:extLst>
              <a:ext uri="{FF2B5EF4-FFF2-40B4-BE49-F238E27FC236}">
                <a16:creationId xmlns:a16="http://schemas.microsoft.com/office/drawing/2014/main" id="{080136AE-5E28-E527-6F11-F40D08A335DC}"/>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rPr>
              <a:t>Link Layer </a:t>
            </a:r>
            <a:fld id="{C4204591-24BD-A542-B9D5-F8D8A88D2FEE}" type="slidenum">
              <a:rPr kumimoji="0" lang="en-US" sz="1100" b="0" i="0" u="none" strike="noStrike" kern="1200" cap="none" spc="0" normalizeH="0" baseline="0" noProof="0" smtClean="0">
                <a:ln>
                  <a:noFill/>
                </a:ln>
                <a:solidFill>
                  <a:prstClr val="white">
                    <a:lumMod val="50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1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867815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animEffect transition="in" filter="dissolve">
                                      <p:cBhvr>
                                        <p:cTn id="7" dur="500"/>
                                        <p:tgtEl>
                                          <p:spTgt spid="6">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6">
                                            <p:txEl>
                                              <p:pRg st="2" end="2"/>
                                            </p:txEl>
                                          </p:spTgt>
                                        </p:tgtEl>
                                        <p:attrNameLst>
                                          <p:attrName>style.visibility</p:attrName>
                                        </p:attrNameLst>
                                      </p:cBhvr>
                                      <p:to>
                                        <p:strVal val="visible"/>
                                      </p:to>
                                    </p:set>
                                    <p:animEffect transition="in" filter="dissolve">
                                      <p:cBhvr>
                                        <p:cTn id="12" dur="500"/>
                                        <p:tgtEl>
                                          <p:spTgt spid="6">
                                            <p:txEl>
                                              <p:pRg st="2" end="2"/>
                                            </p:txEl>
                                          </p:spTgt>
                                        </p:tgtEl>
                                      </p:cBhvr>
                                    </p:animEffect>
                                  </p:childTnLst>
                                </p:cTn>
                              </p:par>
                              <p:par>
                                <p:cTn id="13" presetID="9" presetClass="entr" presetSubtype="0" fill="hold" nodeType="withEffect">
                                  <p:stCondLst>
                                    <p:cond delay="0"/>
                                  </p:stCondLst>
                                  <p:childTnLst>
                                    <p:set>
                                      <p:cBhvr>
                                        <p:cTn id="14" dur="1" fill="hold">
                                          <p:stCondLst>
                                            <p:cond delay="0"/>
                                          </p:stCondLst>
                                        </p:cTn>
                                        <p:tgtEl>
                                          <p:spTgt spid="6">
                                            <p:txEl>
                                              <p:pRg st="3" end="3"/>
                                            </p:txEl>
                                          </p:spTgt>
                                        </p:tgtEl>
                                        <p:attrNameLst>
                                          <p:attrName>style.visibility</p:attrName>
                                        </p:attrNameLst>
                                      </p:cBhvr>
                                      <p:to>
                                        <p:strVal val="visible"/>
                                      </p:to>
                                    </p:set>
                                    <p:animEffect transition="in" filter="dissolve">
                                      <p:cBhvr>
                                        <p:cTn id="15" dur="500"/>
                                        <p:tgtEl>
                                          <p:spTgt spid="6">
                                            <p:txEl>
                                              <p:pRg st="3" end="3"/>
                                            </p:txEl>
                                          </p:spTgt>
                                        </p:tgtEl>
                                      </p:cBhvr>
                                    </p:animEffect>
                                  </p:childTnLst>
                                </p:cTn>
                              </p:par>
                              <p:par>
                                <p:cTn id="16" presetID="9" presetClass="entr" presetSubtype="0" fill="hold" nodeType="withEffect">
                                  <p:stCondLst>
                                    <p:cond delay="0"/>
                                  </p:stCondLst>
                                  <p:childTnLst>
                                    <p:set>
                                      <p:cBhvr>
                                        <p:cTn id="17" dur="1" fill="hold">
                                          <p:stCondLst>
                                            <p:cond delay="0"/>
                                          </p:stCondLst>
                                        </p:cTn>
                                        <p:tgtEl>
                                          <p:spTgt spid="6">
                                            <p:txEl>
                                              <p:pRg st="4" end="4"/>
                                            </p:txEl>
                                          </p:spTgt>
                                        </p:tgtEl>
                                        <p:attrNameLst>
                                          <p:attrName>style.visibility</p:attrName>
                                        </p:attrNameLst>
                                      </p:cBhvr>
                                      <p:to>
                                        <p:strVal val="visible"/>
                                      </p:to>
                                    </p:set>
                                    <p:animEffect transition="in" filter="dissolve">
                                      <p:cBhvr>
                                        <p:cTn id="18" dur="500"/>
                                        <p:tgtEl>
                                          <p:spTgt spid="6">
                                            <p:txEl>
                                              <p:pRg st="4" end="4"/>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nodeType="clickEffect">
                                  <p:stCondLst>
                                    <p:cond delay="0"/>
                                  </p:stCondLst>
                                  <p:childTnLst>
                                    <p:set>
                                      <p:cBhvr>
                                        <p:cTn id="22" dur="1" fill="hold">
                                          <p:stCondLst>
                                            <p:cond delay="0"/>
                                          </p:stCondLst>
                                        </p:cTn>
                                        <p:tgtEl>
                                          <p:spTgt spid="6">
                                            <p:txEl>
                                              <p:pRg st="5" end="5"/>
                                            </p:txEl>
                                          </p:spTgt>
                                        </p:tgtEl>
                                        <p:attrNameLst>
                                          <p:attrName>style.visibility</p:attrName>
                                        </p:attrNameLst>
                                      </p:cBhvr>
                                      <p:to>
                                        <p:strVal val="visible"/>
                                      </p:to>
                                    </p:set>
                                    <p:animEffect transition="in" filter="dissolve">
                                      <p:cBhvr>
                                        <p:cTn id="23" dur="500"/>
                                        <p:tgtEl>
                                          <p:spTgt spid="6">
                                            <p:txEl>
                                              <p:pRg st="5" end="5"/>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9" presetClass="entr" presetSubtype="0" fill="hold" nodeType="clickEffect">
                                  <p:stCondLst>
                                    <p:cond delay="0"/>
                                  </p:stCondLst>
                                  <p:childTnLst>
                                    <p:set>
                                      <p:cBhvr>
                                        <p:cTn id="27" dur="1" fill="hold">
                                          <p:stCondLst>
                                            <p:cond delay="0"/>
                                          </p:stCondLst>
                                        </p:cTn>
                                        <p:tgtEl>
                                          <p:spTgt spid="3"/>
                                        </p:tgtEl>
                                        <p:attrNameLst>
                                          <p:attrName>style.visibility</p:attrName>
                                        </p:attrNameLst>
                                      </p:cBhvr>
                                      <p:to>
                                        <p:strVal val="visible"/>
                                      </p:to>
                                    </p:set>
                                    <p:animEffect transition="in" filter="dissolve">
                                      <p:cBhvr>
                                        <p:cTn id="28"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1048916" y="400001"/>
            <a:ext cx="10515600" cy="894622"/>
          </a:xfrm>
        </p:spPr>
        <p:txBody>
          <a:bodyPr>
            <a:normAutofit/>
          </a:bodyPr>
          <a:lstStyle/>
          <a:p>
            <a:r>
              <a:rPr lang="en-US" altLang="en-US" sz="5400" dirty="0">
                <a:cs typeface="Calibri" panose="020F0502020204030204" pitchFamily="34" charset="0"/>
              </a:rPr>
              <a:t>Link layer: context</a:t>
            </a:r>
            <a:endParaRPr lang="en-US" sz="5400" dirty="0"/>
          </a:p>
        </p:txBody>
      </p:sp>
      <p:sp>
        <p:nvSpPr>
          <p:cNvPr id="554" name="Rectangle 3">
            <a:extLst>
              <a:ext uri="{FF2B5EF4-FFF2-40B4-BE49-F238E27FC236}">
                <a16:creationId xmlns:a16="http://schemas.microsoft.com/office/drawing/2014/main" id="{25FAF4B3-8F28-4941-BA8B-94D99D525D15}"/>
              </a:ext>
            </a:extLst>
          </p:cNvPr>
          <p:cNvSpPr txBox="1">
            <a:spLocks noChangeArrowheads="1"/>
          </p:cNvSpPr>
          <p:nvPr/>
        </p:nvSpPr>
        <p:spPr>
          <a:xfrm>
            <a:off x="959572" y="1533958"/>
            <a:ext cx="5291937" cy="4866841"/>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334963"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rPr>
              <a:t>datagram transferred by </a:t>
            </a:r>
            <a:r>
              <a:rPr kumimoji="0" lang="en-US" sz="3200" b="0" i="0" u="none" strike="noStrike" kern="1200" cap="none" spc="0" normalizeH="0" baseline="0" noProof="0" dirty="0">
                <a:ln>
                  <a:noFill/>
                </a:ln>
                <a:solidFill>
                  <a:srgbClr val="C00000"/>
                </a:solidFill>
                <a:effectLst/>
                <a:uLnTx/>
                <a:uFillTx/>
                <a:latin typeface="Calibri" panose="020F0502020204030204"/>
                <a:ea typeface="+mn-ea"/>
                <a:cs typeface="+mn-cs"/>
              </a:rPr>
              <a:t>different link protocols</a:t>
            </a: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rPr>
              <a:t> over different links:</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e.g., WiFi on first link, Ethernet on next link</a:t>
            </a:r>
          </a:p>
          <a:p>
            <a:pPr marL="352425" marR="0" lvl="0" indent="-334963"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rPr>
              <a:t>each link protocol provides different services</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e.g., </a:t>
            </a:r>
            <a:r>
              <a:rPr kumimoji="0" lang="en-US" sz="2800" b="0" i="0" u="none" strike="noStrike" kern="1200" cap="none" spc="0" normalizeH="0" baseline="0" noProof="0" dirty="0">
                <a:ln>
                  <a:noFill/>
                </a:ln>
                <a:solidFill>
                  <a:srgbClr val="C00000"/>
                </a:solidFill>
                <a:effectLst/>
                <a:uLnTx/>
                <a:uFillTx/>
                <a:latin typeface="Calibri" panose="020F0502020204030204"/>
                <a:ea typeface="+mn-ea"/>
                <a:cs typeface="+mn-cs"/>
              </a:rPr>
              <a:t>may or may not </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provide reliable data transfer over link</a:t>
            </a:r>
          </a:p>
        </p:txBody>
      </p:sp>
      <p:grpSp>
        <p:nvGrpSpPr>
          <p:cNvPr id="1003" name="Group 1002">
            <a:extLst>
              <a:ext uri="{FF2B5EF4-FFF2-40B4-BE49-F238E27FC236}">
                <a16:creationId xmlns:a16="http://schemas.microsoft.com/office/drawing/2014/main" id="{4A5B4D32-877B-75C3-657C-781123EA348C}"/>
              </a:ext>
            </a:extLst>
          </p:cNvPr>
          <p:cNvGrpSpPr/>
          <p:nvPr/>
        </p:nvGrpSpPr>
        <p:grpSpPr>
          <a:xfrm>
            <a:off x="6792968" y="1533958"/>
            <a:ext cx="6086967" cy="3109070"/>
            <a:chOff x="7205350" y="2695013"/>
            <a:chExt cx="3345270" cy="1708680"/>
          </a:xfrm>
        </p:grpSpPr>
        <p:sp>
          <p:nvSpPr>
            <p:cNvPr id="7" name="Freeform 6">
              <a:extLst>
                <a:ext uri="{FF2B5EF4-FFF2-40B4-BE49-F238E27FC236}">
                  <a16:creationId xmlns:a16="http://schemas.microsoft.com/office/drawing/2014/main" id="{B8226F4C-C650-54E2-C6F5-E2FF942AD40D}"/>
                </a:ext>
              </a:extLst>
            </p:cNvPr>
            <p:cNvSpPr/>
            <p:nvPr/>
          </p:nvSpPr>
          <p:spPr>
            <a:xfrm>
              <a:off x="8985188" y="3065778"/>
              <a:ext cx="1124807" cy="1337915"/>
            </a:xfrm>
            <a:custGeom>
              <a:avLst/>
              <a:gdLst>
                <a:gd name="connsiteX0" fmla="*/ 434989 w 1523031"/>
                <a:gd name="connsiteY0" fmla="*/ 253346 h 1763594"/>
                <a:gd name="connsiteX1" fmla="*/ 488 w 1523031"/>
                <a:gd name="connsiteY1" fmla="*/ 921706 h 1763594"/>
                <a:gd name="connsiteX2" fmla="*/ 368142 w 1523031"/>
                <a:gd name="connsiteY2" fmla="*/ 1489812 h 1763594"/>
                <a:gd name="connsiteX3" fmla="*/ 1187008 w 1523031"/>
                <a:gd name="connsiteY3" fmla="*/ 1757156 h 1763594"/>
                <a:gd name="connsiteX4" fmla="*/ 1521239 w 1523031"/>
                <a:gd name="connsiteY4" fmla="*/ 1239177 h 1763594"/>
                <a:gd name="connsiteX5" fmla="*/ 1320700 w 1523031"/>
                <a:gd name="connsiteY5" fmla="*/ 654362 h 1763594"/>
                <a:gd name="connsiteX6" fmla="*/ 1337412 w 1523031"/>
                <a:gd name="connsiteY6" fmla="*/ 136383 h 1763594"/>
                <a:gd name="connsiteX7" fmla="*/ 1086739 w 1523031"/>
                <a:gd name="connsiteY7" fmla="*/ 2711 h 1763594"/>
                <a:gd name="connsiteX8" fmla="*/ 434989 w 1523031"/>
                <a:gd name="connsiteY8" fmla="*/ 253346 h 1763594"/>
                <a:gd name="connsiteX0" fmla="*/ 434989 w 1537226"/>
                <a:gd name="connsiteY0" fmla="*/ 253346 h 1763594"/>
                <a:gd name="connsiteX1" fmla="*/ 488 w 1537226"/>
                <a:gd name="connsiteY1" fmla="*/ 921706 h 1763594"/>
                <a:gd name="connsiteX2" fmla="*/ 368142 w 1537226"/>
                <a:gd name="connsiteY2" fmla="*/ 1489812 h 1763594"/>
                <a:gd name="connsiteX3" fmla="*/ 1187008 w 1537226"/>
                <a:gd name="connsiteY3" fmla="*/ 1757156 h 1763594"/>
                <a:gd name="connsiteX4" fmla="*/ 1521239 w 1537226"/>
                <a:gd name="connsiteY4" fmla="*/ 1239177 h 1763594"/>
                <a:gd name="connsiteX5" fmla="*/ 1468998 w 1537226"/>
                <a:gd name="connsiteY5" fmla="*/ 654362 h 1763594"/>
                <a:gd name="connsiteX6" fmla="*/ 1337412 w 1537226"/>
                <a:gd name="connsiteY6" fmla="*/ 136383 h 1763594"/>
                <a:gd name="connsiteX7" fmla="*/ 1086739 w 1537226"/>
                <a:gd name="connsiteY7" fmla="*/ 2711 h 1763594"/>
                <a:gd name="connsiteX8" fmla="*/ 434989 w 1537226"/>
                <a:gd name="connsiteY8" fmla="*/ 253346 h 1763594"/>
                <a:gd name="connsiteX0" fmla="*/ 434989 w 1537226"/>
                <a:gd name="connsiteY0" fmla="*/ 253346 h 1763594"/>
                <a:gd name="connsiteX1" fmla="*/ 488 w 1537226"/>
                <a:gd name="connsiteY1" fmla="*/ 921706 h 1763594"/>
                <a:gd name="connsiteX2" fmla="*/ 368142 w 1537226"/>
                <a:gd name="connsiteY2" fmla="*/ 1489812 h 1763594"/>
                <a:gd name="connsiteX3" fmla="*/ 1187008 w 1537226"/>
                <a:gd name="connsiteY3" fmla="*/ 1757156 h 1763594"/>
                <a:gd name="connsiteX4" fmla="*/ 1521239 w 1537226"/>
                <a:gd name="connsiteY4" fmla="*/ 1239177 h 1763594"/>
                <a:gd name="connsiteX5" fmla="*/ 1468998 w 1537226"/>
                <a:gd name="connsiteY5" fmla="*/ 654362 h 1763594"/>
                <a:gd name="connsiteX6" fmla="*/ 1337412 w 1537226"/>
                <a:gd name="connsiteY6" fmla="*/ 136383 h 1763594"/>
                <a:gd name="connsiteX7" fmla="*/ 839572 w 1537226"/>
                <a:gd name="connsiteY7" fmla="*/ 2711 h 1763594"/>
                <a:gd name="connsiteX8" fmla="*/ 434989 w 1537226"/>
                <a:gd name="connsiteY8" fmla="*/ 253346 h 1763594"/>
                <a:gd name="connsiteX0" fmla="*/ 360357 w 1536743"/>
                <a:gd name="connsiteY0" fmla="*/ 534641 h 1782088"/>
                <a:gd name="connsiteX1" fmla="*/ 5 w 1536743"/>
                <a:gd name="connsiteY1" fmla="*/ 940200 h 1782088"/>
                <a:gd name="connsiteX2" fmla="*/ 367659 w 1536743"/>
                <a:gd name="connsiteY2" fmla="*/ 1508306 h 1782088"/>
                <a:gd name="connsiteX3" fmla="*/ 1186525 w 1536743"/>
                <a:gd name="connsiteY3" fmla="*/ 1775650 h 1782088"/>
                <a:gd name="connsiteX4" fmla="*/ 1520756 w 1536743"/>
                <a:gd name="connsiteY4" fmla="*/ 1257671 h 1782088"/>
                <a:gd name="connsiteX5" fmla="*/ 1468515 w 1536743"/>
                <a:gd name="connsiteY5" fmla="*/ 672856 h 1782088"/>
                <a:gd name="connsiteX6" fmla="*/ 1336929 w 1536743"/>
                <a:gd name="connsiteY6" fmla="*/ 154877 h 1782088"/>
                <a:gd name="connsiteX7" fmla="*/ 839089 w 1536743"/>
                <a:gd name="connsiteY7" fmla="*/ 21205 h 1782088"/>
                <a:gd name="connsiteX8" fmla="*/ 360357 w 1536743"/>
                <a:gd name="connsiteY8" fmla="*/ 534641 h 1782088"/>
                <a:gd name="connsiteX0" fmla="*/ 360355 w 1536741"/>
                <a:gd name="connsiteY0" fmla="*/ 534641 h 1782088"/>
                <a:gd name="connsiteX1" fmla="*/ 3 w 1536741"/>
                <a:gd name="connsiteY1" fmla="*/ 940200 h 1782088"/>
                <a:gd name="connsiteX2" fmla="*/ 367657 w 1536741"/>
                <a:gd name="connsiteY2" fmla="*/ 1508306 h 1782088"/>
                <a:gd name="connsiteX3" fmla="*/ 1186523 w 1536741"/>
                <a:gd name="connsiteY3" fmla="*/ 1775650 h 1782088"/>
                <a:gd name="connsiteX4" fmla="*/ 1520754 w 1536741"/>
                <a:gd name="connsiteY4" fmla="*/ 1257671 h 1782088"/>
                <a:gd name="connsiteX5" fmla="*/ 1468513 w 1536741"/>
                <a:gd name="connsiteY5" fmla="*/ 672856 h 1782088"/>
                <a:gd name="connsiteX6" fmla="*/ 1336927 w 1536741"/>
                <a:gd name="connsiteY6" fmla="*/ 154877 h 1782088"/>
                <a:gd name="connsiteX7" fmla="*/ 839087 w 1536741"/>
                <a:gd name="connsiteY7" fmla="*/ 21205 h 1782088"/>
                <a:gd name="connsiteX8" fmla="*/ 360355 w 1536741"/>
                <a:gd name="connsiteY8" fmla="*/ 534641 h 1782088"/>
                <a:gd name="connsiteX0" fmla="*/ 382604 w 1558990"/>
                <a:gd name="connsiteY0" fmla="*/ 534641 h 1810599"/>
                <a:gd name="connsiteX1" fmla="*/ 22252 w 1558990"/>
                <a:gd name="connsiteY1" fmla="*/ 940200 h 1810599"/>
                <a:gd name="connsiteX2" fmla="*/ 167457 w 1558990"/>
                <a:gd name="connsiteY2" fmla="*/ 1672556 h 1810599"/>
                <a:gd name="connsiteX3" fmla="*/ 1208772 w 1558990"/>
                <a:gd name="connsiteY3" fmla="*/ 1775650 h 1810599"/>
                <a:gd name="connsiteX4" fmla="*/ 1543003 w 1558990"/>
                <a:gd name="connsiteY4" fmla="*/ 1257671 h 1810599"/>
                <a:gd name="connsiteX5" fmla="*/ 1490762 w 1558990"/>
                <a:gd name="connsiteY5" fmla="*/ 672856 h 1810599"/>
                <a:gd name="connsiteX6" fmla="*/ 1359176 w 1558990"/>
                <a:gd name="connsiteY6" fmla="*/ 154877 h 1810599"/>
                <a:gd name="connsiteX7" fmla="*/ 861336 w 1558990"/>
                <a:gd name="connsiteY7" fmla="*/ 21205 h 1810599"/>
                <a:gd name="connsiteX8" fmla="*/ 382604 w 1558990"/>
                <a:gd name="connsiteY8" fmla="*/ 534641 h 1810599"/>
                <a:gd name="connsiteX0" fmla="*/ 393458 w 1593840"/>
                <a:gd name="connsiteY0" fmla="*/ 534641 h 1793264"/>
                <a:gd name="connsiteX1" fmla="*/ 33106 w 1593840"/>
                <a:gd name="connsiteY1" fmla="*/ 940200 h 1793264"/>
                <a:gd name="connsiteX2" fmla="*/ 178311 w 1593840"/>
                <a:gd name="connsiteY2" fmla="*/ 1672556 h 1793264"/>
                <a:gd name="connsiteX3" fmla="*/ 1464139 w 1593840"/>
                <a:gd name="connsiteY3" fmla="*/ 1752440 h 1793264"/>
                <a:gd name="connsiteX4" fmla="*/ 1553857 w 1593840"/>
                <a:gd name="connsiteY4" fmla="*/ 1257671 h 1793264"/>
                <a:gd name="connsiteX5" fmla="*/ 1501616 w 1593840"/>
                <a:gd name="connsiteY5" fmla="*/ 672856 h 1793264"/>
                <a:gd name="connsiteX6" fmla="*/ 1370030 w 1593840"/>
                <a:gd name="connsiteY6" fmla="*/ 154877 h 1793264"/>
                <a:gd name="connsiteX7" fmla="*/ 872190 w 1593840"/>
                <a:gd name="connsiteY7" fmla="*/ 21205 h 1793264"/>
                <a:gd name="connsiteX8" fmla="*/ 393458 w 1593840"/>
                <a:gd name="connsiteY8" fmla="*/ 534641 h 1793264"/>
                <a:gd name="connsiteX0" fmla="*/ 393458 w 1566550"/>
                <a:gd name="connsiteY0" fmla="*/ 534641 h 1840341"/>
                <a:gd name="connsiteX1" fmla="*/ 33106 w 1566550"/>
                <a:gd name="connsiteY1" fmla="*/ 940200 h 1840341"/>
                <a:gd name="connsiteX2" fmla="*/ 178311 w 1566550"/>
                <a:gd name="connsiteY2" fmla="*/ 1672556 h 1840341"/>
                <a:gd name="connsiteX3" fmla="*/ 1464139 w 1566550"/>
                <a:gd name="connsiteY3" fmla="*/ 1752440 h 1840341"/>
                <a:gd name="connsiteX4" fmla="*/ 1553857 w 1566550"/>
                <a:gd name="connsiteY4" fmla="*/ 1257671 h 1840341"/>
                <a:gd name="connsiteX5" fmla="*/ 1501616 w 1566550"/>
                <a:gd name="connsiteY5" fmla="*/ 672856 h 1840341"/>
                <a:gd name="connsiteX6" fmla="*/ 1370030 w 1566550"/>
                <a:gd name="connsiteY6" fmla="*/ 154877 h 1840341"/>
                <a:gd name="connsiteX7" fmla="*/ 872190 w 1566550"/>
                <a:gd name="connsiteY7" fmla="*/ 21205 h 1840341"/>
                <a:gd name="connsiteX8" fmla="*/ 393458 w 1566550"/>
                <a:gd name="connsiteY8" fmla="*/ 534641 h 1840341"/>
                <a:gd name="connsiteX0" fmla="*/ 393458 w 1555557"/>
                <a:gd name="connsiteY0" fmla="*/ 534641 h 1787187"/>
                <a:gd name="connsiteX1" fmla="*/ 33106 w 1555557"/>
                <a:gd name="connsiteY1" fmla="*/ 940200 h 1787187"/>
                <a:gd name="connsiteX2" fmla="*/ 178311 w 1555557"/>
                <a:gd name="connsiteY2" fmla="*/ 1672556 h 1787187"/>
                <a:gd name="connsiteX3" fmla="*/ 1464139 w 1555557"/>
                <a:gd name="connsiteY3" fmla="*/ 1752440 h 1787187"/>
                <a:gd name="connsiteX4" fmla="*/ 1553857 w 1555557"/>
                <a:gd name="connsiteY4" fmla="*/ 1257671 h 1787187"/>
                <a:gd name="connsiteX5" fmla="*/ 1501616 w 1555557"/>
                <a:gd name="connsiteY5" fmla="*/ 672856 h 1787187"/>
                <a:gd name="connsiteX6" fmla="*/ 1370030 w 1555557"/>
                <a:gd name="connsiteY6" fmla="*/ 154877 h 1787187"/>
                <a:gd name="connsiteX7" fmla="*/ 872190 w 1555557"/>
                <a:gd name="connsiteY7" fmla="*/ 21205 h 1787187"/>
                <a:gd name="connsiteX8" fmla="*/ 393458 w 1555557"/>
                <a:gd name="connsiteY8" fmla="*/ 534641 h 1787187"/>
                <a:gd name="connsiteX0" fmla="*/ 401126 w 1664928"/>
                <a:gd name="connsiteY0" fmla="*/ 534641 h 1783934"/>
                <a:gd name="connsiteX1" fmla="*/ 40774 w 1664928"/>
                <a:gd name="connsiteY1" fmla="*/ 940200 h 1783934"/>
                <a:gd name="connsiteX2" fmla="*/ 185979 w 1664928"/>
                <a:gd name="connsiteY2" fmla="*/ 1672556 h 1783934"/>
                <a:gd name="connsiteX3" fmla="*/ 1618513 w 1664928"/>
                <a:gd name="connsiteY3" fmla="*/ 1747798 h 1783934"/>
                <a:gd name="connsiteX4" fmla="*/ 1561525 w 1664928"/>
                <a:gd name="connsiteY4" fmla="*/ 1257671 h 1783934"/>
                <a:gd name="connsiteX5" fmla="*/ 1509284 w 1664928"/>
                <a:gd name="connsiteY5" fmla="*/ 672856 h 1783934"/>
                <a:gd name="connsiteX6" fmla="*/ 1377698 w 1664928"/>
                <a:gd name="connsiteY6" fmla="*/ 154877 h 1783934"/>
                <a:gd name="connsiteX7" fmla="*/ 879858 w 1664928"/>
                <a:gd name="connsiteY7" fmla="*/ 21205 h 1783934"/>
                <a:gd name="connsiteX8" fmla="*/ 401126 w 1664928"/>
                <a:gd name="connsiteY8" fmla="*/ 534641 h 1783934"/>
                <a:gd name="connsiteX0" fmla="*/ 408119 w 1718774"/>
                <a:gd name="connsiteY0" fmla="*/ 534641 h 1826522"/>
                <a:gd name="connsiteX1" fmla="*/ 47767 w 1718774"/>
                <a:gd name="connsiteY1" fmla="*/ 940200 h 1826522"/>
                <a:gd name="connsiteX2" fmla="*/ 179001 w 1718774"/>
                <a:gd name="connsiteY2" fmla="*/ 1742186 h 1826522"/>
                <a:gd name="connsiteX3" fmla="*/ 1625506 w 1718774"/>
                <a:gd name="connsiteY3" fmla="*/ 1747798 h 1826522"/>
                <a:gd name="connsiteX4" fmla="*/ 1568518 w 1718774"/>
                <a:gd name="connsiteY4" fmla="*/ 1257671 h 1826522"/>
                <a:gd name="connsiteX5" fmla="*/ 1516277 w 1718774"/>
                <a:gd name="connsiteY5" fmla="*/ 672856 h 1826522"/>
                <a:gd name="connsiteX6" fmla="*/ 1384691 w 1718774"/>
                <a:gd name="connsiteY6" fmla="*/ 154877 h 1826522"/>
                <a:gd name="connsiteX7" fmla="*/ 886851 w 1718774"/>
                <a:gd name="connsiteY7" fmla="*/ 21205 h 1826522"/>
                <a:gd name="connsiteX8" fmla="*/ 408119 w 1718774"/>
                <a:gd name="connsiteY8" fmla="*/ 534641 h 1826522"/>
                <a:gd name="connsiteX0" fmla="*/ 477759 w 1796623"/>
                <a:gd name="connsiteY0" fmla="*/ 534641 h 1818043"/>
                <a:gd name="connsiteX1" fmla="*/ 117407 w 1796623"/>
                <a:gd name="connsiteY1" fmla="*/ 940200 h 1818043"/>
                <a:gd name="connsiteX2" fmla="*/ 136864 w 1796623"/>
                <a:gd name="connsiteY2" fmla="*/ 1728260 h 1818043"/>
                <a:gd name="connsiteX3" fmla="*/ 1695146 w 1796623"/>
                <a:gd name="connsiteY3" fmla="*/ 1747798 h 1818043"/>
                <a:gd name="connsiteX4" fmla="*/ 1638158 w 1796623"/>
                <a:gd name="connsiteY4" fmla="*/ 1257671 h 1818043"/>
                <a:gd name="connsiteX5" fmla="*/ 1585917 w 1796623"/>
                <a:gd name="connsiteY5" fmla="*/ 672856 h 1818043"/>
                <a:gd name="connsiteX6" fmla="*/ 1454331 w 1796623"/>
                <a:gd name="connsiteY6" fmla="*/ 154877 h 1818043"/>
                <a:gd name="connsiteX7" fmla="*/ 956491 w 1796623"/>
                <a:gd name="connsiteY7" fmla="*/ 21205 h 1818043"/>
                <a:gd name="connsiteX8" fmla="*/ 477759 w 1796623"/>
                <a:gd name="connsiteY8" fmla="*/ 534641 h 1818043"/>
                <a:gd name="connsiteX0" fmla="*/ 396783 w 1688820"/>
                <a:gd name="connsiteY0" fmla="*/ 534641 h 1815615"/>
                <a:gd name="connsiteX1" fmla="*/ 36431 w 1688820"/>
                <a:gd name="connsiteY1" fmla="*/ 940200 h 1815615"/>
                <a:gd name="connsiteX2" fmla="*/ 55888 w 1688820"/>
                <a:gd name="connsiteY2" fmla="*/ 1728260 h 1815615"/>
                <a:gd name="connsiteX3" fmla="*/ 421834 w 1688820"/>
                <a:gd name="connsiteY3" fmla="*/ 1798118 h 1815615"/>
                <a:gd name="connsiteX4" fmla="*/ 1614170 w 1688820"/>
                <a:gd name="connsiteY4" fmla="*/ 1747798 h 1815615"/>
                <a:gd name="connsiteX5" fmla="*/ 1557182 w 1688820"/>
                <a:gd name="connsiteY5" fmla="*/ 1257671 h 1815615"/>
                <a:gd name="connsiteX6" fmla="*/ 1504941 w 1688820"/>
                <a:gd name="connsiteY6" fmla="*/ 672856 h 1815615"/>
                <a:gd name="connsiteX7" fmla="*/ 1373355 w 1688820"/>
                <a:gd name="connsiteY7" fmla="*/ 154877 h 1815615"/>
                <a:gd name="connsiteX8" fmla="*/ 875515 w 1688820"/>
                <a:gd name="connsiteY8" fmla="*/ 21205 h 1815615"/>
                <a:gd name="connsiteX9" fmla="*/ 396783 w 1688820"/>
                <a:gd name="connsiteY9" fmla="*/ 534641 h 1815615"/>
                <a:gd name="connsiteX0" fmla="*/ 394951 w 1689541"/>
                <a:gd name="connsiteY0" fmla="*/ 534641 h 1877271"/>
                <a:gd name="connsiteX1" fmla="*/ 34599 w 1689541"/>
                <a:gd name="connsiteY1" fmla="*/ 940200 h 1877271"/>
                <a:gd name="connsiteX2" fmla="*/ 54056 w 1689541"/>
                <a:gd name="connsiteY2" fmla="*/ 1728260 h 1877271"/>
                <a:gd name="connsiteX3" fmla="*/ 385071 w 1689541"/>
                <a:gd name="connsiteY3" fmla="*/ 1877032 h 1877271"/>
                <a:gd name="connsiteX4" fmla="*/ 1612338 w 1689541"/>
                <a:gd name="connsiteY4" fmla="*/ 1747798 h 1877271"/>
                <a:gd name="connsiteX5" fmla="*/ 1555350 w 1689541"/>
                <a:gd name="connsiteY5" fmla="*/ 1257671 h 1877271"/>
                <a:gd name="connsiteX6" fmla="*/ 1503109 w 1689541"/>
                <a:gd name="connsiteY6" fmla="*/ 672856 h 1877271"/>
                <a:gd name="connsiteX7" fmla="*/ 1371523 w 1689541"/>
                <a:gd name="connsiteY7" fmla="*/ 154877 h 1877271"/>
                <a:gd name="connsiteX8" fmla="*/ 873683 w 1689541"/>
                <a:gd name="connsiteY8" fmla="*/ 21205 h 1877271"/>
                <a:gd name="connsiteX9" fmla="*/ 394951 w 1689541"/>
                <a:gd name="connsiteY9" fmla="*/ 534641 h 1877271"/>
                <a:gd name="connsiteX0" fmla="*/ 394949 w 1689541"/>
                <a:gd name="connsiteY0" fmla="*/ 534641 h 1877032"/>
                <a:gd name="connsiteX1" fmla="*/ 34597 w 1689541"/>
                <a:gd name="connsiteY1" fmla="*/ 940200 h 1877032"/>
                <a:gd name="connsiteX2" fmla="*/ 54054 w 1689541"/>
                <a:gd name="connsiteY2" fmla="*/ 1728260 h 1877032"/>
                <a:gd name="connsiteX3" fmla="*/ 385069 w 1689541"/>
                <a:gd name="connsiteY3" fmla="*/ 1877032 h 1877032"/>
                <a:gd name="connsiteX4" fmla="*/ 1612336 w 1689541"/>
                <a:gd name="connsiteY4" fmla="*/ 1747798 h 1877032"/>
                <a:gd name="connsiteX5" fmla="*/ 1555348 w 1689541"/>
                <a:gd name="connsiteY5" fmla="*/ 1257671 h 1877032"/>
                <a:gd name="connsiteX6" fmla="*/ 1503107 w 1689541"/>
                <a:gd name="connsiteY6" fmla="*/ 672856 h 1877032"/>
                <a:gd name="connsiteX7" fmla="*/ 1371521 w 1689541"/>
                <a:gd name="connsiteY7" fmla="*/ 154877 h 1877032"/>
                <a:gd name="connsiteX8" fmla="*/ 873681 w 1689541"/>
                <a:gd name="connsiteY8" fmla="*/ 21205 h 1877032"/>
                <a:gd name="connsiteX9" fmla="*/ 394949 w 1689541"/>
                <a:gd name="connsiteY9" fmla="*/ 534641 h 1877032"/>
                <a:gd name="connsiteX0" fmla="*/ 394949 w 1683795"/>
                <a:gd name="connsiteY0" fmla="*/ 534641 h 1877032"/>
                <a:gd name="connsiteX1" fmla="*/ 34597 w 1683795"/>
                <a:gd name="connsiteY1" fmla="*/ 940200 h 1877032"/>
                <a:gd name="connsiteX2" fmla="*/ 54054 w 1683795"/>
                <a:gd name="connsiteY2" fmla="*/ 1728260 h 1877032"/>
                <a:gd name="connsiteX3" fmla="*/ 385069 w 1683795"/>
                <a:gd name="connsiteY3" fmla="*/ 1877032 h 1877032"/>
                <a:gd name="connsiteX4" fmla="*/ 1605349 w 1683795"/>
                <a:gd name="connsiteY4" fmla="*/ 1798860 h 1877032"/>
                <a:gd name="connsiteX5" fmla="*/ 1555348 w 1683795"/>
                <a:gd name="connsiteY5" fmla="*/ 1257671 h 1877032"/>
                <a:gd name="connsiteX6" fmla="*/ 1503107 w 1683795"/>
                <a:gd name="connsiteY6" fmla="*/ 672856 h 1877032"/>
                <a:gd name="connsiteX7" fmla="*/ 1371521 w 1683795"/>
                <a:gd name="connsiteY7" fmla="*/ 154877 h 1877032"/>
                <a:gd name="connsiteX8" fmla="*/ 873681 w 1683795"/>
                <a:gd name="connsiteY8" fmla="*/ 21205 h 1877032"/>
                <a:gd name="connsiteX9" fmla="*/ 394949 w 1683795"/>
                <a:gd name="connsiteY9" fmla="*/ 534641 h 1877032"/>
                <a:gd name="connsiteX0" fmla="*/ 394949 w 1720794"/>
                <a:gd name="connsiteY0" fmla="*/ 534641 h 1877032"/>
                <a:gd name="connsiteX1" fmla="*/ 34597 w 1720794"/>
                <a:gd name="connsiteY1" fmla="*/ 940200 h 1877032"/>
                <a:gd name="connsiteX2" fmla="*/ 54054 w 1720794"/>
                <a:gd name="connsiteY2" fmla="*/ 1728260 h 1877032"/>
                <a:gd name="connsiteX3" fmla="*/ 385069 w 1720794"/>
                <a:gd name="connsiteY3" fmla="*/ 1877032 h 1877032"/>
                <a:gd name="connsiteX4" fmla="*/ 1605349 w 1720794"/>
                <a:gd name="connsiteY4" fmla="*/ 1798860 h 1877032"/>
                <a:gd name="connsiteX5" fmla="*/ 1555348 w 1720794"/>
                <a:gd name="connsiteY5" fmla="*/ 1257671 h 1877032"/>
                <a:gd name="connsiteX6" fmla="*/ 1503107 w 1720794"/>
                <a:gd name="connsiteY6" fmla="*/ 672856 h 1877032"/>
                <a:gd name="connsiteX7" fmla="*/ 1371521 w 1720794"/>
                <a:gd name="connsiteY7" fmla="*/ 154877 h 1877032"/>
                <a:gd name="connsiteX8" fmla="*/ 873681 w 1720794"/>
                <a:gd name="connsiteY8" fmla="*/ 21205 h 1877032"/>
                <a:gd name="connsiteX9" fmla="*/ 394949 w 1720794"/>
                <a:gd name="connsiteY9" fmla="*/ 534641 h 1877032"/>
                <a:gd name="connsiteX0" fmla="*/ 394949 w 1720794"/>
                <a:gd name="connsiteY0" fmla="*/ 534641 h 1877032"/>
                <a:gd name="connsiteX1" fmla="*/ 34597 w 1720794"/>
                <a:gd name="connsiteY1" fmla="*/ 940200 h 1877032"/>
                <a:gd name="connsiteX2" fmla="*/ 54054 w 1720794"/>
                <a:gd name="connsiteY2" fmla="*/ 1728260 h 1877032"/>
                <a:gd name="connsiteX3" fmla="*/ 385069 w 1720794"/>
                <a:gd name="connsiteY3" fmla="*/ 1877032 h 1877032"/>
                <a:gd name="connsiteX4" fmla="*/ 1605349 w 1720794"/>
                <a:gd name="connsiteY4" fmla="*/ 1798860 h 1877032"/>
                <a:gd name="connsiteX5" fmla="*/ 1555348 w 1720794"/>
                <a:gd name="connsiteY5" fmla="*/ 1257671 h 1877032"/>
                <a:gd name="connsiteX6" fmla="*/ 1503107 w 1720794"/>
                <a:gd name="connsiteY6" fmla="*/ 672856 h 1877032"/>
                <a:gd name="connsiteX7" fmla="*/ 1371521 w 1720794"/>
                <a:gd name="connsiteY7" fmla="*/ 154877 h 1877032"/>
                <a:gd name="connsiteX8" fmla="*/ 873681 w 1720794"/>
                <a:gd name="connsiteY8" fmla="*/ 21205 h 1877032"/>
                <a:gd name="connsiteX9" fmla="*/ 394949 w 1720794"/>
                <a:gd name="connsiteY9" fmla="*/ 534641 h 1877032"/>
                <a:gd name="connsiteX0" fmla="*/ 394949 w 1671512"/>
                <a:gd name="connsiteY0" fmla="*/ 534641 h 1877032"/>
                <a:gd name="connsiteX1" fmla="*/ 34597 w 1671512"/>
                <a:gd name="connsiteY1" fmla="*/ 940200 h 1877032"/>
                <a:gd name="connsiteX2" fmla="*/ 54054 w 1671512"/>
                <a:gd name="connsiteY2" fmla="*/ 1728260 h 1877032"/>
                <a:gd name="connsiteX3" fmla="*/ 385069 w 1671512"/>
                <a:gd name="connsiteY3" fmla="*/ 1877032 h 1877032"/>
                <a:gd name="connsiteX4" fmla="*/ 1605349 w 1671512"/>
                <a:gd name="connsiteY4" fmla="*/ 1798860 h 1877032"/>
                <a:gd name="connsiteX5" fmla="*/ 1555348 w 1671512"/>
                <a:gd name="connsiteY5" fmla="*/ 1257671 h 1877032"/>
                <a:gd name="connsiteX6" fmla="*/ 1503107 w 1671512"/>
                <a:gd name="connsiteY6" fmla="*/ 672856 h 1877032"/>
                <a:gd name="connsiteX7" fmla="*/ 1371521 w 1671512"/>
                <a:gd name="connsiteY7" fmla="*/ 154877 h 1877032"/>
                <a:gd name="connsiteX8" fmla="*/ 873681 w 1671512"/>
                <a:gd name="connsiteY8" fmla="*/ 21205 h 1877032"/>
                <a:gd name="connsiteX9" fmla="*/ 394949 w 1671512"/>
                <a:gd name="connsiteY9" fmla="*/ 534641 h 1877032"/>
                <a:gd name="connsiteX0" fmla="*/ 394949 w 1677296"/>
                <a:gd name="connsiteY0" fmla="*/ 534641 h 1877032"/>
                <a:gd name="connsiteX1" fmla="*/ 34597 w 1677296"/>
                <a:gd name="connsiteY1" fmla="*/ 940200 h 1877032"/>
                <a:gd name="connsiteX2" fmla="*/ 54054 w 1677296"/>
                <a:gd name="connsiteY2" fmla="*/ 1728260 h 1877032"/>
                <a:gd name="connsiteX3" fmla="*/ 385069 w 1677296"/>
                <a:gd name="connsiteY3" fmla="*/ 1877032 h 1877032"/>
                <a:gd name="connsiteX4" fmla="*/ 1612334 w 1677296"/>
                <a:gd name="connsiteY4" fmla="*/ 1840637 h 1877032"/>
                <a:gd name="connsiteX5" fmla="*/ 1555348 w 1677296"/>
                <a:gd name="connsiteY5" fmla="*/ 1257671 h 1877032"/>
                <a:gd name="connsiteX6" fmla="*/ 1503107 w 1677296"/>
                <a:gd name="connsiteY6" fmla="*/ 672856 h 1877032"/>
                <a:gd name="connsiteX7" fmla="*/ 1371521 w 1677296"/>
                <a:gd name="connsiteY7" fmla="*/ 154877 h 1877032"/>
                <a:gd name="connsiteX8" fmla="*/ 873681 w 1677296"/>
                <a:gd name="connsiteY8" fmla="*/ 21205 h 1877032"/>
                <a:gd name="connsiteX9" fmla="*/ 394949 w 1677296"/>
                <a:gd name="connsiteY9" fmla="*/ 534641 h 1877032"/>
                <a:gd name="connsiteX0" fmla="*/ 394949 w 1677298"/>
                <a:gd name="connsiteY0" fmla="*/ 534641 h 1877032"/>
                <a:gd name="connsiteX1" fmla="*/ 34597 w 1677298"/>
                <a:gd name="connsiteY1" fmla="*/ 940200 h 1877032"/>
                <a:gd name="connsiteX2" fmla="*/ 54054 w 1677298"/>
                <a:gd name="connsiteY2" fmla="*/ 1728260 h 1877032"/>
                <a:gd name="connsiteX3" fmla="*/ 385069 w 1677298"/>
                <a:gd name="connsiteY3" fmla="*/ 1877032 h 1877032"/>
                <a:gd name="connsiteX4" fmla="*/ 1612334 w 1677298"/>
                <a:gd name="connsiteY4" fmla="*/ 1840637 h 1877032"/>
                <a:gd name="connsiteX5" fmla="*/ 1555348 w 1677298"/>
                <a:gd name="connsiteY5" fmla="*/ 1257671 h 1877032"/>
                <a:gd name="connsiteX6" fmla="*/ 1503107 w 1677298"/>
                <a:gd name="connsiteY6" fmla="*/ 672856 h 1877032"/>
                <a:gd name="connsiteX7" fmla="*/ 1371521 w 1677298"/>
                <a:gd name="connsiteY7" fmla="*/ 154877 h 1877032"/>
                <a:gd name="connsiteX8" fmla="*/ 873681 w 1677298"/>
                <a:gd name="connsiteY8" fmla="*/ 21205 h 1877032"/>
                <a:gd name="connsiteX9" fmla="*/ 394949 w 1677298"/>
                <a:gd name="connsiteY9" fmla="*/ 534641 h 1877032"/>
                <a:gd name="connsiteX0" fmla="*/ 394949 w 1677296"/>
                <a:gd name="connsiteY0" fmla="*/ 534641 h 1904936"/>
                <a:gd name="connsiteX1" fmla="*/ 34597 w 1677296"/>
                <a:gd name="connsiteY1" fmla="*/ 940200 h 1904936"/>
                <a:gd name="connsiteX2" fmla="*/ 54054 w 1677296"/>
                <a:gd name="connsiteY2" fmla="*/ 1728260 h 1904936"/>
                <a:gd name="connsiteX3" fmla="*/ 385069 w 1677296"/>
                <a:gd name="connsiteY3" fmla="*/ 1877032 h 1904936"/>
                <a:gd name="connsiteX4" fmla="*/ 1612334 w 1677296"/>
                <a:gd name="connsiteY4" fmla="*/ 1840637 h 1904936"/>
                <a:gd name="connsiteX5" fmla="*/ 1555348 w 1677296"/>
                <a:gd name="connsiteY5" fmla="*/ 1257671 h 1904936"/>
                <a:gd name="connsiteX6" fmla="*/ 1503107 w 1677296"/>
                <a:gd name="connsiteY6" fmla="*/ 672856 h 1904936"/>
                <a:gd name="connsiteX7" fmla="*/ 1371521 w 1677296"/>
                <a:gd name="connsiteY7" fmla="*/ 154877 h 1904936"/>
                <a:gd name="connsiteX8" fmla="*/ 873681 w 1677296"/>
                <a:gd name="connsiteY8" fmla="*/ 21205 h 1904936"/>
                <a:gd name="connsiteX9" fmla="*/ 394949 w 1677296"/>
                <a:gd name="connsiteY9" fmla="*/ 534641 h 1904936"/>
                <a:gd name="connsiteX0" fmla="*/ 461539 w 1743887"/>
                <a:gd name="connsiteY0" fmla="*/ 534641 h 1904936"/>
                <a:gd name="connsiteX1" fmla="*/ 101187 w 1743887"/>
                <a:gd name="connsiteY1" fmla="*/ 940200 h 1904936"/>
                <a:gd name="connsiteX2" fmla="*/ 22840 w 1743887"/>
                <a:gd name="connsiteY2" fmla="*/ 1737812 h 1904936"/>
                <a:gd name="connsiteX3" fmla="*/ 451659 w 1743887"/>
                <a:gd name="connsiteY3" fmla="*/ 1877032 h 1904936"/>
                <a:gd name="connsiteX4" fmla="*/ 1678924 w 1743887"/>
                <a:gd name="connsiteY4" fmla="*/ 1840637 h 1904936"/>
                <a:gd name="connsiteX5" fmla="*/ 1621938 w 1743887"/>
                <a:gd name="connsiteY5" fmla="*/ 1257671 h 1904936"/>
                <a:gd name="connsiteX6" fmla="*/ 1569697 w 1743887"/>
                <a:gd name="connsiteY6" fmla="*/ 672856 h 1904936"/>
                <a:gd name="connsiteX7" fmla="*/ 1438111 w 1743887"/>
                <a:gd name="connsiteY7" fmla="*/ 154877 h 1904936"/>
                <a:gd name="connsiteX8" fmla="*/ 940271 w 1743887"/>
                <a:gd name="connsiteY8" fmla="*/ 21205 h 1904936"/>
                <a:gd name="connsiteX9" fmla="*/ 461539 w 1743887"/>
                <a:gd name="connsiteY9" fmla="*/ 534641 h 1904936"/>
                <a:gd name="connsiteX0" fmla="*/ 452050 w 1756359"/>
                <a:gd name="connsiteY0" fmla="*/ 534641 h 1891359"/>
                <a:gd name="connsiteX1" fmla="*/ 91698 w 1756359"/>
                <a:gd name="connsiteY1" fmla="*/ 940200 h 1891359"/>
                <a:gd name="connsiteX2" fmla="*/ 13351 w 1756359"/>
                <a:gd name="connsiteY2" fmla="*/ 1737812 h 1891359"/>
                <a:gd name="connsiteX3" fmla="*/ 309435 w 1756359"/>
                <a:gd name="connsiteY3" fmla="*/ 1891359 h 1891359"/>
                <a:gd name="connsiteX4" fmla="*/ 1669435 w 1756359"/>
                <a:gd name="connsiteY4" fmla="*/ 1840637 h 1891359"/>
                <a:gd name="connsiteX5" fmla="*/ 1612449 w 1756359"/>
                <a:gd name="connsiteY5" fmla="*/ 1257671 h 1891359"/>
                <a:gd name="connsiteX6" fmla="*/ 1560208 w 1756359"/>
                <a:gd name="connsiteY6" fmla="*/ 672856 h 1891359"/>
                <a:gd name="connsiteX7" fmla="*/ 1428622 w 1756359"/>
                <a:gd name="connsiteY7" fmla="*/ 154877 h 1891359"/>
                <a:gd name="connsiteX8" fmla="*/ 930782 w 1756359"/>
                <a:gd name="connsiteY8" fmla="*/ 21205 h 1891359"/>
                <a:gd name="connsiteX9" fmla="*/ 452050 w 1756359"/>
                <a:gd name="connsiteY9" fmla="*/ 534641 h 1891359"/>
                <a:gd name="connsiteX0" fmla="*/ 452050 w 1756257"/>
                <a:gd name="connsiteY0" fmla="*/ 534641 h 1891359"/>
                <a:gd name="connsiteX1" fmla="*/ 91698 w 1756257"/>
                <a:gd name="connsiteY1" fmla="*/ 940200 h 1891359"/>
                <a:gd name="connsiteX2" fmla="*/ 13351 w 1756257"/>
                <a:gd name="connsiteY2" fmla="*/ 1737812 h 1891359"/>
                <a:gd name="connsiteX3" fmla="*/ 309435 w 1756257"/>
                <a:gd name="connsiteY3" fmla="*/ 1891359 h 1891359"/>
                <a:gd name="connsiteX4" fmla="*/ 1669435 w 1756257"/>
                <a:gd name="connsiteY4" fmla="*/ 1840637 h 1891359"/>
                <a:gd name="connsiteX5" fmla="*/ 1612449 w 1756257"/>
                <a:gd name="connsiteY5" fmla="*/ 1257671 h 1891359"/>
                <a:gd name="connsiteX6" fmla="*/ 1563496 w 1756257"/>
                <a:gd name="connsiteY6" fmla="*/ 959631 h 1891359"/>
                <a:gd name="connsiteX7" fmla="*/ 1560208 w 1756257"/>
                <a:gd name="connsiteY7" fmla="*/ 672856 h 1891359"/>
                <a:gd name="connsiteX8" fmla="*/ 1428622 w 1756257"/>
                <a:gd name="connsiteY8" fmla="*/ 154877 h 1891359"/>
                <a:gd name="connsiteX9" fmla="*/ 930782 w 1756257"/>
                <a:gd name="connsiteY9" fmla="*/ 21205 h 1891359"/>
                <a:gd name="connsiteX10" fmla="*/ 452050 w 1756257"/>
                <a:gd name="connsiteY10" fmla="*/ 534641 h 1891359"/>
                <a:gd name="connsiteX0" fmla="*/ 452050 w 1764590"/>
                <a:gd name="connsiteY0" fmla="*/ 534641 h 1891359"/>
                <a:gd name="connsiteX1" fmla="*/ 91698 w 1764590"/>
                <a:gd name="connsiteY1" fmla="*/ 940200 h 1891359"/>
                <a:gd name="connsiteX2" fmla="*/ 13351 w 1764590"/>
                <a:gd name="connsiteY2" fmla="*/ 1737812 h 1891359"/>
                <a:gd name="connsiteX3" fmla="*/ 309435 w 1764590"/>
                <a:gd name="connsiteY3" fmla="*/ 1891359 h 1891359"/>
                <a:gd name="connsiteX4" fmla="*/ 1669435 w 1764590"/>
                <a:gd name="connsiteY4" fmla="*/ 1840637 h 1891359"/>
                <a:gd name="connsiteX5" fmla="*/ 1612449 w 1764590"/>
                <a:gd name="connsiteY5" fmla="*/ 1257671 h 1891359"/>
                <a:gd name="connsiteX6" fmla="*/ 1309780 w 1764590"/>
                <a:gd name="connsiteY6" fmla="*/ 1046341 h 1891359"/>
                <a:gd name="connsiteX7" fmla="*/ 1560208 w 1764590"/>
                <a:gd name="connsiteY7" fmla="*/ 672856 h 1891359"/>
                <a:gd name="connsiteX8" fmla="*/ 1428622 w 1764590"/>
                <a:gd name="connsiteY8" fmla="*/ 154877 h 1891359"/>
                <a:gd name="connsiteX9" fmla="*/ 930782 w 1764590"/>
                <a:gd name="connsiteY9" fmla="*/ 21205 h 1891359"/>
                <a:gd name="connsiteX10" fmla="*/ 452050 w 1764590"/>
                <a:gd name="connsiteY10" fmla="*/ 534641 h 1891359"/>
                <a:gd name="connsiteX0" fmla="*/ 452050 w 1764592"/>
                <a:gd name="connsiteY0" fmla="*/ 534641 h 1891359"/>
                <a:gd name="connsiteX1" fmla="*/ 91698 w 1764592"/>
                <a:gd name="connsiteY1" fmla="*/ 940200 h 1891359"/>
                <a:gd name="connsiteX2" fmla="*/ 13351 w 1764592"/>
                <a:gd name="connsiteY2" fmla="*/ 1737812 h 1891359"/>
                <a:gd name="connsiteX3" fmla="*/ 309435 w 1764592"/>
                <a:gd name="connsiteY3" fmla="*/ 1891359 h 1891359"/>
                <a:gd name="connsiteX4" fmla="*/ 1669435 w 1764592"/>
                <a:gd name="connsiteY4" fmla="*/ 1840637 h 1891359"/>
                <a:gd name="connsiteX5" fmla="*/ 1612449 w 1764592"/>
                <a:gd name="connsiteY5" fmla="*/ 1257671 h 1891359"/>
                <a:gd name="connsiteX6" fmla="*/ 1309780 w 1764592"/>
                <a:gd name="connsiteY6" fmla="*/ 1046341 h 1891359"/>
                <a:gd name="connsiteX7" fmla="*/ 1560208 w 1764592"/>
                <a:gd name="connsiteY7" fmla="*/ 672856 h 1891359"/>
                <a:gd name="connsiteX8" fmla="*/ 1428622 w 1764592"/>
                <a:gd name="connsiteY8" fmla="*/ 154877 h 1891359"/>
                <a:gd name="connsiteX9" fmla="*/ 930782 w 1764592"/>
                <a:gd name="connsiteY9" fmla="*/ 21205 h 1891359"/>
                <a:gd name="connsiteX10" fmla="*/ 452050 w 1764592"/>
                <a:gd name="connsiteY10" fmla="*/ 534641 h 1891359"/>
                <a:gd name="connsiteX0" fmla="*/ 452050 w 1764590"/>
                <a:gd name="connsiteY0" fmla="*/ 534641 h 1891359"/>
                <a:gd name="connsiteX1" fmla="*/ 91698 w 1764590"/>
                <a:gd name="connsiteY1" fmla="*/ 940200 h 1891359"/>
                <a:gd name="connsiteX2" fmla="*/ 13351 w 1764590"/>
                <a:gd name="connsiteY2" fmla="*/ 1737812 h 1891359"/>
                <a:gd name="connsiteX3" fmla="*/ 309435 w 1764590"/>
                <a:gd name="connsiteY3" fmla="*/ 1891359 h 1891359"/>
                <a:gd name="connsiteX4" fmla="*/ 1669435 w 1764590"/>
                <a:gd name="connsiteY4" fmla="*/ 1840637 h 1891359"/>
                <a:gd name="connsiteX5" fmla="*/ 1612449 w 1764590"/>
                <a:gd name="connsiteY5" fmla="*/ 1257671 h 1891359"/>
                <a:gd name="connsiteX6" fmla="*/ 1309780 w 1764590"/>
                <a:gd name="connsiteY6" fmla="*/ 1046341 h 1891359"/>
                <a:gd name="connsiteX7" fmla="*/ 1560208 w 1764590"/>
                <a:gd name="connsiteY7" fmla="*/ 672856 h 1891359"/>
                <a:gd name="connsiteX8" fmla="*/ 1428622 w 1764590"/>
                <a:gd name="connsiteY8" fmla="*/ 154877 h 1891359"/>
                <a:gd name="connsiteX9" fmla="*/ 930782 w 1764590"/>
                <a:gd name="connsiteY9" fmla="*/ 21205 h 1891359"/>
                <a:gd name="connsiteX10" fmla="*/ 452050 w 1764590"/>
                <a:gd name="connsiteY10" fmla="*/ 534641 h 1891359"/>
                <a:gd name="connsiteX0" fmla="*/ 452050 w 1792731"/>
                <a:gd name="connsiteY0" fmla="*/ 534641 h 1891359"/>
                <a:gd name="connsiteX1" fmla="*/ 91698 w 1792731"/>
                <a:gd name="connsiteY1" fmla="*/ 940200 h 1891359"/>
                <a:gd name="connsiteX2" fmla="*/ 13351 w 1792731"/>
                <a:gd name="connsiteY2" fmla="*/ 1737812 h 1891359"/>
                <a:gd name="connsiteX3" fmla="*/ 309435 w 1792731"/>
                <a:gd name="connsiteY3" fmla="*/ 1891359 h 1891359"/>
                <a:gd name="connsiteX4" fmla="*/ 1669435 w 1792731"/>
                <a:gd name="connsiteY4" fmla="*/ 1840637 h 1891359"/>
                <a:gd name="connsiteX5" fmla="*/ 1688563 w 1792731"/>
                <a:gd name="connsiteY5" fmla="*/ 1292355 h 1891359"/>
                <a:gd name="connsiteX6" fmla="*/ 1309780 w 1792731"/>
                <a:gd name="connsiteY6" fmla="*/ 1046341 h 1891359"/>
                <a:gd name="connsiteX7" fmla="*/ 1560208 w 1792731"/>
                <a:gd name="connsiteY7" fmla="*/ 672856 h 1891359"/>
                <a:gd name="connsiteX8" fmla="*/ 1428622 w 1792731"/>
                <a:gd name="connsiteY8" fmla="*/ 154877 h 1891359"/>
                <a:gd name="connsiteX9" fmla="*/ 930782 w 1792731"/>
                <a:gd name="connsiteY9" fmla="*/ 21205 h 1891359"/>
                <a:gd name="connsiteX10" fmla="*/ 452050 w 1792731"/>
                <a:gd name="connsiteY10" fmla="*/ 534641 h 1891359"/>
                <a:gd name="connsiteX0" fmla="*/ 452050 w 1814809"/>
                <a:gd name="connsiteY0" fmla="*/ 534641 h 1891359"/>
                <a:gd name="connsiteX1" fmla="*/ 91698 w 1814809"/>
                <a:gd name="connsiteY1" fmla="*/ 940200 h 1891359"/>
                <a:gd name="connsiteX2" fmla="*/ 13351 w 1814809"/>
                <a:gd name="connsiteY2" fmla="*/ 1737812 h 1891359"/>
                <a:gd name="connsiteX3" fmla="*/ 309435 w 1814809"/>
                <a:gd name="connsiteY3" fmla="*/ 1891359 h 1891359"/>
                <a:gd name="connsiteX4" fmla="*/ 1669435 w 1814809"/>
                <a:gd name="connsiteY4" fmla="*/ 1840637 h 1891359"/>
                <a:gd name="connsiteX5" fmla="*/ 1688563 w 1814809"/>
                <a:gd name="connsiteY5" fmla="*/ 1292355 h 1891359"/>
                <a:gd name="connsiteX6" fmla="*/ 1309780 w 1814809"/>
                <a:gd name="connsiteY6" fmla="*/ 1046341 h 1891359"/>
                <a:gd name="connsiteX7" fmla="*/ 1560208 w 1814809"/>
                <a:gd name="connsiteY7" fmla="*/ 672856 h 1891359"/>
                <a:gd name="connsiteX8" fmla="*/ 1428622 w 1814809"/>
                <a:gd name="connsiteY8" fmla="*/ 154877 h 1891359"/>
                <a:gd name="connsiteX9" fmla="*/ 930782 w 1814809"/>
                <a:gd name="connsiteY9" fmla="*/ 21205 h 1891359"/>
                <a:gd name="connsiteX10" fmla="*/ 452050 w 1814809"/>
                <a:gd name="connsiteY10" fmla="*/ 534641 h 1891359"/>
                <a:gd name="connsiteX0" fmla="*/ 452050 w 1814809"/>
                <a:gd name="connsiteY0" fmla="*/ 534641 h 1891359"/>
                <a:gd name="connsiteX1" fmla="*/ 91698 w 1814809"/>
                <a:gd name="connsiteY1" fmla="*/ 940200 h 1891359"/>
                <a:gd name="connsiteX2" fmla="*/ 13351 w 1814809"/>
                <a:gd name="connsiteY2" fmla="*/ 1737812 h 1891359"/>
                <a:gd name="connsiteX3" fmla="*/ 309435 w 1814809"/>
                <a:gd name="connsiteY3" fmla="*/ 1891359 h 1891359"/>
                <a:gd name="connsiteX4" fmla="*/ 1669435 w 1814809"/>
                <a:gd name="connsiteY4" fmla="*/ 1840637 h 1891359"/>
                <a:gd name="connsiteX5" fmla="*/ 1688563 w 1814809"/>
                <a:gd name="connsiteY5" fmla="*/ 1292355 h 1891359"/>
                <a:gd name="connsiteX6" fmla="*/ 1309780 w 1814809"/>
                <a:gd name="connsiteY6" fmla="*/ 1046341 h 1891359"/>
                <a:gd name="connsiteX7" fmla="*/ 1619996 w 1814809"/>
                <a:gd name="connsiteY7" fmla="*/ 526399 h 1891359"/>
                <a:gd name="connsiteX8" fmla="*/ 1428622 w 1814809"/>
                <a:gd name="connsiteY8" fmla="*/ 154877 h 1891359"/>
                <a:gd name="connsiteX9" fmla="*/ 930782 w 1814809"/>
                <a:gd name="connsiteY9" fmla="*/ 21205 h 1891359"/>
                <a:gd name="connsiteX10" fmla="*/ 452050 w 1814809"/>
                <a:gd name="connsiteY10" fmla="*/ 534641 h 1891359"/>
                <a:gd name="connsiteX0" fmla="*/ 452050 w 1814809"/>
                <a:gd name="connsiteY0" fmla="*/ 542872 h 1899590"/>
                <a:gd name="connsiteX1" fmla="*/ 91698 w 1814809"/>
                <a:gd name="connsiteY1" fmla="*/ 948431 h 1899590"/>
                <a:gd name="connsiteX2" fmla="*/ 13351 w 1814809"/>
                <a:gd name="connsiteY2" fmla="*/ 1746043 h 1899590"/>
                <a:gd name="connsiteX3" fmla="*/ 309435 w 1814809"/>
                <a:gd name="connsiteY3" fmla="*/ 1899590 h 1899590"/>
                <a:gd name="connsiteX4" fmla="*/ 1669435 w 1814809"/>
                <a:gd name="connsiteY4" fmla="*/ 1848868 h 1899590"/>
                <a:gd name="connsiteX5" fmla="*/ 1688563 w 1814809"/>
                <a:gd name="connsiteY5" fmla="*/ 1300586 h 1899590"/>
                <a:gd name="connsiteX6" fmla="*/ 1309780 w 1814809"/>
                <a:gd name="connsiteY6" fmla="*/ 1054572 h 1899590"/>
                <a:gd name="connsiteX7" fmla="*/ 1619996 w 1814809"/>
                <a:gd name="connsiteY7" fmla="*/ 534630 h 1899590"/>
                <a:gd name="connsiteX8" fmla="*/ 1488411 w 1814809"/>
                <a:gd name="connsiteY8" fmla="*/ 129049 h 1899590"/>
                <a:gd name="connsiteX9" fmla="*/ 930782 w 1814809"/>
                <a:gd name="connsiteY9" fmla="*/ 29436 h 1899590"/>
                <a:gd name="connsiteX10" fmla="*/ 452050 w 1814809"/>
                <a:gd name="connsiteY10" fmla="*/ 542872 h 1899590"/>
                <a:gd name="connsiteX0" fmla="*/ 452050 w 1814809"/>
                <a:gd name="connsiteY0" fmla="*/ 540513 h 1897231"/>
                <a:gd name="connsiteX1" fmla="*/ 91698 w 1814809"/>
                <a:gd name="connsiteY1" fmla="*/ 946072 h 1897231"/>
                <a:gd name="connsiteX2" fmla="*/ 13351 w 1814809"/>
                <a:gd name="connsiteY2" fmla="*/ 1743684 h 1897231"/>
                <a:gd name="connsiteX3" fmla="*/ 309435 w 1814809"/>
                <a:gd name="connsiteY3" fmla="*/ 1897231 h 1897231"/>
                <a:gd name="connsiteX4" fmla="*/ 1669435 w 1814809"/>
                <a:gd name="connsiteY4" fmla="*/ 1846509 h 1897231"/>
                <a:gd name="connsiteX5" fmla="*/ 1688563 w 1814809"/>
                <a:gd name="connsiteY5" fmla="*/ 1298227 h 1897231"/>
                <a:gd name="connsiteX6" fmla="*/ 1309780 w 1814809"/>
                <a:gd name="connsiteY6" fmla="*/ 1052213 h 1897231"/>
                <a:gd name="connsiteX7" fmla="*/ 1619996 w 1814809"/>
                <a:gd name="connsiteY7" fmla="*/ 532271 h 1897231"/>
                <a:gd name="connsiteX8" fmla="*/ 1488411 w 1814809"/>
                <a:gd name="connsiteY8" fmla="*/ 126690 h 1897231"/>
                <a:gd name="connsiteX9" fmla="*/ 930782 w 1814809"/>
                <a:gd name="connsiteY9" fmla="*/ 27077 h 1897231"/>
                <a:gd name="connsiteX10" fmla="*/ 452050 w 1814809"/>
                <a:gd name="connsiteY10" fmla="*/ 540513 h 1897231"/>
                <a:gd name="connsiteX0" fmla="*/ 452050 w 1814809"/>
                <a:gd name="connsiteY0" fmla="*/ 540513 h 1897231"/>
                <a:gd name="connsiteX1" fmla="*/ 91698 w 1814809"/>
                <a:gd name="connsiteY1" fmla="*/ 946072 h 1897231"/>
                <a:gd name="connsiteX2" fmla="*/ 13351 w 1814809"/>
                <a:gd name="connsiteY2" fmla="*/ 1743684 h 1897231"/>
                <a:gd name="connsiteX3" fmla="*/ 309435 w 1814809"/>
                <a:gd name="connsiteY3" fmla="*/ 1897231 h 1897231"/>
                <a:gd name="connsiteX4" fmla="*/ 1669435 w 1814809"/>
                <a:gd name="connsiteY4" fmla="*/ 1846509 h 1897231"/>
                <a:gd name="connsiteX5" fmla="*/ 1688563 w 1814809"/>
                <a:gd name="connsiteY5" fmla="*/ 1298227 h 1897231"/>
                <a:gd name="connsiteX6" fmla="*/ 1309780 w 1814809"/>
                <a:gd name="connsiteY6" fmla="*/ 1052213 h 1897231"/>
                <a:gd name="connsiteX7" fmla="*/ 1619996 w 1814809"/>
                <a:gd name="connsiteY7" fmla="*/ 532271 h 1897231"/>
                <a:gd name="connsiteX8" fmla="*/ 1488411 w 1814809"/>
                <a:gd name="connsiteY8" fmla="*/ 126690 h 1897231"/>
                <a:gd name="connsiteX9" fmla="*/ 930782 w 1814809"/>
                <a:gd name="connsiteY9" fmla="*/ 27077 h 1897231"/>
                <a:gd name="connsiteX10" fmla="*/ 452050 w 1814809"/>
                <a:gd name="connsiteY10" fmla="*/ 540513 h 1897231"/>
                <a:gd name="connsiteX0" fmla="*/ 288567 w 1811701"/>
                <a:gd name="connsiteY0" fmla="*/ 555674 h 1898251"/>
                <a:gd name="connsiteX1" fmla="*/ 88590 w 1811701"/>
                <a:gd name="connsiteY1" fmla="*/ 947092 h 1898251"/>
                <a:gd name="connsiteX2" fmla="*/ 10243 w 1811701"/>
                <a:gd name="connsiteY2" fmla="*/ 1744704 h 1898251"/>
                <a:gd name="connsiteX3" fmla="*/ 306327 w 1811701"/>
                <a:gd name="connsiteY3" fmla="*/ 1898251 h 1898251"/>
                <a:gd name="connsiteX4" fmla="*/ 1666327 w 1811701"/>
                <a:gd name="connsiteY4" fmla="*/ 1847529 h 1898251"/>
                <a:gd name="connsiteX5" fmla="*/ 1685455 w 1811701"/>
                <a:gd name="connsiteY5" fmla="*/ 1299247 h 1898251"/>
                <a:gd name="connsiteX6" fmla="*/ 1306672 w 1811701"/>
                <a:gd name="connsiteY6" fmla="*/ 1053233 h 1898251"/>
                <a:gd name="connsiteX7" fmla="*/ 1616888 w 1811701"/>
                <a:gd name="connsiteY7" fmla="*/ 533291 h 1898251"/>
                <a:gd name="connsiteX8" fmla="*/ 1485303 w 1811701"/>
                <a:gd name="connsiteY8" fmla="*/ 127710 h 1898251"/>
                <a:gd name="connsiteX9" fmla="*/ 927674 w 1811701"/>
                <a:gd name="connsiteY9" fmla="*/ 28097 h 1898251"/>
                <a:gd name="connsiteX10" fmla="*/ 288567 w 1811701"/>
                <a:gd name="connsiteY10" fmla="*/ 555674 h 1898251"/>
                <a:gd name="connsiteX0" fmla="*/ 288567 w 1811701"/>
                <a:gd name="connsiteY0" fmla="*/ 479828 h 1822405"/>
                <a:gd name="connsiteX1" fmla="*/ 88590 w 1811701"/>
                <a:gd name="connsiteY1" fmla="*/ 871246 h 1822405"/>
                <a:gd name="connsiteX2" fmla="*/ 10243 w 1811701"/>
                <a:gd name="connsiteY2" fmla="*/ 1668858 h 1822405"/>
                <a:gd name="connsiteX3" fmla="*/ 306327 w 1811701"/>
                <a:gd name="connsiteY3" fmla="*/ 1822405 h 1822405"/>
                <a:gd name="connsiteX4" fmla="*/ 1666327 w 1811701"/>
                <a:gd name="connsiteY4" fmla="*/ 1771683 h 1822405"/>
                <a:gd name="connsiteX5" fmla="*/ 1685455 w 1811701"/>
                <a:gd name="connsiteY5" fmla="*/ 1223401 h 1822405"/>
                <a:gd name="connsiteX6" fmla="*/ 1306672 w 1811701"/>
                <a:gd name="connsiteY6" fmla="*/ 977387 h 1822405"/>
                <a:gd name="connsiteX7" fmla="*/ 1616888 w 1811701"/>
                <a:gd name="connsiteY7" fmla="*/ 457445 h 1822405"/>
                <a:gd name="connsiteX8" fmla="*/ 1485303 w 1811701"/>
                <a:gd name="connsiteY8" fmla="*/ 51864 h 1822405"/>
                <a:gd name="connsiteX9" fmla="*/ 895599 w 1811701"/>
                <a:gd name="connsiteY9" fmla="*/ 79530 h 1822405"/>
                <a:gd name="connsiteX10" fmla="*/ 288567 w 1811701"/>
                <a:gd name="connsiteY10" fmla="*/ 479828 h 1822405"/>
                <a:gd name="connsiteX0" fmla="*/ 288567 w 1811701"/>
                <a:gd name="connsiteY0" fmla="*/ 419258 h 1761835"/>
                <a:gd name="connsiteX1" fmla="*/ 88590 w 1811701"/>
                <a:gd name="connsiteY1" fmla="*/ 810676 h 1761835"/>
                <a:gd name="connsiteX2" fmla="*/ 10243 w 1811701"/>
                <a:gd name="connsiteY2" fmla="*/ 1608288 h 1761835"/>
                <a:gd name="connsiteX3" fmla="*/ 306327 w 1811701"/>
                <a:gd name="connsiteY3" fmla="*/ 1761835 h 1761835"/>
                <a:gd name="connsiteX4" fmla="*/ 1666327 w 1811701"/>
                <a:gd name="connsiteY4" fmla="*/ 1711113 h 1761835"/>
                <a:gd name="connsiteX5" fmla="*/ 1685455 w 1811701"/>
                <a:gd name="connsiteY5" fmla="*/ 1162831 h 1761835"/>
                <a:gd name="connsiteX6" fmla="*/ 1306672 w 1811701"/>
                <a:gd name="connsiteY6" fmla="*/ 916817 h 1761835"/>
                <a:gd name="connsiteX7" fmla="*/ 1616888 w 1811701"/>
                <a:gd name="connsiteY7" fmla="*/ 396875 h 1761835"/>
                <a:gd name="connsiteX8" fmla="*/ 1373040 w 1811701"/>
                <a:gd name="connsiteY8" fmla="*/ 118574 h 1761835"/>
                <a:gd name="connsiteX9" fmla="*/ 895599 w 1811701"/>
                <a:gd name="connsiteY9" fmla="*/ 18960 h 1761835"/>
                <a:gd name="connsiteX10" fmla="*/ 288567 w 1811701"/>
                <a:gd name="connsiteY10" fmla="*/ 419258 h 1761835"/>
                <a:gd name="connsiteX0" fmla="*/ 288567 w 1811701"/>
                <a:gd name="connsiteY0" fmla="*/ 419258 h 1761835"/>
                <a:gd name="connsiteX1" fmla="*/ 88590 w 1811701"/>
                <a:gd name="connsiteY1" fmla="*/ 810676 h 1761835"/>
                <a:gd name="connsiteX2" fmla="*/ 10243 w 1811701"/>
                <a:gd name="connsiteY2" fmla="*/ 1608288 h 1761835"/>
                <a:gd name="connsiteX3" fmla="*/ 306327 w 1811701"/>
                <a:gd name="connsiteY3" fmla="*/ 1761835 h 1761835"/>
                <a:gd name="connsiteX4" fmla="*/ 1666327 w 1811701"/>
                <a:gd name="connsiteY4" fmla="*/ 1711113 h 1761835"/>
                <a:gd name="connsiteX5" fmla="*/ 1685455 w 1811701"/>
                <a:gd name="connsiteY5" fmla="*/ 1162831 h 1761835"/>
                <a:gd name="connsiteX6" fmla="*/ 1306672 w 1811701"/>
                <a:gd name="connsiteY6" fmla="*/ 916817 h 1761835"/>
                <a:gd name="connsiteX7" fmla="*/ 1584814 w 1811701"/>
                <a:gd name="connsiteY7" fmla="*/ 510012 h 1761835"/>
                <a:gd name="connsiteX8" fmla="*/ 1373040 w 1811701"/>
                <a:gd name="connsiteY8" fmla="*/ 118574 h 1761835"/>
                <a:gd name="connsiteX9" fmla="*/ 895599 w 1811701"/>
                <a:gd name="connsiteY9" fmla="*/ 18960 h 1761835"/>
                <a:gd name="connsiteX10" fmla="*/ 288567 w 1811701"/>
                <a:gd name="connsiteY10" fmla="*/ 419258 h 1761835"/>
                <a:gd name="connsiteX0" fmla="*/ 288567 w 1770444"/>
                <a:gd name="connsiteY0" fmla="*/ 419258 h 1761835"/>
                <a:gd name="connsiteX1" fmla="*/ 88590 w 1770444"/>
                <a:gd name="connsiteY1" fmla="*/ 810676 h 1761835"/>
                <a:gd name="connsiteX2" fmla="*/ 10243 w 1770444"/>
                <a:gd name="connsiteY2" fmla="*/ 1608288 h 1761835"/>
                <a:gd name="connsiteX3" fmla="*/ 306327 w 1770444"/>
                <a:gd name="connsiteY3" fmla="*/ 1761835 h 1761835"/>
                <a:gd name="connsiteX4" fmla="*/ 1666327 w 1770444"/>
                <a:gd name="connsiteY4" fmla="*/ 1711113 h 1761835"/>
                <a:gd name="connsiteX5" fmla="*/ 1589229 w 1770444"/>
                <a:gd name="connsiteY5" fmla="*/ 1176973 h 1761835"/>
                <a:gd name="connsiteX6" fmla="*/ 1306672 w 1770444"/>
                <a:gd name="connsiteY6" fmla="*/ 916817 h 1761835"/>
                <a:gd name="connsiteX7" fmla="*/ 1584814 w 1770444"/>
                <a:gd name="connsiteY7" fmla="*/ 510012 h 1761835"/>
                <a:gd name="connsiteX8" fmla="*/ 1373040 w 1770444"/>
                <a:gd name="connsiteY8" fmla="*/ 118574 h 1761835"/>
                <a:gd name="connsiteX9" fmla="*/ 895599 w 1770444"/>
                <a:gd name="connsiteY9" fmla="*/ 18960 h 1761835"/>
                <a:gd name="connsiteX10" fmla="*/ 288567 w 1770444"/>
                <a:gd name="connsiteY10" fmla="*/ 419258 h 1761835"/>
                <a:gd name="connsiteX0" fmla="*/ 288567 w 1592514"/>
                <a:gd name="connsiteY0" fmla="*/ 419258 h 1863058"/>
                <a:gd name="connsiteX1" fmla="*/ 88590 w 1592514"/>
                <a:gd name="connsiteY1" fmla="*/ 810676 h 1863058"/>
                <a:gd name="connsiteX2" fmla="*/ 10243 w 1592514"/>
                <a:gd name="connsiteY2" fmla="*/ 1608288 h 1863058"/>
                <a:gd name="connsiteX3" fmla="*/ 306327 w 1592514"/>
                <a:gd name="connsiteY3" fmla="*/ 1761835 h 1863058"/>
                <a:gd name="connsiteX4" fmla="*/ 1377650 w 1592514"/>
                <a:gd name="connsiteY4" fmla="*/ 1838393 h 1863058"/>
                <a:gd name="connsiteX5" fmla="*/ 1589229 w 1592514"/>
                <a:gd name="connsiteY5" fmla="*/ 1176973 h 1863058"/>
                <a:gd name="connsiteX6" fmla="*/ 1306672 w 1592514"/>
                <a:gd name="connsiteY6" fmla="*/ 916817 h 1863058"/>
                <a:gd name="connsiteX7" fmla="*/ 1584814 w 1592514"/>
                <a:gd name="connsiteY7" fmla="*/ 510012 h 1863058"/>
                <a:gd name="connsiteX8" fmla="*/ 1373040 w 1592514"/>
                <a:gd name="connsiteY8" fmla="*/ 118574 h 1863058"/>
                <a:gd name="connsiteX9" fmla="*/ 895599 w 1592514"/>
                <a:gd name="connsiteY9" fmla="*/ 18960 h 1863058"/>
                <a:gd name="connsiteX10" fmla="*/ 288567 w 1592514"/>
                <a:gd name="connsiteY10" fmla="*/ 419258 h 1863058"/>
                <a:gd name="connsiteX0" fmla="*/ 421322 w 1594935"/>
                <a:gd name="connsiteY0" fmla="*/ 616342 h 1876292"/>
                <a:gd name="connsiteX1" fmla="*/ 91011 w 1594935"/>
                <a:gd name="connsiteY1" fmla="*/ 823910 h 1876292"/>
                <a:gd name="connsiteX2" fmla="*/ 12664 w 1594935"/>
                <a:gd name="connsiteY2" fmla="*/ 1621522 h 1876292"/>
                <a:gd name="connsiteX3" fmla="*/ 308748 w 1594935"/>
                <a:gd name="connsiteY3" fmla="*/ 1775069 h 1876292"/>
                <a:gd name="connsiteX4" fmla="*/ 1380071 w 1594935"/>
                <a:gd name="connsiteY4" fmla="*/ 1851627 h 1876292"/>
                <a:gd name="connsiteX5" fmla="*/ 1591650 w 1594935"/>
                <a:gd name="connsiteY5" fmla="*/ 1190207 h 1876292"/>
                <a:gd name="connsiteX6" fmla="*/ 1309093 w 1594935"/>
                <a:gd name="connsiteY6" fmla="*/ 930051 h 1876292"/>
                <a:gd name="connsiteX7" fmla="*/ 1587235 w 1594935"/>
                <a:gd name="connsiteY7" fmla="*/ 523246 h 1876292"/>
                <a:gd name="connsiteX8" fmla="*/ 1375461 w 1594935"/>
                <a:gd name="connsiteY8" fmla="*/ 131808 h 1876292"/>
                <a:gd name="connsiteX9" fmla="*/ 898020 w 1594935"/>
                <a:gd name="connsiteY9" fmla="*/ 32194 h 1876292"/>
                <a:gd name="connsiteX10" fmla="*/ 421322 w 1594935"/>
                <a:gd name="connsiteY10" fmla="*/ 616342 h 1876292"/>
                <a:gd name="connsiteX0" fmla="*/ 413257 w 1586870"/>
                <a:gd name="connsiteY0" fmla="*/ 616342 h 1876292"/>
                <a:gd name="connsiteX1" fmla="*/ 140873 w 1586870"/>
                <a:gd name="connsiteY1" fmla="*/ 993617 h 1876292"/>
                <a:gd name="connsiteX2" fmla="*/ 4599 w 1586870"/>
                <a:gd name="connsiteY2" fmla="*/ 1621522 h 1876292"/>
                <a:gd name="connsiteX3" fmla="*/ 300683 w 1586870"/>
                <a:gd name="connsiteY3" fmla="*/ 1775069 h 1876292"/>
                <a:gd name="connsiteX4" fmla="*/ 1372006 w 1586870"/>
                <a:gd name="connsiteY4" fmla="*/ 1851627 h 1876292"/>
                <a:gd name="connsiteX5" fmla="*/ 1583585 w 1586870"/>
                <a:gd name="connsiteY5" fmla="*/ 1190207 h 1876292"/>
                <a:gd name="connsiteX6" fmla="*/ 1301028 w 1586870"/>
                <a:gd name="connsiteY6" fmla="*/ 930051 h 1876292"/>
                <a:gd name="connsiteX7" fmla="*/ 1579170 w 1586870"/>
                <a:gd name="connsiteY7" fmla="*/ 523246 h 1876292"/>
                <a:gd name="connsiteX8" fmla="*/ 1367396 w 1586870"/>
                <a:gd name="connsiteY8" fmla="*/ 131808 h 1876292"/>
                <a:gd name="connsiteX9" fmla="*/ 889955 w 1586870"/>
                <a:gd name="connsiteY9" fmla="*/ 32194 h 1876292"/>
                <a:gd name="connsiteX10" fmla="*/ 413257 w 1586870"/>
                <a:gd name="connsiteY10" fmla="*/ 616342 h 1876292"/>
                <a:gd name="connsiteX0" fmla="*/ 284962 w 1458575"/>
                <a:gd name="connsiteY0" fmla="*/ 616342 h 1908017"/>
                <a:gd name="connsiteX1" fmla="*/ 12578 w 1458575"/>
                <a:gd name="connsiteY1" fmla="*/ 993617 h 1908017"/>
                <a:gd name="connsiteX2" fmla="*/ 172388 w 1458575"/>
                <a:gd name="connsiteY2" fmla="*/ 1775069 h 1908017"/>
                <a:gd name="connsiteX3" fmla="*/ 1243711 w 1458575"/>
                <a:gd name="connsiteY3" fmla="*/ 1851627 h 1908017"/>
                <a:gd name="connsiteX4" fmla="*/ 1455290 w 1458575"/>
                <a:gd name="connsiteY4" fmla="*/ 1190207 h 1908017"/>
                <a:gd name="connsiteX5" fmla="*/ 1172733 w 1458575"/>
                <a:gd name="connsiteY5" fmla="*/ 930051 h 1908017"/>
                <a:gd name="connsiteX6" fmla="*/ 1450875 w 1458575"/>
                <a:gd name="connsiteY6" fmla="*/ 523246 h 1908017"/>
                <a:gd name="connsiteX7" fmla="*/ 1239101 w 1458575"/>
                <a:gd name="connsiteY7" fmla="*/ 131808 h 1908017"/>
                <a:gd name="connsiteX8" fmla="*/ 761660 w 1458575"/>
                <a:gd name="connsiteY8" fmla="*/ 32194 h 1908017"/>
                <a:gd name="connsiteX9" fmla="*/ 284962 w 1458575"/>
                <a:gd name="connsiteY9" fmla="*/ 616342 h 1908017"/>
                <a:gd name="connsiteX0" fmla="*/ 343858 w 1519131"/>
                <a:gd name="connsiteY0" fmla="*/ 616342 h 1885036"/>
                <a:gd name="connsiteX1" fmla="*/ 71474 w 1519131"/>
                <a:gd name="connsiteY1" fmla="*/ 993617 h 1885036"/>
                <a:gd name="connsiteX2" fmla="*/ 115432 w 1519131"/>
                <a:gd name="connsiteY2" fmla="*/ 1704358 h 1885036"/>
                <a:gd name="connsiteX3" fmla="*/ 1302607 w 1519131"/>
                <a:gd name="connsiteY3" fmla="*/ 1851627 h 1885036"/>
                <a:gd name="connsiteX4" fmla="*/ 1514186 w 1519131"/>
                <a:gd name="connsiteY4" fmla="*/ 1190207 h 1885036"/>
                <a:gd name="connsiteX5" fmla="*/ 1231629 w 1519131"/>
                <a:gd name="connsiteY5" fmla="*/ 930051 h 1885036"/>
                <a:gd name="connsiteX6" fmla="*/ 1509771 w 1519131"/>
                <a:gd name="connsiteY6" fmla="*/ 523246 h 1885036"/>
                <a:gd name="connsiteX7" fmla="*/ 1297997 w 1519131"/>
                <a:gd name="connsiteY7" fmla="*/ 131808 h 1885036"/>
                <a:gd name="connsiteX8" fmla="*/ 820556 w 1519131"/>
                <a:gd name="connsiteY8" fmla="*/ 32194 h 1885036"/>
                <a:gd name="connsiteX9" fmla="*/ 343858 w 1519131"/>
                <a:gd name="connsiteY9" fmla="*/ 616342 h 1885036"/>
                <a:gd name="connsiteX0" fmla="*/ 343858 w 1549812"/>
                <a:gd name="connsiteY0" fmla="*/ 616342 h 1800235"/>
                <a:gd name="connsiteX1" fmla="*/ 71474 w 1549812"/>
                <a:gd name="connsiteY1" fmla="*/ 993617 h 1800235"/>
                <a:gd name="connsiteX2" fmla="*/ 115432 w 1549812"/>
                <a:gd name="connsiteY2" fmla="*/ 1704358 h 1800235"/>
                <a:gd name="connsiteX3" fmla="*/ 1389496 w 1549812"/>
                <a:gd name="connsiteY3" fmla="*/ 1724347 h 1800235"/>
                <a:gd name="connsiteX4" fmla="*/ 1514186 w 1549812"/>
                <a:gd name="connsiteY4" fmla="*/ 1190207 h 1800235"/>
                <a:gd name="connsiteX5" fmla="*/ 1231629 w 1549812"/>
                <a:gd name="connsiteY5" fmla="*/ 930051 h 1800235"/>
                <a:gd name="connsiteX6" fmla="*/ 1509771 w 1549812"/>
                <a:gd name="connsiteY6" fmla="*/ 523246 h 1800235"/>
                <a:gd name="connsiteX7" fmla="*/ 1297997 w 1549812"/>
                <a:gd name="connsiteY7" fmla="*/ 131808 h 1800235"/>
                <a:gd name="connsiteX8" fmla="*/ 820556 w 1549812"/>
                <a:gd name="connsiteY8" fmla="*/ 32194 h 1800235"/>
                <a:gd name="connsiteX9" fmla="*/ 343858 w 1549812"/>
                <a:gd name="connsiteY9" fmla="*/ 616342 h 18002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49812" h="1800235">
                  <a:moveTo>
                    <a:pt x="343858" y="616342"/>
                  </a:moveTo>
                  <a:cubicBezTo>
                    <a:pt x="219011" y="776579"/>
                    <a:pt x="109545" y="812281"/>
                    <a:pt x="71474" y="993617"/>
                  </a:cubicBezTo>
                  <a:cubicBezTo>
                    <a:pt x="33403" y="1174953"/>
                    <a:pt x="-89757" y="1561356"/>
                    <a:pt x="115432" y="1704358"/>
                  </a:cubicBezTo>
                  <a:cubicBezTo>
                    <a:pt x="320621" y="1847360"/>
                    <a:pt x="1156371" y="1810039"/>
                    <a:pt x="1389496" y="1724347"/>
                  </a:cubicBezTo>
                  <a:cubicBezTo>
                    <a:pt x="1622621" y="1638655"/>
                    <a:pt x="1540497" y="1322590"/>
                    <a:pt x="1514186" y="1190207"/>
                  </a:cubicBezTo>
                  <a:cubicBezTo>
                    <a:pt x="1487875" y="1057824"/>
                    <a:pt x="1240336" y="1148914"/>
                    <a:pt x="1231629" y="930051"/>
                  </a:cubicBezTo>
                  <a:cubicBezTo>
                    <a:pt x="1248292" y="693847"/>
                    <a:pt x="1498710" y="656286"/>
                    <a:pt x="1509771" y="523246"/>
                  </a:cubicBezTo>
                  <a:cubicBezTo>
                    <a:pt x="1520832" y="390206"/>
                    <a:pt x="1431655" y="305130"/>
                    <a:pt x="1297997" y="131808"/>
                  </a:cubicBezTo>
                  <a:cubicBezTo>
                    <a:pt x="1189251" y="36824"/>
                    <a:pt x="979579" y="-48562"/>
                    <a:pt x="820556" y="32194"/>
                  </a:cubicBezTo>
                  <a:cubicBezTo>
                    <a:pt x="661533" y="112950"/>
                    <a:pt x="468705" y="456105"/>
                    <a:pt x="343858" y="616342"/>
                  </a:cubicBezTo>
                  <a:close/>
                </a:path>
              </a:pathLst>
            </a:custGeom>
            <a:solidFill>
              <a:srgbClr val="9CDFF9"/>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nvGrpSpPr>
            <p:cNvPr id="9" name="Group 418">
              <a:extLst>
                <a:ext uri="{FF2B5EF4-FFF2-40B4-BE49-F238E27FC236}">
                  <a16:creationId xmlns:a16="http://schemas.microsoft.com/office/drawing/2014/main" id="{AAFFA11B-2850-0767-AA2C-E5D4BBB5970C}"/>
                </a:ext>
              </a:extLst>
            </p:cNvPr>
            <p:cNvGrpSpPr>
              <a:grpSpLocks/>
            </p:cNvGrpSpPr>
            <p:nvPr/>
          </p:nvGrpSpPr>
          <p:grpSpPr bwMode="auto">
            <a:xfrm>
              <a:off x="7205350" y="3289251"/>
              <a:ext cx="1458912" cy="933450"/>
              <a:chOff x="2889" y="1631"/>
              <a:chExt cx="980" cy="743"/>
            </a:xfrm>
          </p:grpSpPr>
          <p:sp>
            <p:nvSpPr>
              <p:cNvPr id="10" name="Rectangle 419">
                <a:extLst>
                  <a:ext uri="{FF2B5EF4-FFF2-40B4-BE49-F238E27FC236}">
                    <a16:creationId xmlns:a16="http://schemas.microsoft.com/office/drawing/2014/main" id="{2B710F5A-12B9-FA95-F933-DECE114A1A45}"/>
                  </a:ext>
                </a:extLst>
              </p:cNvPr>
              <p:cNvSpPr>
                <a:spLocks noChangeArrowheads="1"/>
              </p:cNvSpPr>
              <p:nvPr/>
            </p:nvSpPr>
            <p:spPr bwMode="auto">
              <a:xfrm>
                <a:off x="3046" y="1841"/>
                <a:ext cx="663" cy="533"/>
              </a:xfrm>
              <a:prstGeom prst="rect">
                <a:avLst/>
              </a:prstGeom>
              <a:solidFill>
                <a:srgbClr val="9CDFF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11" name="AutoShape 420">
                <a:extLst>
                  <a:ext uri="{FF2B5EF4-FFF2-40B4-BE49-F238E27FC236}">
                    <a16:creationId xmlns:a16="http://schemas.microsoft.com/office/drawing/2014/main" id="{07406B59-928A-C330-A2A0-3924FC80A9A8}"/>
                  </a:ext>
                </a:extLst>
              </p:cNvPr>
              <p:cNvSpPr>
                <a:spLocks noChangeArrowheads="1"/>
              </p:cNvSpPr>
              <p:nvPr/>
            </p:nvSpPr>
            <p:spPr bwMode="auto">
              <a:xfrm>
                <a:off x="2889" y="1631"/>
                <a:ext cx="980" cy="253"/>
              </a:xfrm>
              <a:prstGeom prst="triangle">
                <a:avLst>
                  <a:gd name="adj" fmla="val 50000"/>
                </a:avLst>
              </a:prstGeom>
              <a:solidFill>
                <a:srgbClr val="9CDFF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srgbClr val="00CCFF"/>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36" name="Rectangle 35">
              <a:extLst>
                <a:ext uri="{FF2B5EF4-FFF2-40B4-BE49-F238E27FC236}">
                  <a16:creationId xmlns:a16="http://schemas.microsoft.com/office/drawing/2014/main" id="{E0C6D08A-A730-9324-4DDE-BB11027725A8}"/>
                </a:ext>
              </a:extLst>
            </p:cNvPr>
            <p:cNvSpPr/>
            <p:nvPr/>
          </p:nvSpPr>
          <p:spPr>
            <a:xfrm>
              <a:off x="9279068" y="3677908"/>
              <a:ext cx="305749" cy="197847"/>
            </a:xfrm>
            <a:prstGeom prst="rect">
              <a:avLst/>
            </a:prstGeom>
            <a:solidFill>
              <a:srgbClr val="9CDF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cxnSp>
          <p:nvCxnSpPr>
            <p:cNvPr id="43" name="Straight Connector 42">
              <a:extLst>
                <a:ext uri="{FF2B5EF4-FFF2-40B4-BE49-F238E27FC236}">
                  <a16:creationId xmlns:a16="http://schemas.microsoft.com/office/drawing/2014/main" id="{FC2A6C37-6694-6906-1626-55634060B821}"/>
                </a:ext>
              </a:extLst>
            </p:cNvPr>
            <p:cNvCxnSpPr>
              <a:cxnSpLocks/>
            </p:cNvCxnSpPr>
            <p:nvPr/>
          </p:nvCxnSpPr>
          <p:spPr>
            <a:xfrm flipH="1">
              <a:off x="9895195" y="4087742"/>
              <a:ext cx="655425" cy="0"/>
            </a:xfrm>
            <a:prstGeom prst="line">
              <a:avLst/>
            </a:prstGeom>
            <a:ln w="19050">
              <a:solidFill>
                <a:srgbClr val="E40000"/>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6DCE83D2-68AD-735F-095F-BB2F497105A7}"/>
                </a:ext>
              </a:extLst>
            </p:cNvPr>
            <p:cNvCxnSpPr>
              <a:cxnSpLocks/>
            </p:cNvCxnSpPr>
            <p:nvPr/>
          </p:nvCxnSpPr>
          <p:spPr>
            <a:xfrm flipH="1">
              <a:off x="9219616" y="4087742"/>
              <a:ext cx="655425" cy="0"/>
            </a:xfrm>
            <a:prstGeom prst="line">
              <a:avLst/>
            </a:prstGeom>
            <a:ln w="19050">
              <a:solidFill>
                <a:srgbClr val="E40000"/>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AB95CA32-9958-F0B5-287E-BB63D56A0D80}"/>
                </a:ext>
              </a:extLst>
            </p:cNvPr>
            <p:cNvCxnSpPr>
              <a:cxnSpLocks/>
            </p:cNvCxnSpPr>
            <p:nvPr/>
          </p:nvCxnSpPr>
          <p:spPr>
            <a:xfrm flipH="1">
              <a:off x="9276868" y="3507672"/>
              <a:ext cx="382424" cy="517050"/>
            </a:xfrm>
            <a:prstGeom prst="line">
              <a:avLst/>
            </a:prstGeom>
            <a:ln w="19050">
              <a:solidFill>
                <a:srgbClr val="E40000"/>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4AEE45B5-AEBE-FC2E-E890-22D31F7A74A5}"/>
                </a:ext>
              </a:extLst>
            </p:cNvPr>
            <p:cNvCxnSpPr>
              <a:cxnSpLocks/>
            </p:cNvCxnSpPr>
            <p:nvPr/>
          </p:nvCxnSpPr>
          <p:spPr>
            <a:xfrm>
              <a:off x="9733069" y="3507672"/>
              <a:ext cx="0" cy="540294"/>
            </a:xfrm>
            <a:prstGeom prst="line">
              <a:avLst/>
            </a:prstGeom>
            <a:ln w="19050">
              <a:solidFill>
                <a:srgbClr val="E40000"/>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3613B1C8-EA6E-611D-C39E-7FE4A375BC50}"/>
                </a:ext>
              </a:extLst>
            </p:cNvPr>
            <p:cNvCxnSpPr>
              <a:cxnSpLocks/>
            </p:cNvCxnSpPr>
            <p:nvPr/>
          </p:nvCxnSpPr>
          <p:spPr>
            <a:xfrm flipH="1">
              <a:off x="9798719" y="2695013"/>
              <a:ext cx="380432" cy="694807"/>
            </a:xfrm>
            <a:prstGeom prst="line">
              <a:avLst/>
            </a:prstGeom>
            <a:ln w="19050">
              <a:solidFill>
                <a:srgbClr val="E40000"/>
              </a:solidFill>
            </a:ln>
            <a:effectLst/>
          </p:spPr>
          <p:style>
            <a:lnRef idx="2">
              <a:schemeClr val="accent1"/>
            </a:lnRef>
            <a:fillRef idx="0">
              <a:schemeClr val="accent1"/>
            </a:fillRef>
            <a:effectRef idx="1">
              <a:schemeClr val="accent1"/>
            </a:effectRef>
            <a:fontRef idx="minor">
              <a:schemeClr val="tx1"/>
            </a:fontRef>
          </p:style>
        </p:cxnSp>
        <p:sp>
          <p:nvSpPr>
            <p:cNvPr id="59" name="Line 443">
              <a:extLst>
                <a:ext uri="{FF2B5EF4-FFF2-40B4-BE49-F238E27FC236}">
                  <a16:creationId xmlns:a16="http://schemas.microsoft.com/office/drawing/2014/main" id="{2BA062C2-AFCD-1ADC-F00D-9F57477BA9DE}"/>
                </a:ext>
              </a:extLst>
            </p:cNvPr>
            <p:cNvSpPr>
              <a:spLocks noChangeShapeType="1"/>
            </p:cNvSpPr>
            <p:nvPr/>
          </p:nvSpPr>
          <p:spPr bwMode="auto">
            <a:xfrm>
              <a:off x="8247778" y="3829970"/>
              <a:ext cx="0" cy="131762"/>
            </a:xfrm>
            <a:prstGeom prst="line">
              <a:avLst/>
            </a:prstGeom>
            <a:noFill/>
            <a:ln w="19050">
              <a:solidFill>
                <a:srgbClr val="E4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0" name="Line 449">
              <a:extLst>
                <a:ext uri="{FF2B5EF4-FFF2-40B4-BE49-F238E27FC236}">
                  <a16:creationId xmlns:a16="http://schemas.microsoft.com/office/drawing/2014/main" id="{C477F6A8-E1BA-906B-E794-43A6843D304D}"/>
                </a:ext>
              </a:extLst>
            </p:cNvPr>
            <p:cNvSpPr>
              <a:spLocks noChangeShapeType="1"/>
            </p:cNvSpPr>
            <p:nvPr/>
          </p:nvSpPr>
          <p:spPr bwMode="auto">
            <a:xfrm flipV="1">
              <a:off x="7896666" y="4041107"/>
              <a:ext cx="168275" cy="3175"/>
            </a:xfrm>
            <a:prstGeom prst="line">
              <a:avLst/>
            </a:prstGeom>
            <a:noFill/>
            <a:ln w="19050">
              <a:solidFill>
                <a:srgbClr val="E4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20" name="Line 424">
              <a:extLst>
                <a:ext uri="{FF2B5EF4-FFF2-40B4-BE49-F238E27FC236}">
                  <a16:creationId xmlns:a16="http://schemas.microsoft.com/office/drawing/2014/main" id="{050BA66D-CAED-B868-3354-3AE9315E5F39}"/>
                </a:ext>
              </a:extLst>
            </p:cNvPr>
            <p:cNvSpPr>
              <a:spLocks noChangeShapeType="1"/>
            </p:cNvSpPr>
            <p:nvPr/>
          </p:nvSpPr>
          <p:spPr bwMode="auto">
            <a:xfrm flipV="1">
              <a:off x="8244554" y="4047456"/>
              <a:ext cx="969051" cy="3175"/>
            </a:xfrm>
            <a:prstGeom prst="line">
              <a:avLst/>
            </a:prstGeom>
            <a:noFill/>
            <a:ln w="19050">
              <a:solidFill>
                <a:srgbClr val="E4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521" name="Picture 778" descr="antenna_radiation_stylized">
              <a:extLst>
                <a:ext uri="{FF2B5EF4-FFF2-40B4-BE49-F238E27FC236}">
                  <a16:creationId xmlns:a16="http://schemas.microsoft.com/office/drawing/2014/main" id="{46369473-82AE-C38E-8A69-CE33B9545DC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562238" y="3813930"/>
              <a:ext cx="506412" cy="1060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26" name="Picture 777" descr="access_point_stylized_small">
              <a:extLst>
                <a:ext uri="{FF2B5EF4-FFF2-40B4-BE49-F238E27FC236}">
                  <a16:creationId xmlns:a16="http://schemas.microsoft.com/office/drawing/2014/main" id="{A9F8BC5E-C63A-D6FB-2F90-5447ECE7342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13882" y="3861899"/>
              <a:ext cx="370169" cy="3067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02" name="Group 601">
              <a:extLst>
                <a:ext uri="{FF2B5EF4-FFF2-40B4-BE49-F238E27FC236}">
                  <a16:creationId xmlns:a16="http://schemas.microsoft.com/office/drawing/2014/main" id="{6851E490-F58D-C7CC-25C4-F92864C0C416}"/>
                </a:ext>
              </a:extLst>
            </p:cNvPr>
            <p:cNvGrpSpPr/>
            <p:nvPr/>
          </p:nvGrpSpPr>
          <p:grpSpPr>
            <a:xfrm>
              <a:off x="9497138" y="3394032"/>
              <a:ext cx="367224" cy="240304"/>
              <a:chOff x="7493876" y="2774731"/>
              <a:chExt cx="1481958" cy="894622"/>
            </a:xfrm>
          </p:grpSpPr>
          <p:sp>
            <p:nvSpPr>
              <p:cNvPr id="603" name="Freeform 602">
                <a:extLst>
                  <a:ext uri="{FF2B5EF4-FFF2-40B4-BE49-F238E27FC236}">
                    <a16:creationId xmlns:a16="http://schemas.microsoft.com/office/drawing/2014/main" id="{7EEBFFBE-4E92-7D3C-2969-D41E9CA3159B}"/>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604" name="Oval 603">
                <a:extLst>
                  <a:ext uri="{FF2B5EF4-FFF2-40B4-BE49-F238E27FC236}">
                    <a16:creationId xmlns:a16="http://schemas.microsoft.com/office/drawing/2014/main" id="{8E989183-681A-B2F7-C673-4786F93DA1B6}"/>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605" name="Group 604">
                <a:extLst>
                  <a:ext uri="{FF2B5EF4-FFF2-40B4-BE49-F238E27FC236}">
                    <a16:creationId xmlns:a16="http://schemas.microsoft.com/office/drawing/2014/main" id="{A40325E5-842D-5DD1-312A-738BA1FBCF5E}"/>
                  </a:ext>
                </a:extLst>
              </p:cNvPr>
              <p:cNvGrpSpPr/>
              <p:nvPr/>
            </p:nvGrpSpPr>
            <p:grpSpPr>
              <a:xfrm>
                <a:off x="7713663" y="2848339"/>
                <a:ext cx="1042107" cy="425543"/>
                <a:chOff x="7786941" y="2884917"/>
                <a:chExt cx="897649" cy="353919"/>
              </a:xfrm>
            </p:grpSpPr>
            <p:sp>
              <p:nvSpPr>
                <p:cNvPr id="606" name="Freeform 605">
                  <a:extLst>
                    <a:ext uri="{FF2B5EF4-FFF2-40B4-BE49-F238E27FC236}">
                      <a16:creationId xmlns:a16="http://schemas.microsoft.com/office/drawing/2014/main" id="{D175117C-6E1B-284E-5142-4A5F0DFAB69A}"/>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607" name="Freeform 606">
                  <a:extLst>
                    <a:ext uri="{FF2B5EF4-FFF2-40B4-BE49-F238E27FC236}">
                      <a16:creationId xmlns:a16="http://schemas.microsoft.com/office/drawing/2014/main" id="{CC548496-6CE7-9575-9BEF-D9458587B1BF}"/>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608" name="Freeform 607">
                  <a:extLst>
                    <a:ext uri="{FF2B5EF4-FFF2-40B4-BE49-F238E27FC236}">
                      <a16:creationId xmlns:a16="http://schemas.microsoft.com/office/drawing/2014/main" id="{4FCAD91D-9519-D51A-18CD-48975E7BE698}"/>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609" name="Freeform 608">
                  <a:extLst>
                    <a:ext uri="{FF2B5EF4-FFF2-40B4-BE49-F238E27FC236}">
                      <a16:creationId xmlns:a16="http://schemas.microsoft.com/office/drawing/2014/main" id="{A441F31A-9C1C-77A6-D7E6-DB7E3D606536}"/>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656" name="Group 655">
              <a:extLst>
                <a:ext uri="{FF2B5EF4-FFF2-40B4-BE49-F238E27FC236}">
                  <a16:creationId xmlns:a16="http://schemas.microsoft.com/office/drawing/2014/main" id="{94235CB9-AE94-D235-01D3-4BF0F12D3BBA}"/>
                </a:ext>
              </a:extLst>
            </p:cNvPr>
            <p:cNvGrpSpPr/>
            <p:nvPr/>
          </p:nvGrpSpPr>
          <p:grpSpPr>
            <a:xfrm>
              <a:off x="7493518" y="3325424"/>
              <a:ext cx="857739" cy="583764"/>
              <a:chOff x="7487144" y="3296104"/>
              <a:chExt cx="857739" cy="583764"/>
            </a:xfrm>
          </p:grpSpPr>
          <p:grpSp>
            <p:nvGrpSpPr>
              <p:cNvPr id="657" name="Group 656">
                <a:extLst>
                  <a:ext uri="{FF2B5EF4-FFF2-40B4-BE49-F238E27FC236}">
                    <a16:creationId xmlns:a16="http://schemas.microsoft.com/office/drawing/2014/main" id="{9AF95F14-4D06-075F-8B41-99854900B4EC}"/>
                  </a:ext>
                </a:extLst>
              </p:cNvPr>
              <p:cNvGrpSpPr/>
              <p:nvPr/>
            </p:nvGrpSpPr>
            <p:grpSpPr>
              <a:xfrm>
                <a:off x="7487144" y="3389820"/>
                <a:ext cx="350807" cy="305517"/>
                <a:chOff x="7487144" y="3389820"/>
                <a:chExt cx="350807" cy="305517"/>
              </a:xfrm>
            </p:grpSpPr>
            <p:pic>
              <p:nvPicPr>
                <p:cNvPr id="664" name="Picture 1115" descr="antenna_stylized">
                  <a:extLst>
                    <a:ext uri="{FF2B5EF4-FFF2-40B4-BE49-F238E27FC236}">
                      <a16:creationId xmlns:a16="http://schemas.microsoft.com/office/drawing/2014/main" id="{2E0674AF-437F-4410-8C8A-285E2A2D18D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487144" y="3389820"/>
                  <a:ext cx="347997" cy="1675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65" name="Picture 1116" descr="laptop_keyboard">
                  <a:extLst>
                    <a:ext uri="{FF2B5EF4-FFF2-40B4-BE49-F238E27FC236}">
                      <a16:creationId xmlns:a16="http://schemas.microsoft.com/office/drawing/2014/main" id="{85AA8B4A-E17F-2C9D-EAAA-AC33A7008D0D}"/>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rot="109064" flipH="1">
                  <a:off x="7504001" y="3575889"/>
                  <a:ext cx="286699" cy="1194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66" name="Freeform 1117">
                  <a:extLst>
                    <a:ext uri="{FF2B5EF4-FFF2-40B4-BE49-F238E27FC236}">
                      <a16:creationId xmlns:a16="http://schemas.microsoft.com/office/drawing/2014/main" id="{5340431B-200B-9469-FB2A-6D5B0C766E9F}"/>
                    </a:ext>
                  </a:extLst>
                </p:cNvPr>
                <p:cNvSpPr>
                  <a:spLocks/>
                </p:cNvSpPr>
                <p:nvPr/>
              </p:nvSpPr>
              <p:spPr bwMode="auto">
                <a:xfrm>
                  <a:off x="7599014" y="3459979"/>
                  <a:ext cx="230764" cy="155883"/>
                </a:xfrm>
                <a:custGeom>
                  <a:avLst/>
                  <a:gdLst>
                    <a:gd name="T0" fmla="*/ 143665061 w 2982"/>
                    <a:gd name="T1" fmla="*/ 0 h 2442"/>
                    <a:gd name="T2" fmla="*/ 0 w 2982"/>
                    <a:gd name="T3" fmla="*/ 66329557 h 2442"/>
                    <a:gd name="T4" fmla="*/ 573719931 w 2982"/>
                    <a:gd name="T5" fmla="*/ 82975142 h 2442"/>
                    <a:gd name="T6" fmla="*/ 717384993 w 2982"/>
                    <a:gd name="T7" fmla="*/ 16645585 h 2442"/>
                    <a:gd name="T8" fmla="*/ 143665061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667" name="Picture 1118" descr="screen">
                  <a:extLst>
                    <a:ext uri="{FF2B5EF4-FFF2-40B4-BE49-F238E27FC236}">
                      <a16:creationId xmlns:a16="http://schemas.microsoft.com/office/drawing/2014/main" id="{EBBFF0BA-F0C0-BD74-36D2-48BEB486CB3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610380" y="3463988"/>
                  <a:ext cx="209692" cy="1418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68" name="Freeform 1119">
                  <a:extLst>
                    <a:ext uri="{FF2B5EF4-FFF2-40B4-BE49-F238E27FC236}">
                      <a16:creationId xmlns:a16="http://schemas.microsoft.com/office/drawing/2014/main" id="{187ABB20-422B-F2C2-9B8A-29B64996B956}"/>
                    </a:ext>
                  </a:extLst>
                </p:cNvPr>
                <p:cNvSpPr>
                  <a:spLocks/>
                </p:cNvSpPr>
                <p:nvPr/>
              </p:nvSpPr>
              <p:spPr bwMode="auto">
                <a:xfrm>
                  <a:off x="7641029" y="3455381"/>
                  <a:ext cx="195517" cy="29007"/>
                </a:xfrm>
                <a:custGeom>
                  <a:avLst/>
                  <a:gdLst>
                    <a:gd name="T0" fmla="*/ 35620212 w 2528"/>
                    <a:gd name="T1" fmla="*/ 0 h 455"/>
                    <a:gd name="T2" fmla="*/ 608343257 w 2528"/>
                    <a:gd name="T3" fmla="*/ 16582250 h 455"/>
                    <a:gd name="T4" fmla="*/ 572256449 w 2528"/>
                    <a:gd name="T5" fmla="*/ 16582250 h 455"/>
                    <a:gd name="T6" fmla="*/ 0 w 2528"/>
                    <a:gd name="T7" fmla="*/ 16582250 h 455"/>
                    <a:gd name="T8" fmla="*/ 35620212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69" name="Freeform 1120">
                  <a:extLst>
                    <a:ext uri="{FF2B5EF4-FFF2-40B4-BE49-F238E27FC236}">
                      <a16:creationId xmlns:a16="http://schemas.microsoft.com/office/drawing/2014/main" id="{E2DDEC6E-A596-F7CB-54E3-CE00E9C5EFD3}"/>
                    </a:ext>
                  </a:extLst>
                </p:cNvPr>
                <p:cNvSpPr>
                  <a:spLocks/>
                </p:cNvSpPr>
                <p:nvPr/>
              </p:nvSpPr>
              <p:spPr bwMode="auto">
                <a:xfrm>
                  <a:off x="7596971" y="3455145"/>
                  <a:ext cx="54275" cy="120745"/>
                </a:xfrm>
                <a:custGeom>
                  <a:avLst/>
                  <a:gdLst>
                    <a:gd name="T0" fmla="*/ 142804406 w 702"/>
                    <a:gd name="T1" fmla="*/ 0 h 1893"/>
                    <a:gd name="T2" fmla="*/ 0 w 702"/>
                    <a:gd name="T3" fmla="*/ 66174575 h 1893"/>
                    <a:gd name="T4" fmla="*/ 35584530 w 702"/>
                    <a:gd name="T5" fmla="*/ 66174575 h 1893"/>
                    <a:gd name="T6" fmla="*/ 178855222 w 702"/>
                    <a:gd name="T7" fmla="*/ 16607700 h 1893"/>
                    <a:gd name="T8" fmla="*/ 142804406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70" name="Freeform 1121">
                  <a:extLst>
                    <a:ext uri="{FF2B5EF4-FFF2-40B4-BE49-F238E27FC236}">
                      <a16:creationId xmlns:a16="http://schemas.microsoft.com/office/drawing/2014/main" id="{37550A82-E27C-06A0-ED5E-42E47A98F54F}"/>
                    </a:ext>
                  </a:extLst>
                </p:cNvPr>
                <p:cNvSpPr>
                  <a:spLocks/>
                </p:cNvSpPr>
                <p:nvPr/>
              </p:nvSpPr>
              <p:spPr bwMode="auto">
                <a:xfrm>
                  <a:off x="7776652" y="3476723"/>
                  <a:ext cx="58489" cy="139375"/>
                </a:xfrm>
                <a:custGeom>
                  <a:avLst/>
                  <a:gdLst>
                    <a:gd name="T0" fmla="*/ 179213623 w 756"/>
                    <a:gd name="T1" fmla="*/ 0 h 2184"/>
                    <a:gd name="T2" fmla="*/ 35656008 w 756"/>
                    <a:gd name="T3" fmla="*/ 82904513 h 2184"/>
                    <a:gd name="T4" fmla="*/ 0 w 756"/>
                    <a:gd name="T5" fmla="*/ 82904513 h 2184"/>
                    <a:gd name="T6" fmla="*/ 143090785 w 756"/>
                    <a:gd name="T7" fmla="*/ 16632211 h 2184"/>
                    <a:gd name="T8" fmla="*/ 179213623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71" name="Freeform 1122">
                  <a:extLst>
                    <a:ext uri="{FF2B5EF4-FFF2-40B4-BE49-F238E27FC236}">
                      <a16:creationId xmlns:a16="http://schemas.microsoft.com/office/drawing/2014/main" id="{5BA195B8-0407-C0FF-F04F-2186A877F6AF}"/>
                    </a:ext>
                  </a:extLst>
                </p:cNvPr>
                <p:cNvSpPr>
                  <a:spLocks/>
                </p:cNvSpPr>
                <p:nvPr/>
              </p:nvSpPr>
              <p:spPr bwMode="auto">
                <a:xfrm>
                  <a:off x="7596332" y="3569758"/>
                  <a:ext cx="214545" cy="47048"/>
                </a:xfrm>
                <a:custGeom>
                  <a:avLst/>
                  <a:gdLst>
                    <a:gd name="T0" fmla="*/ 35658648 w 2773"/>
                    <a:gd name="T1" fmla="*/ 0 h 738"/>
                    <a:gd name="T2" fmla="*/ 0 w 2773"/>
                    <a:gd name="T3" fmla="*/ 16581742 h 738"/>
                    <a:gd name="T4" fmla="*/ 573357470 w 2773"/>
                    <a:gd name="T5" fmla="*/ 33163485 h 738"/>
                    <a:gd name="T6" fmla="*/ 573357470 w 2773"/>
                    <a:gd name="T7" fmla="*/ 16581742 h 738"/>
                    <a:gd name="T8" fmla="*/ 35658648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72" name="Freeform 1123">
                  <a:extLst>
                    <a:ext uri="{FF2B5EF4-FFF2-40B4-BE49-F238E27FC236}">
                      <a16:creationId xmlns:a16="http://schemas.microsoft.com/office/drawing/2014/main" id="{5895AF77-9595-1965-B623-26BFB2D84CEA}"/>
                    </a:ext>
                  </a:extLst>
                </p:cNvPr>
                <p:cNvSpPr>
                  <a:spLocks/>
                </p:cNvSpPr>
                <p:nvPr/>
              </p:nvSpPr>
              <p:spPr bwMode="auto">
                <a:xfrm>
                  <a:off x="7783165" y="3477902"/>
                  <a:ext cx="54786" cy="139965"/>
                </a:xfrm>
                <a:custGeom>
                  <a:avLst/>
                  <a:gdLst>
                    <a:gd name="T0" fmla="*/ 656550006 w 637"/>
                    <a:gd name="T1" fmla="*/ 0 h 1659"/>
                    <a:gd name="T2" fmla="*/ 656550006 w 637"/>
                    <a:gd name="T3" fmla="*/ 0 h 1659"/>
                    <a:gd name="T4" fmla="*/ 54716163 w 637"/>
                    <a:gd name="T5" fmla="*/ 2147483646 h 1659"/>
                    <a:gd name="T6" fmla="*/ 0 w 637"/>
                    <a:gd name="T7" fmla="*/ 2147483646 h 1659"/>
                    <a:gd name="T8" fmla="*/ 656550006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73" name="Freeform 1124">
                  <a:extLst>
                    <a:ext uri="{FF2B5EF4-FFF2-40B4-BE49-F238E27FC236}">
                      <a16:creationId xmlns:a16="http://schemas.microsoft.com/office/drawing/2014/main" id="{B7955256-E269-31AE-9309-AE22D4F7B8D2}"/>
                    </a:ext>
                  </a:extLst>
                </p:cNvPr>
                <p:cNvSpPr>
                  <a:spLocks/>
                </p:cNvSpPr>
                <p:nvPr/>
              </p:nvSpPr>
              <p:spPr bwMode="auto">
                <a:xfrm>
                  <a:off x="7596588" y="3576007"/>
                  <a:ext cx="190792" cy="46458"/>
                </a:xfrm>
                <a:custGeom>
                  <a:avLst/>
                  <a:gdLst>
                    <a:gd name="T0" fmla="*/ 0 w 2216"/>
                    <a:gd name="T1" fmla="*/ 0 h 550"/>
                    <a:gd name="T2" fmla="*/ 54884212 w 2216"/>
                    <a:gd name="T3" fmla="*/ 101852492 h 550"/>
                    <a:gd name="T4" fmla="*/ 2147483646 w 2216"/>
                    <a:gd name="T5" fmla="*/ 1017940055 h 550"/>
                    <a:gd name="T6" fmla="*/ 2147483646 w 2216"/>
                    <a:gd name="T7" fmla="*/ 865464562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674" name="Group 1125">
                  <a:extLst>
                    <a:ext uri="{FF2B5EF4-FFF2-40B4-BE49-F238E27FC236}">
                      <a16:creationId xmlns:a16="http://schemas.microsoft.com/office/drawing/2014/main" id="{025E5496-31A5-2BD5-BB3E-59A6F23857BB}"/>
                    </a:ext>
                  </a:extLst>
                </p:cNvPr>
                <p:cNvGrpSpPr>
                  <a:grpSpLocks/>
                </p:cNvGrpSpPr>
                <p:nvPr/>
              </p:nvGrpSpPr>
              <p:grpSpPr bwMode="auto">
                <a:xfrm>
                  <a:off x="7593395" y="3625649"/>
                  <a:ext cx="64747" cy="27592"/>
                  <a:chOff x="1740" y="2642"/>
                  <a:chExt cx="752" cy="327"/>
                </a:xfrm>
              </p:grpSpPr>
              <p:sp>
                <p:nvSpPr>
                  <p:cNvPr id="681" name="Freeform 1126">
                    <a:extLst>
                      <a:ext uri="{FF2B5EF4-FFF2-40B4-BE49-F238E27FC236}">
                        <a16:creationId xmlns:a16="http://schemas.microsoft.com/office/drawing/2014/main" id="{4F2EAF35-53A6-718A-A5A0-9FFBB1499277}"/>
                      </a:ext>
                    </a:extLst>
                  </p:cNvPr>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82" name="Freeform 1127">
                    <a:extLst>
                      <a:ext uri="{FF2B5EF4-FFF2-40B4-BE49-F238E27FC236}">
                        <a16:creationId xmlns:a16="http://schemas.microsoft.com/office/drawing/2014/main" id="{A36C1500-C09E-12EF-6125-BAEC306AC921}"/>
                      </a:ext>
                    </a:extLst>
                  </p:cNvPr>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83" name="Freeform 1128">
                    <a:extLst>
                      <a:ext uri="{FF2B5EF4-FFF2-40B4-BE49-F238E27FC236}">
                        <a16:creationId xmlns:a16="http://schemas.microsoft.com/office/drawing/2014/main" id="{2C1A2E4A-DA62-9BBB-9FE0-709D67BA03F3}"/>
                      </a:ext>
                    </a:extLst>
                  </p:cNvPr>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84" name="Freeform 1129">
                    <a:extLst>
                      <a:ext uri="{FF2B5EF4-FFF2-40B4-BE49-F238E27FC236}">
                        <a16:creationId xmlns:a16="http://schemas.microsoft.com/office/drawing/2014/main" id="{1525DA31-0F92-8882-9EC0-E4BEFC0CFCED}"/>
                      </a:ext>
                    </a:extLst>
                  </p:cNvPr>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85" name="Freeform 1130">
                    <a:extLst>
                      <a:ext uri="{FF2B5EF4-FFF2-40B4-BE49-F238E27FC236}">
                        <a16:creationId xmlns:a16="http://schemas.microsoft.com/office/drawing/2014/main" id="{255F71CB-B821-C700-6B26-059955E00ABA}"/>
                      </a:ext>
                    </a:extLst>
                  </p:cNvPr>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86" name="Freeform 1131">
                    <a:extLst>
                      <a:ext uri="{FF2B5EF4-FFF2-40B4-BE49-F238E27FC236}">
                        <a16:creationId xmlns:a16="http://schemas.microsoft.com/office/drawing/2014/main" id="{BCD3AB77-FA2E-F5C2-7BCA-37E861C43999}"/>
                      </a:ext>
                    </a:extLst>
                  </p:cNvPr>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675" name="Freeform 1132">
                  <a:extLst>
                    <a:ext uri="{FF2B5EF4-FFF2-40B4-BE49-F238E27FC236}">
                      <a16:creationId xmlns:a16="http://schemas.microsoft.com/office/drawing/2014/main" id="{19BCEB05-E253-AB0F-333D-027D84580E4C}"/>
                    </a:ext>
                  </a:extLst>
                </p:cNvPr>
                <p:cNvSpPr>
                  <a:spLocks/>
                </p:cNvSpPr>
                <p:nvPr/>
              </p:nvSpPr>
              <p:spPr bwMode="auto">
                <a:xfrm>
                  <a:off x="7704243" y="3629776"/>
                  <a:ext cx="78411" cy="60608"/>
                </a:xfrm>
                <a:custGeom>
                  <a:avLst/>
                  <a:gdLst>
                    <a:gd name="T0" fmla="*/ 39250883 w 990"/>
                    <a:gd name="T1" fmla="*/ 342828616 h 792"/>
                    <a:gd name="T2" fmla="*/ 354255671 w 990"/>
                    <a:gd name="T3" fmla="*/ 0 h 792"/>
                    <a:gd name="T4" fmla="*/ 354255671 w 990"/>
                    <a:gd name="T5" fmla="*/ 34504242 h 792"/>
                    <a:gd name="T6" fmla="*/ 0 w 990"/>
                    <a:gd name="T7" fmla="*/ 342828616 h 792"/>
                    <a:gd name="T8" fmla="*/ 39250883 w 990"/>
                    <a:gd name="T9" fmla="*/ 342828616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76" name="Freeform 1133">
                  <a:extLst>
                    <a:ext uri="{FF2B5EF4-FFF2-40B4-BE49-F238E27FC236}">
                      <a16:creationId xmlns:a16="http://schemas.microsoft.com/office/drawing/2014/main" id="{7C656453-D6DB-2597-1B0C-6F3F5929D667}"/>
                    </a:ext>
                  </a:extLst>
                </p:cNvPr>
                <p:cNvSpPr>
                  <a:spLocks/>
                </p:cNvSpPr>
                <p:nvPr/>
              </p:nvSpPr>
              <p:spPr bwMode="auto">
                <a:xfrm>
                  <a:off x="7504129" y="3634611"/>
                  <a:ext cx="200625" cy="55302"/>
                </a:xfrm>
                <a:custGeom>
                  <a:avLst/>
                  <a:gdLst>
                    <a:gd name="T0" fmla="*/ 39302216 w 2532"/>
                    <a:gd name="T1" fmla="*/ 0 h 723"/>
                    <a:gd name="T2" fmla="*/ 39302216 w 2532"/>
                    <a:gd name="T3" fmla="*/ 0 h 723"/>
                    <a:gd name="T4" fmla="*/ 867084690 w 2532"/>
                    <a:gd name="T5" fmla="*/ 307891170 h 723"/>
                    <a:gd name="T6" fmla="*/ 867084690 w 2532"/>
                    <a:gd name="T7" fmla="*/ 342351506 h 723"/>
                    <a:gd name="T8" fmla="*/ 0 w 2532"/>
                    <a:gd name="T9" fmla="*/ 34009889 h 723"/>
                    <a:gd name="T10" fmla="*/ 39302216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77" name="Freeform 1134">
                  <a:extLst>
                    <a:ext uri="{FF2B5EF4-FFF2-40B4-BE49-F238E27FC236}">
                      <a16:creationId xmlns:a16="http://schemas.microsoft.com/office/drawing/2014/main" id="{D53EE7A3-B2FB-E4A9-3227-D7A629A67B1A}"/>
                    </a:ext>
                  </a:extLst>
                </p:cNvPr>
                <p:cNvSpPr>
                  <a:spLocks/>
                </p:cNvSpPr>
                <p:nvPr/>
              </p:nvSpPr>
              <p:spPr bwMode="auto">
                <a:xfrm>
                  <a:off x="7504257" y="3624470"/>
                  <a:ext cx="2171" cy="11202"/>
                </a:xfrm>
                <a:custGeom>
                  <a:avLst/>
                  <a:gdLst>
                    <a:gd name="T0" fmla="*/ 48903362 w 26"/>
                    <a:gd name="T1" fmla="*/ 33634500 h 147"/>
                    <a:gd name="T2" fmla="*/ 48903362 w 26"/>
                    <a:gd name="T3" fmla="*/ 67263209 h 147"/>
                    <a:gd name="T4" fmla="*/ 0 w 26"/>
                    <a:gd name="T5" fmla="*/ 67263209 h 147"/>
                    <a:gd name="T6" fmla="*/ 48903362 w 26"/>
                    <a:gd name="T7" fmla="*/ 0 h 147"/>
                    <a:gd name="T8" fmla="*/ 48903362 w 26"/>
                    <a:gd name="T9" fmla="*/ 33634500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78" name="Freeform 1135">
                  <a:extLst>
                    <a:ext uri="{FF2B5EF4-FFF2-40B4-BE49-F238E27FC236}">
                      <a16:creationId xmlns:a16="http://schemas.microsoft.com/office/drawing/2014/main" id="{CD341D05-3452-1EDA-CEC6-2E29F848C685}"/>
                    </a:ext>
                  </a:extLst>
                </p:cNvPr>
                <p:cNvSpPr>
                  <a:spLocks/>
                </p:cNvSpPr>
                <p:nvPr/>
              </p:nvSpPr>
              <p:spPr bwMode="auto">
                <a:xfrm>
                  <a:off x="7504384" y="3578837"/>
                  <a:ext cx="93225" cy="46340"/>
                </a:xfrm>
                <a:custGeom>
                  <a:avLst/>
                  <a:gdLst>
                    <a:gd name="T0" fmla="*/ 395043791 w 1176"/>
                    <a:gd name="T1" fmla="*/ 0 h 606"/>
                    <a:gd name="T2" fmla="*/ 0 w 1176"/>
                    <a:gd name="T3" fmla="*/ 273654982 h 606"/>
                    <a:gd name="T4" fmla="*/ 39357994 w 1176"/>
                    <a:gd name="T5" fmla="*/ 273654982 h 606"/>
                    <a:gd name="T6" fmla="*/ 395043791 w 1176"/>
                    <a:gd name="T7" fmla="*/ 33985420 h 606"/>
                    <a:gd name="T8" fmla="*/ 395043791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79" name="Freeform 1136">
                  <a:extLst>
                    <a:ext uri="{FF2B5EF4-FFF2-40B4-BE49-F238E27FC236}">
                      <a16:creationId xmlns:a16="http://schemas.microsoft.com/office/drawing/2014/main" id="{4AB1F2EC-8AC9-DBA6-8839-6E234AFC9168}"/>
                    </a:ext>
                  </a:extLst>
                </p:cNvPr>
                <p:cNvSpPr>
                  <a:spLocks/>
                </p:cNvSpPr>
                <p:nvPr/>
              </p:nvSpPr>
              <p:spPr bwMode="auto">
                <a:xfrm>
                  <a:off x="7510642" y="3626829"/>
                  <a:ext cx="190281" cy="53180"/>
                </a:xfrm>
                <a:custGeom>
                  <a:avLst/>
                  <a:gdLst>
                    <a:gd name="T0" fmla="*/ 31829833 w 2532"/>
                    <a:gd name="T1" fmla="*/ 0 h 723"/>
                    <a:gd name="T2" fmla="*/ 31829833 w 2532"/>
                    <a:gd name="T3" fmla="*/ 0 h 723"/>
                    <a:gd name="T4" fmla="*/ 382827787 w 2532"/>
                    <a:gd name="T5" fmla="*/ 175498781 h 723"/>
                    <a:gd name="T6" fmla="*/ 382827787 w 2532"/>
                    <a:gd name="T7" fmla="*/ 175498781 h 723"/>
                    <a:gd name="T8" fmla="*/ 0 w 2532"/>
                    <a:gd name="T9" fmla="*/ 29448186 h 723"/>
                    <a:gd name="T10" fmla="*/ 31829833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80" name="Freeform 1137">
                  <a:extLst>
                    <a:ext uri="{FF2B5EF4-FFF2-40B4-BE49-F238E27FC236}">
                      <a16:creationId xmlns:a16="http://schemas.microsoft.com/office/drawing/2014/main" id="{5A919973-1443-F9C0-7EC9-141EDE9ABB7B}"/>
                    </a:ext>
                  </a:extLst>
                </p:cNvPr>
                <p:cNvSpPr>
                  <a:spLocks/>
                </p:cNvSpPr>
                <p:nvPr/>
              </p:nvSpPr>
              <p:spPr bwMode="auto">
                <a:xfrm flipV="1">
                  <a:off x="7700668" y="3623055"/>
                  <a:ext cx="77645" cy="55066"/>
                </a:xfrm>
                <a:custGeom>
                  <a:avLst/>
                  <a:gdLst>
                    <a:gd name="T0" fmla="*/ 0 w 2532"/>
                    <a:gd name="T1" fmla="*/ 0 h 723"/>
                    <a:gd name="T2" fmla="*/ 0 w 2532"/>
                    <a:gd name="T3" fmla="*/ 0 h 723"/>
                    <a:gd name="T4" fmla="*/ 0 w 2532"/>
                    <a:gd name="T5" fmla="*/ 302641137 h 723"/>
                    <a:gd name="T6" fmla="*/ 0 w 2532"/>
                    <a:gd name="T7" fmla="*/ 302641137 h 723"/>
                    <a:gd name="T8" fmla="*/ 0 w 2532"/>
                    <a:gd name="T9" fmla="*/ 33575256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658" name="Group 1139">
                <a:extLst>
                  <a:ext uri="{FF2B5EF4-FFF2-40B4-BE49-F238E27FC236}">
                    <a16:creationId xmlns:a16="http://schemas.microsoft.com/office/drawing/2014/main" id="{C1F8A8A6-320F-6F71-AF3D-1215252B5C28}"/>
                  </a:ext>
                </a:extLst>
              </p:cNvPr>
              <p:cNvGrpSpPr>
                <a:grpSpLocks/>
              </p:cNvGrpSpPr>
              <p:nvPr/>
            </p:nvGrpSpPr>
            <p:grpSpPr bwMode="auto">
              <a:xfrm flipH="1">
                <a:off x="7985622" y="3537823"/>
                <a:ext cx="359261" cy="342045"/>
                <a:chOff x="2839" y="3501"/>
                <a:chExt cx="755" cy="803"/>
              </a:xfrm>
            </p:grpSpPr>
            <p:pic>
              <p:nvPicPr>
                <p:cNvPr id="662" name="Picture 1140" descr="desktop_computer_stylized_medium">
                  <a:extLst>
                    <a:ext uri="{FF2B5EF4-FFF2-40B4-BE49-F238E27FC236}">
                      <a16:creationId xmlns:a16="http://schemas.microsoft.com/office/drawing/2014/main" id="{3E2A4BEC-317E-35CC-DDC9-74B7F0E9CE5E}"/>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63" name="Freeform 1141">
                  <a:extLst>
                    <a:ext uri="{FF2B5EF4-FFF2-40B4-BE49-F238E27FC236}">
                      <a16:creationId xmlns:a16="http://schemas.microsoft.com/office/drawing/2014/main" id="{F7AFBD32-4D29-FE56-659D-D9E459F7C7A7}"/>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659" name="Group 658">
                <a:extLst>
                  <a:ext uri="{FF2B5EF4-FFF2-40B4-BE49-F238E27FC236}">
                    <a16:creationId xmlns:a16="http://schemas.microsoft.com/office/drawing/2014/main" id="{7BA208E1-4913-8A4D-4731-64A89EBCFADD}"/>
                  </a:ext>
                </a:extLst>
              </p:cNvPr>
              <p:cNvGrpSpPr/>
              <p:nvPr/>
            </p:nvGrpSpPr>
            <p:grpSpPr>
              <a:xfrm>
                <a:off x="7797061" y="3296104"/>
                <a:ext cx="347997" cy="396620"/>
                <a:chOff x="7797061" y="3296104"/>
                <a:chExt cx="347997" cy="396620"/>
              </a:xfrm>
            </p:grpSpPr>
            <p:pic>
              <p:nvPicPr>
                <p:cNvPr id="660" name="Picture 571" descr="fridge2.png">
                  <a:extLst>
                    <a:ext uri="{FF2B5EF4-FFF2-40B4-BE49-F238E27FC236}">
                      <a16:creationId xmlns:a16="http://schemas.microsoft.com/office/drawing/2014/main" id="{0BB87D3A-E53B-0758-FD44-14908DAE2A20}"/>
                    </a:ext>
                  </a:extLst>
                </p:cNvPr>
                <p:cNvPicPr>
                  <a:picLocks noChangeAspect="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7896825" y="3355697"/>
                  <a:ext cx="189578" cy="3370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61" name="Picture 1115" descr="antenna_stylized">
                  <a:extLst>
                    <a:ext uri="{FF2B5EF4-FFF2-40B4-BE49-F238E27FC236}">
                      <a16:creationId xmlns:a16="http://schemas.microsoft.com/office/drawing/2014/main" id="{D3B98F1E-AC60-DCC6-7DE7-A257A678A1D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797061" y="3296104"/>
                  <a:ext cx="347997" cy="1675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grpSp>
          <p:nvGrpSpPr>
            <p:cNvPr id="860" name="Group 859">
              <a:extLst>
                <a:ext uri="{FF2B5EF4-FFF2-40B4-BE49-F238E27FC236}">
                  <a16:creationId xmlns:a16="http://schemas.microsoft.com/office/drawing/2014/main" id="{A38E8B98-2C56-7BAD-BC29-72036BF353BB}"/>
                </a:ext>
              </a:extLst>
            </p:cNvPr>
            <p:cNvGrpSpPr/>
            <p:nvPr/>
          </p:nvGrpSpPr>
          <p:grpSpPr>
            <a:xfrm>
              <a:off x="9098788" y="3956624"/>
              <a:ext cx="367224" cy="240304"/>
              <a:chOff x="7493876" y="2774731"/>
              <a:chExt cx="1481958" cy="894622"/>
            </a:xfrm>
          </p:grpSpPr>
          <p:sp>
            <p:nvSpPr>
              <p:cNvPr id="861" name="Freeform 860">
                <a:extLst>
                  <a:ext uri="{FF2B5EF4-FFF2-40B4-BE49-F238E27FC236}">
                    <a16:creationId xmlns:a16="http://schemas.microsoft.com/office/drawing/2014/main" id="{16D3849D-3E47-24EF-5823-7CBAEC5DB9D0}"/>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862" name="Oval 861">
                <a:extLst>
                  <a:ext uri="{FF2B5EF4-FFF2-40B4-BE49-F238E27FC236}">
                    <a16:creationId xmlns:a16="http://schemas.microsoft.com/office/drawing/2014/main" id="{64729257-5B11-35DE-E078-59AC64988CF9}"/>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863" name="Group 862">
                <a:extLst>
                  <a:ext uri="{FF2B5EF4-FFF2-40B4-BE49-F238E27FC236}">
                    <a16:creationId xmlns:a16="http://schemas.microsoft.com/office/drawing/2014/main" id="{ED9A57C4-59D1-16BB-9999-1F4AACBA6997}"/>
                  </a:ext>
                </a:extLst>
              </p:cNvPr>
              <p:cNvGrpSpPr/>
              <p:nvPr/>
            </p:nvGrpSpPr>
            <p:grpSpPr>
              <a:xfrm>
                <a:off x="7713663" y="2848339"/>
                <a:ext cx="1042107" cy="425543"/>
                <a:chOff x="7786941" y="2884917"/>
                <a:chExt cx="897649" cy="353919"/>
              </a:xfrm>
            </p:grpSpPr>
            <p:sp>
              <p:nvSpPr>
                <p:cNvPr id="864" name="Freeform 863">
                  <a:extLst>
                    <a:ext uri="{FF2B5EF4-FFF2-40B4-BE49-F238E27FC236}">
                      <a16:creationId xmlns:a16="http://schemas.microsoft.com/office/drawing/2014/main" id="{C87B1011-5F05-B825-8608-4BA9EC92FF62}"/>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65" name="Freeform 864">
                  <a:extLst>
                    <a:ext uri="{FF2B5EF4-FFF2-40B4-BE49-F238E27FC236}">
                      <a16:creationId xmlns:a16="http://schemas.microsoft.com/office/drawing/2014/main" id="{FB8A9119-485A-64FE-F14A-850CB1F56F50}"/>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66" name="Freeform 865">
                  <a:extLst>
                    <a:ext uri="{FF2B5EF4-FFF2-40B4-BE49-F238E27FC236}">
                      <a16:creationId xmlns:a16="http://schemas.microsoft.com/office/drawing/2014/main" id="{5BE14736-7FEB-9DF2-DD30-A17D610CB7A3}"/>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67" name="Freeform 866">
                  <a:extLst>
                    <a:ext uri="{FF2B5EF4-FFF2-40B4-BE49-F238E27FC236}">
                      <a16:creationId xmlns:a16="http://schemas.microsoft.com/office/drawing/2014/main" id="{E55285C6-31B7-37B4-6CBA-2546778C3201}"/>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868" name="Group 867">
              <a:extLst>
                <a:ext uri="{FF2B5EF4-FFF2-40B4-BE49-F238E27FC236}">
                  <a16:creationId xmlns:a16="http://schemas.microsoft.com/office/drawing/2014/main" id="{7B2A056A-9FA2-AC48-604F-96CBC6EEB53E}"/>
                </a:ext>
              </a:extLst>
            </p:cNvPr>
            <p:cNvGrpSpPr/>
            <p:nvPr/>
          </p:nvGrpSpPr>
          <p:grpSpPr>
            <a:xfrm>
              <a:off x="9601554" y="3999763"/>
              <a:ext cx="367224" cy="240304"/>
              <a:chOff x="7493876" y="2774731"/>
              <a:chExt cx="1481958" cy="894622"/>
            </a:xfrm>
          </p:grpSpPr>
          <p:sp>
            <p:nvSpPr>
              <p:cNvPr id="869" name="Freeform 868">
                <a:extLst>
                  <a:ext uri="{FF2B5EF4-FFF2-40B4-BE49-F238E27FC236}">
                    <a16:creationId xmlns:a16="http://schemas.microsoft.com/office/drawing/2014/main" id="{DFB0D7FA-A483-6EB7-1999-74383118EFE1}"/>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870" name="Oval 869">
                <a:extLst>
                  <a:ext uri="{FF2B5EF4-FFF2-40B4-BE49-F238E27FC236}">
                    <a16:creationId xmlns:a16="http://schemas.microsoft.com/office/drawing/2014/main" id="{3323E89D-9535-E82B-813C-F3A61E3B6783}"/>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871" name="Group 870">
                <a:extLst>
                  <a:ext uri="{FF2B5EF4-FFF2-40B4-BE49-F238E27FC236}">
                    <a16:creationId xmlns:a16="http://schemas.microsoft.com/office/drawing/2014/main" id="{86F43EFA-3C65-C199-1661-A1AC627AFED9}"/>
                  </a:ext>
                </a:extLst>
              </p:cNvPr>
              <p:cNvGrpSpPr/>
              <p:nvPr/>
            </p:nvGrpSpPr>
            <p:grpSpPr>
              <a:xfrm>
                <a:off x="7713663" y="2848339"/>
                <a:ext cx="1042107" cy="425543"/>
                <a:chOff x="7786941" y="2884917"/>
                <a:chExt cx="897649" cy="353919"/>
              </a:xfrm>
            </p:grpSpPr>
            <p:sp>
              <p:nvSpPr>
                <p:cNvPr id="872" name="Freeform 871">
                  <a:extLst>
                    <a:ext uri="{FF2B5EF4-FFF2-40B4-BE49-F238E27FC236}">
                      <a16:creationId xmlns:a16="http://schemas.microsoft.com/office/drawing/2014/main" id="{DD2BD0D8-239D-4211-B8F2-4F969E451C60}"/>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73" name="Freeform 872">
                  <a:extLst>
                    <a:ext uri="{FF2B5EF4-FFF2-40B4-BE49-F238E27FC236}">
                      <a16:creationId xmlns:a16="http://schemas.microsoft.com/office/drawing/2014/main" id="{6BB1F372-AB22-A6C6-21C1-88F2ED1A2822}"/>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74" name="Freeform 873">
                  <a:extLst>
                    <a:ext uri="{FF2B5EF4-FFF2-40B4-BE49-F238E27FC236}">
                      <a16:creationId xmlns:a16="http://schemas.microsoft.com/office/drawing/2014/main" id="{B6340B6B-3246-A231-A31D-284BA4CF1770}"/>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75" name="Freeform 874">
                  <a:extLst>
                    <a:ext uri="{FF2B5EF4-FFF2-40B4-BE49-F238E27FC236}">
                      <a16:creationId xmlns:a16="http://schemas.microsoft.com/office/drawing/2014/main" id="{810DB93F-922F-4B43-CCC5-D8D497869735}"/>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876" name="Group 875">
              <a:extLst>
                <a:ext uri="{FF2B5EF4-FFF2-40B4-BE49-F238E27FC236}">
                  <a16:creationId xmlns:a16="http://schemas.microsoft.com/office/drawing/2014/main" id="{D1B28408-53A6-A076-1440-F60C60EBA29A}"/>
                </a:ext>
              </a:extLst>
            </p:cNvPr>
            <p:cNvGrpSpPr/>
            <p:nvPr/>
          </p:nvGrpSpPr>
          <p:grpSpPr>
            <a:xfrm>
              <a:off x="8050070" y="3965994"/>
              <a:ext cx="354986" cy="175668"/>
              <a:chOff x="7493876" y="2774731"/>
              <a:chExt cx="1481958" cy="894622"/>
            </a:xfrm>
          </p:grpSpPr>
          <p:sp>
            <p:nvSpPr>
              <p:cNvPr id="877" name="Freeform 876">
                <a:extLst>
                  <a:ext uri="{FF2B5EF4-FFF2-40B4-BE49-F238E27FC236}">
                    <a16:creationId xmlns:a16="http://schemas.microsoft.com/office/drawing/2014/main" id="{2F5913D3-9D45-66EE-D3FF-208979BDF62B}"/>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878" name="Oval 877">
                <a:extLst>
                  <a:ext uri="{FF2B5EF4-FFF2-40B4-BE49-F238E27FC236}">
                    <a16:creationId xmlns:a16="http://schemas.microsoft.com/office/drawing/2014/main" id="{D6E71A5C-5BDD-242F-7C3D-64497CFEF48B}"/>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879" name="Group 878">
                <a:extLst>
                  <a:ext uri="{FF2B5EF4-FFF2-40B4-BE49-F238E27FC236}">
                    <a16:creationId xmlns:a16="http://schemas.microsoft.com/office/drawing/2014/main" id="{7C2F13A7-229C-C637-8A92-3FB7D9510304}"/>
                  </a:ext>
                </a:extLst>
              </p:cNvPr>
              <p:cNvGrpSpPr/>
              <p:nvPr/>
            </p:nvGrpSpPr>
            <p:grpSpPr>
              <a:xfrm>
                <a:off x="7713663" y="2848339"/>
                <a:ext cx="1042107" cy="425543"/>
                <a:chOff x="7786941" y="2884917"/>
                <a:chExt cx="897649" cy="353919"/>
              </a:xfrm>
            </p:grpSpPr>
            <p:sp>
              <p:nvSpPr>
                <p:cNvPr id="880" name="Freeform 879">
                  <a:extLst>
                    <a:ext uri="{FF2B5EF4-FFF2-40B4-BE49-F238E27FC236}">
                      <a16:creationId xmlns:a16="http://schemas.microsoft.com/office/drawing/2014/main" id="{3A808755-C3C4-25FD-4A6F-C18C84F14808}"/>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81" name="Freeform 880">
                  <a:extLst>
                    <a:ext uri="{FF2B5EF4-FFF2-40B4-BE49-F238E27FC236}">
                      <a16:creationId xmlns:a16="http://schemas.microsoft.com/office/drawing/2014/main" id="{70C340FF-AF08-4AC9-A6B0-97B1058BAA2B}"/>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82" name="Freeform 881">
                  <a:extLst>
                    <a:ext uri="{FF2B5EF4-FFF2-40B4-BE49-F238E27FC236}">
                      <a16:creationId xmlns:a16="http://schemas.microsoft.com/office/drawing/2014/main" id="{428031C0-19E2-B060-D192-495639C7CB2E}"/>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83" name="Freeform 882">
                  <a:extLst>
                    <a:ext uri="{FF2B5EF4-FFF2-40B4-BE49-F238E27FC236}">
                      <a16:creationId xmlns:a16="http://schemas.microsoft.com/office/drawing/2014/main" id="{88F87115-55A6-B588-B7CB-F00E7DC6FBC9}"/>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900" name="Group 850">
              <a:extLst>
                <a:ext uri="{FF2B5EF4-FFF2-40B4-BE49-F238E27FC236}">
                  <a16:creationId xmlns:a16="http://schemas.microsoft.com/office/drawing/2014/main" id="{81ACB191-EB62-ED71-86E6-07F0CB75DD7D}"/>
                </a:ext>
              </a:extLst>
            </p:cNvPr>
            <p:cNvGrpSpPr>
              <a:grpSpLocks/>
            </p:cNvGrpSpPr>
            <p:nvPr/>
          </p:nvGrpSpPr>
          <p:grpSpPr bwMode="auto">
            <a:xfrm>
              <a:off x="7566349" y="3812814"/>
              <a:ext cx="496588" cy="96676"/>
              <a:chOff x="2199" y="955"/>
              <a:chExt cx="2547" cy="506"/>
            </a:xfrm>
          </p:grpSpPr>
          <p:sp>
            <p:nvSpPr>
              <p:cNvPr id="901" name="Freeform 851">
                <a:extLst>
                  <a:ext uri="{FF2B5EF4-FFF2-40B4-BE49-F238E27FC236}">
                    <a16:creationId xmlns:a16="http://schemas.microsoft.com/office/drawing/2014/main" id="{1D35EF32-05AD-869A-FB41-72E2A66E30B3}"/>
                  </a:ext>
                </a:extLst>
              </p:cNvPr>
              <p:cNvSpPr>
                <a:spLocks/>
              </p:cNvSpPr>
              <p:nvPr/>
            </p:nvSpPr>
            <p:spPr bwMode="auto">
              <a:xfrm>
                <a:off x="2199" y="1166"/>
                <a:ext cx="260" cy="281"/>
              </a:xfrm>
              <a:custGeom>
                <a:avLst/>
                <a:gdLst>
                  <a:gd name="T0" fmla="*/ 260 w 260"/>
                  <a:gd name="T1" fmla="*/ 0 h 281"/>
                  <a:gd name="T2" fmla="*/ 42 w 260"/>
                  <a:gd name="T3" fmla="*/ 112 h 281"/>
                  <a:gd name="T4" fmla="*/ 35 w 260"/>
                  <a:gd name="T5" fmla="*/ 211 h 281"/>
                  <a:gd name="T6" fmla="*/ 253 w 260"/>
                  <a:gd name="T7" fmla="*/ 281 h 28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0" h="281">
                    <a:moveTo>
                      <a:pt x="260" y="0"/>
                    </a:moveTo>
                    <a:cubicBezTo>
                      <a:pt x="224" y="19"/>
                      <a:pt x="79" y="77"/>
                      <a:pt x="42" y="112"/>
                    </a:cubicBezTo>
                    <a:cubicBezTo>
                      <a:pt x="5" y="143"/>
                      <a:pt x="0" y="183"/>
                      <a:pt x="35" y="211"/>
                    </a:cubicBezTo>
                    <a:cubicBezTo>
                      <a:pt x="70" y="239"/>
                      <a:pt x="208" y="266"/>
                      <a:pt x="253" y="281"/>
                    </a:cubicBezTo>
                  </a:path>
                </a:pathLst>
              </a:custGeom>
              <a:noFill/>
              <a:ln w="12700"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02" name="Freeform 852">
                <a:extLst>
                  <a:ext uri="{FF2B5EF4-FFF2-40B4-BE49-F238E27FC236}">
                    <a16:creationId xmlns:a16="http://schemas.microsoft.com/office/drawing/2014/main" id="{7D7D42FF-0AFB-F847-9649-9DB9EE6C47E9}"/>
                  </a:ext>
                </a:extLst>
              </p:cNvPr>
              <p:cNvSpPr>
                <a:spLocks/>
              </p:cNvSpPr>
              <p:nvPr/>
            </p:nvSpPr>
            <p:spPr bwMode="auto">
              <a:xfrm>
                <a:off x="2482" y="1040"/>
                <a:ext cx="900" cy="421"/>
              </a:xfrm>
              <a:custGeom>
                <a:avLst/>
                <a:gdLst>
                  <a:gd name="T0" fmla="*/ 531 w 900"/>
                  <a:gd name="T1" fmla="*/ 0 h 421"/>
                  <a:gd name="T2" fmla="*/ 279 w 900"/>
                  <a:gd name="T3" fmla="*/ 77 h 421"/>
                  <a:gd name="T4" fmla="*/ 68 w 900"/>
                  <a:gd name="T5" fmla="*/ 182 h 421"/>
                  <a:gd name="T6" fmla="*/ 33 w 900"/>
                  <a:gd name="T7" fmla="*/ 323 h 421"/>
                  <a:gd name="T8" fmla="*/ 328 w 900"/>
                  <a:gd name="T9" fmla="*/ 400 h 421"/>
                  <a:gd name="T10" fmla="*/ 812 w 900"/>
                  <a:gd name="T11" fmla="*/ 421 h 421"/>
                  <a:gd name="T12" fmla="*/ 855 w 900"/>
                  <a:gd name="T13" fmla="*/ 400 h 42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00" h="421">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w="12700"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03" name="Freeform 853">
                <a:extLst>
                  <a:ext uri="{FF2B5EF4-FFF2-40B4-BE49-F238E27FC236}">
                    <a16:creationId xmlns:a16="http://schemas.microsoft.com/office/drawing/2014/main" id="{2239401D-6000-5123-39B4-4404A7CD4380}"/>
                  </a:ext>
                </a:extLst>
              </p:cNvPr>
              <p:cNvSpPr>
                <a:spLocks/>
              </p:cNvSpPr>
              <p:nvPr/>
            </p:nvSpPr>
            <p:spPr bwMode="auto">
              <a:xfrm>
                <a:off x="2782" y="1068"/>
                <a:ext cx="428" cy="269"/>
              </a:xfrm>
              <a:custGeom>
                <a:avLst/>
                <a:gdLst>
                  <a:gd name="T0" fmla="*/ 428 w 428"/>
                  <a:gd name="T1" fmla="*/ 0 h 269"/>
                  <a:gd name="T2" fmla="*/ 217 w 428"/>
                  <a:gd name="T3" fmla="*/ 35 h 269"/>
                  <a:gd name="T4" fmla="*/ 21 w 428"/>
                  <a:gd name="T5" fmla="*/ 140 h 269"/>
                  <a:gd name="T6" fmla="*/ 91 w 428"/>
                  <a:gd name="T7" fmla="*/ 246 h 269"/>
                  <a:gd name="T8" fmla="*/ 231 w 428"/>
                  <a:gd name="T9" fmla="*/ 267 h 269"/>
                  <a:gd name="T10" fmla="*/ 414 w 428"/>
                  <a:gd name="T11" fmla="*/ 260 h 2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28" h="269">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w="12700"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04" name="Freeform 854">
                <a:extLst>
                  <a:ext uri="{FF2B5EF4-FFF2-40B4-BE49-F238E27FC236}">
                    <a16:creationId xmlns:a16="http://schemas.microsoft.com/office/drawing/2014/main" id="{18AAB4E0-49D2-9B80-5734-F45A5F6F9DBC}"/>
                  </a:ext>
                </a:extLst>
              </p:cNvPr>
              <p:cNvSpPr>
                <a:spLocks/>
              </p:cNvSpPr>
              <p:nvPr/>
            </p:nvSpPr>
            <p:spPr bwMode="auto">
              <a:xfrm>
                <a:off x="3554" y="1075"/>
                <a:ext cx="377" cy="239"/>
              </a:xfrm>
              <a:custGeom>
                <a:avLst/>
                <a:gdLst>
                  <a:gd name="T0" fmla="*/ 42 w 377"/>
                  <a:gd name="T1" fmla="*/ 239 h 239"/>
                  <a:gd name="T2" fmla="*/ 335 w 377"/>
                  <a:gd name="T3" fmla="*/ 146 h 239"/>
                  <a:gd name="T4" fmla="*/ 342 w 377"/>
                  <a:gd name="T5" fmla="*/ 47 h 239"/>
                  <a:gd name="T6" fmla="*/ 0 w 377"/>
                  <a:gd name="T7" fmla="*/ 0 h 23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77" h="239">
                    <a:moveTo>
                      <a:pt x="42" y="239"/>
                    </a:moveTo>
                    <a:cubicBezTo>
                      <a:pt x="89" y="224"/>
                      <a:pt x="285" y="178"/>
                      <a:pt x="335" y="146"/>
                    </a:cubicBezTo>
                    <a:cubicBezTo>
                      <a:pt x="372" y="115"/>
                      <a:pt x="377" y="75"/>
                      <a:pt x="342" y="47"/>
                    </a:cubicBezTo>
                    <a:cubicBezTo>
                      <a:pt x="286" y="23"/>
                      <a:pt x="71" y="10"/>
                      <a:pt x="0" y="0"/>
                    </a:cubicBezTo>
                  </a:path>
                </a:pathLst>
              </a:custGeom>
              <a:noFill/>
              <a:ln w="12700"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05" name="Freeform 855">
                <a:extLst>
                  <a:ext uri="{FF2B5EF4-FFF2-40B4-BE49-F238E27FC236}">
                    <a16:creationId xmlns:a16="http://schemas.microsoft.com/office/drawing/2014/main" id="{D62B902E-A47C-B8AE-E75B-2ECD338F753B}"/>
                  </a:ext>
                </a:extLst>
              </p:cNvPr>
              <p:cNvSpPr>
                <a:spLocks/>
              </p:cNvSpPr>
              <p:nvPr/>
            </p:nvSpPr>
            <p:spPr bwMode="auto">
              <a:xfrm>
                <a:off x="3646" y="997"/>
                <a:ext cx="660" cy="336"/>
              </a:xfrm>
              <a:custGeom>
                <a:avLst/>
                <a:gdLst>
                  <a:gd name="T0" fmla="*/ 390 w 646"/>
                  <a:gd name="T1" fmla="*/ 592 h 300"/>
                  <a:gd name="T2" fmla="*/ 555 w 646"/>
                  <a:gd name="T3" fmla="*/ 501 h 300"/>
                  <a:gd name="T4" fmla="*/ 690 w 646"/>
                  <a:gd name="T5" fmla="*/ 377 h 300"/>
                  <a:gd name="T6" fmla="*/ 713 w 646"/>
                  <a:gd name="T7" fmla="*/ 211 h 300"/>
                  <a:gd name="T8" fmla="*/ 522 w 646"/>
                  <a:gd name="T9" fmla="*/ 119 h 300"/>
                  <a:gd name="T10" fmla="*/ 0 w 646"/>
                  <a:gd name="T11" fmla="*/ 0 h 3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46" h="300">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w="12700"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06" name="Freeform 856">
                <a:extLst>
                  <a:ext uri="{FF2B5EF4-FFF2-40B4-BE49-F238E27FC236}">
                    <a16:creationId xmlns:a16="http://schemas.microsoft.com/office/drawing/2014/main" id="{D718A0C9-B88C-7C70-F47A-73E07B8C1209}"/>
                  </a:ext>
                </a:extLst>
              </p:cNvPr>
              <p:cNvSpPr>
                <a:spLocks/>
              </p:cNvSpPr>
              <p:nvPr/>
            </p:nvSpPr>
            <p:spPr bwMode="auto">
              <a:xfrm>
                <a:off x="4116" y="955"/>
                <a:ext cx="630" cy="397"/>
              </a:xfrm>
              <a:custGeom>
                <a:avLst/>
                <a:gdLst>
                  <a:gd name="T0" fmla="*/ 320 w 630"/>
                  <a:gd name="T1" fmla="*/ 397 h 397"/>
                  <a:gd name="T2" fmla="*/ 468 w 630"/>
                  <a:gd name="T3" fmla="*/ 345 h 397"/>
                  <a:gd name="T4" fmla="*/ 590 w 630"/>
                  <a:gd name="T5" fmla="*/ 275 h 397"/>
                  <a:gd name="T6" fmla="*/ 611 w 630"/>
                  <a:gd name="T7" fmla="*/ 181 h 397"/>
                  <a:gd name="T8" fmla="*/ 439 w 630"/>
                  <a:gd name="T9" fmla="*/ 129 h 397"/>
                  <a:gd name="T10" fmla="*/ 0 w 630"/>
                  <a:gd name="T11" fmla="*/ 0 h 39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30" h="397">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w="12700"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907" name="Group 850">
              <a:extLst>
                <a:ext uri="{FF2B5EF4-FFF2-40B4-BE49-F238E27FC236}">
                  <a16:creationId xmlns:a16="http://schemas.microsoft.com/office/drawing/2014/main" id="{A4BEACB0-518B-3C71-9D21-7602A9390799}"/>
                </a:ext>
              </a:extLst>
            </p:cNvPr>
            <p:cNvGrpSpPr>
              <a:grpSpLocks/>
            </p:cNvGrpSpPr>
            <p:nvPr/>
          </p:nvGrpSpPr>
          <p:grpSpPr bwMode="auto">
            <a:xfrm>
              <a:off x="7801777" y="3327400"/>
              <a:ext cx="269073" cy="46492"/>
              <a:chOff x="2199" y="955"/>
              <a:chExt cx="2547" cy="506"/>
            </a:xfrm>
          </p:grpSpPr>
          <p:sp>
            <p:nvSpPr>
              <p:cNvPr id="908" name="Freeform 851">
                <a:extLst>
                  <a:ext uri="{FF2B5EF4-FFF2-40B4-BE49-F238E27FC236}">
                    <a16:creationId xmlns:a16="http://schemas.microsoft.com/office/drawing/2014/main" id="{A651B36C-97D0-A6CF-2867-469254212EC0}"/>
                  </a:ext>
                </a:extLst>
              </p:cNvPr>
              <p:cNvSpPr>
                <a:spLocks/>
              </p:cNvSpPr>
              <p:nvPr/>
            </p:nvSpPr>
            <p:spPr bwMode="auto">
              <a:xfrm>
                <a:off x="2199" y="1166"/>
                <a:ext cx="260" cy="281"/>
              </a:xfrm>
              <a:custGeom>
                <a:avLst/>
                <a:gdLst>
                  <a:gd name="T0" fmla="*/ 260 w 260"/>
                  <a:gd name="T1" fmla="*/ 0 h 281"/>
                  <a:gd name="T2" fmla="*/ 42 w 260"/>
                  <a:gd name="T3" fmla="*/ 112 h 281"/>
                  <a:gd name="T4" fmla="*/ 35 w 260"/>
                  <a:gd name="T5" fmla="*/ 211 h 281"/>
                  <a:gd name="T6" fmla="*/ 253 w 260"/>
                  <a:gd name="T7" fmla="*/ 281 h 28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0" h="281">
                    <a:moveTo>
                      <a:pt x="260" y="0"/>
                    </a:moveTo>
                    <a:cubicBezTo>
                      <a:pt x="224" y="19"/>
                      <a:pt x="79" y="77"/>
                      <a:pt x="42" y="112"/>
                    </a:cubicBezTo>
                    <a:cubicBezTo>
                      <a:pt x="5" y="143"/>
                      <a:pt x="0" y="183"/>
                      <a:pt x="35" y="211"/>
                    </a:cubicBezTo>
                    <a:cubicBezTo>
                      <a:pt x="70" y="239"/>
                      <a:pt x="208" y="266"/>
                      <a:pt x="253" y="281"/>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09" name="Freeform 852">
                <a:extLst>
                  <a:ext uri="{FF2B5EF4-FFF2-40B4-BE49-F238E27FC236}">
                    <a16:creationId xmlns:a16="http://schemas.microsoft.com/office/drawing/2014/main" id="{0880B423-9C70-FC0F-91E9-FC4E0EAF26EC}"/>
                  </a:ext>
                </a:extLst>
              </p:cNvPr>
              <p:cNvSpPr>
                <a:spLocks/>
              </p:cNvSpPr>
              <p:nvPr/>
            </p:nvSpPr>
            <p:spPr bwMode="auto">
              <a:xfrm>
                <a:off x="2482" y="1040"/>
                <a:ext cx="900" cy="421"/>
              </a:xfrm>
              <a:custGeom>
                <a:avLst/>
                <a:gdLst>
                  <a:gd name="T0" fmla="*/ 531 w 900"/>
                  <a:gd name="T1" fmla="*/ 0 h 421"/>
                  <a:gd name="T2" fmla="*/ 279 w 900"/>
                  <a:gd name="T3" fmla="*/ 77 h 421"/>
                  <a:gd name="T4" fmla="*/ 68 w 900"/>
                  <a:gd name="T5" fmla="*/ 182 h 421"/>
                  <a:gd name="T6" fmla="*/ 33 w 900"/>
                  <a:gd name="T7" fmla="*/ 323 h 421"/>
                  <a:gd name="T8" fmla="*/ 328 w 900"/>
                  <a:gd name="T9" fmla="*/ 400 h 421"/>
                  <a:gd name="T10" fmla="*/ 812 w 900"/>
                  <a:gd name="T11" fmla="*/ 421 h 421"/>
                  <a:gd name="T12" fmla="*/ 855 w 900"/>
                  <a:gd name="T13" fmla="*/ 400 h 42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00" h="421">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10" name="Freeform 853">
                <a:extLst>
                  <a:ext uri="{FF2B5EF4-FFF2-40B4-BE49-F238E27FC236}">
                    <a16:creationId xmlns:a16="http://schemas.microsoft.com/office/drawing/2014/main" id="{7BA268A5-7633-F514-1213-75BF2D236A8B}"/>
                  </a:ext>
                </a:extLst>
              </p:cNvPr>
              <p:cNvSpPr>
                <a:spLocks/>
              </p:cNvSpPr>
              <p:nvPr/>
            </p:nvSpPr>
            <p:spPr bwMode="auto">
              <a:xfrm>
                <a:off x="2782" y="1068"/>
                <a:ext cx="428" cy="269"/>
              </a:xfrm>
              <a:custGeom>
                <a:avLst/>
                <a:gdLst>
                  <a:gd name="T0" fmla="*/ 428 w 428"/>
                  <a:gd name="T1" fmla="*/ 0 h 269"/>
                  <a:gd name="T2" fmla="*/ 217 w 428"/>
                  <a:gd name="T3" fmla="*/ 35 h 269"/>
                  <a:gd name="T4" fmla="*/ 21 w 428"/>
                  <a:gd name="T5" fmla="*/ 140 h 269"/>
                  <a:gd name="T6" fmla="*/ 91 w 428"/>
                  <a:gd name="T7" fmla="*/ 246 h 269"/>
                  <a:gd name="T8" fmla="*/ 231 w 428"/>
                  <a:gd name="T9" fmla="*/ 267 h 269"/>
                  <a:gd name="T10" fmla="*/ 414 w 428"/>
                  <a:gd name="T11" fmla="*/ 260 h 2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28" h="269">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11" name="Freeform 854">
                <a:extLst>
                  <a:ext uri="{FF2B5EF4-FFF2-40B4-BE49-F238E27FC236}">
                    <a16:creationId xmlns:a16="http://schemas.microsoft.com/office/drawing/2014/main" id="{C12E7BB4-08A2-48B7-B51A-75AEFD986934}"/>
                  </a:ext>
                </a:extLst>
              </p:cNvPr>
              <p:cNvSpPr>
                <a:spLocks/>
              </p:cNvSpPr>
              <p:nvPr/>
            </p:nvSpPr>
            <p:spPr bwMode="auto">
              <a:xfrm>
                <a:off x="3554" y="1075"/>
                <a:ext cx="377" cy="239"/>
              </a:xfrm>
              <a:custGeom>
                <a:avLst/>
                <a:gdLst>
                  <a:gd name="T0" fmla="*/ 42 w 377"/>
                  <a:gd name="T1" fmla="*/ 239 h 239"/>
                  <a:gd name="T2" fmla="*/ 335 w 377"/>
                  <a:gd name="T3" fmla="*/ 146 h 239"/>
                  <a:gd name="T4" fmla="*/ 342 w 377"/>
                  <a:gd name="T5" fmla="*/ 47 h 239"/>
                  <a:gd name="T6" fmla="*/ 0 w 377"/>
                  <a:gd name="T7" fmla="*/ 0 h 23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77" h="239">
                    <a:moveTo>
                      <a:pt x="42" y="239"/>
                    </a:moveTo>
                    <a:cubicBezTo>
                      <a:pt x="89" y="224"/>
                      <a:pt x="285" y="178"/>
                      <a:pt x="335" y="146"/>
                    </a:cubicBezTo>
                    <a:cubicBezTo>
                      <a:pt x="372" y="115"/>
                      <a:pt x="377" y="75"/>
                      <a:pt x="342" y="47"/>
                    </a:cubicBezTo>
                    <a:cubicBezTo>
                      <a:pt x="286" y="23"/>
                      <a:pt x="71" y="10"/>
                      <a:pt x="0" y="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12" name="Freeform 855">
                <a:extLst>
                  <a:ext uri="{FF2B5EF4-FFF2-40B4-BE49-F238E27FC236}">
                    <a16:creationId xmlns:a16="http://schemas.microsoft.com/office/drawing/2014/main" id="{4F563D42-6F9B-F9DA-CF5E-EFE05423DE9D}"/>
                  </a:ext>
                </a:extLst>
              </p:cNvPr>
              <p:cNvSpPr>
                <a:spLocks/>
              </p:cNvSpPr>
              <p:nvPr/>
            </p:nvSpPr>
            <p:spPr bwMode="auto">
              <a:xfrm>
                <a:off x="3646" y="997"/>
                <a:ext cx="660" cy="336"/>
              </a:xfrm>
              <a:custGeom>
                <a:avLst/>
                <a:gdLst>
                  <a:gd name="T0" fmla="*/ 390 w 646"/>
                  <a:gd name="T1" fmla="*/ 592 h 300"/>
                  <a:gd name="T2" fmla="*/ 555 w 646"/>
                  <a:gd name="T3" fmla="*/ 501 h 300"/>
                  <a:gd name="T4" fmla="*/ 690 w 646"/>
                  <a:gd name="T5" fmla="*/ 377 h 300"/>
                  <a:gd name="T6" fmla="*/ 713 w 646"/>
                  <a:gd name="T7" fmla="*/ 211 h 300"/>
                  <a:gd name="T8" fmla="*/ 522 w 646"/>
                  <a:gd name="T9" fmla="*/ 119 h 300"/>
                  <a:gd name="T10" fmla="*/ 0 w 646"/>
                  <a:gd name="T11" fmla="*/ 0 h 3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46" h="300">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13" name="Freeform 856">
                <a:extLst>
                  <a:ext uri="{FF2B5EF4-FFF2-40B4-BE49-F238E27FC236}">
                    <a16:creationId xmlns:a16="http://schemas.microsoft.com/office/drawing/2014/main" id="{32590A99-3536-E10D-9EC3-48BA580E9FA1}"/>
                  </a:ext>
                </a:extLst>
              </p:cNvPr>
              <p:cNvSpPr>
                <a:spLocks/>
              </p:cNvSpPr>
              <p:nvPr/>
            </p:nvSpPr>
            <p:spPr bwMode="auto">
              <a:xfrm>
                <a:off x="4116" y="955"/>
                <a:ext cx="630" cy="397"/>
              </a:xfrm>
              <a:custGeom>
                <a:avLst/>
                <a:gdLst>
                  <a:gd name="T0" fmla="*/ 320 w 630"/>
                  <a:gd name="T1" fmla="*/ 397 h 397"/>
                  <a:gd name="T2" fmla="*/ 468 w 630"/>
                  <a:gd name="T3" fmla="*/ 345 h 397"/>
                  <a:gd name="T4" fmla="*/ 590 w 630"/>
                  <a:gd name="T5" fmla="*/ 275 h 397"/>
                  <a:gd name="T6" fmla="*/ 611 w 630"/>
                  <a:gd name="T7" fmla="*/ 181 h 397"/>
                  <a:gd name="T8" fmla="*/ 439 w 630"/>
                  <a:gd name="T9" fmla="*/ 129 h 397"/>
                  <a:gd name="T10" fmla="*/ 0 w 630"/>
                  <a:gd name="T11" fmla="*/ 0 h 39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30" h="397">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914" name="Group 850">
              <a:extLst>
                <a:ext uri="{FF2B5EF4-FFF2-40B4-BE49-F238E27FC236}">
                  <a16:creationId xmlns:a16="http://schemas.microsoft.com/office/drawing/2014/main" id="{48E025E1-8AC9-641E-B831-EBF4031734BE}"/>
                </a:ext>
              </a:extLst>
            </p:cNvPr>
            <p:cNvGrpSpPr>
              <a:grpSpLocks/>
            </p:cNvGrpSpPr>
            <p:nvPr/>
          </p:nvGrpSpPr>
          <p:grpSpPr bwMode="auto">
            <a:xfrm>
              <a:off x="7493802" y="3422650"/>
              <a:ext cx="269073" cy="46492"/>
              <a:chOff x="2199" y="955"/>
              <a:chExt cx="2547" cy="506"/>
            </a:xfrm>
          </p:grpSpPr>
          <p:sp>
            <p:nvSpPr>
              <p:cNvPr id="915" name="Freeform 851">
                <a:extLst>
                  <a:ext uri="{FF2B5EF4-FFF2-40B4-BE49-F238E27FC236}">
                    <a16:creationId xmlns:a16="http://schemas.microsoft.com/office/drawing/2014/main" id="{462403A8-F898-FF39-849C-3D741FD2ED72}"/>
                  </a:ext>
                </a:extLst>
              </p:cNvPr>
              <p:cNvSpPr>
                <a:spLocks/>
              </p:cNvSpPr>
              <p:nvPr/>
            </p:nvSpPr>
            <p:spPr bwMode="auto">
              <a:xfrm>
                <a:off x="2199" y="1166"/>
                <a:ext cx="260" cy="281"/>
              </a:xfrm>
              <a:custGeom>
                <a:avLst/>
                <a:gdLst>
                  <a:gd name="T0" fmla="*/ 260 w 260"/>
                  <a:gd name="T1" fmla="*/ 0 h 281"/>
                  <a:gd name="T2" fmla="*/ 42 w 260"/>
                  <a:gd name="T3" fmla="*/ 112 h 281"/>
                  <a:gd name="T4" fmla="*/ 35 w 260"/>
                  <a:gd name="T5" fmla="*/ 211 h 281"/>
                  <a:gd name="T6" fmla="*/ 253 w 260"/>
                  <a:gd name="T7" fmla="*/ 281 h 28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0" h="281">
                    <a:moveTo>
                      <a:pt x="260" y="0"/>
                    </a:moveTo>
                    <a:cubicBezTo>
                      <a:pt x="224" y="19"/>
                      <a:pt x="79" y="77"/>
                      <a:pt x="42" y="112"/>
                    </a:cubicBezTo>
                    <a:cubicBezTo>
                      <a:pt x="5" y="143"/>
                      <a:pt x="0" y="183"/>
                      <a:pt x="35" y="211"/>
                    </a:cubicBezTo>
                    <a:cubicBezTo>
                      <a:pt x="70" y="239"/>
                      <a:pt x="208" y="266"/>
                      <a:pt x="253" y="281"/>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16" name="Freeform 852">
                <a:extLst>
                  <a:ext uri="{FF2B5EF4-FFF2-40B4-BE49-F238E27FC236}">
                    <a16:creationId xmlns:a16="http://schemas.microsoft.com/office/drawing/2014/main" id="{AC8C0C42-137C-566A-BA62-D0ADEDC8D49D}"/>
                  </a:ext>
                </a:extLst>
              </p:cNvPr>
              <p:cNvSpPr>
                <a:spLocks/>
              </p:cNvSpPr>
              <p:nvPr/>
            </p:nvSpPr>
            <p:spPr bwMode="auto">
              <a:xfrm>
                <a:off x="2482" y="1040"/>
                <a:ext cx="900" cy="421"/>
              </a:xfrm>
              <a:custGeom>
                <a:avLst/>
                <a:gdLst>
                  <a:gd name="T0" fmla="*/ 531 w 900"/>
                  <a:gd name="T1" fmla="*/ 0 h 421"/>
                  <a:gd name="T2" fmla="*/ 279 w 900"/>
                  <a:gd name="T3" fmla="*/ 77 h 421"/>
                  <a:gd name="T4" fmla="*/ 68 w 900"/>
                  <a:gd name="T5" fmla="*/ 182 h 421"/>
                  <a:gd name="T6" fmla="*/ 33 w 900"/>
                  <a:gd name="T7" fmla="*/ 323 h 421"/>
                  <a:gd name="T8" fmla="*/ 328 w 900"/>
                  <a:gd name="T9" fmla="*/ 400 h 421"/>
                  <a:gd name="T10" fmla="*/ 812 w 900"/>
                  <a:gd name="T11" fmla="*/ 421 h 421"/>
                  <a:gd name="T12" fmla="*/ 855 w 900"/>
                  <a:gd name="T13" fmla="*/ 400 h 42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00" h="421">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17" name="Freeform 853">
                <a:extLst>
                  <a:ext uri="{FF2B5EF4-FFF2-40B4-BE49-F238E27FC236}">
                    <a16:creationId xmlns:a16="http://schemas.microsoft.com/office/drawing/2014/main" id="{5085223C-5E54-1AA8-66F4-869515051C12}"/>
                  </a:ext>
                </a:extLst>
              </p:cNvPr>
              <p:cNvSpPr>
                <a:spLocks/>
              </p:cNvSpPr>
              <p:nvPr/>
            </p:nvSpPr>
            <p:spPr bwMode="auto">
              <a:xfrm>
                <a:off x="2782" y="1068"/>
                <a:ext cx="428" cy="269"/>
              </a:xfrm>
              <a:custGeom>
                <a:avLst/>
                <a:gdLst>
                  <a:gd name="T0" fmla="*/ 428 w 428"/>
                  <a:gd name="T1" fmla="*/ 0 h 269"/>
                  <a:gd name="T2" fmla="*/ 217 w 428"/>
                  <a:gd name="T3" fmla="*/ 35 h 269"/>
                  <a:gd name="T4" fmla="*/ 21 w 428"/>
                  <a:gd name="T5" fmla="*/ 140 h 269"/>
                  <a:gd name="T6" fmla="*/ 91 w 428"/>
                  <a:gd name="T7" fmla="*/ 246 h 269"/>
                  <a:gd name="T8" fmla="*/ 231 w 428"/>
                  <a:gd name="T9" fmla="*/ 267 h 269"/>
                  <a:gd name="T10" fmla="*/ 414 w 428"/>
                  <a:gd name="T11" fmla="*/ 260 h 2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28" h="269">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18" name="Freeform 854">
                <a:extLst>
                  <a:ext uri="{FF2B5EF4-FFF2-40B4-BE49-F238E27FC236}">
                    <a16:creationId xmlns:a16="http://schemas.microsoft.com/office/drawing/2014/main" id="{6F7A31F6-99FA-60A7-00D9-4585C8DB234E}"/>
                  </a:ext>
                </a:extLst>
              </p:cNvPr>
              <p:cNvSpPr>
                <a:spLocks/>
              </p:cNvSpPr>
              <p:nvPr/>
            </p:nvSpPr>
            <p:spPr bwMode="auto">
              <a:xfrm>
                <a:off x="3554" y="1075"/>
                <a:ext cx="377" cy="239"/>
              </a:xfrm>
              <a:custGeom>
                <a:avLst/>
                <a:gdLst>
                  <a:gd name="T0" fmla="*/ 42 w 377"/>
                  <a:gd name="T1" fmla="*/ 239 h 239"/>
                  <a:gd name="T2" fmla="*/ 335 w 377"/>
                  <a:gd name="T3" fmla="*/ 146 h 239"/>
                  <a:gd name="T4" fmla="*/ 342 w 377"/>
                  <a:gd name="T5" fmla="*/ 47 h 239"/>
                  <a:gd name="T6" fmla="*/ 0 w 377"/>
                  <a:gd name="T7" fmla="*/ 0 h 23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77" h="239">
                    <a:moveTo>
                      <a:pt x="42" y="239"/>
                    </a:moveTo>
                    <a:cubicBezTo>
                      <a:pt x="89" y="224"/>
                      <a:pt x="285" y="178"/>
                      <a:pt x="335" y="146"/>
                    </a:cubicBezTo>
                    <a:cubicBezTo>
                      <a:pt x="372" y="115"/>
                      <a:pt x="377" y="75"/>
                      <a:pt x="342" y="47"/>
                    </a:cubicBezTo>
                    <a:cubicBezTo>
                      <a:pt x="286" y="23"/>
                      <a:pt x="71" y="10"/>
                      <a:pt x="0" y="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19" name="Freeform 855">
                <a:extLst>
                  <a:ext uri="{FF2B5EF4-FFF2-40B4-BE49-F238E27FC236}">
                    <a16:creationId xmlns:a16="http://schemas.microsoft.com/office/drawing/2014/main" id="{A5487983-FC7E-F8DA-2754-ECDFFCD3E406}"/>
                  </a:ext>
                </a:extLst>
              </p:cNvPr>
              <p:cNvSpPr>
                <a:spLocks/>
              </p:cNvSpPr>
              <p:nvPr/>
            </p:nvSpPr>
            <p:spPr bwMode="auto">
              <a:xfrm>
                <a:off x="3646" y="997"/>
                <a:ext cx="660" cy="336"/>
              </a:xfrm>
              <a:custGeom>
                <a:avLst/>
                <a:gdLst>
                  <a:gd name="T0" fmla="*/ 390 w 646"/>
                  <a:gd name="T1" fmla="*/ 592 h 300"/>
                  <a:gd name="T2" fmla="*/ 555 w 646"/>
                  <a:gd name="T3" fmla="*/ 501 h 300"/>
                  <a:gd name="T4" fmla="*/ 690 w 646"/>
                  <a:gd name="T5" fmla="*/ 377 h 300"/>
                  <a:gd name="T6" fmla="*/ 713 w 646"/>
                  <a:gd name="T7" fmla="*/ 211 h 300"/>
                  <a:gd name="T8" fmla="*/ 522 w 646"/>
                  <a:gd name="T9" fmla="*/ 119 h 300"/>
                  <a:gd name="T10" fmla="*/ 0 w 646"/>
                  <a:gd name="T11" fmla="*/ 0 h 3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46" h="300">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20" name="Freeform 856">
                <a:extLst>
                  <a:ext uri="{FF2B5EF4-FFF2-40B4-BE49-F238E27FC236}">
                    <a16:creationId xmlns:a16="http://schemas.microsoft.com/office/drawing/2014/main" id="{00BB2048-A0F0-8AAC-5D67-21D5FDA59688}"/>
                  </a:ext>
                </a:extLst>
              </p:cNvPr>
              <p:cNvSpPr>
                <a:spLocks/>
              </p:cNvSpPr>
              <p:nvPr/>
            </p:nvSpPr>
            <p:spPr bwMode="auto">
              <a:xfrm>
                <a:off x="4116" y="955"/>
                <a:ext cx="630" cy="397"/>
              </a:xfrm>
              <a:custGeom>
                <a:avLst/>
                <a:gdLst>
                  <a:gd name="T0" fmla="*/ 320 w 630"/>
                  <a:gd name="T1" fmla="*/ 397 h 397"/>
                  <a:gd name="T2" fmla="*/ 468 w 630"/>
                  <a:gd name="T3" fmla="*/ 345 h 397"/>
                  <a:gd name="T4" fmla="*/ 590 w 630"/>
                  <a:gd name="T5" fmla="*/ 275 h 397"/>
                  <a:gd name="T6" fmla="*/ 611 w 630"/>
                  <a:gd name="T7" fmla="*/ 181 h 397"/>
                  <a:gd name="T8" fmla="*/ 439 w 630"/>
                  <a:gd name="T9" fmla="*/ 129 h 397"/>
                  <a:gd name="T10" fmla="*/ 0 w 630"/>
                  <a:gd name="T11" fmla="*/ 0 h 39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30" h="397">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sp>
        <p:nvSpPr>
          <p:cNvPr id="1007" name="Slide Number Placeholder 1006">
            <a:extLst>
              <a:ext uri="{FF2B5EF4-FFF2-40B4-BE49-F238E27FC236}">
                <a16:creationId xmlns:a16="http://schemas.microsoft.com/office/drawing/2014/main" id="{87BAF8FF-DC14-0A80-33C1-EF1AA456E2A9}"/>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rPr>
              <a:t>Link Layer </a:t>
            </a:r>
            <a:fld id="{C4204591-24BD-A542-B9D5-F8D8A88D2FEE}" type="slidenum">
              <a:rPr kumimoji="0" lang="en-US" sz="1100" b="0" i="0" u="none" strike="noStrike" kern="1200" cap="none" spc="0" normalizeH="0" baseline="0" noProof="0" smtClean="0">
                <a:ln>
                  <a:noFill/>
                </a:ln>
                <a:solidFill>
                  <a:prstClr val="white">
                    <a:lumMod val="50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1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188592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54">
                                            <p:txEl>
                                              <p:pRg st="2" end="2"/>
                                            </p:txEl>
                                          </p:spTgt>
                                        </p:tgtEl>
                                        <p:attrNameLst>
                                          <p:attrName>style.visibility</p:attrName>
                                        </p:attrNameLst>
                                      </p:cBhvr>
                                      <p:to>
                                        <p:strVal val="visible"/>
                                      </p:to>
                                    </p:set>
                                    <p:animEffect transition="in" filter="dissolve">
                                      <p:cBhvr>
                                        <p:cTn id="7" dur="500"/>
                                        <p:tgtEl>
                                          <p:spTgt spid="554">
                                            <p:txEl>
                                              <p:pRg st="2" end="2"/>
                                            </p:txEl>
                                          </p:spTgt>
                                        </p:tgtEl>
                                      </p:cBhvr>
                                    </p:animEffect>
                                  </p:childTnLst>
                                </p:cTn>
                              </p:par>
                              <p:par>
                                <p:cTn id="8" presetID="9" presetClass="entr" presetSubtype="0" fill="hold" grpId="0" nodeType="withEffect">
                                  <p:stCondLst>
                                    <p:cond delay="0"/>
                                  </p:stCondLst>
                                  <p:childTnLst>
                                    <p:set>
                                      <p:cBhvr>
                                        <p:cTn id="9" dur="1" fill="hold">
                                          <p:stCondLst>
                                            <p:cond delay="0"/>
                                          </p:stCondLst>
                                        </p:cTn>
                                        <p:tgtEl>
                                          <p:spTgt spid="554">
                                            <p:txEl>
                                              <p:pRg st="3" end="3"/>
                                            </p:txEl>
                                          </p:spTgt>
                                        </p:tgtEl>
                                        <p:attrNameLst>
                                          <p:attrName>style.visibility</p:attrName>
                                        </p:attrNameLst>
                                      </p:cBhvr>
                                      <p:to>
                                        <p:strVal val="visible"/>
                                      </p:to>
                                    </p:set>
                                    <p:animEffect transition="in" filter="dissolve">
                                      <p:cBhvr>
                                        <p:cTn id="10" dur="500"/>
                                        <p:tgtEl>
                                          <p:spTgt spid="55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4" grpId="0" uiExpand="1"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Right Arrow 26">
            <a:extLst>
              <a:ext uri="{FF2B5EF4-FFF2-40B4-BE49-F238E27FC236}">
                <a16:creationId xmlns:a16="http://schemas.microsoft.com/office/drawing/2014/main" id="{22110369-90D7-FD3A-62E5-02B5D6CA62D8}"/>
              </a:ext>
            </a:extLst>
          </p:cNvPr>
          <p:cNvSpPr/>
          <p:nvPr/>
        </p:nvSpPr>
        <p:spPr>
          <a:xfrm rot="8568869">
            <a:off x="1556718" y="3851119"/>
            <a:ext cx="3620733" cy="311693"/>
          </a:xfrm>
          <a:prstGeom prst="rightArrow">
            <a:avLst/>
          </a:prstGeom>
          <a:solidFill>
            <a:srgbClr val="02B7A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6" name="Right Arrow 25">
            <a:extLst>
              <a:ext uri="{FF2B5EF4-FFF2-40B4-BE49-F238E27FC236}">
                <a16:creationId xmlns:a16="http://schemas.microsoft.com/office/drawing/2014/main" id="{93CF0A89-2AFE-E00F-B470-36CADBA49A97}"/>
              </a:ext>
            </a:extLst>
          </p:cNvPr>
          <p:cNvSpPr/>
          <p:nvPr/>
        </p:nvSpPr>
        <p:spPr>
          <a:xfrm>
            <a:off x="1915571" y="5996243"/>
            <a:ext cx="2743064" cy="285275"/>
          </a:xfrm>
          <a:prstGeom prst="rightArrow">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5" name="Right Arrow 24">
            <a:extLst>
              <a:ext uri="{FF2B5EF4-FFF2-40B4-BE49-F238E27FC236}">
                <a16:creationId xmlns:a16="http://schemas.microsoft.com/office/drawing/2014/main" id="{51DF835B-4521-E928-3588-8395AE7E6FCD}"/>
              </a:ext>
            </a:extLst>
          </p:cNvPr>
          <p:cNvSpPr/>
          <p:nvPr/>
        </p:nvSpPr>
        <p:spPr>
          <a:xfrm>
            <a:off x="1745809" y="2305258"/>
            <a:ext cx="2743064" cy="285275"/>
          </a:xfrm>
          <a:prstGeom prst="rightArrow">
            <a:avLst/>
          </a:prstGeom>
          <a:solidFill>
            <a:srgbClr val="FB56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F91EEB8D-02B5-AFF8-113A-C97C1A0FA0D4}"/>
              </a:ext>
            </a:extLst>
          </p:cNvPr>
          <p:cNvSpPr>
            <a:spLocks noGrp="1"/>
          </p:cNvSpPr>
          <p:nvPr>
            <p:ph type="title"/>
          </p:nvPr>
        </p:nvSpPr>
        <p:spPr/>
        <p:txBody>
          <a:bodyPr/>
          <a:lstStyle/>
          <a:p>
            <a:r>
              <a:rPr lang="en-US" dirty="0"/>
              <a:t>Transportation analogy</a:t>
            </a:r>
          </a:p>
        </p:txBody>
      </p:sp>
      <p:sp>
        <p:nvSpPr>
          <p:cNvPr id="6" name="Rectangle 4">
            <a:extLst>
              <a:ext uri="{FF2B5EF4-FFF2-40B4-BE49-F238E27FC236}">
                <a16:creationId xmlns:a16="http://schemas.microsoft.com/office/drawing/2014/main" id="{E1BB2F83-A8AB-8639-C991-4DE1912A567D}"/>
              </a:ext>
            </a:extLst>
          </p:cNvPr>
          <p:cNvSpPr txBox="1">
            <a:spLocks noChangeArrowheads="1"/>
          </p:cNvSpPr>
          <p:nvPr/>
        </p:nvSpPr>
        <p:spPr>
          <a:xfrm>
            <a:off x="6503296" y="1454430"/>
            <a:ext cx="4850504" cy="5171221"/>
          </a:xfrm>
          <a:prstGeom prst="rect">
            <a:avLst/>
          </a:prstGeom>
          <a:solidFill>
            <a:schemeClr val="bg1"/>
          </a:solidFill>
        </p:spPr>
        <p:txBody>
          <a:bodyPr vert="horz" lIns="91440" tIns="45720" rIns="91440" bIns="45720" rtlCol="0">
            <a:normAutofit fontScale="92500"/>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22250" algn="l" defTabSz="914400" rtl="0" eaLnBrk="1" fontAlgn="auto" latinLnBrk="0" hangingPunct="1">
              <a:lnSpc>
                <a:spcPct val="90000"/>
              </a:lnSpc>
              <a:spcBef>
                <a:spcPts val="1000"/>
              </a:spcBef>
              <a:spcAft>
                <a:spcPts val="0"/>
              </a:spcAft>
              <a:buClr>
                <a:srgbClr val="0000A3"/>
              </a:buClr>
              <a:buSzTx/>
              <a:buFont typeface="Wingdings" charset="0"/>
              <a:buNone/>
              <a:tabLst/>
              <a:defRPr/>
            </a:pPr>
            <a:r>
              <a:rPr kumimoji="0" lang="en-US" sz="3200" b="0" i="0" u="none" strike="noStrike" kern="1200" cap="none" spc="0" normalizeH="0" baseline="0" noProof="0" dirty="0">
                <a:ln>
                  <a:noFill/>
                </a:ln>
                <a:solidFill>
                  <a:srgbClr val="C00000"/>
                </a:solidFill>
                <a:effectLst/>
                <a:uLnTx/>
                <a:uFillTx/>
                <a:latin typeface="Calibri" panose="020F0502020204030204"/>
                <a:ea typeface="+mn-ea"/>
                <a:cs typeface="+mn-cs"/>
              </a:rPr>
              <a:t>transportation analogy:</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trip from Princeton to Lausanne</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limo: Princeton to JFK</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plane: JFK to Geneva</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train: Geneva to Lausanne</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tourist = </a:t>
            </a:r>
            <a:r>
              <a:rPr kumimoji="0" lang="en-US" sz="2800" b="0" i="0" u="none" strike="noStrike" kern="1200" cap="none" spc="0" normalizeH="0" baseline="0" noProof="0" dirty="0">
                <a:ln>
                  <a:noFill/>
                </a:ln>
                <a:solidFill>
                  <a:srgbClr val="0013A3"/>
                </a:solidFill>
                <a:effectLst/>
                <a:uLnTx/>
                <a:uFillTx/>
                <a:latin typeface="Calibri" panose="020F0502020204030204"/>
                <a:ea typeface="+mn-ea"/>
                <a:cs typeface="+mn-cs"/>
              </a:rPr>
              <a:t>datagram</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transport segment = </a:t>
            </a:r>
            <a:r>
              <a:rPr kumimoji="0" lang="en-US" sz="2800" b="0" i="0" u="none" strike="noStrike" kern="1200" cap="none" spc="0" normalizeH="0" baseline="0" noProof="0" dirty="0">
                <a:ln>
                  <a:noFill/>
                </a:ln>
                <a:solidFill>
                  <a:srgbClr val="0013A3"/>
                </a:solidFill>
                <a:effectLst/>
                <a:uLnTx/>
                <a:uFillTx/>
                <a:latin typeface="Calibri" panose="020F0502020204030204"/>
                <a:ea typeface="+mn-ea"/>
                <a:cs typeface="+mn-cs"/>
              </a:rPr>
              <a:t>communication link</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transportation mode </a:t>
            </a:r>
            <a:r>
              <a:rPr kumimoji="0" lang="en-US" sz="2800" b="0" i="0" u="none" strike="noStrike" kern="1200" cap="none" spc="0" normalizeH="0" baseline="0" noProof="0" dirty="0">
                <a:ln>
                  <a:noFill/>
                </a:ln>
                <a:solidFill>
                  <a:srgbClr val="0013A3"/>
                </a:solidFill>
                <a:effectLst/>
                <a:uLnTx/>
                <a:uFillTx/>
                <a:latin typeface="Calibri" panose="020F0502020204030204"/>
                <a:ea typeface="+mn-ea"/>
                <a:cs typeface="+mn-cs"/>
              </a:rPr>
              <a:t>= link-layer protocol</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travel agent = </a:t>
            </a:r>
            <a:r>
              <a:rPr kumimoji="0" lang="en-US" sz="2800" b="0" i="0" u="none" strike="noStrike" kern="1200" cap="none" spc="0" normalizeH="0" baseline="0" noProof="0" dirty="0">
                <a:ln>
                  <a:noFill/>
                </a:ln>
                <a:solidFill>
                  <a:srgbClr val="0013A3"/>
                </a:solidFill>
                <a:effectLst/>
                <a:uLnTx/>
                <a:uFillTx/>
                <a:latin typeface="Calibri" panose="020F0502020204030204"/>
                <a:ea typeface="+mn-ea"/>
                <a:cs typeface="+mn-cs"/>
              </a:rPr>
              <a:t>routing algorithm</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endParaRPr kumimoji="0" lang="en-US" sz="2000" b="0" i="0" u="none" strike="noStrike" kern="1200" cap="none" spc="0" normalizeH="0" baseline="0" noProof="0" dirty="0">
              <a:ln>
                <a:noFill/>
              </a:ln>
              <a:solidFill>
                <a:srgbClr val="CC0000"/>
              </a:solidFill>
              <a:effectLst/>
              <a:uLnTx/>
              <a:uFillTx/>
              <a:latin typeface="Gill Sans MT" charset="0"/>
              <a:ea typeface="+mn-ea"/>
              <a:cs typeface="+mn-cs"/>
            </a:endParaRPr>
          </a:p>
        </p:txBody>
      </p:sp>
      <p:pic>
        <p:nvPicPr>
          <p:cNvPr id="14" name="Picture 13" descr="A picture containing text, building, window&#10;&#10;Description automatically generated">
            <a:extLst>
              <a:ext uri="{FF2B5EF4-FFF2-40B4-BE49-F238E27FC236}">
                <a16:creationId xmlns:a16="http://schemas.microsoft.com/office/drawing/2014/main" id="{B1A494F2-345C-4FB1-C476-2FF09827935C}"/>
              </a:ext>
            </a:extLst>
          </p:cNvPr>
          <p:cNvPicPr>
            <a:picLocks noChangeAspect="1"/>
          </p:cNvPicPr>
          <p:nvPr/>
        </p:nvPicPr>
        <p:blipFill>
          <a:blip r:embed="rId2"/>
          <a:stretch>
            <a:fillRect/>
          </a:stretch>
        </p:blipFill>
        <p:spPr>
          <a:xfrm>
            <a:off x="4759064" y="5297248"/>
            <a:ext cx="929641" cy="929641"/>
          </a:xfrm>
          <a:prstGeom prst="rect">
            <a:avLst/>
          </a:prstGeom>
        </p:spPr>
      </p:pic>
      <p:pic>
        <p:nvPicPr>
          <p:cNvPr id="16" name="Picture 15" descr="A picture containing icon&#10;&#10;Description automatically generated">
            <a:extLst>
              <a:ext uri="{FF2B5EF4-FFF2-40B4-BE49-F238E27FC236}">
                <a16:creationId xmlns:a16="http://schemas.microsoft.com/office/drawing/2014/main" id="{BBD2942A-C840-B98D-F09E-97F36AA9252D}"/>
              </a:ext>
            </a:extLst>
          </p:cNvPr>
          <p:cNvPicPr>
            <a:picLocks noChangeAspect="1"/>
          </p:cNvPicPr>
          <p:nvPr/>
        </p:nvPicPr>
        <p:blipFill>
          <a:blip r:embed="rId3"/>
          <a:stretch>
            <a:fillRect/>
          </a:stretch>
        </p:blipFill>
        <p:spPr>
          <a:xfrm>
            <a:off x="4712725" y="1565892"/>
            <a:ext cx="1112982" cy="1112982"/>
          </a:xfrm>
          <a:prstGeom prst="rect">
            <a:avLst/>
          </a:prstGeom>
        </p:spPr>
      </p:pic>
      <p:pic>
        <p:nvPicPr>
          <p:cNvPr id="18" name="Picture 17" descr="Logo, icon&#10;&#10;Description automatically generated">
            <a:extLst>
              <a:ext uri="{FF2B5EF4-FFF2-40B4-BE49-F238E27FC236}">
                <a16:creationId xmlns:a16="http://schemas.microsoft.com/office/drawing/2014/main" id="{8FEC51B5-6931-3DC5-6D17-EED29B33E275}"/>
              </a:ext>
            </a:extLst>
          </p:cNvPr>
          <p:cNvPicPr>
            <a:picLocks noChangeAspect="1"/>
          </p:cNvPicPr>
          <p:nvPr/>
        </p:nvPicPr>
        <p:blipFill>
          <a:blip r:embed="rId4"/>
          <a:stretch>
            <a:fillRect/>
          </a:stretch>
        </p:blipFill>
        <p:spPr>
          <a:xfrm>
            <a:off x="662115" y="1714520"/>
            <a:ext cx="693138" cy="693138"/>
          </a:xfrm>
          <a:prstGeom prst="rect">
            <a:avLst/>
          </a:prstGeom>
        </p:spPr>
      </p:pic>
      <p:pic>
        <p:nvPicPr>
          <p:cNvPr id="8" name="Picture 7" descr="Icon&#10;&#10;Description automatically generated">
            <a:extLst>
              <a:ext uri="{FF2B5EF4-FFF2-40B4-BE49-F238E27FC236}">
                <a16:creationId xmlns:a16="http://schemas.microsoft.com/office/drawing/2014/main" id="{A0465E42-78C7-228E-51B9-6E11455AD317}"/>
              </a:ext>
            </a:extLst>
          </p:cNvPr>
          <p:cNvPicPr>
            <a:picLocks noChangeAspect="1"/>
          </p:cNvPicPr>
          <p:nvPr/>
        </p:nvPicPr>
        <p:blipFill>
          <a:blip r:embed="rId5"/>
          <a:stretch>
            <a:fillRect/>
          </a:stretch>
        </p:blipFill>
        <p:spPr>
          <a:xfrm>
            <a:off x="2166696" y="1454430"/>
            <a:ext cx="1601585" cy="1601585"/>
          </a:xfrm>
          <a:prstGeom prst="rect">
            <a:avLst/>
          </a:prstGeom>
        </p:spPr>
      </p:pic>
      <p:pic>
        <p:nvPicPr>
          <p:cNvPr id="10" name="Picture 9" descr="Icon&#10;&#10;Description automatically generated">
            <a:extLst>
              <a:ext uri="{FF2B5EF4-FFF2-40B4-BE49-F238E27FC236}">
                <a16:creationId xmlns:a16="http://schemas.microsoft.com/office/drawing/2014/main" id="{5CBC4C6E-1665-5CA9-1580-8C46FB62706A}"/>
              </a:ext>
            </a:extLst>
          </p:cNvPr>
          <p:cNvPicPr>
            <a:picLocks noChangeAspect="1"/>
          </p:cNvPicPr>
          <p:nvPr/>
        </p:nvPicPr>
        <p:blipFill>
          <a:blip r:embed="rId6"/>
          <a:stretch>
            <a:fillRect/>
          </a:stretch>
        </p:blipFill>
        <p:spPr>
          <a:xfrm rot="11242646">
            <a:off x="3089825" y="3385388"/>
            <a:ext cx="929640" cy="929640"/>
          </a:xfrm>
          <a:prstGeom prst="rect">
            <a:avLst/>
          </a:prstGeom>
        </p:spPr>
      </p:pic>
      <p:pic>
        <p:nvPicPr>
          <p:cNvPr id="19" name="Picture 18" descr="A picture containing icon&#10;&#10;Description automatically generated">
            <a:extLst>
              <a:ext uri="{FF2B5EF4-FFF2-40B4-BE49-F238E27FC236}">
                <a16:creationId xmlns:a16="http://schemas.microsoft.com/office/drawing/2014/main" id="{B58E758B-9E8E-E797-CD0A-5BC6BE2E7E77}"/>
              </a:ext>
            </a:extLst>
          </p:cNvPr>
          <p:cNvPicPr>
            <a:picLocks noChangeAspect="1"/>
          </p:cNvPicPr>
          <p:nvPr/>
        </p:nvPicPr>
        <p:blipFill>
          <a:blip r:embed="rId3"/>
          <a:stretch>
            <a:fillRect/>
          </a:stretch>
        </p:blipFill>
        <p:spPr>
          <a:xfrm>
            <a:off x="702160" y="5109885"/>
            <a:ext cx="1112982" cy="1112982"/>
          </a:xfrm>
          <a:prstGeom prst="rect">
            <a:avLst/>
          </a:prstGeom>
        </p:spPr>
      </p:pic>
      <p:pic>
        <p:nvPicPr>
          <p:cNvPr id="12" name="Picture 11" descr="Icon&#10;&#10;Description automatically generated with low confidence">
            <a:extLst>
              <a:ext uri="{FF2B5EF4-FFF2-40B4-BE49-F238E27FC236}">
                <a16:creationId xmlns:a16="http://schemas.microsoft.com/office/drawing/2014/main" id="{CA94E103-DEF4-F689-2EC2-2C36B53FA53A}"/>
              </a:ext>
            </a:extLst>
          </p:cNvPr>
          <p:cNvPicPr>
            <a:picLocks noChangeAspect="1"/>
          </p:cNvPicPr>
          <p:nvPr/>
        </p:nvPicPr>
        <p:blipFill>
          <a:blip r:embed="rId7"/>
          <a:stretch>
            <a:fillRect/>
          </a:stretch>
        </p:blipFill>
        <p:spPr>
          <a:xfrm>
            <a:off x="2779550" y="5422356"/>
            <a:ext cx="919779" cy="919779"/>
          </a:xfrm>
          <a:prstGeom prst="rect">
            <a:avLst/>
          </a:prstGeom>
        </p:spPr>
      </p:pic>
      <p:sp>
        <p:nvSpPr>
          <p:cNvPr id="21" name="TextBox 20">
            <a:extLst>
              <a:ext uri="{FF2B5EF4-FFF2-40B4-BE49-F238E27FC236}">
                <a16:creationId xmlns:a16="http://schemas.microsoft.com/office/drawing/2014/main" id="{568A98A8-5186-1E1D-A241-5F393F38D806}"/>
              </a:ext>
            </a:extLst>
          </p:cNvPr>
          <p:cNvSpPr txBox="1"/>
          <p:nvPr/>
        </p:nvSpPr>
        <p:spPr>
          <a:xfrm>
            <a:off x="569665" y="2407658"/>
            <a:ext cx="1176144"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Princeton</a:t>
            </a:r>
          </a:p>
        </p:txBody>
      </p:sp>
      <p:sp>
        <p:nvSpPr>
          <p:cNvPr id="22" name="TextBox 21">
            <a:extLst>
              <a:ext uri="{FF2B5EF4-FFF2-40B4-BE49-F238E27FC236}">
                <a16:creationId xmlns:a16="http://schemas.microsoft.com/office/drawing/2014/main" id="{AC775AA8-3E7E-9024-CDED-7BA9619EE9F6}"/>
              </a:ext>
            </a:extLst>
          </p:cNvPr>
          <p:cNvSpPr txBox="1"/>
          <p:nvPr/>
        </p:nvSpPr>
        <p:spPr>
          <a:xfrm>
            <a:off x="4988358" y="2713657"/>
            <a:ext cx="1176144"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JFK</a:t>
            </a:r>
          </a:p>
        </p:txBody>
      </p:sp>
      <p:sp>
        <p:nvSpPr>
          <p:cNvPr id="23" name="TextBox 22">
            <a:extLst>
              <a:ext uri="{FF2B5EF4-FFF2-40B4-BE49-F238E27FC236}">
                <a16:creationId xmlns:a16="http://schemas.microsoft.com/office/drawing/2014/main" id="{E11A3428-283A-BDA3-DA6D-ED346DC93A3E}"/>
              </a:ext>
            </a:extLst>
          </p:cNvPr>
          <p:cNvSpPr txBox="1"/>
          <p:nvPr/>
        </p:nvSpPr>
        <p:spPr>
          <a:xfrm>
            <a:off x="833318" y="6266343"/>
            <a:ext cx="1176144"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Geneva</a:t>
            </a:r>
          </a:p>
        </p:txBody>
      </p:sp>
      <p:sp>
        <p:nvSpPr>
          <p:cNvPr id="24" name="TextBox 23">
            <a:extLst>
              <a:ext uri="{FF2B5EF4-FFF2-40B4-BE49-F238E27FC236}">
                <a16:creationId xmlns:a16="http://schemas.microsoft.com/office/drawing/2014/main" id="{109F5271-71F6-B382-67F3-F23B3D05D618}"/>
              </a:ext>
            </a:extLst>
          </p:cNvPr>
          <p:cNvSpPr txBox="1"/>
          <p:nvPr/>
        </p:nvSpPr>
        <p:spPr>
          <a:xfrm>
            <a:off x="4725782" y="6280676"/>
            <a:ext cx="1176144"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Lausanne</a:t>
            </a:r>
          </a:p>
        </p:txBody>
      </p:sp>
      <p:pic>
        <p:nvPicPr>
          <p:cNvPr id="31" name="Picture 30" descr="Shape&#10;&#10;Description automatically generated with low confidence">
            <a:extLst>
              <a:ext uri="{FF2B5EF4-FFF2-40B4-BE49-F238E27FC236}">
                <a16:creationId xmlns:a16="http://schemas.microsoft.com/office/drawing/2014/main" id="{DBAE814F-348F-ED67-AEE5-46AB8100252D}"/>
              </a:ext>
            </a:extLst>
          </p:cNvPr>
          <p:cNvPicPr>
            <a:picLocks noChangeAspect="1"/>
          </p:cNvPicPr>
          <p:nvPr/>
        </p:nvPicPr>
        <p:blipFill>
          <a:blip r:embed="rId8"/>
          <a:stretch>
            <a:fillRect/>
          </a:stretch>
        </p:blipFill>
        <p:spPr>
          <a:xfrm>
            <a:off x="1255361" y="1817242"/>
            <a:ext cx="667867" cy="667867"/>
          </a:xfrm>
          <a:prstGeom prst="rect">
            <a:avLst/>
          </a:prstGeom>
        </p:spPr>
      </p:pic>
      <p:sp>
        <p:nvSpPr>
          <p:cNvPr id="34" name="Slide Number Placeholder 33">
            <a:extLst>
              <a:ext uri="{FF2B5EF4-FFF2-40B4-BE49-F238E27FC236}">
                <a16:creationId xmlns:a16="http://schemas.microsoft.com/office/drawing/2014/main" id="{1C0EF820-11F1-FC3C-1BCE-B76AC366AE36}"/>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rPr>
              <a:t>Link Layer </a:t>
            </a:r>
            <a:fld id="{C4204591-24BD-A542-B9D5-F8D8A88D2FEE}" type="slidenum">
              <a:rPr kumimoji="0" lang="en-US" sz="1100" b="0" i="0" u="none" strike="noStrike" kern="1200" cap="none" spc="0" normalizeH="0" baseline="0" noProof="0" smtClean="0">
                <a:ln>
                  <a:noFill/>
                </a:ln>
                <a:solidFill>
                  <a:prstClr val="white">
                    <a:lumMod val="50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1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930296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862304" y="344016"/>
            <a:ext cx="10515600" cy="894622"/>
          </a:xfrm>
        </p:spPr>
        <p:txBody>
          <a:bodyPr>
            <a:normAutofit/>
          </a:bodyPr>
          <a:lstStyle/>
          <a:p>
            <a:r>
              <a:rPr lang="en-US" altLang="en-US" sz="5400" dirty="0">
                <a:cs typeface="Calibri" panose="020F0502020204030204" pitchFamily="34" charset="0"/>
              </a:rPr>
              <a:t>Link layer: services</a:t>
            </a:r>
            <a:endParaRPr lang="en-US" sz="5400" dirty="0"/>
          </a:p>
        </p:txBody>
      </p:sp>
      <p:sp>
        <p:nvSpPr>
          <p:cNvPr id="6" name="Rectangle 3">
            <a:extLst>
              <a:ext uri="{FF2B5EF4-FFF2-40B4-BE49-F238E27FC236}">
                <a16:creationId xmlns:a16="http://schemas.microsoft.com/office/drawing/2014/main" id="{8AECB38E-687E-C946-9EB7-A4D36B2DC890}"/>
              </a:ext>
            </a:extLst>
          </p:cNvPr>
          <p:cNvSpPr txBox="1">
            <a:spLocks noChangeArrowheads="1"/>
          </p:cNvSpPr>
          <p:nvPr/>
        </p:nvSpPr>
        <p:spPr>
          <a:xfrm>
            <a:off x="903304" y="1425142"/>
            <a:ext cx="6529676" cy="5155766"/>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339725" algn="l" defTabSz="914400" rtl="0" eaLnBrk="1" fontAlgn="auto" latinLnBrk="0" hangingPunct="1">
              <a:lnSpc>
                <a:spcPct val="75000"/>
              </a:lnSpc>
              <a:spcBef>
                <a:spcPts val="1000"/>
              </a:spcBef>
              <a:spcAft>
                <a:spcPts val="0"/>
              </a:spcAft>
              <a:buClr>
                <a:srgbClr val="0000A3"/>
              </a:buClr>
              <a:buSzTx/>
              <a:buFont typeface="Wingdings" pitchFamily="2" charset="2"/>
              <a:buChar char="§"/>
              <a:tabLst/>
              <a:defRPr/>
            </a:pPr>
            <a:r>
              <a:rPr kumimoji="0" lang="en-US" sz="3200" b="0" i="0" u="none" strike="noStrike" kern="1200" cap="none" spc="0" normalizeH="0" baseline="0" noProof="0" dirty="0">
                <a:ln>
                  <a:noFill/>
                </a:ln>
                <a:solidFill>
                  <a:srgbClr val="C00000"/>
                </a:solidFill>
                <a:effectLst/>
                <a:uLnTx/>
                <a:uFillTx/>
                <a:latin typeface="Calibri" panose="020F0502020204030204"/>
                <a:ea typeface="+mn-ea"/>
                <a:cs typeface="+mn-cs"/>
              </a:rPr>
              <a:t>framing, link access:</a:t>
            </a:r>
            <a:r>
              <a:rPr kumimoji="0" lang="en-US" sz="3600" b="0" i="0" u="none" strike="noStrike" kern="1200" cap="none" spc="0" normalizeH="0" baseline="0" noProof="0" dirty="0">
                <a:ln>
                  <a:noFill/>
                </a:ln>
                <a:solidFill>
                  <a:srgbClr val="C00000"/>
                </a:solidFill>
                <a:effectLst/>
                <a:uLnTx/>
                <a:uFillTx/>
                <a:latin typeface="Calibri" panose="020F0502020204030204"/>
                <a:ea typeface="+mn-ea"/>
                <a:cs typeface="+mn-cs"/>
              </a:rPr>
              <a:t> </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encapsulate datagram into frame, adding header, trailer</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channel access if shared medium</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“MAC” addresses in frame headers identify source, destination (different from IP address!)</a:t>
            </a:r>
          </a:p>
          <a:p>
            <a:pPr marL="352425" marR="0" lvl="0" indent="-284163" algn="l" defTabSz="914400" rtl="0" eaLnBrk="1" fontAlgn="auto" latinLnBrk="0" hangingPunct="1">
              <a:lnSpc>
                <a:spcPct val="75000"/>
              </a:lnSpc>
              <a:spcBef>
                <a:spcPts val="1000"/>
              </a:spcBef>
              <a:spcAft>
                <a:spcPts val="0"/>
              </a:spcAft>
              <a:buClr>
                <a:srgbClr val="0000A3"/>
              </a:buClr>
              <a:buSzTx/>
              <a:buFont typeface="Wingdings" pitchFamily="2" charset="2"/>
              <a:buChar char="§"/>
              <a:tabLst/>
              <a:defRPr/>
            </a:pPr>
            <a:r>
              <a:rPr kumimoji="0" lang="en-US" sz="2800" b="0" i="0" u="none" strike="noStrike" kern="1200" cap="none" spc="0" normalizeH="0" baseline="0" noProof="0" dirty="0">
                <a:ln>
                  <a:noFill/>
                </a:ln>
                <a:solidFill>
                  <a:srgbClr val="C00000"/>
                </a:solidFill>
                <a:effectLst/>
                <a:uLnTx/>
                <a:uFillTx/>
                <a:latin typeface="Calibri" panose="020F0502020204030204"/>
                <a:ea typeface="+mn-ea"/>
                <a:cs typeface="+mn-cs"/>
              </a:rPr>
              <a:t>reliable delivery between adjacent nodes</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we already know how to do this!</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seldom used on low bit-error links</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wireless links: high error rates</a:t>
            </a:r>
          </a:p>
          <a:p>
            <a:pPr marL="1143000" marR="0" lvl="2"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2400" b="1" i="1" u="sng" strike="noStrike" kern="1200" cap="none" spc="0" normalizeH="0" baseline="0" noProof="0" dirty="0">
                <a:ln>
                  <a:noFill/>
                </a:ln>
                <a:solidFill>
                  <a:srgbClr val="0000A8"/>
                </a:solidFill>
                <a:effectLst/>
                <a:uLnTx/>
                <a:uFillTx/>
                <a:latin typeface="Calibri" panose="020F0502020204030204"/>
                <a:ea typeface="+mn-ea"/>
                <a:cs typeface="+mn-cs"/>
              </a:rPr>
              <a:t>Q:</a:t>
            </a:r>
            <a:r>
              <a:rPr kumimoji="0" lang="en-US" sz="2400" b="1" i="0" u="sng" strike="noStrike" kern="1200" cap="none" spc="0" normalizeH="0" baseline="0" noProof="0" dirty="0">
                <a:ln>
                  <a:noFill/>
                </a:ln>
                <a:solidFill>
                  <a:srgbClr val="0000A8"/>
                </a:solidFill>
                <a:effectLst/>
                <a:uLnTx/>
                <a:uFillTx/>
                <a:latin typeface="Calibri" panose="020F0502020204030204"/>
                <a:ea typeface="+mn-ea"/>
                <a:cs typeface="+mn-cs"/>
              </a:rPr>
              <a:t> </a:t>
            </a: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rPr>
              <a:t>why both link-level and end-end reliability?</a:t>
            </a:r>
            <a:endParaRPr kumimoji="0" lang="en-US" sz="28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25" name="Group 24">
            <a:extLst>
              <a:ext uri="{FF2B5EF4-FFF2-40B4-BE49-F238E27FC236}">
                <a16:creationId xmlns:a16="http://schemas.microsoft.com/office/drawing/2014/main" id="{7D809199-2E5E-0C47-AF05-8522B171420A}"/>
              </a:ext>
            </a:extLst>
          </p:cNvPr>
          <p:cNvGrpSpPr/>
          <p:nvPr/>
        </p:nvGrpSpPr>
        <p:grpSpPr>
          <a:xfrm>
            <a:off x="7840518" y="1242873"/>
            <a:ext cx="4208607" cy="5116362"/>
            <a:chOff x="7840518" y="1242873"/>
            <a:chExt cx="4208607" cy="5116362"/>
          </a:xfrm>
        </p:grpSpPr>
        <p:grpSp>
          <p:nvGrpSpPr>
            <p:cNvPr id="5" name="Group 4">
              <a:extLst>
                <a:ext uri="{FF2B5EF4-FFF2-40B4-BE49-F238E27FC236}">
                  <a16:creationId xmlns:a16="http://schemas.microsoft.com/office/drawing/2014/main" id="{CC3D70D9-7861-1D4C-BBF3-3A5EAAD960EB}"/>
                </a:ext>
              </a:extLst>
            </p:cNvPr>
            <p:cNvGrpSpPr/>
            <p:nvPr/>
          </p:nvGrpSpPr>
          <p:grpSpPr>
            <a:xfrm>
              <a:off x="9022376" y="3275911"/>
              <a:ext cx="532171" cy="1016171"/>
              <a:chOff x="9022376" y="3275911"/>
              <a:chExt cx="615031" cy="1296090"/>
            </a:xfrm>
          </p:grpSpPr>
          <p:sp>
            <p:nvSpPr>
              <p:cNvPr id="99" name="Oval 800">
                <a:extLst>
                  <a:ext uri="{FF2B5EF4-FFF2-40B4-BE49-F238E27FC236}">
                    <a16:creationId xmlns:a16="http://schemas.microsoft.com/office/drawing/2014/main" id="{F837CB36-493B-5745-B9FD-E829379923E6}"/>
                  </a:ext>
                </a:extLst>
              </p:cNvPr>
              <p:cNvSpPr>
                <a:spLocks noChangeArrowheads="1"/>
              </p:cNvSpPr>
              <p:nvPr/>
            </p:nvSpPr>
            <p:spPr bwMode="auto">
              <a:xfrm>
                <a:off x="9285510" y="3593195"/>
                <a:ext cx="69106" cy="79124"/>
              </a:xfrm>
              <a:prstGeom prst="ellipse">
                <a:avLst/>
              </a:prstGeom>
              <a:solidFill>
                <a:schemeClr val="tx2"/>
              </a:solidFill>
              <a:ln w="9525">
                <a:solidFill>
                  <a:schemeClr val="tx1"/>
                </a:solidFill>
                <a:round/>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nvGrpSpPr>
              <p:cNvPr id="101" name="Group 817">
                <a:extLst>
                  <a:ext uri="{FF2B5EF4-FFF2-40B4-BE49-F238E27FC236}">
                    <a16:creationId xmlns:a16="http://schemas.microsoft.com/office/drawing/2014/main" id="{CA1E1C7E-A9E4-CF45-9133-2CC43B860D8B}"/>
                  </a:ext>
                </a:extLst>
              </p:cNvPr>
              <p:cNvGrpSpPr>
                <a:grpSpLocks/>
              </p:cNvGrpSpPr>
              <p:nvPr/>
            </p:nvGrpSpPr>
            <p:grpSpPr bwMode="auto">
              <a:xfrm>
                <a:off x="9022376" y="3275911"/>
                <a:ext cx="615031" cy="694531"/>
                <a:chOff x="2920" y="1424"/>
                <a:chExt cx="326" cy="320"/>
              </a:xfrm>
            </p:grpSpPr>
            <p:sp>
              <p:nvSpPr>
                <p:cNvPr id="102" name="Oval 818">
                  <a:extLst>
                    <a:ext uri="{FF2B5EF4-FFF2-40B4-BE49-F238E27FC236}">
                      <a16:creationId xmlns:a16="http://schemas.microsoft.com/office/drawing/2014/main" id="{CF63D940-213E-E04E-B278-9D3A7C64D0B1}"/>
                    </a:ext>
                  </a:extLst>
                </p:cNvPr>
                <p:cNvSpPr>
                  <a:spLocks noChangeArrowheads="1"/>
                </p:cNvSpPr>
                <p:nvPr/>
              </p:nvSpPr>
              <p:spPr bwMode="auto">
                <a:xfrm>
                  <a:off x="2920" y="1445"/>
                  <a:ext cx="326" cy="289"/>
                </a:xfrm>
                <a:prstGeom prst="ellipse">
                  <a:avLst/>
                </a:prstGeom>
                <a:noFill/>
                <a:ln w="19050">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103" name="Group 819">
                  <a:extLst>
                    <a:ext uri="{FF2B5EF4-FFF2-40B4-BE49-F238E27FC236}">
                      <a16:creationId xmlns:a16="http://schemas.microsoft.com/office/drawing/2014/main" id="{41FFEB08-147C-7842-AF61-E4B607AED1BF}"/>
                    </a:ext>
                  </a:extLst>
                </p:cNvPr>
                <p:cNvGrpSpPr>
                  <a:grpSpLocks/>
                </p:cNvGrpSpPr>
                <p:nvPr/>
              </p:nvGrpSpPr>
              <p:grpSpPr bwMode="auto">
                <a:xfrm>
                  <a:off x="2949" y="1424"/>
                  <a:ext cx="265" cy="280"/>
                  <a:chOff x="2949" y="1424"/>
                  <a:chExt cx="265" cy="280"/>
                </a:xfrm>
              </p:grpSpPr>
              <p:sp>
                <p:nvSpPr>
                  <p:cNvPr id="105" name="Oval 820">
                    <a:extLst>
                      <a:ext uri="{FF2B5EF4-FFF2-40B4-BE49-F238E27FC236}">
                        <a16:creationId xmlns:a16="http://schemas.microsoft.com/office/drawing/2014/main" id="{35CFE63C-F843-B949-AE7D-6F9539B56651}"/>
                      </a:ext>
                    </a:extLst>
                  </p:cNvPr>
                  <p:cNvSpPr>
                    <a:spLocks noChangeArrowheads="1"/>
                  </p:cNvSpPr>
                  <p:nvPr/>
                </p:nvSpPr>
                <p:spPr bwMode="auto">
                  <a:xfrm>
                    <a:off x="3030" y="1545"/>
                    <a:ext cx="107" cy="92"/>
                  </a:xfrm>
                  <a:prstGeom prst="ellipse">
                    <a:avLst/>
                  </a:prstGeom>
                  <a:noFill/>
                  <a:ln w="19050">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6" name="Oval 821">
                    <a:extLst>
                      <a:ext uri="{FF2B5EF4-FFF2-40B4-BE49-F238E27FC236}">
                        <a16:creationId xmlns:a16="http://schemas.microsoft.com/office/drawing/2014/main" id="{B892C53C-F2F4-CE4E-8F26-179F537FF29F}"/>
                      </a:ext>
                    </a:extLst>
                  </p:cNvPr>
                  <p:cNvSpPr>
                    <a:spLocks noChangeArrowheads="1"/>
                  </p:cNvSpPr>
                  <p:nvPr/>
                </p:nvSpPr>
                <p:spPr bwMode="auto">
                  <a:xfrm>
                    <a:off x="3006" y="1525"/>
                    <a:ext cx="154" cy="131"/>
                  </a:xfrm>
                  <a:prstGeom prst="ellipse">
                    <a:avLst/>
                  </a:prstGeom>
                  <a:noFill/>
                  <a:ln w="19050">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7" name="Oval 822">
                    <a:extLst>
                      <a:ext uri="{FF2B5EF4-FFF2-40B4-BE49-F238E27FC236}">
                        <a16:creationId xmlns:a16="http://schemas.microsoft.com/office/drawing/2014/main" id="{93D8ED6E-5A62-7746-B2FE-26FB2D124491}"/>
                      </a:ext>
                    </a:extLst>
                  </p:cNvPr>
                  <p:cNvSpPr>
                    <a:spLocks noChangeArrowheads="1"/>
                  </p:cNvSpPr>
                  <p:nvPr/>
                </p:nvSpPr>
                <p:spPr bwMode="auto">
                  <a:xfrm>
                    <a:off x="2983" y="1501"/>
                    <a:ext cx="203" cy="179"/>
                  </a:xfrm>
                  <a:prstGeom prst="ellipse">
                    <a:avLst/>
                  </a:prstGeom>
                  <a:noFill/>
                  <a:ln w="19050">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8" name="Oval 823">
                    <a:extLst>
                      <a:ext uri="{FF2B5EF4-FFF2-40B4-BE49-F238E27FC236}">
                        <a16:creationId xmlns:a16="http://schemas.microsoft.com/office/drawing/2014/main" id="{8B0BD3C8-F5CA-2F4E-ACAC-306F926E764D}"/>
                      </a:ext>
                    </a:extLst>
                  </p:cNvPr>
                  <p:cNvSpPr>
                    <a:spLocks noChangeArrowheads="1"/>
                  </p:cNvSpPr>
                  <p:nvPr/>
                </p:nvSpPr>
                <p:spPr bwMode="auto">
                  <a:xfrm>
                    <a:off x="2949" y="1476"/>
                    <a:ext cx="265" cy="228"/>
                  </a:xfrm>
                  <a:prstGeom prst="ellipse">
                    <a:avLst/>
                  </a:prstGeom>
                  <a:noFill/>
                  <a:ln w="19050">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9" name="Freeform 824">
                    <a:extLst>
                      <a:ext uri="{FF2B5EF4-FFF2-40B4-BE49-F238E27FC236}">
                        <a16:creationId xmlns:a16="http://schemas.microsoft.com/office/drawing/2014/main" id="{FB8F1236-6E4E-714D-83A5-42A9D509C744}"/>
                      </a:ext>
                    </a:extLst>
                  </p:cNvPr>
                  <p:cNvSpPr>
                    <a:spLocks/>
                  </p:cNvSpPr>
                  <p:nvPr/>
                </p:nvSpPr>
                <p:spPr bwMode="auto">
                  <a:xfrm flipV="1">
                    <a:off x="2987" y="1424"/>
                    <a:ext cx="205" cy="143"/>
                  </a:xfrm>
                  <a:custGeom>
                    <a:avLst/>
                    <a:gdLst>
                      <a:gd name="T0" fmla="*/ 0 w 1180"/>
                      <a:gd name="T1" fmla="*/ 0 h 956"/>
                      <a:gd name="T2" fmla="*/ 0 w 1180"/>
                      <a:gd name="T3" fmla="*/ 0 h 956"/>
                      <a:gd name="T4" fmla="*/ 0 w 1180"/>
                      <a:gd name="T5" fmla="*/ 0 h 956"/>
                      <a:gd name="T6" fmla="*/ 0 w 1180"/>
                      <a:gd name="T7" fmla="*/ 0 h 956"/>
                      <a:gd name="T8" fmla="*/ 0 w 1180"/>
                      <a:gd name="T9" fmla="*/ 0 h 956"/>
                      <a:gd name="T10" fmla="*/ 0 w 1180"/>
                      <a:gd name="T11" fmla="*/ 0 h 956"/>
                      <a:gd name="T12" fmla="*/ 0 w 1180"/>
                      <a:gd name="T13" fmla="*/ 0 h 956"/>
                      <a:gd name="T14" fmla="*/ 0 w 1180"/>
                      <a:gd name="T15" fmla="*/ 0 h 956"/>
                      <a:gd name="T16" fmla="*/ 0 w 1180"/>
                      <a:gd name="T17" fmla="*/ 0 h 956"/>
                      <a:gd name="T18" fmla="*/ 0 w 1180"/>
                      <a:gd name="T19" fmla="*/ 0 h 95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180" h="956">
                        <a:moveTo>
                          <a:pt x="499" y="7"/>
                        </a:moveTo>
                        <a:lnTo>
                          <a:pt x="0" y="780"/>
                        </a:lnTo>
                        <a:lnTo>
                          <a:pt x="134" y="885"/>
                        </a:lnTo>
                        <a:lnTo>
                          <a:pt x="366" y="920"/>
                        </a:lnTo>
                        <a:lnTo>
                          <a:pt x="534" y="956"/>
                        </a:lnTo>
                        <a:lnTo>
                          <a:pt x="829" y="949"/>
                        </a:lnTo>
                        <a:lnTo>
                          <a:pt x="1096" y="850"/>
                        </a:lnTo>
                        <a:lnTo>
                          <a:pt x="1180" y="801"/>
                        </a:lnTo>
                        <a:lnTo>
                          <a:pt x="668" y="0"/>
                        </a:lnTo>
                        <a:lnTo>
                          <a:pt x="499" y="7"/>
                        </a:lnTo>
                        <a:close/>
                      </a:path>
                    </a:pathLst>
                  </a:custGeom>
                  <a:solidFill>
                    <a:schemeClr val="bg1"/>
                  </a:solidFill>
                  <a:ln>
                    <a:noFill/>
                  </a:ln>
                  <a:effectLst/>
                  <a:extLst>
                    <a:ext uri="{91240B29-F687-4f45-9708-019B960494DF}">
                      <a14:hiddenLine xmlns="" xmlns:a14="http://schemas.microsoft.com/office/drawing/2010/main" w="19050" cmpd="sng">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104" name="Freeform 825">
                  <a:extLst>
                    <a:ext uri="{FF2B5EF4-FFF2-40B4-BE49-F238E27FC236}">
                      <a16:creationId xmlns:a16="http://schemas.microsoft.com/office/drawing/2014/main" id="{C06E7111-B442-654D-93DE-DCB036DF81BA}"/>
                    </a:ext>
                  </a:extLst>
                </p:cNvPr>
                <p:cNvSpPr>
                  <a:spLocks/>
                </p:cNvSpPr>
                <p:nvPr/>
              </p:nvSpPr>
              <p:spPr bwMode="auto">
                <a:xfrm>
                  <a:off x="2995" y="1615"/>
                  <a:ext cx="178" cy="129"/>
                </a:xfrm>
                <a:custGeom>
                  <a:avLst/>
                  <a:gdLst>
                    <a:gd name="T0" fmla="*/ 0 w 1180"/>
                    <a:gd name="T1" fmla="*/ 0 h 956"/>
                    <a:gd name="T2" fmla="*/ 0 w 1180"/>
                    <a:gd name="T3" fmla="*/ 0 h 956"/>
                    <a:gd name="T4" fmla="*/ 0 w 1180"/>
                    <a:gd name="T5" fmla="*/ 0 h 956"/>
                    <a:gd name="T6" fmla="*/ 0 w 1180"/>
                    <a:gd name="T7" fmla="*/ 0 h 956"/>
                    <a:gd name="T8" fmla="*/ 0 w 1180"/>
                    <a:gd name="T9" fmla="*/ 0 h 956"/>
                    <a:gd name="T10" fmla="*/ 0 w 1180"/>
                    <a:gd name="T11" fmla="*/ 0 h 956"/>
                    <a:gd name="T12" fmla="*/ 0 w 1180"/>
                    <a:gd name="T13" fmla="*/ 0 h 956"/>
                    <a:gd name="T14" fmla="*/ 0 w 1180"/>
                    <a:gd name="T15" fmla="*/ 0 h 956"/>
                    <a:gd name="T16" fmla="*/ 0 w 1180"/>
                    <a:gd name="T17" fmla="*/ 0 h 956"/>
                    <a:gd name="T18" fmla="*/ 0 w 1180"/>
                    <a:gd name="T19" fmla="*/ 0 h 95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180" h="956">
                      <a:moveTo>
                        <a:pt x="499" y="7"/>
                      </a:moveTo>
                      <a:lnTo>
                        <a:pt x="0" y="780"/>
                      </a:lnTo>
                      <a:lnTo>
                        <a:pt x="134" y="885"/>
                      </a:lnTo>
                      <a:lnTo>
                        <a:pt x="366" y="920"/>
                      </a:lnTo>
                      <a:lnTo>
                        <a:pt x="534" y="956"/>
                      </a:lnTo>
                      <a:lnTo>
                        <a:pt x="829" y="949"/>
                      </a:lnTo>
                      <a:lnTo>
                        <a:pt x="1096" y="850"/>
                      </a:lnTo>
                      <a:lnTo>
                        <a:pt x="1180" y="801"/>
                      </a:lnTo>
                      <a:lnTo>
                        <a:pt x="668" y="0"/>
                      </a:lnTo>
                      <a:lnTo>
                        <a:pt x="499" y="7"/>
                      </a:lnTo>
                      <a:close/>
                    </a:path>
                  </a:pathLst>
                </a:custGeom>
                <a:solidFill>
                  <a:schemeClr val="bg1"/>
                </a:solidFill>
                <a:ln w="19050" cmpd="sng">
                  <a:no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110" name="Group 783">
                <a:extLst>
                  <a:ext uri="{FF2B5EF4-FFF2-40B4-BE49-F238E27FC236}">
                    <a16:creationId xmlns:a16="http://schemas.microsoft.com/office/drawing/2014/main" id="{4E159764-D53A-B343-8E61-238FD6ACF010}"/>
                  </a:ext>
                </a:extLst>
              </p:cNvPr>
              <p:cNvGrpSpPr>
                <a:grpSpLocks/>
              </p:cNvGrpSpPr>
              <p:nvPr/>
            </p:nvGrpSpPr>
            <p:grpSpPr bwMode="auto">
              <a:xfrm>
                <a:off x="9122147" y="3619387"/>
                <a:ext cx="432400" cy="952614"/>
                <a:chOff x="3130" y="3288"/>
                <a:chExt cx="410" cy="742"/>
              </a:xfrm>
            </p:grpSpPr>
            <p:sp>
              <p:nvSpPr>
                <p:cNvPr id="111" name="Line 270">
                  <a:extLst>
                    <a:ext uri="{FF2B5EF4-FFF2-40B4-BE49-F238E27FC236}">
                      <a16:creationId xmlns:a16="http://schemas.microsoft.com/office/drawing/2014/main" id="{EF393024-E96E-BC4A-AFC7-770CCF687250}"/>
                    </a:ext>
                  </a:extLst>
                </p:cNvPr>
                <p:cNvSpPr>
                  <a:spLocks noChangeShapeType="1"/>
                </p:cNvSpPr>
                <p:nvPr/>
              </p:nvSpPr>
              <p:spPr bwMode="auto">
                <a:xfrm flipH="1">
                  <a:off x="3130" y="3288"/>
                  <a:ext cx="205" cy="67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2" name="Line 271">
                  <a:extLst>
                    <a:ext uri="{FF2B5EF4-FFF2-40B4-BE49-F238E27FC236}">
                      <a16:creationId xmlns:a16="http://schemas.microsoft.com/office/drawing/2014/main" id="{97A332F8-64CC-E54E-89A8-3A66296F2728}"/>
                    </a:ext>
                  </a:extLst>
                </p:cNvPr>
                <p:cNvSpPr>
                  <a:spLocks noChangeShapeType="1"/>
                </p:cNvSpPr>
                <p:nvPr/>
              </p:nvSpPr>
              <p:spPr bwMode="auto">
                <a:xfrm>
                  <a:off x="3335" y="3288"/>
                  <a:ext cx="205" cy="669"/>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3" name="Line 272">
                  <a:extLst>
                    <a:ext uri="{FF2B5EF4-FFF2-40B4-BE49-F238E27FC236}">
                      <a16:creationId xmlns:a16="http://schemas.microsoft.com/office/drawing/2014/main" id="{B89CE5D8-6AD0-234A-A17D-F831C5189113}"/>
                    </a:ext>
                  </a:extLst>
                </p:cNvPr>
                <p:cNvSpPr>
                  <a:spLocks noChangeShapeType="1"/>
                </p:cNvSpPr>
                <p:nvPr/>
              </p:nvSpPr>
              <p:spPr bwMode="auto">
                <a:xfrm>
                  <a:off x="3130" y="3957"/>
                  <a:ext cx="205" cy="7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4" name="Line 273">
                  <a:extLst>
                    <a:ext uri="{FF2B5EF4-FFF2-40B4-BE49-F238E27FC236}">
                      <a16:creationId xmlns:a16="http://schemas.microsoft.com/office/drawing/2014/main" id="{9B5C3397-523D-9644-BC85-607D66CD1094}"/>
                    </a:ext>
                  </a:extLst>
                </p:cNvPr>
                <p:cNvSpPr>
                  <a:spLocks noChangeShapeType="1"/>
                </p:cNvSpPr>
                <p:nvPr/>
              </p:nvSpPr>
              <p:spPr bwMode="auto">
                <a:xfrm flipH="1">
                  <a:off x="3335" y="3957"/>
                  <a:ext cx="205" cy="7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5" name="Line 274">
                  <a:extLst>
                    <a:ext uri="{FF2B5EF4-FFF2-40B4-BE49-F238E27FC236}">
                      <a16:creationId xmlns:a16="http://schemas.microsoft.com/office/drawing/2014/main" id="{12645991-B70B-2B48-998E-16E93B522100}"/>
                    </a:ext>
                  </a:extLst>
                </p:cNvPr>
                <p:cNvSpPr>
                  <a:spLocks noChangeShapeType="1"/>
                </p:cNvSpPr>
                <p:nvPr/>
              </p:nvSpPr>
              <p:spPr bwMode="auto">
                <a:xfrm>
                  <a:off x="3335" y="3303"/>
                  <a:ext cx="0" cy="72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6" name="Line 275">
                  <a:extLst>
                    <a:ext uri="{FF2B5EF4-FFF2-40B4-BE49-F238E27FC236}">
                      <a16:creationId xmlns:a16="http://schemas.microsoft.com/office/drawing/2014/main" id="{7A8C4036-0BF2-9840-B003-74195473F313}"/>
                    </a:ext>
                  </a:extLst>
                </p:cNvPr>
                <p:cNvSpPr>
                  <a:spLocks noChangeShapeType="1"/>
                </p:cNvSpPr>
                <p:nvPr/>
              </p:nvSpPr>
              <p:spPr bwMode="auto">
                <a:xfrm flipV="1">
                  <a:off x="3130" y="3888"/>
                  <a:ext cx="205" cy="7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7" name="Line 276">
                  <a:extLst>
                    <a:ext uri="{FF2B5EF4-FFF2-40B4-BE49-F238E27FC236}">
                      <a16:creationId xmlns:a16="http://schemas.microsoft.com/office/drawing/2014/main" id="{7CDA1E43-304C-074F-9E06-E93B37E49D15}"/>
                    </a:ext>
                  </a:extLst>
                </p:cNvPr>
                <p:cNvSpPr>
                  <a:spLocks noChangeShapeType="1"/>
                </p:cNvSpPr>
                <p:nvPr/>
              </p:nvSpPr>
              <p:spPr bwMode="auto">
                <a:xfrm flipH="1" flipV="1">
                  <a:off x="3335" y="3888"/>
                  <a:ext cx="205" cy="69"/>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8" name="Line 277">
                  <a:extLst>
                    <a:ext uri="{FF2B5EF4-FFF2-40B4-BE49-F238E27FC236}">
                      <a16:creationId xmlns:a16="http://schemas.microsoft.com/office/drawing/2014/main" id="{C7C89A76-158C-7E4B-9295-D1DFF6E09B9D}"/>
                    </a:ext>
                  </a:extLst>
                </p:cNvPr>
                <p:cNvSpPr>
                  <a:spLocks noChangeShapeType="1"/>
                </p:cNvSpPr>
                <p:nvPr/>
              </p:nvSpPr>
              <p:spPr bwMode="auto">
                <a:xfrm>
                  <a:off x="3217" y="3668"/>
                  <a:ext cx="118" cy="5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9" name="Line 278">
                  <a:extLst>
                    <a:ext uri="{FF2B5EF4-FFF2-40B4-BE49-F238E27FC236}">
                      <a16:creationId xmlns:a16="http://schemas.microsoft.com/office/drawing/2014/main" id="{2A9734CD-5DDC-B344-9909-F9F2B88967D1}"/>
                    </a:ext>
                  </a:extLst>
                </p:cNvPr>
                <p:cNvSpPr>
                  <a:spLocks noChangeShapeType="1"/>
                </p:cNvSpPr>
                <p:nvPr/>
              </p:nvSpPr>
              <p:spPr bwMode="auto">
                <a:xfrm flipV="1">
                  <a:off x="3335" y="3668"/>
                  <a:ext cx="124" cy="5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0" name="Line 279">
                  <a:extLst>
                    <a:ext uri="{FF2B5EF4-FFF2-40B4-BE49-F238E27FC236}">
                      <a16:creationId xmlns:a16="http://schemas.microsoft.com/office/drawing/2014/main" id="{7977226D-E060-384A-8FB2-4D4BA87F4ED0}"/>
                    </a:ext>
                  </a:extLst>
                </p:cNvPr>
                <p:cNvSpPr>
                  <a:spLocks noChangeShapeType="1"/>
                </p:cNvSpPr>
                <p:nvPr/>
              </p:nvSpPr>
              <p:spPr bwMode="auto">
                <a:xfrm>
                  <a:off x="3178" y="3766"/>
                  <a:ext cx="152" cy="7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1" name="Line 280">
                  <a:extLst>
                    <a:ext uri="{FF2B5EF4-FFF2-40B4-BE49-F238E27FC236}">
                      <a16:creationId xmlns:a16="http://schemas.microsoft.com/office/drawing/2014/main" id="{7BC5632D-E9C7-C34C-B3D8-2D5EDB4FD1F0}"/>
                    </a:ext>
                  </a:extLst>
                </p:cNvPr>
                <p:cNvSpPr>
                  <a:spLocks noChangeShapeType="1"/>
                </p:cNvSpPr>
                <p:nvPr/>
              </p:nvSpPr>
              <p:spPr bwMode="auto">
                <a:xfrm flipV="1">
                  <a:off x="3335" y="3781"/>
                  <a:ext cx="153" cy="6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2" name="Line 281">
                  <a:extLst>
                    <a:ext uri="{FF2B5EF4-FFF2-40B4-BE49-F238E27FC236}">
                      <a16:creationId xmlns:a16="http://schemas.microsoft.com/office/drawing/2014/main" id="{784FC5BE-6C9B-1641-8647-96A953320DBC}"/>
                    </a:ext>
                  </a:extLst>
                </p:cNvPr>
                <p:cNvSpPr>
                  <a:spLocks noChangeShapeType="1"/>
                </p:cNvSpPr>
                <p:nvPr/>
              </p:nvSpPr>
              <p:spPr bwMode="auto">
                <a:xfrm flipV="1">
                  <a:off x="3335" y="3567"/>
                  <a:ext cx="78" cy="2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3" name="Line 282">
                  <a:extLst>
                    <a:ext uri="{FF2B5EF4-FFF2-40B4-BE49-F238E27FC236}">
                      <a16:creationId xmlns:a16="http://schemas.microsoft.com/office/drawing/2014/main" id="{112A8FA7-D02F-1C4E-928A-458AE095C8B7}"/>
                    </a:ext>
                  </a:extLst>
                </p:cNvPr>
                <p:cNvSpPr>
                  <a:spLocks noChangeShapeType="1"/>
                </p:cNvSpPr>
                <p:nvPr/>
              </p:nvSpPr>
              <p:spPr bwMode="auto">
                <a:xfrm flipV="1">
                  <a:off x="3335" y="3428"/>
                  <a:ext cx="49" cy="2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4" name="Line 283">
                  <a:extLst>
                    <a:ext uri="{FF2B5EF4-FFF2-40B4-BE49-F238E27FC236}">
                      <a16:creationId xmlns:a16="http://schemas.microsoft.com/office/drawing/2014/main" id="{62B98988-D94E-9445-99A1-BDC64235BA77}"/>
                    </a:ext>
                  </a:extLst>
                </p:cNvPr>
                <p:cNvSpPr>
                  <a:spLocks noChangeShapeType="1"/>
                </p:cNvSpPr>
                <p:nvPr/>
              </p:nvSpPr>
              <p:spPr bwMode="auto">
                <a:xfrm>
                  <a:off x="3247" y="3558"/>
                  <a:ext cx="95" cy="3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5" name="Line 284">
                  <a:extLst>
                    <a:ext uri="{FF2B5EF4-FFF2-40B4-BE49-F238E27FC236}">
                      <a16:creationId xmlns:a16="http://schemas.microsoft.com/office/drawing/2014/main" id="{A9D2D73A-3D78-1145-AB93-BA57A4EAEB5B}"/>
                    </a:ext>
                  </a:extLst>
                </p:cNvPr>
                <p:cNvSpPr>
                  <a:spLocks noChangeShapeType="1"/>
                </p:cNvSpPr>
                <p:nvPr/>
              </p:nvSpPr>
              <p:spPr bwMode="auto">
                <a:xfrm>
                  <a:off x="3289" y="3422"/>
                  <a:ext cx="55" cy="3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grpSp>
          <p:nvGrpSpPr>
            <p:cNvPr id="525" name="Group 524">
              <a:extLst>
                <a:ext uri="{FF2B5EF4-FFF2-40B4-BE49-F238E27FC236}">
                  <a16:creationId xmlns:a16="http://schemas.microsoft.com/office/drawing/2014/main" id="{D6838F16-4A3C-DD46-9087-E9BB27216267}"/>
                </a:ext>
              </a:extLst>
            </p:cNvPr>
            <p:cNvGrpSpPr/>
            <p:nvPr/>
          </p:nvGrpSpPr>
          <p:grpSpPr>
            <a:xfrm>
              <a:off x="8405402" y="3099042"/>
              <a:ext cx="527285" cy="593983"/>
              <a:chOff x="8328836" y="2202873"/>
              <a:chExt cx="527285" cy="593983"/>
            </a:xfrm>
          </p:grpSpPr>
          <p:pic>
            <p:nvPicPr>
              <p:cNvPr id="154" name="Picture 653" descr="iphone_stylized_small">
                <a:extLst>
                  <a:ext uri="{FF2B5EF4-FFF2-40B4-BE49-F238E27FC236}">
                    <a16:creationId xmlns:a16="http://schemas.microsoft.com/office/drawing/2014/main" id="{FA77DB9E-F75E-434C-9D9B-6786CCA70D9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566432" y="2271663"/>
                <a:ext cx="180509" cy="5251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63" name="Group 850">
                <a:extLst>
                  <a:ext uri="{FF2B5EF4-FFF2-40B4-BE49-F238E27FC236}">
                    <a16:creationId xmlns:a16="http://schemas.microsoft.com/office/drawing/2014/main" id="{0DD913BC-2375-CA41-B393-8196AC67CF5D}"/>
                  </a:ext>
                </a:extLst>
              </p:cNvPr>
              <p:cNvGrpSpPr>
                <a:grpSpLocks/>
              </p:cNvGrpSpPr>
              <p:nvPr/>
            </p:nvGrpSpPr>
            <p:grpSpPr bwMode="auto">
              <a:xfrm>
                <a:off x="8328836" y="2202873"/>
                <a:ext cx="527285" cy="118466"/>
                <a:chOff x="2199" y="955"/>
                <a:chExt cx="2547" cy="506"/>
              </a:xfrm>
            </p:grpSpPr>
            <p:sp>
              <p:nvSpPr>
                <p:cNvPr id="164" name="Freeform 851">
                  <a:extLst>
                    <a:ext uri="{FF2B5EF4-FFF2-40B4-BE49-F238E27FC236}">
                      <a16:creationId xmlns:a16="http://schemas.microsoft.com/office/drawing/2014/main" id="{0A3B2890-63C0-1440-A3F8-44AC4E0DB90B}"/>
                    </a:ext>
                  </a:extLst>
                </p:cNvPr>
                <p:cNvSpPr>
                  <a:spLocks/>
                </p:cNvSpPr>
                <p:nvPr/>
              </p:nvSpPr>
              <p:spPr bwMode="auto">
                <a:xfrm>
                  <a:off x="2199" y="1166"/>
                  <a:ext cx="260" cy="281"/>
                </a:xfrm>
                <a:custGeom>
                  <a:avLst/>
                  <a:gdLst>
                    <a:gd name="T0" fmla="*/ 260 w 260"/>
                    <a:gd name="T1" fmla="*/ 0 h 281"/>
                    <a:gd name="T2" fmla="*/ 42 w 260"/>
                    <a:gd name="T3" fmla="*/ 112 h 281"/>
                    <a:gd name="T4" fmla="*/ 35 w 260"/>
                    <a:gd name="T5" fmla="*/ 211 h 281"/>
                    <a:gd name="T6" fmla="*/ 253 w 260"/>
                    <a:gd name="T7" fmla="*/ 281 h 28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0" h="281">
                      <a:moveTo>
                        <a:pt x="260" y="0"/>
                      </a:moveTo>
                      <a:cubicBezTo>
                        <a:pt x="224" y="19"/>
                        <a:pt x="79" y="77"/>
                        <a:pt x="42" y="112"/>
                      </a:cubicBezTo>
                      <a:cubicBezTo>
                        <a:pt x="5" y="143"/>
                        <a:pt x="0" y="183"/>
                        <a:pt x="35" y="211"/>
                      </a:cubicBezTo>
                      <a:cubicBezTo>
                        <a:pt x="70" y="239"/>
                        <a:pt x="208" y="266"/>
                        <a:pt x="253" y="281"/>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5" name="Freeform 852">
                  <a:extLst>
                    <a:ext uri="{FF2B5EF4-FFF2-40B4-BE49-F238E27FC236}">
                      <a16:creationId xmlns:a16="http://schemas.microsoft.com/office/drawing/2014/main" id="{A936340B-6216-054B-ABBB-93144592513F}"/>
                    </a:ext>
                  </a:extLst>
                </p:cNvPr>
                <p:cNvSpPr>
                  <a:spLocks/>
                </p:cNvSpPr>
                <p:nvPr/>
              </p:nvSpPr>
              <p:spPr bwMode="auto">
                <a:xfrm>
                  <a:off x="2482" y="1040"/>
                  <a:ext cx="900" cy="421"/>
                </a:xfrm>
                <a:custGeom>
                  <a:avLst/>
                  <a:gdLst>
                    <a:gd name="T0" fmla="*/ 531 w 900"/>
                    <a:gd name="T1" fmla="*/ 0 h 421"/>
                    <a:gd name="T2" fmla="*/ 279 w 900"/>
                    <a:gd name="T3" fmla="*/ 77 h 421"/>
                    <a:gd name="T4" fmla="*/ 68 w 900"/>
                    <a:gd name="T5" fmla="*/ 182 h 421"/>
                    <a:gd name="T6" fmla="*/ 33 w 900"/>
                    <a:gd name="T7" fmla="*/ 323 h 421"/>
                    <a:gd name="T8" fmla="*/ 328 w 900"/>
                    <a:gd name="T9" fmla="*/ 400 h 421"/>
                    <a:gd name="T10" fmla="*/ 812 w 900"/>
                    <a:gd name="T11" fmla="*/ 421 h 421"/>
                    <a:gd name="T12" fmla="*/ 855 w 900"/>
                    <a:gd name="T13" fmla="*/ 400 h 42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00" h="421">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6" name="Freeform 853">
                  <a:extLst>
                    <a:ext uri="{FF2B5EF4-FFF2-40B4-BE49-F238E27FC236}">
                      <a16:creationId xmlns:a16="http://schemas.microsoft.com/office/drawing/2014/main" id="{BC6D110B-6A56-E645-8A6E-0EAE48C6FB4D}"/>
                    </a:ext>
                  </a:extLst>
                </p:cNvPr>
                <p:cNvSpPr>
                  <a:spLocks/>
                </p:cNvSpPr>
                <p:nvPr/>
              </p:nvSpPr>
              <p:spPr bwMode="auto">
                <a:xfrm>
                  <a:off x="2782" y="1068"/>
                  <a:ext cx="428" cy="269"/>
                </a:xfrm>
                <a:custGeom>
                  <a:avLst/>
                  <a:gdLst>
                    <a:gd name="T0" fmla="*/ 428 w 428"/>
                    <a:gd name="T1" fmla="*/ 0 h 269"/>
                    <a:gd name="T2" fmla="*/ 217 w 428"/>
                    <a:gd name="T3" fmla="*/ 35 h 269"/>
                    <a:gd name="T4" fmla="*/ 21 w 428"/>
                    <a:gd name="T5" fmla="*/ 140 h 269"/>
                    <a:gd name="T6" fmla="*/ 91 w 428"/>
                    <a:gd name="T7" fmla="*/ 246 h 269"/>
                    <a:gd name="T8" fmla="*/ 231 w 428"/>
                    <a:gd name="T9" fmla="*/ 267 h 269"/>
                    <a:gd name="T10" fmla="*/ 414 w 428"/>
                    <a:gd name="T11" fmla="*/ 260 h 2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28" h="269">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7" name="Freeform 854">
                  <a:extLst>
                    <a:ext uri="{FF2B5EF4-FFF2-40B4-BE49-F238E27FC236}">
                      <a16:creationId xmlns:a16="http://schemas.microsoft.com/office/drawing/2014/main" id="{87BB582F-47C4-C14A-97F4-E44CFD9ADD8E}"/>
                    </a:ext>
                  </a:extLst>
                </p:cNvPr>
                <p:cNvSpPr>
                  <a:spLocks/>
                </p:cNvSpPr>
                <p:nvPr/>
              </p:nvSpPr>
              <p:spPr bwMode="auto">
                <a:xfrm>
                  <a:off x="3554" y="1075"/>
                  <a:ext cx="377" cy="239"/>
                </a:xfrm>
                <a:custGeom>
                  <a:avLst/>
                  <a:gdLst>
                    <a:gd name="T0" fmla="*/ 42 w 377"/>
                    <a:gd name="T1" fmla="*/ 239 h 239"/>
                    <a:gd name="T2" fmla="*/ 335 w 377"/>
                    <a:gd name="T3" fmla="*/ 146 h 239"/>
                    <a:gd name="T4" fmla="*/ 342 w 377"/>
                    <a:gd name="T5" fmla="*/ 47 h 239"/>
                    <a:gd name="T6" fmla="*/ 0 w 377"/>
                    <a:gd name="T7" fmla="*/ 0 h 23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77" h="239">
                      <a:moveTo>
                        <a:pt x="42" y="239"/>
                      </a:moveTo>
                      <a:cubicBezTo>
                        <a:pt x="89" y="224"/>
                        <a:pt x="285" y="178"/>
                        <a:pt x="335" y="146"/>
                      </a:cubicBezTo>
                      <a:cubicBezTo>
                        <a:pt x="372" y="115"/>
                        <a:pt x="377" y="75"/>
                        <a:pt x="342" y="47"/>
                      </a:cubicBezTo>
                      <a:cubicBezTo>
                        <a:pt x="286" y="23"/>
                        <a:pt x="71" y="10"/>
                        <a:pt x="0" y="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8" name="Freeform 855">
                  <a:extLst>
                    <a:ext uri="{FF2B5EF4-FFF2-40B4-BE49-F238E27FC236}">
                      <a16:creationId xmlns:a16="http://schemas.microsoft.com/office/drawing/2014/main" id="{9C57A89C-CE02-E746-A809-CF43F922127E}"/>
                    </a:ext>
                  </a:extLst>
                </p:cNvPr>
                <p:cNvSpPr>
                  <a:spLocks/>
                </p:cNvSpPr>
                <p:nvPr/>
              </p:nvSpPr>
              <p:spPr bwMode="auto">
                <a:xfrm>
                  <a:off x="3646" y="997"/>
                  <a:ext cx="660" cy="336"/>
                </a:xfrm>
                <a:custGeom>
                  <a:avLst/>
                  <a:gdLst>
                    <a:gd name="T0" fmla="*/ 390 w 646"/>
                    <a:gd name="T1" fmla="*/ 592 h 300"/>
                    <a:gd name="T2" fmla="*/ 555 w 646"/>
                    <a:gd name="T3" fmla="*/ 501 h 300"/>
                    <a:gd name="T4" fmla="*/ 690 w 646"/>
                    <a:gd name="T5" fmla="*/ 377 h 300"/>
                    <a:gd name="T6" fmla="*/ 713 w 646"/>
                    <a:gd name="T7" fmla="*/ 211 h 300"/>
                    <a:gd name="T8" fmla="*/ 522 w 646"/>
                    <a:gd name="T9" fmla="*/ 119 h 300"/>
                    <a:gd name="T10" fmla="*/ 0 w 646"/>
                    <a:gd name="T11" fmla="*/ 0 h 3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46" h="300">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9" name="Freeform 856">
                  <a:extLst>
                    <a:ext uri="{FF2B5EF4-FFF2-40B4-BE49-F238E27FC236}">
                      <a16:creationId xmlns:a16="http://schemas.microsoft.com/office/drawing/2014/main" id="{FDBAE25A-BB84-9244-B180-D26AB9237451}"/>
                    </a:ext>
                  </a:extLst>
                </p:cNvPr>
                <p:cNvSpPr>
                  <a:spLocks/>
                </p:cNvSpPr>
                <p:nvPr/>
              </p:nvSpPr>
              <p:spPr bwMode="auto">
                <a:xfrm>
                  <a:off x="4116" y="955"/>
                  <a:ext cx="630" cy="397"/>
                </a:xfrm>
                <a:custGeom>
                  <a:avLst/>
                  <a:gdLst>
                    <a:gd name="T0" fmla="*/ 320 w 630"/>
                    <a:gd name="T1" fmla="*/ 397 h 397"/>
                    <a:gd name="T2" fmla="*/ 468 w 630"/>
                    <a:gd name="T3" fmla="*/ 345 h 397"/>
                    <a:gd name="T4" fmla="*/ 590 w 630"/>
                    <a:gd name="T5" fmla="*/ 275 h 397"/>
                    <a:gd name="T6" fmla="*/ 611 w 630"/>
                    <a:gd name="T7" fmla="*/ 181 h 397"/>
                    <a:gd name="T8" fmla="*/ 439 w 630"/>
                    <a:gd name="T9" fmla="*/ 129 h 397"/>
                    <a:gd name="T10" fmla="*/ 0 w 630"/>
                    <a:gd name="T11" fmla="*/ 0 h 39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30" h="397">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grpSp>
          <p:nvGrpSpPr>
            <p:cNvPr id="526" name="Group 525">
              <a:extLst>
                <a:ext uri="{FF2B5EF4-FFF2-40B4-BE49-F238E27FC236}">
                  <a16:creationId xmlns:a16="http://schemas.microsoft.com/office/drawing/2014/main" id="{9AA7F5F4-C3F0-DE47-B448-A0D5329BF8F8}"/>
                </a:ext>
              </a:extLst>
            </p:cNvPr>
            <p:cNvGrpSpPr/>
            <p:nvPr/>
          </p:nvGrpSpPr>
          <p:grpSpPr>
            <a:xfrm>
              <a:off x="7856376" y="3838205"/>
              <a:ext cx="1062340" cy="341909"/>
              <a:chOff x="9561515" y="2748013"/>
              <a:chExt cx="1120341" cy="347863"/>
            </a:xfrm>
          </p:grpSpPr>
          <p:pic>
            <p:nvPicPr>
              <p:cNvPr id="151" name="Picture 603" descr="car_icon_small">
                <a:extLst>
                  <a:ext uri="{FF2B5EF4-FFF2-40B4-BE49-F238E27FC236}">
                    <a16:creationId xmlns:a16="http://schemas.microsoft.com/office/drawing/2014/main" id="{33C39A1D-A80E-064C-8859-82219AD6D56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561515" y="2826814"/>
                <a:ext cx="1120341" cy="269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70" name="Group 850">
                <a:extLst>
                  <a:ext uri="{FF2B5EF4-FFF2-40B4-BE49-F238E27FC236}">
                    <a16:creationId xmlns:a16="http://schemas.microsoft.com/office/drawing/2014/main" id="{A59911D2-E46E-9348-A949-1DF1D38ED547}"/>
                  </a:ext>
                </a:extLst>
              </p:cNvPr>
              <p:cNvGrpSpPr>
                <a:grpSpLocks/>
              </p:cNvGrpSpPr>
              <p:nvPr/>
            </p:nvGrpSpPr>
            <p:grpSpPr bwMode="auto">
              <a:xfrm>
                <a:off x="9788587" y="2748013"/>
                <a:ext cx="527285" cy="118466"/>
                <a:chOff x="2199" y="955"/>
                <a:chExt cx="2547" cy="506"/>
              </a:xfrm>
            </p:grpSpPr>
            <p:sp>
              <p:nvSpPr>
                <p:cNvPr id="171" name="Freeform 851">
                  <a:extLst>
                    <a:ext uri="{FF2B5EF4-FFF2-40B4-BE49-F238E27FC236}">
                      <a16:creationId xmlns:a16="http://schemas.microsoft.com/office/drawing/2014/main" id="{0C14BB78-0294-D54F-9DD1-C6F2EDA49B82}"/>
                    </a:ext>
                  </a:extLst>
                </p:cNvPr>
                <p:cNvSpPr>
                  <a:spLocks/>
                </p:cNvSpPr>
                <p:nvPr/>
              </p:nvSpPr>
              <p:spPr bwMode="auto">
                <a:xfrm>
                  <a:off x="2199" y="1166"/>
                  <a:ext cx="260" cy="281"/>
                </a:xfrm>
                <a:custGeom>
                  <a:avLst/>
                  <a:gdLst>
                    <a:gd name="T0" fmla="*/ 260 w 260"/>
                    <a:gd name="T1" fmla="*/ 0 h 281"/>
                    <a:gd name="T2" fmla="*/ 42 w 260"/>
                    <a:gd name="T3" fmla="*/ 112 h 281"/>
                    <a:gd name="T4" fmla="*/ 35 w 260"/>
                    <a:gd name="T5" fmla="*/ 211 h 281"/>
                    <a:gd name="T6" fmla="*/ 253 w 260"/>
                    <a:gd name="T7" fmla="*/ 281 h 28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0" h="281">
                      <a:moveTo>
                        <a:pt x="260" y="0"/>
                      </a:moveTo>
                      <a:cubicBezTo>
                        <a:pt x="224" y="19"/>
                        <a:pt x="79" y="77"/>
                        <a:pt x="42" y="112"/>
                      </a:cubicBezTo>
                      <a:cubicBezTo>
                        <a:pt x="5" y="143"/>
                        <a:pt x="0" y="183"/>
                        <a:pt x="35" y="211"/>
                      </a:cubicBezTo>
                      <a:cubicBezTo>
                        <a:pt x="70" y="239"/>
                        <a:pt x="208" y="266"/>
                        <a:pt x="253" y="281"/>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2" name="Freeform 852">
                  <a:extLst>
                    <a:ext uri="{FF2B5EF4-FFF2-40B4-BE49-F238E27FC236}">
                      <a16:creationId xmlns:a16="http://schemas.microsoft.com/office/drawing/2014/main" id="{55BB298B-A15C-B24A-B157-0358B8660088}"/>
                    </a:ext>
                  </a:extLst>
                </p:cNvPr>
                <p:cNvSpPr>
                  <a:spLocks/>
                </p:cNvSpPr>
                <p:nvPr/>
              </p:nvSpPr>
              <p:spPr bwMode="auto">
                <a:xfrm>
                  <a:off x="2482" y="1040"/>
                  <a:ext cx="900" cy="421"/>
                </a:xfrm>
                <a:custGeom>
                  <a:avLst/>
                  <a:gdLst>
                    <a:gd name="T0" fmla="*/ 531 w 900"/>
                    <a:gd name="T1" fmla="*/ 0 h 421"/>
                    <a:gd name="T2" fmla="*/ 279 w 900"/>
                    <a:gd name="T3" fmla="*/ 77 h 421"/>
                    <a:gd name="T4" fmla="*/ 68 w 900"/>
                    <a:gd name="T5" fmla="*/ 182 h 421"/>
                    <a:gd name="T6" fmla="*/ 33 w 900"/>
                    <a:gd name="T7" fmla="*/ 323 h 421"/>
                    <a:gd name="T8" fmla="*/ 328 w 900"/>
                    <a:gd name="T9" fmla="*/ 400 h 421"/>
                    <a:gd name="T10" fmla="*/ 812 w 900"/>
                    <a:gd name="T11" fmla="*/ 421 h 421"/>
                    <a:gd name="T12" fmla="*/ 855 w 900"/>
                    <a:gd name="T13" fmla="*/ 400 h 42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00" h="421">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3" name="Freeform 853">
                  <a:extLst>
                    <a:ext uri="{FF2B5EF4-FFF2-40B4-BE49-F238E27FC236}">
                      <a16:creationId xmlns:a16="http://schemas.microsoft.com/office/drawing/2014/main" id="{141EB67B-0F7A-374E-96B4-A369EE448973}"/>
                    </a:ext>
                  </a:extLst>
                </p:cNvPr>
                <p:cNvSpPr>
                  <a:spLocks/>
                </p:cNvSpPr>
                <p:nvPr/>
              </p:nvSpPr>
              <p:spPr bwMode="auto">
                <a:xfrm>
                  <a:off x="2782" y="1068"/>
                  <a:ext cx="428" cy="269"/>
                </a:xfrm>
                <a:custGeom>
                  <a:avLst/>
                  <a:gdLst>
                    <a:gd name="T0" fmla="*/ 428 w 428"/>
                    <a:gd name="T1" fmla="*/ 0 h 269"/>
                    <a:gd name="T2" fmla="*/ 217 w 428"/>
                    <a:gd name="T3" fmla="*/ 35 h 269"/>
                    <a:gd name="T4" fmla="*/ 21 w 428"/>
                    <a:gd name="T5" fmla="*/ 140 h 269"/>
                    <a:gd name="T6" fmla="*/ 91 w 428"/>
                    <a:gd name="T7" fmla="*/ 246 h 269"/>
                    <a:gd name="T8" fmla="*/ 231 w 428"/>
                    <a:gd name="T9" fmla="*/ 267 h 269"/>
                    <a:gd name="T10" fmla="*/ 414 w 428"/>
                    <a:gd name="T11" fmla="*/ 260 h 2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28" h="269">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4" name="Freeform 854">
                  <a:extLst>
                    <a:ext uri="{FF2B5EF4-FFF2-40B4-BE49-F238E27FC236}">
                      <a16:creationId xmlns:a16="http://schemas.microsoft.com/office/drawing/2014/main" id="{ACA4D0C6-74D9-FD45-A60A-768D96892338}"/>
                    </a:ext>
                  </a:extLst>
                </p:cNvPr>
                <p:cNvSpPr>
                  <a:spLocks/>
                </p:cNvSpPr>
                <p:nvPr/>
              </p:nvSpPr>
              <p:spPr bwMode="auto">
                <a:xfrm>
                  <a:off x="3554" y="1075"/>
                  <a:ext cx="377" cy="239"/>
                </a:xfrm>
                <a:custGeom>
                  <a:avLst/>
                  <a:gdLst>
                    <a:gd name="T0" fmla="*/ 42 w 377"/>
                    <a:gd name="T1" fmla="*/ 239 h 239"/>
                    <a:gd name="T2" fmla="*/ 335 w 377"/>
                    <a:gd name="T3" fmla="*/ 146 h 239"/>
                    <a:gd name="T4" fmla="*/ 342 w 377"/>
                    <a:gd name="T5" fmla="*/ 47 h 239"/>
                    <a:gd name="T6" fmla="*/ 0 w 377"/>
                    <a:gd name="T7" fmla="*/ 0 h 23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77" h="239">
                      <a:moveTo>
                        <a:pt x="42" y="239"/>
                      </a:moveTo>
                      <a:cubicBezTo>
                        <a:pt x="89" y="224"/>
                        <a:pt x="285" y="178"/>
                        <a:pt x="335" y="146"/>
                      </a:cubicBezTo>
                      <a:cubicBezTo>
                        <a:pt x="372" y="115"/>
                        <a:pt x="377" y="75"/>
                        <a:pt x="342" y="47"/>
                      </a:cubicBezTo>
                      <a:cubicBezTo>
                        <a:pt x="286" y="23"/>
                        <a:pt x="71" y="10"/>
                        <a:pt x="0" y="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5" name="Freeform 855">
                  <a:extLst>
                    <a:ext uri="{FF2B5EF4-FFF2-40B4-BE49-F238E27FC236}">
                      <a16:creationId xmlns:a16="http://schemas.microsoft.com/office/drawing/2014/main" id="{2C29AE09-F70C-834E-81F1-8458E86CFB60}"/>
                    </a:ext>
                  </a:extLst>
                </p:cNvPr>
                <p:cNvSpPr>
                  <a:spLocks/>
                </p:cNvSpPr>
                <p:nvPr/>
              </p:nvSpPr>
              <p:spPr bwMode="auto">
                <a:xfrm>
                  <a:off x="3646" y="997"/>
                  <a:ext cx="660" cy="336"/>
                </a:xfrm>
                <a:custGeom>
                  <a:avLst/>
                  <a:gdLst>
                    <a:gd name="T0" fmla="*/ 390 w 646"/>
                    <a:gd name="T1" fmla="*/ 592 h 300"/>
                    <a:gd name="T2" fmla="*/ 555 w 646"/>
                    <a:gd name="T3" fmla="*/ 501 h 300"/>
                    <a:gd name="T4" fmla="*/ 690 w 646"/>
                    <a:gd name="T5" fmla="*/ 377 h 300"/>
                    <a:gd name="T6" fmla="*/ 713 w 646"/>
                    <a:gd name="T7" fmla="*/ 211 h 300"/>
                    <a:gd name="T8" fmla="*/ 522 w 646"/>
                    <a:gd name="T9" fmla="*/ 119 h 300"/>
                    <a:gd name="T10" fmla="*/ 0 w 646"/>
                    <a:gd name="T11" fmla="*/ 0 h 3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46" h="300">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6" name="Freeform 856">
                  <a:extLst>
                    <a:ext uri="{FF2B5EF4-FFF2-40B4-BE49-F238E27FC236}">
                      <a16:creationId xmlns:a16="http://schemas.microsoft.com/office/drawing/2014/main" id="{7DF8543E-A029-FF4D-8570-1F1561369C62}"/>
                    </a:ext>
                  </a:extLst>
                </p:cNvPr>
                <p:cNvSpPr>
                  <a:spLocks/>
                </p:cNvSpPr>
                <p:nvPr/>
              </p:nvSpPr>
              <p:spPr bwMode="auto">
                <a:xfrm>
                  <a:off x="4116" y="955"/>
                  <a:ext cx="630" cy="397"/>
                </a:xfrm>
                <a:custGeom>
                  <a:avLst/>
                  <a:gdLst>
                    <a:gd name="T0" fmla="*/ 320 w 630"/>
                    <a:gd name="T1" fmla="*/ 397 h 397"/>
                    <a:gd name="T2" fmla="*/ 468 w 630"/>
                    <a:gd name="T3" fmla="*/ 345 h 397"/>
                    <a:gd name="T4" fmla="*/ 590 w 630"/>
                    <a:gd name="T5" fmla="*/ 275 h 397"/>
                    <a:gd name="T6" fmla="*/ 611 w 630"/>
                    <a:gd name="T7" fmla="*/ 181 h 397"/>
                    <a:gd name="T8" fmla="*/ 439 w 630"/>
                    <a:gd name="T9" fmla="*/ 129 h 397"/>
                    <a:gd name="T10" fmla="*/ 0 w 630"/>
                    <a:gd name="T11" fmla="*/ 0 h 39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30" h="397">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cxnSp>
            <p:nvCxnSpPr>
              <p:cNvPr id="514" name="Straight Connector 513">
                <a:extLst>
                  <a:ext uri="{FF2B5EF4-FFF2-40B4-BE49-F238E27FC236}">
                    <a16:creationId xmlns:a16="http://schemas.microsoft.com/office/drawing/2014/main" id="{D836A7FE-71EF-AE45-913D-6B411C646596}"/>
                  </a:ext>
                </a:extLst>
              </p:cNvPr>
              <p:cNvCxnSpPr/>
              <p:nvPr/>
            </p:nvCxnSpPr>
            <p:spPr>
              <a:xfrm>
                <a:off x="10032156" y="2798664"/>
                <a:ext cx="31623" cy="13689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517" name="Group 516">
              <a:extLst>
                <a:ext uri="{FF2B5EF4-FFF2-40B4-BE49-F238E27FC236}">
                  <a16:creationId xmlns:a16="http://schemas.microsoft.com/office/drawing/2014/main" id="{AEC62089-4CCC-E141-AC3C-36C166B8E09C}"/>
                </a:ext>
              </a:extLst>
            </p:cNvPr>
            <p:cNvGrpSpPr/>
            <p:nvPr/>
          </p:nvGrpSpPr>
          <p:grpSpPr>
            <a:xfrm>
              <a:off x="9731765" y="3463179"/>
              <a:ext cx="502369" cy="512348"/>
              <a:chOff x="7341491" y="2307905"/>
              <a:chExt cx="509280" cy="439573"/>
            </a:xfrm>
          </p:grpSpPr>
          <p:grpSp>
            <p:nvGrpSpPr>
              <p:cNvPr id="126" name="Group 125">
                <a:extLst>
                  <a:ext uri="{FF2B5EF4-FFF2-40B4-BE49-F238E27FC236}">
                    <a16:creationId xmlns:a16="http://schemas.microsoft.com/office/drawing/2014/main" id="{DD901445-2578-E74A-AB6E-D336861DE9B9}"/>
                  </a:ext>
                </a:extLst>
              </p:cNvPr>
              <p:cNvGrpSpPr/>
              <p:nvPr/>
            </p:nvGrpSpPr>
            <p:grpSpPr>
              <a:xfrm>
                <a:off x="7341491" y="2426725"/>
                <a:ext cx="509280" cy="320753"/>
                <a:chOff x="7458407" y="2414528"/>
                <a:chExt cx="509280" cy="320753"/>
              </a:xfrm>
            </p:grpSpPr>
            <p:pic>
              <p:nvPicPr>
                <p:cNvPr id="128" name="Picture 1018" descr="laptop_keyboard">
                  <a:extLst>
                    <a:ext uri="{FF2B5EF4-FFF2-40B4-BE49-F238E27FC236}">
                      <a16:creationId xmlns:a16="http://schemas.microsoft.com/office/drawing/2014/main" id="{27AA9BC0-B9AF-FC45-AEDF-D414C68DEB4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rot="109064" flipH="1">
                  <a:off x="7458407" y="2575770"/>
                  <a:ext cx="437221" cy="1595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9" name="Freeform 1019">
                  <a:extLst>
                    <a:ext uri="{FF2B5EF4-FFF2-40B4-BE49-F238E27FC236}">
                      <a16:creationId xmlns:a16="http://schemas.microsoft.com/office/drawing/2014/main" id="{7176C226-BF44-6649-950B-948E667590BD}"/>
                    </a:ext>
                  </a:extLst>
                </p:cNvPr>
                <p:cNvSpPr>
                  <a:spLocks/>
                </p:cNvSpPr>
                <p:nvPr/>
              </p:nvSpPr>
              <p:spPr bwMode="auto">
                <a:xfrm>
                  <a:off x="7603304" y="2420984"/>
                  <a:ext cx="351919" cy="208167"/>
                </a:xfrm>
                <a:custGeom>
                  <a:avLst/>
                  <a:gdLst>
                    <a:gd name="T0" fmla="*/ 775798119 w 2982"/>
                    <a:gd name="T1" fmla="*/ 0 h 2442"/>
                    <a:gd name="T2" fmla="*/ 0 w 2982"/>
                    <a:gd name="T3" fmla="*/ 211226083 h 2442"/>
                    <a:gd name="T4" fmla="*/ 2147483646 w 2982"/>
                    <a:gd name="T5" fmla="*/ 263880059 h 2442"/>
                    <a:gd name="T6" fmla="*/ 2147483646 w 2982"/>
                    <a:gd name="T7" fmla="*/ 52653891 h 2442"/>
                    <a:gd name="T8" fmla="*/ 775798119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30" name="Picture 1020" descr="screen">
                  <a:extLst>
                    <a:ext uri="{FF2B5EF4-FFF2-40B4-BE49-F238E27FC236}">
                      <a16:creationId xmlns:a16="http://schemas.microsoft.com/office/drawing/2014/main" id="{A1384515-5D36-E044-BC1F-52436C5BCAB3}"/>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620637" y="2426338"/>
                  <a:ext cx="319785" cy="1894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1" name="Freeform 1021">
                  <a:extLst>
                    <a:ext uri="{FF2B5EF4-FFF2-40B4-BE49-F238E27FC236}">
                      <a16:creationId xmlns:a16="http://schemas.microsoft.com/office/drawing/2014/main" id="{3598EC29-E280-F746-B36D-588439E6DCA9}"/>
                    </a:ext>
                  </a:extLst>
                </p:cNvPr>
                <p:cNvSpPr>
                  <a:spLocks/>
                </p:cNvSpPr>
                <p:nvPr/>
              </p:nvSpPr>
              <p:spPr bwMode="auto">
                <a:xfrm>
                  <a:off x="7667378" y="2414843"/>
                  <a:ext cx="298167" cy="38736"/>
                </a:xfrm>
                <a:custGeom>
                  <a:avLst/>
                  <a:gdLst>
                    <a:gd name="T0" fmla="*/ 193616298 w 2528"/>
                    <a:gd name="T1" fmla="*/ 0 h 455"/>
                    <a:gd name="T2" fmla="*/ 2147483646 w 2528"/>
                    <a:gd name="T3" fmla="*/ 52445139 h 455"/>
                    <a:gd name="T4" fmla="*/ 2147483646 w 2528"/>
                    <a:gd name="T5" fmla="*/ 52445139 h 455"/>
                    <a:gd name="T6" fmla="*/ 0 w 2528"/>
                    <a:gd name="T7" fmla="*/ 52445139 h 455"/>
                    <a:gd name="T8" fmla="*/ 193616298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2" name="Freeform 1022">
                  <a:extLst>
                    <a:ext uri="{FF2B5EF4-FFF2-40B4-BE49-F238E27FC236}">
                      <a16:creationId xmlns:a16="http://schemas.microsoft.com/office/drawing/2014/main" id="{F9DCA515-22F0-1E48-9019-A84C0C1F8085}"/>
                    </a:ext>
                  </a:extLst>
                </p:cNvPr>
                <p:cNvSpPr>
                  <a:spLocks/>
                </p:cNvSpPr>
                <p:nvPr/>
              </p:nvSpPr>
              <p:spPr bwMode="auto">
                <a:xfrm>
                  <a:off x="7600188" y="2414528"/>
                  <a:ext cx="82770" cy="161243"/>
                </a:xfrm>
                <a:custGeom>
                  <a:avLst/>
                  <a:gdLst>
                    <a:gd name="T0" fmla="*/ 773664160 w 702"/>
                    <a:gd name="T1" fmla="*/ 0 h 1893"/>
                    <a:gd name="T2" fmla="*/ 0 w 702"/>
                    <a:gd name="T3" fmla="*/ 210739916 h 1893"/>
                    <a:gd name="T4" fmla="*/ 193416040 w 702"/>
                    <a:gd name="T5" fmla="*/ 210739916 h 1893"/>
                    <a:gd name="T6" fmla="*/ 967080200 w 702"/>
                    <a:gd name="T7" fmla="*/ 52529017 h 1893"/>
                    <a:gd name="T8" fmla="*/ 773664160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3" name="Freeform 1023">
                  <a:extLst>
                    <a:ext uri="{FF2B5EF4-FFF2-40B4-BE49-F238E27FC236}">
                      <a16:creationId xmlns:a16="http://schemas.microsoft.com/office/drawing/2014/main" id="{8E442298-4994-1142-A6C6-3903018E7A64}"/>
                    </a:ext>
                  </a:extLst>
                </p:cNvPr>
                <p:cNvSpPr>
                  <a:spLocks/>
                </p:cNvSpPr>
                <p:nvPr/>
              </p:nvSpPr>
              <p:spPr bwMode="auto">
                <a:xfrm>
                  <a:off x="7874205" y="2443344"/>
                  <a:ext cx="89197" cy="186122"/>
                </a:xfrm>
                <a:custGeom>
                  <a:avLst/>
                  <a:gdLst>
                    <a:gd name="T0" fmla="*/ 969024527 w 756"/>
                    <a:gd name="T1" fmla="*/ 0 h 2184"/>
                    <a:gd name="T2" fmla="*/ 193802074 w 756"/>
                    <a:gd name="T3" fmla="*/ 263660221 h 2184"/>
                    <a:gd name="T4" fmla="*/ 0 w 756"/>
                    <a:gd name="T5" fmla="*/ 263660221 h 2184"/>
                    <a:gd name="T6" fmla="*/ 775222454 w 756"/>
                    <a:gd name="T7" fmla="*/ 52610059 h 2184"/>
                    <a:gd name="T8" fmla="*/ 969024527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4" name="Freeform 1024">
                  <a:extLst>
                    <a:ext uri="{FF2B5EF4-FFF2-40B4-BE49-F238E27FC236}">
                      <a16:creationId xmlns:a16="http://schemas.microsoft.com/office/drawing/2014/main" id="{8CC776D6-5663-BF46-A106-69B421106FE5}"/>
                    </a:ext>
                  </a:extLst>
                </p:cNvPr>
                <p:cNvSpPr>
                  <a:spLocks/>
                </p:cNvSpPr>
                <p:nvPr/>
              </p:nvSpPr>
              <p:spPr bwMode="auto">
                <a:xfrm>
                  <a:off x="7599214" y="2567582"/>
                  <a:ext cx="327185" cy="62828"/>
                </a:xfrm>
                <a:custGeom>
                  <a:avLst/>
                  <a:gdLst>
                    <a:gd name="T0" fmla="*/ 193829444 w 2773"/>
                    <a:gd name="T1" fmla="*/ 0 h 738"/>
                    <a:gd name="T2" fmla="*/ 0 w 2773"/>
                    <a:gd name="T3" fmla="*/ 52443587 h 738"/>
                    <a:gd name="T4" fmla="*/ 2147483646 w 2773"/>
                    <a:gd name="T5" fmla="*/ 104894411 h 738"/>
                    <a:gd name="T6" fmla="*/ 2147483646 w 2773"/>
                    <a:gd name="T7" fmla="*/ 52443587 h 738"/>
                    <a:gd name="T8" fmla="*/ 193829444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5" name="Freeform 1025">
                  <a:extLst>
                    <a:ext uri="{FF2B5EF4-FFF2-40B4-BE49-F238E27FC236}">
                      <a16:creationId xmlns:a16="http://schemas.microsoft.com/office/drawing/2014/main" id="{D55E08AE-23F1-214A-8BD5-F87052809921}"/>
                    </a:ext>
                  </a:extLst>
                </p:cNvPr>
                <p:cNvSpPr>
                  <a:spLocks/>
                </p:cNvSpPr>
                <p:nvPr/>
              </p:nvSpPr>
              <p:spPr bwMode="auto">
                <a:xfrm>
                  <a:off x="7884138" y="2444918"/>
                  <a:ext cx="83549" cy="186909"/>
                </a:xfrm>
                <a:custGeom>
                  <a:avLst/>
                  <a:gdLst>
                    <a:gd name="T0" fmla="*/ 2147483646 w 637"/>
                    <a:gd name="T1" fmla="*/ 0 h 1659"/>
                    <a:gd name="T2" fmla="*/ 2147483646 w 637"/>
                    <a:gd name="T3" fmla="*/ 0 h 1659"/>
                    <a:gd name="T4" fmla="*/ 295581541 w 637"/>
                    <a:gd name="T5" fmla="*/ 2147483646 h 1659"/>
                    <a:gd name="T6" fmla="*/ 0 w 637"/>
                    <a:gd name="T7" fmla="*/ 2147483646 h 1659"/>
                    <a:gd name="T8" fmla="*/ 2147483646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6" name="Freeform 1026">
                  <a:extLst>
                    <a:ext uri="{FF2B5EF4-FFF2-40B4-BE49-F238E27FC236}">
                      <a16:creationId xmlns:a16="http://schemas.microsoft.com/office/drawing/2014/main" id="{8CB649A3-8BDF-E747-A414-CDEA46401309}"/>
                    </a:ext>
                  </a:extLst>
                </p:cNvPr>
                <p:cNvSpPr>
                  <a:spLocks/>
                </p:cNvSpPr>
                <p:nvPr/>
              </p:nvSpPr>
              <p:spPr bwMode="auto">
                <a:xfrm>
                  <a:off x="7599603" y="2575928"/>
                  <a:ext cx="290961" cy="62041"/>
                </a:xfrm>
                <a:custGeom>
                  <a:avLst/>
                  <a:gdLst>
                    <a:gd name="T0" fmla="*/ 0 w 2216"/>
                    <a:gd name="T1" fmla="*/ 0 h 550"/>
                    <a:gd name="T2" fmla="*/ 296523134 w 2216"/>
                    <a:gd name="T3" fmla="*/ 324379338 h 550"/>
                    <a:gd name="T4" fmla="*/ 2147483646 w 2216"/>
                    <a:gd name="T5" fmla="*/ 2147483646 h 550"/>
                    <a:gd name="T6" fmla="*/ 2147483646 w 2216"/>
                    <a:gd name="T7" fmla="*/ 2147483646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137" name="Group 1027">
                  <a:extLst>
                    <a:ext uri="{FF2B5EF4-FFF2-40B4-BE49-F238E27FC236}">
                      <a16:creationId xmlns:a16="http://schemas.microsoft.com/office/drawing/2014/main" id="{8424DCB7-60B5-7949-BF2B-46C1177C8DB3}"/>
                    </a:ext>
                  </a:extLst>
                </p:cNvPr>
                <p:cNvGrpSpPr>
                  <a:grpSpLocks/>
                </p:cNvGrpSpPr>
                <p:nvPr/>
              </p:nvGrpSpPr>
              <p:grpSpPr bwMode="auto">
                <a:xfrm>
                  <a:off x="7594735" y="2642220"/>
                  <a:ext cx="98740" cy="36846"/>
                  <a:chOff x="1740" y="2642"/>
                  <a:chExt cx="752" cy="327"/>
                </a:xfrm>
              </p:grpSpPr>
              <p:sp>
                <p:nvSpPr>
                  <p:cNvPr id="144" name="Freeform 1028">
                    <a:extLst>
                      <a:ext uri="{FF2B5EF4-FFF2-40B4-BE49-F238E27FC236}">
                        <a16:creationId xmlns:a16="http://schemas.microsoft.com/office/drawing/2014/main" id="{2FE98928-41C9-8D41-A287-45BCF42D0979}"/>
                      </a:ext>
                    </a:extLst>
                  </p:cNvPr>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5" name="Freeform 1029">
                    <a:extLst>
                      <a:ext uri="{FF2B5EF4-FFF2-40B4-BE49-F238E27FC236}">
                        <a16:creationId xmlns:a16="http://schemas.microsoft.com/office/drawing/2014/main" id="{838D3DA7-E057-3346-864B-5082E4403A8D}"/>
                      </a:ext>
                    </a:extLst>
                  </p:cNvPr>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6" name="Freeform 1030">
                    <a:extLst>
                      <a:ext uri="{FF2B5EF4-FFF2-40B4-BE49-F238E27FC236}">
                        <a16:creationId xmlns:a16="http://schemas.microsoft.com/office/drawing/2014/main" id="{61E88B83-952F-C24F-8123-5FF21D78D066}"/>
                      </a:ext>
                    </a:extLst>
                  </p:cNvPr>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7" name="Freeform 1031">
                    <a:extLst>
                      <a:ext uri="{FF2B5EF4-FFF2-40B4-BE49-F238E27FC236}">
                        <a16:creationId xmlns:a16="http://schemas.microsoft.com/office/drawing/2014/main" id="{12CA5741-2D5F-B242-8E25-CA7F3C179BDF}"/>
                      </a:ext>
                    </a:extLst>
                  </p:cNvPr>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8" name="Freeform 1032">
                    <a:extLst>
                      <a:ext uri="{FF2B5EF4-FFF2-40B4-BE49-F238E27FC236}">
                        <a16:creationId xmlns:a16="http://schemas.microsoft.com/office/drawing/2014/main" id="{6D94FDC2-2CEC-124C-9643-9FBD7AD07BB5}"/>
                      </a:ext>
                    </a:extLst>
                  </p:cNvPr>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9" name="Freeform 1033">
                    <a:extLst>
                      <a:ext uri="{FF2B5EF4-FFF2-40B4-BE49-F238E27FC236}">
                        <a16:creationId xmlns:a16="http://schemas.microsoft.com/office/drawing/2014/main" id="{D7942E49-B3B0-2945-94EE-E8F1B6FCB0F4}"/>
                      </a:ext>
                    </a:extLst>
                  </p:cNvPr>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138" name="Freeform 1034">
                  <a:extLst>
                    <a:ext uri="{FF2B5EF4-FFF2-40B4-BE49-F238E27FC236}">
                      <a16:creationId xmlns:a16="http://schemas.microsoft.com/office/drawing/2014/main" id="{FD3D4085-DD0A-D547-ABF1-A7510D1A4CFD}"/>
                    </a:ext>
                  </a:extLst>
                </p:cNvPr>
                <p:cNvSpPr>
                  <a:spLocks/>
                </p:cNvSpPr>
                <p:nvPr/>
              </p:nvSpPr>
              <p:spPr bwMode="auto">
                <a:xfrm>
                  <a:off x="7763780" y="2647731"/>
                  <a:ext cx="119578" cy="80936"/>
                </a:xfrm>
                <a:custGeom>
                  <a:avLst/>
                  <a:gdLst>
                    <a:gd name="T0" fmla="*/ 213221464 w 990"/>
                    <a:gd name="T1" fmla="*/ 1090686587 h 792"/>
                    <a:gd name="T2" fmla="*/ 1915477586 w 990"/>
                    <a:gd name="T3" fmla="*/ 0 h 792"/>
                    <a:gd name="T4" fmla="*/ 1915477586 w 990"/>
                    <a:gd name="T5" fmla="*/ 108859840 h 792"/>
                    <a:gd name="T6" fmla="*/ 0 w 990"/>
                    <a:gd name="T7" fmla="*/ 1090686587 h 792"/>
                    <a:gd name="T8" fmla="*/ 213221464 w 990"/>
                    <a:gd name="T9" fmla="*/ 1090686587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9" name="Freeform 1035">
                  <a:extLst>
                    <a:ext uri="{FF2B5EF4-FFF2-40B4-BE49-F238E27FC236}">
                      <a16:creationId xmlns:a16="http://schemas.microsoft.com/office/drawing/2014/main" id="{0BFDF49B-A9BF-934A-910F-F26A5134B366}"/>
                    </a:ext>
                  </a:extLst>
                </p:cNvPr>
                <p:cNvSpPr>
                  <a:spLocks/>
                </p:cNvSpPr>
                <p:nvPr/>
              </p:nvSpPr>
              <p:spPr bwMode="auto">
                <a:xfrm>
                  <a:off x="7458602" y="2654187"/>
                  <a:ext cx="305957" cy="73850"/>
                </a:xfrm>
                <a:custGeom>
                  <a:avLst/>
                  <a:gdLst>
                    <a:gd name="T0" fmla="*/ 213486572 w 2532"/>
                    <a:gd name="T1" fmla="*/ 0 h 723"/>
                    <a:gd name="T2" fmla="*/ 213486572 w 2532"/>
                    <a:gd name="T3" fmla="*/ 0 h 723"/>
                    <a:gd name="T4" fmla="*/ 2147483646 w 2532"/>
                    <a:gd name="T5" fmla="*/ 979380008 h 723"/>
                    <a:gd name="T6" fmla="*/ 2147483646 w 2532"/>
                    <a:gd name="T7" fmla="*/ 1088085165 h 723"/>
                    <a:gd name="T8" fmla="*/ 0 w 2532"/>
                    <a:gd name="T9" fmla="*/ 108705259 h 723"/>
                    <a:gd name="T10" fmla="*/ 213486572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0" name="Freeform 1036">
                  <a:extLst>
                    <a:ext uri="{FF2B5EF4-FFF2-40B4-BE49-F238E27FC236}">
                      <a16:creationId xmlns:a16="http://schemas.microsoft.com/office/drawing/2014/main" id="{21F4B59D-5D85-964E-BDDE-E5E86FF6961B}"/>
                    </a:ext>
                  </a:extLst>
                </p:cNvPr>
                <p:cNvSpPr>
                  <a:spLocks/>
                </p:cNvSpPr>
                <p:nvPr/>
              </p:nvSpPr>
              <p:spPr bwMode="auto">
                <a:xfrm>
                  <a:off x="7458797" y="2640645"/>
                  <a:ext cx="3311" cy="14959"/>
                </a:xfrm>
                <a:custGeom>
                  <a:avLst/>
                  <a:gdLst>
                    <a:gd name="T0" fmla="*/ 262278191 w 26"/>
                    <a:gd name="T1" fmla="*/ 107489981 h 147"/>
                    <a:gd name="T2" fmla="*/ 262278191 w 26"/>
                    <a:gd name="T3" fmla="*/ 214969480 h 147"/>
                    <a:gd name="T4" fmla="*/ 0 w 26"/>
                    <a:gd name="T5" fmla="*/ 214969480 h 147"/>
                    <a:gd name="T6" fmla="*/ 262278191 w 26"/>
                    <a:gd name="T7" fmla="*/ 0 h 147"/>
                    <a:gd name="T8" fmla="*/ 262278191 w 26"/>
                    <a:gd name="T9" fmla="*/ 107489981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1" name="Freeform 1037">
                  <a:extLst>
                    <a:ext uri="{FF2B5EF4-FFF2-40B4-BE49-F238E27FC236}">
                      <a16:creationId xmlns:a16="http://schemas.microsoft.com/office/drawing/2014/main" id="{298DF50A-C343-D34F-9CBE-3627C25C7211}"/>
                    </a:ext>
                  </a:extLst>
                </p:cNvPr>
                <p:cNvSpPr>
                  <a:spLocks/>
                </p:cNvSpPr>
                <p:nvPr/>
              </p:nvSpPr>
              <p:spPr bwMode="auto">
                <a:xfrm>
                  <a:off x="7458992" y="2579707"/>
                  <a:ext cx="142170" cy="61883"/>
                </a:xfrm>
                <a:custGeom>
                  <a:avLst/>
                  <a:gdLst>
                    <a:gd name="T0" fmla="*/ 2136125890 w 1176"/>
                    <a:gd name="T1" fmla="*/ 0 h 606"/>
                    <a:gd name="T2" fmla="*/ 0 w 1176"/>
                    <a:gd name="T3" fmla="*/ 870000945 h 606"/>
                    <a:gd name="T4" fmla="*/ 213789467 w 1176"/>
                    <a:gd name="T5" fmla="*/ 870000945 h 606"/>
                    <a:gd name="T6" fmla="*/ 2136125890 w 1176"/>
                    <a:gd name="T7" fmla="*/ 108617123 h 606"/>
                    <a:gd name="T8" fmla="*/ 2136125890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2" name="Freeform 1038">
                  <a:extLst>
                    <a:ext uri="{FF2B5EF4-FFF2-40B4-BE49-F238E27FC236}">
                      <a16:creationId xmlns:a16="http://schemas.microsoft.com/office/drawing/2014/main" id="{CB753F3D-F63E-E249-8C26-0B99126FF2FD}"/>
                    </a:ext>
                  </a:extLst>
                </p:cNvPr>
                <p:cNvSpPr>
                  <a:spLocks/>
                </p:cNvSpPr>
                <p:nvPr/>
              </p:nvSpPr>
              <p:spPr bwMode="auto">
                <a:xfrm>
                  <a:off x="7468535" y="2643795"/>
                  <a:ext cx="290182" cy="71016"/>
                </a:xfrm>
                <a:custGeom>
                  <a:avLst/>
                  <a:gdLst>
                    <a:gd name="T0" fmla="*/ 173112702 w 2532"/>
                    <a:gd name="T1" fmla="*/ 0 h 723"/>
                    <a:gd name="T2" fmla="*/ 173112702 w 2532"/>
                    <a:gd name="T3" fmla="*/ 0 h 723"/>
                    <a:gd name="T4" fmla="*/ 2069773885 w 2532"/>
                    <a:gd name="T5" fmla="*/ 558173482 h 723"/>
                    <a:gd name="T6" fmla="*/ 2069773885 w 2532"/>
                    <a:gd name="T7" fmla="*/ 558173482 h 723"/>
                    <a:gd name="T8" fmla="*/ 0 w 2532"/>
                    <a:gd name="T9" fmla="*/ 92871346 h 723"/>
                    <a:gd name="T10" fmla="*/ 173112702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3" name="Freeform 1039">
                  <a:extLst>
                    <a:ext uri="{FF2B5EF4-FFF2-40B4-BE49-F238E27FC236}">
                      <a16:creationId xmlns:a16="http://schemas.microsoft.com/office/drawing/2014/main" id="{6E91FD67-A892-364A-97CA-C6EE03DEF08C}"/>
                    </a:ext>
                  </a:extLst>
                </p:cNvPr>
                <p:cNvSpPr>
                  <a:spLocks/>
                </p:cNvSpPr>
                <p:nvPr/>
              </p:nvSpPr>
              <p:spPr bwMode="auto">
                <a:xfrm flipV="1">
                  <a:off x="7758327" y="2638756"/>
                  <a:ext cx="118410" cy="73535"/>
                </a:xfrm>
                <a:custGeom>
                  <a:avLst/>
                  <a:gdLst>
                    <a:gd name="T0" fmla="*/ 0 w 2532"/>
                    <a:gd name="T1" fmla="*/ 0 h 723"/>
                    <a:gd name="T2" fmla="*/ 0 w 2532"/>
                    <a:gd name="T3" fmla="*/ 0 h 723"/>
                    <a:gd name="T4" fmla="*/ 0 w 2532"/>
                    <a:gd name="T5" fmla="*/ 962694895 h 723"/>
                    <a:gd name="T6" fmla="*/ 0 w 2532"/>
                    <a:gd name="T7" fmla="*/ 962694895 h 723"/>
                    <a:gd name="T8" fmla="*/ 0 w 2532"/>
                    <a:gd name="T9" fmla="*/ 107314314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156" name="Group 850">
                <a:extLst>
                  <a:ext uri="{FF2B5EF4-FFF2-40B4-BE49-F238E27FC236}">
                    <a16:creationId xmlns:a16="http://schemas.microsoft.com/office/drawing/2014/main" id="{02A8867F-D007-AE4F-B03F-660C78A1244E}"/>
                  </a:ext>
                </a:extLst>
              </p:cNvPr>
              <p:cNvGrpSpPr>
                <a:grpSpLocks/>
              </p:cNvGrpSpPr>
              <p:nvPr/>
            </p:nvGrpSpPr>
            <p:grpSpPr bwMode="auto">
              <a:xfrm>
                <a:off x="7408527" y="2307905"/>
                <a:ext cx="399726" cy="74090"/>
                <a:chOff x="2199" y="955"/>
                <a:chExt cx="2547" cy="506"/>
              </a:xfrm>
            </p:grpSpPr>
            <p:sp>
              <p:nvSpPr>
                <p:cNvPr id="157" name="Freeform 851">
                  <a:extLst>
                    <a:ext uri="{FF2B5EF4-FFF2-40B4-BE49-F238E27FC236}">
                      <a16:creationId xmlns:a16="http://schemas.microsoft.com/office/drawing/2014/main" id="{4460B147-19FD-ED40-A3B7-0F7EE0A57AAC}"/>
                    </a:ext>
                  </a:extLst>
                </p:cNvPr>
                <p:cNvSpPr>
                  <a:spLocks/>
                </p:cNvSpPr>
                <p:nvPr/>
              </p:nvSpPr>
              <p:spPr bwMode="auto">
                <a:xfrm>
                  <a:off x="2199" y="1166"/>
                  <a:ext cx="260" cy="281"/>
                </a:xfrm>
                <a:custGeom>
                  <a:avLst/>
                  <a:gdLst>
                    <a:gd name="T0" fmla="*/ 260 w 260"/>
                    <a:gd name="T1" fmla="*/ 0 h 281"/>
                    <a:gd name="T2" fmla="*/ 42 w 260"/>
                    <a:gd name="T3" fmla="*/ 112 h 281"/>
                    <a:gd name="T4" fmla="*/ 35 w 260"/>
                    <a:gd name="T5" fmla="*/ 211 h 281"/>
                    <a:gd name="T6" fmla="*/ 253 w 260"/>
                    <a:gd name="T7" fmla="*/ 281 h 28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0" h="281">
                      <a:moveTo>
                        <a:pt x="260" y="0"/>
                      </a:moveTo>
                      <a:cubicBezTo>
                        <a:pt x="224" y="19"/>
                        <a:pt x="79" y="77"/>
                        <a:pt x="42" y="112"/>
                      </a:cubicBezTo>
                      <a:cubicBezTo>
                        <a:pt x="5" y="143"/>
                        <a:pt x="0" y="183"/>
                        <a:pt x="35" y="211"/>
                      </a:cubicBezTo>
                      <a:cubicBezTo>
                        <a:pt x="70" y="239"/>
                        <a:pt x="208" y="266"/>
                        <a:pt x="253" y="281"/>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8" name="Freeform 852">
                  <a:extLst>
                    <a:ext uri="{FF2B5EF4-FFF2-40B4-BE49-F238E27FC236}">
                      <a16:creationId xmlns:a16="http://schemas.microsoft.com/office/drawing/2014/main" id="{13E6A2E8-520D-9749-9BFE-80F719C48DEA}"/>
                    </a:ext>
                  </a:extLst>
                </p:cNvPr>
                <p:cNvSpPr>
                  <a:spLocks/>
                </p:cNvSpPr>
                <p:nvPr/>
              </p:nvSpPr>
              <p:spPr bwMode="auto">
                <a:xfrm>
                  <a:off x="2482" y="1040"/>
                  <a:ext cx="900" cy="421"/>
                </a:xfrm>
                <a:custGeom>
                  <a:avLst/>
                  <a:gdLst>
                    <a:gd name="T0" fmla="*/ 531 w 900"/>
                    <a:gd name="T1" fmla="*/ 0 h 421"/>
                    <a:gd name="T2" fmla="*/ 279 w 900"/>
                    <a:gd name="T3" fmla="*/ 77 h 421"/>
                    <a:gd name="T4" fmla="*/ 68 w 900"/>
                    <a:gd name="T5" fmla="*/ 182 h 421"/>
                    <a:gd name="T6" fmla="*/ 33 w 900"/>
                    <a:gd name="T7" fmla="*/ 323 h 421"/>
                    <a:gd name="T8" fmla="*/ 328 w 900"/>
                    <a:gd name="T9" fmla="*/ 400 h 421"/>
                    <a:gd name="T10" fmla="*/ 812 w 900"/>
                    <a:gd name="T11" fmla="*/ 421 h 421"/>
                    <a:gd name="T12" fmla="*/ 855 w 900"/>
                    <a:gd name="T13" fmla="*/ 400 h 42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00" h="421">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9" name="Freeform 853">
                  <a:extLst>
                    <a:ext uri="{FF2B5EF4-FFF2-40B4-BE49-F238E27FC236}">
                      <a16:creationId xmlns:a16="http://schemas.microsoft.com/office/drawing/2014/main" id="{EE3C2BDD-616C-AB4F-B41E-A0418E3456DA}"/>
                    </a:ext>
                  </a:extLst>
                </p:cNvPr>
                <p:cNvSpPr>
                  <a:spLocks/>
                </p:cNvSpPr>
                <p:nvPr/>
              </p:nvSpPr>
              <p:spPr bwMode="auto">
                <a:xfrm>
                  <a:off x="2782" y="1068"/>
                  <a:ext cx="428" cy="269"/>
                </a:xfrm>
                <a:custGeom>
                  <a:avLst/>
                  <a:gdLst>
                    <a:gd name="T0" fmla="*/ 428 w 428"/>
                    <a:gd name="T1" fmla="*/ 0 h 269"/>
                    <a:gd name="T2" fmla="*/ 217 w 428"/>
                    <a:gd name="T3" fmla="*/ 35 h 269"/>
                    <a:gd name="T4" fmla="*/ 21 w 428"/>
                    <a:gd name="T5" fmla="*/ 140 h 269"/>
                    <a:gd name="T6" fmla="*/ 91 w 428"/>
                    <a:gd name="T7" fmla="*/ 246 h 269"/>
                    <a:gd name="T8" fmla="*/ 231 w 428"/>
                    <a:gd name="T9" fmla="*/ 267 h 269"/>
                    <a:gd name="T10" fmla="*/ 414 w 428"/>
                    <a:gd name="T11" fmla="*/ 260 h 2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28" h="269">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0" name="Freeform 854">
                  <a:extLst>
                    <a:ext uri="{FF2B5EF4-FFF2-40B4-BE49-F238E27FC236}">
                      <a16:creationId xmlns:a16="http://schemas.microsoft.com/office/drawing/2014/main" id="{F4D786B4-49B0-364F-BC7F-0D534B21ED7F}"/>
                    </a:ext>
                  </a:extLst>
                </p:cNvPr>
                <p:cNvSpPr>
                  <a:spLocks/>
                </p:cNvSpPr>
                <p:nvPr/>
              </p:nvSpPr>
              <p:spPr bwMode="auto">
                <a:xfrm>
                  <a:off x="3554" y="1075"/>
                  <a:ext cx="377" cy="239"/>
                </a:xfrm>
                <a:custGeom>
                  <a:avLst/>
                  <a:gdLst>
                    <a:gd name="T0" fmla="*/ 42 w 377"/>
                    <a:gd name="T1" fmla="*/ 239 h 239"/>
                    <a:gd name="T2" fmla="*/ 335 w 377"/>
                    <a:gd name="T3" fmla="*/ 146 h 239"/>
                    <a:gd name="T4" fmla="*/ 342 w 377"/>
                    <a:gd name="T5" fmla="*/ 47 h 239"/>
                    <a:gd name="T6" fmla="*/ 0 w 377"/>
                    <a:gd name="T7" fmla="*/ 0 h 23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77" h="239">
                      <a:moveTo>
                        <a:pt x="42" y="239"/>
                      </a:moveTo>
                      <a:cubicBezTo>
                        <a:pt x="89" y="224"/>
                        <a:pt x="285" y="178"/>
                        <a:pt x="335" y="146"/>
                      </a:cubicBezTo>
                      <a:cubicBezTo>
                        <a:pt x="372" y="115"/>
                        <a:pt x="377" y="75"/>
                        <a:pt x="342" y="47"/>
                      </a:cubicBezTo>
                      <a:cubicBezTo>
                        <a:pt x="286" y="23"/>
                        <a:pt x="71" y="10"/>
                        <a:pt x="0" y="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1" name="Freeform 855">
                  <a:extLst>
                    <a:ext uri="{FF2B5EF4-FFF2-40B4-BE49-F238E27FC236}">
                      <a16:creationId xmlns:a16="http://schemas.microsoft.com/office/drawing/2014/main" id="{DA18CE26-E66F-7A43-901C-8DB0512D7546}"/>
                    </a:ext>
                  </a:extLst>
                </p:cNvPr>
                <p:cNvSpPr>
                  <a:spLocks/>
                </p:cNvSpPr>
                <p:nvPr/>
              </p:nvSpPr>
              <p:spPr bwMode="auto">
                <a:xfrm>
                  <a:off x="3646" y="997"/>
                  <a:ext cx="660" cy="336"/>
                </a:xfrm>
                <a:custGeom>
                  <a:avLst/>
                  <a:gdLst>
                    <a:gd name="T0" fmla="*/ 390 w 646"/>
                    <a:gd name="T1" fmla="*/ 592 h 300"/>
                    <a:gd name="T2" fmla="*/ 555 w 646"/>
                    <a:gd name="T3" fmla="*/ 501 h 300"/>
                    <a:gd name="T4" fmla="*/ 690 w 646"/>
                    <a:gd name="T5" fmla="*/ 377 h 300"/>
                    <a:gd name="T6" fmla="*/ 713 w 646"/>
                    <a:gd name="T7" fmla="*/ 211 h 300"/>
                    <a:gd name="T8" fmla="*/ 522 w 646"/>
                    <a:gd name="T9" fmla="*/ 119 h 300"/>
                    <a:gd name="T10" fmla="*/ 0 w 646"/>
                    <a:gd name="T11" fmla="*/ 0 h 3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46" h="300">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2" name="Freeform 856">
                  <a:extLst>
                    <a:ext uri="{FF2B5EF4-FFF2-40B4-BE49-F238E27FC236}">
                      <a16:creationId xmlns:a16="http://schemas.microsoft.com/office/drawing/2014/main" id="{258D91CA-3C65-0945-B397-447D80E3D211}"/>
                    </a:ext>
                  </a:extLst>
                </p:cNvPr>
                <p:cNvSpPr>
                  <a:spLocks/>
                </p:cNvSpPr>
                <p:nvPr/>
              </p:nvSpPr>
              <p:spPr bwMode="auto">
                <a:xfrm>
                  <a:off x="4116" y="955"/>
                  <a:ext cx="630" cy="397"/>
                </a:xfrm>
                <a:custGeom>
                  <a:avLst/>
                  <a:gdLst>
                    <a:gd name="T0" fmla="*/ 320 w 630"/>
                    <a:gd name="T1" fmla="*/ 397 h 397"/>
                    <a:gd name="T2" fmla="*/ 468 w 630"/>
                    <a:gd name="T3" fmla="*/ 345 h 397"/>
                    <a:gd name="T4" fmla="*/ 590 w 630"/>
                    <a:gd name="T5" fmla="*/ 275 h 397"/>
                    <a:gd name="T6" fmla="*/ 611 w 630"/>
                    <a:gd name="T7" fmla="*/ 181 h 397"/>
                    <a:gd name="T8" fmla="*/ 439 w 630"/>
                    <a:gd name="T9" fmla="*/ 129 h 397"/>
                    <a:gd name="T10" fmla="*/ 0 w 630"/>
                    <a:gd name="T11" fmla="*/ 0 h 39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30" h="397">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cxnSp>
            <p:nvCxnSpPr>
              <p:cNvPr id="182" name="Straight Connector 181">
                <a:extLst>
                  <a:ext uri="{FF2B5EF4-FFF2-40B4-BE49-F238E27FC236}">
                    <a16:creationId xmlns:a16="http://schemas.microsoft.com/office/drawing/2014/main" id="{40D64F1E-CB1A-A646-B422-FB171B402306}"/>
                  </a:ext>
                </a:extLst>
              </p:cNvPr>
              <p:cNvCxnSpPr>
                <a:cxnSpLocks/>
              </p:cNvCxnSpPr>
              <p:nvPr/>
            </p:nvCxnSpPr>
            <p:spPr>
              <a:xfrm flipH="1">
                <a:off x="7594314" y="2366481"/>
                <a:ext cx="39385" cy="7020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0" name="Group 9">
              <a:extLst>
                <a:ext uri="{FF2B5EF4-FFF2-40B4-BE49-F238E27FC236}">
                  <a16:creationId xmlns:a16="http://schemas.microsoft.com/office/drawing/2014/main" id="{88837365-7D27-2B4C-8382-E851F65D2180}"/>
                </a:ext>
              </a:extLst>
            </p:cNvPr>
            <p:cNvGrpSpPr/>
            <p:nvPr/>
          </p:nvGrpSpPr>
          <p:grpSpPr>
            <a:xfrm>
              <a:off x="10268203" y="3452676"/>
              <a:ext cx="1415984" cy="1643535"/>
              <a:chOff x="10249542" y="3676610"/>
              <a:chExt cx="1415984" cy="1643535"/>
            </a:xfrm>
          </p:grpSpPr>
          <p:sp>
            <p:nvSpPr>
              <p:cNvPr id="7" name="Line 435">
                <a:extLst>
                  <a:ext uri="{FF2B5EF4-FFF2-40B4-BE49-F238E27FC236}">
                    <a16:creationId xmlns:a16="http://schemas.microsoft.com/office/drawing/2014/main" id="{BDE1E373-F1A0-C247-A16F-51FD5086ACA0}"/>
                  </a:ext>
                </a:extLst>
              </p:cNvPr>
              <p:cNvSpPr>
                <a:spLocks noChangeShapeType="1"/>
              </p:cNvSpPr>
              <p:nvPr/>
            </p:nvSpPr>
            <p:spPr bwMode="auto">
              <a:xfrm flipH="1">
                <a:off x="11319747" y="4049486"/>
                <a:ext cx="7615" cy="356080"/>
              </a:xfrm>
              <a:prstGeom prst="line">
                <a:avLst/>
              </a:prstGeom>
              <a:noFill/>
              <a:ln w="19050">
                <a:solidFill>
                  <a:srgbClr val="E4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Line 436">
                <a:extLst>
                  <a:ext uri="{FF2B5EF4-FFF2-40B4-BE49-F238E27FC236}">
                    <a16:creationId xmlns:a16="http://schemas.microsoft.com/office/drawing/2014/main" id="{016BF512-7EEE-8E45-A51E-2C57B59762CA}"/>
                  </a:ext>
                </a:extLst>
              </p:cNvPr>
              <p:cNvSpPr>
                <a:spLocks noChangeShapeType="1"/>
              </p:cNvSpPr>
              <p:nvPr/>
            </p:nvSpPr>
            <p:spPr bwMode="auto">
              <a:xfrm flipV="1">
                <a:off x="10658519" y="4487840"/>
                <a:ext cx="518620" cy="173119"/>
              </a:xfrm>
              <a:prstGeom prst="line">
                <a:avLst/>
              </a:prstGeom>
              <a:noFill/>
              <a:ln w="19050">
                <a:solidFill>
                  <a:srgbClr val="E4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Line 439">
                <a:extLst>
                  <a:ext uri="{FF2B5EF4-FFF2-40B4-BE49-F238E27FC236}">
                    <a16:creationId xmlns:a16="http://schemas.microsoft.com/office/drawing/2014/main" id="{3EB85E7D-B15D-694B-9BA3-E67818C25BE0}"/>
                  </a:ext>
                </a:extLst>
              </p:cNvPr>
              <p:cNvSpPr>
                <a:spLocks noChangeShapeType="1"/>
              </p:cNvSpPr>
              <p:nvPr/>
            </p:nvSpPr>
            <p:spPr bwMode="auto">
              <a:xfrm flipH="1">
                <a:off x="11201006" y="4473187"/>
                <a:ext cx="127931" cy="524238"/>
              </a:xfrm>
              <a:prstGeom prst="line">
                <a:avLst/>
              </a:prstGeom>
              <a:noFill/>
              <a:ln w="19050">
                <a:solidFill>
                  <a:srgbClr val="E4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11" name="Group 10">
                <a:extLst>
                  <a:ext uri="{FF2B5EF4-FFF2-40B4-BE49-F238E27FC236}">
                    <a16:creationId xmlns:a16="http://schemas.microsoft.com/office/drawing/2014/main" id="{C4292F10-EFDE-C646-BCE0-43E3D3F0B73B}"/>
                  </a:ext>
                </a:extLst>
              </p:cNvPr>
              <p:cNvGrpSpPr/>
              <p:nvPr/>
            </p:nvGrpSpPr>
            <p:grpSpPr>
              <a:xfrm>
                <a:off x="11084522" y="4291738"/>
                <a:ext cx="581004" cy="299152"/>
                <a:chOff x="3668110" y="2448910"/>
                <a:chExt cx="3794234" cy="2165130"/>
              </a:xfrm>
            </p:grpSpPr>
            <p:sp>
              <p:nvSpPr>
                <p:cNvPr id="12" name="Rectangle 11">
                  <a:extLst>
                    <a:ext uri="{FF2B5EF4-FFF2-40B4-BE49-F238E27FC236}">
                      <a16:creationId xmlns:a16="http://schemas.microsoft.com/office/drawing/2014/main" id="{7072EAAC-2851-D649-B728-FC09C1749859}"/>
                    </a:ext>
                  </a:extLst>
                </p:cNvPr>
                <p:cNvSpPr/>
                <p:nvPr/>
              </p:nvSpPr>
              <p:spPr>
                <a:xfrm>
                  <a:off x="3668110" y="3741409"/>
                  <a:ext cx="3780587" cy="872631"/>
                </a:xfrm>
                <a:prstGeom prst="rect">
                  <a:avLst/>
                </a:prstGeom>
                <a:gradFill>
                  <a:gsLst>
                    <a:gs pos="0">
                      <a:srgbClr val="B8C2C9"/>
                    </a:gs>
                    <a:gs pos="21000">
                      <a:schemeClr val="bg1"/>
                    </a:gs>
                    <a:gs pos="60000">
                      <a:srgbClr val="D6DCE0"/>
                    </a:gs>
                    <a:gs pos="100000">
                      <a:srgbClr val="B8C2C9"/>
                    </a:gs>
                  </a:gsLst>
                  <a:lin ang="0" scaled="0"/>
                </a:gradFill>
                <a:ln w="6350">
                  <a:solidFill>
                    <a:srgbClr val="E4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3" name="Freeform 12">
                  <a:extLst>
                    <a:ext uri="{FF2B5EF4-FFF2-40B4-BE49-F238E27FC236}">
                      <a16:creationId xmlns:a16="http://schemas.microsoft.com/office/drawing/2014/main" id="{13513B34-6DF2-0042-82EF-D16C2B12A3A9}"/>
                    </a:ext>
                  </a:extLst>
                </p:cNvPr>
                <p:cNvSpPr/>
                <p:nvPr/>
              </p:nvSpPr>
              <p:spPr>
                <a:xfrm>
                  <a:off x="3678620" y="2448910"/>
                  <a:ext cx="3783724" cy="1324303"/>
                </a:xfrm>
                <a:custGeom>
                  <a:avLst/>
                  <a:gdLst>
                    <a:gd name="connsiteX0" fmla="*/ 0 w 3783724"/>
                    <a:gd name="connsiteY0" fmla="*/ 1313793 h 1324303"/>
                    <a:gd name="connsiteX1" fmla="*/ 0 w 3783724"/>
                    <a:gd name="connsiteY1" fmla="*/ 1313793 h 1324303"/>
                    <a:gd name="connsiteX2" fmla="*/ 252248 w 3783724"/>
                    <a:gd name="connsiteY2" fmla="*/ 0 h 1324303"/>
                    <a:gd name="connsiteX3" fmla="*/ 3415862 w 3783724"/>
                    <a:gd name="connsiteY3" fmla="*/ 21020 h 1324303"/>
                    <a:gd name="connsiteX4" fmla="*/ 3783724 w 3783724"/>
                    <a:gd name="connsiteY4" fmla="*/ 1324303 h 1324303"/>
                    <a:gd name="connsiteX5" fmla="*/ 0 w 3783724"/>
                    <a:gd name="connsiteY5" fmla="*/ 1313793 h 1324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83724" h="1324303">
                      <a:moveTo>
                        <a:pt x="0" y="1313793"/>
                      </a:moveTo>
                      <a:lnTo>
                        <a:pt x="0" y="1313793"/>
                      </a:lnTo>
                      <a:lnTo>
                        <a:pt x="252248" y="0"/>
                      </a:lnTo>
                      <a:lnTo>
                        <a:pt x="3415862" y="21020"/>
                      </a:lnTo>
                      <a:lnTo>
                        <a:pt x="3783724" y="1324303"/>
                      </a:lnTo>
                      <a:lnTo>
                        <a:pt x="0" y="1313793"/>
                      </a:lnTo>
                      <a:close/>
                    </a:path>
                  </a:pathLst>
                </a:custGeom>
                <a:solidFill>
                  <a:srgbClr val="B8C2C9"/>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nvGrpSpPr>
                <p:cNvPr id="14" name="Group 13">
                  <a:extLst>
                    <a:ext uri="{FF2B5EF4-FFF2-40B4-BE49-F238E27FC236}">
                      <a16:creationId xmlns:a16="http://schemas.microsoft.com/office/drawing/2014/main" id="{4C14FCDE-EE37-724B-91B1-B35B8FBFB9DE}"/>
                    </a:ext>
                  </a:extLst>
                </p:cNvPr>
                <p:cNvGrpSpPr/>
                <p:nvPr/>
              </p:nvGrpSpPr>
              <p:grpSpPr>
                <a:xfrm>
                  <a:off x="3941378" y="2603243"/>
                  <a:ext cx="3202061" cy="1066110"/>
                  <a:chOff x="7939341" y="3037317"/>
                  <a:chExt cx="897649" cy="353919"/>
                </a:xfrm>
              </p:grpSpPr>
              <p:sp>
                <p:nvSpPr>
                  <p:cNvPr id="15" name="Freeform 14">
                    <a:extLst>
                      <a:ext uri="{FF2B5EF4-FFF2-40B4-BE49-F238E27FC236}">
                        <a16:creationId xmlns:a16="http://schemas.microsoft.com/office/drawing/2014/main" id="{9D758CB1-341F-F142-A3E4-0C5D7F4A1330}"/>
                      </a:ext>
                    </a:extLst>
                  </p:cNvPr>
                  <p:cNvSpPr/>
                  <p:nvPr/>
                </p:nvSpPr>
                <p:spPr>
                  <a:xfrm>
                    <a:off x="7964170" y="30373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C000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6" name="Freeform 15">
                    <a:extLst>
                      <a:ext uri="{FF2B5EF4-FFF2-40B4-BE49-F238E27FC236}">
                        <a16:creationId xmlns:a16="http://schemas.microsoft.com/office/drawing/2014/main" id="{E96245B3-01A7-014E-9BA1-7FF47814682F}"/>
                      </a:ext>
                    </a:extLst>
                  </p:cNvPr>
                  <p:cNvSpPr/>
                  <p:nvPr/>
                </p:nvSpPr>
                <p:spPr>
                  <a:xfrm>
                    <a:off x="8519948" y="32067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C000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7" name="Freeform 16">
                    <a:extLst>
                      <a:ext uri="{FF2B5EF4-FFF2-40B4-BE49-F238E27FC236}">
                        <a16:creationId xmlns:a16="http://schemas.microsoft.com/office/drawing/2014/main" id="{61DDD58F-B6AD-AD4C-B3E4-BAFA003044B7}"/>
                      </a:ext>
                    </a:extLst>
                  </p:cNvPr>
                  <p:cNvSpPr/>
                  <p:nvPr/>
                </p:nvSpPr>
                <p:spPr>
                  <a:xfrm>
                    <a:off x="7939341" y="32067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C000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8" name="Freeform 17">
                    <a:extLst>
                      <a:ext uri="{FF2B5EF4-FFF2-40B4-BE49-F238E27FC236}">
                        <a16:creationId xmlns:a16="http://schemas.microsoft.com/office/drawing/2014/main" id="{30F6942C-3B5A-C543-85D8-24BF9990A9C5}"/>
                      </a:ext>
                    </a:extLst>
                  </p:cNvPr>
                  <p:cNvSpPr/>
                  <p:nvPr/>
                </p:nvSpPr>
                <p:spPr>
                  <a:xfrm>
                    <a:off x="8047413" y="31234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EC86A6"/>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19" name="Group 590">
                <a:extLst>
                  <a:ext uri="{FF2B5EF4-FFF2-40B4-BE49-F238E27FC236}">
                    <a16:creationId xmlns:a16="http://schemas.microsoft.com/office/drawing/2014/main" id="{303C6DB6-B1E2-884C-BBB8-EC1A99AC6277}"/>
                  </a:ext>
                </a:extLst>
              </p:cNvPr>
              <p:cNvGrpSpPr>
                <a:grpSpLocks/>
              </p:cNvGrpSpPr>
              <p:nvPr/>
            </p:nvGrpSpPr>
            <p:grpSpPr bwMode="auto">
              <a:xfrm flipH="1">
                <a:off x="10917985" y="3676610"/>
                <a:ext cx="649485" cy="571200"/>
                <a:chOff x="2839" y="3501"/>
                <a:chExt cx="755" cy="803"/>
              </a:xfrm>
            </p:grpSpPr>
            <p:pic>
              <p:nvPicPr>
                <p:cNvPr id="20" name="Picture 591" descr="desktop_computer_stylized_medium">
                  <a:extLst>
                    <a:ext uri="{FF2B5EF4-FFF2-40B4-BE49-F238E27FC236}">
                      <a16:creationId xmlns:a16="http://schemas.microsoft.com/office/drawing/2014/main" id="{63D2D7F9-5192-C24A-82A4-B0EA6FAD6C60}"/>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 name="Freeform 592">
                  <a:extLst>
                    <a:ext uri="{FF2B5EF4-FFF2-40B4-BE49-F238E27FC236}">
                      <a16:creationId xmlns:a16="http://schemas.microsoft.com/office/drawing/2014/main" id="{CE876DBC-21CF-AE4B-919D-7AE28D5D03CD}"/>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22" name="Group 590">
                <a:extLst>
                  <a:ext uri="{FF2B5EF4-FFF2-40B4-BE49-F238E27FC236}">
                    <a16:creationId xmlns:a16="http://schemas.microsoft.com/office/drawing/2014/main" id="{91392431-0A58-5644-AA3F-947CE467E6FE}"/>
                  </a:ext>
                </a:extLst>
              </p:cNvPr>
              <p:cNvGrpSpPr>
                <a:grpSpLocks/>
              </p:cNvGrpSpPr>
              <p:nvPr/>
            </p:nvGrpSpPr>
            <p:grpSpPr bwMode="auto">
              <a:xfrm flipH="1">
                <a:off x="10249542" y="4410101"/>
                <a:ext cx="649485" cy="571200"/>
                <a:chOff x="2839" y="3501"/>
                <a:chExt cx="755" cy="803"/>
              </a:xfrm>
            </p:grpSpPr>
            <p:pic>
              <p:nvPicPr>
                <p:cNvPr id="23" name="Picture 591" descr="desktop_computer_stylized_medium">
                  <a:extLst>
                    <a:ext uri="{FF2B5EF4-FFF2-40B4-BE49-F238E27FC236}">
                      <a16:creationId xmlns:a16="http://schemas.microsoft.com/office/drawing/2014/main" id="{46FA0F11-EBA2-284F-8B1D-14AF39145855}"/>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 name="Freeform 592">
                  <a:extLst>
                    <a:ext uri="{FF2B5EF4-FFF2-40B4-BE49-F238E27FC236}">
                      <a16:creationId xmlns:a16="http://schemas.microsoft.com/office/drawing/2014/main" id="{52EF559D-DFC5-8447-AEA4-BC6B16E3FC39}"/>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186" name="Group 590">
                <a:extLst>
                  <a:ext uri="{FF2B5EF4-FFF2-40B4-BE49-F238E27FC236}">
                    <a16:creationId xmlns:a16="http://schemas.microsoft.com/office/drawing/2014/main" id="{F7641AD9-87D9-A44B-A42D-CB95A3432A41}"/>
                  </a:ext>
                </a:extLst>
              </p:cNvPr>
              <p:cNvGrpSpPr>
                <a:grpSpLocks/>
              </p:cNvGrpSpPr>
              <p:nvPr/>
            </p:nvGrpSpPr>
            <p:grpSpPr bwMode="auto">
              <a:xfrm flipH="1">
                <a:off x="10797829" y="4748945"/>
                <a:ext cx="649485" cy="571200"/>
                <a:chOff x="2839" y="3501"/>
                <a:chExt cx="755" cy="803"/>
              </a:xfrm>
            </p:grpSpPr>
            <p:pic>
              <p:nvPicPr>
                <p:cNvPr id="187" name="Picture 591" descr="desktop_computer_stylized_medium">
                  <a:extLst>
                    <a:ext uri="{FF2B5EF4-FFF2-40B4-BE49-F238E27FC236}">
                      <a16:creationId xmlns:a16="http://schemas.microsoft.com/office/drawing/2014/main" id="{30678A54-3E22-8B42-A81E-5CF5B995FA36}"/>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8" name="Freeform 592">
                  <a:extLst>
                    <a:ext uri="{FF2B5EF4-FFF2-40B4-BE49-F238E27FC236}">
                      <a16:creationId xmlns:a16="http://schemas.microsoft.com/office/drawing/2014/main" id="{6D9A530E-D982-6948-B078-2A03FF1F3BE9}"/>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grpSp>
          <p:nvGrpSpPr>
            <p:cNvPr id="520" name="Group 519">
              <a:extLst>
                <a:ext uri="{FF2B5EF4-FFF2-40B4-BE49-F238E27FC236}">
                  <a16:creationId xmlns:a16="http://schemas.microsoft.com/office/drawing/2014/main" id="{BCEAC609-53A3-DC4E-B9E6-B5176894A3B7}"/>
                </a:ext>
              </a:extLst>
            </p:cNvPr>
            <p:cNvGrpSpPr/>
            <p:nvPr/>
          </p:nvGrpSpPr>
          <p:grpSpPr>
            <a:xfrm>
              <a:off x="8229600" y="5199782"/>
              <a:ext cx="1923291" cy="1159453"/>
              <a:chOff x="9874069" y="4049856"/>
              <a:chExt cx="1165513" cy="683960"/>
            </a:xfrm>
          </p:grpSpPr>
          <p:pic>
            <p:nvPicPr>
              <p:cNvPr id="26" name="Picture 781" descr="antenna_radiation_stylized">
                <a:extLst>
                  <a:ext uri="{FF2B5EF4-FFF2-40B4-BE49-F238E27FC236}">
                    <a16:creationId xmlns:a16="http://schemas.microsoft.com/office/drawing/2014/main" id="{DB627E11-E099-EC41-BC25-0FB10F3B69CE}"/>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253455" y="4053920"/>
                <a:ext cx="452014" cy="951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 name="Picture 780" descr="access_point_stylized_small">
                <a:extLst>
                  <a:ext uri="{FF2B5EF4-FFF2-40B4-BE49-F238E27FC236}">
                    <a16:creationId xmlns:a16="http://schemas.microsoft.com/office/drawing/2014/main" id="{A02A91D2-3E70-F042-A5F5-5B2635BF0B9A}"/>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301992" y="4097214"/>
                <a:ext cx="380935" cy="3174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76" name="Group 850">
                <a:extLst>
                  <a:ext uri="{FF2B5EF4-FFF2-40B4-BE49-F238E27FC236}">
                    <a16:creationId xmlns:a16="http://schemas.microsoft.com/office/drawing/2014/main" id="{57E97886-C05F-6048-B731-37159BF97094}"/>
                  </a:ext>
                </a:extLst>
              </p:cNvPr>
              <p:cNvGrpSpPr>
                <a:grpSpLocks/>
              </p:cNvGrpSpPr>
              <p:nvPr/>
            </p:nvGrpSpPr>
            <p:grpSpPr bwMode="auto">
              <a:xfrm>
                <a:off x="10257306" y="4049856"/>
                <a:ext cx="450526" cy="96315"/>
                <a:chOff x="2199" y="955"/>
                <a:chExt cx="2547" cy="506"/>
              </a:xfrm>
            </p:grpSpPr>
            <p:sp>
              <p:nvSpPr>
                <p:cNvPr id="77" name="Freeform 851">
                  <a:extLst>
                    <a:ext uri="{FF2B5EF4-FFF2-40B4-BE49-F238E27FC236}">
                      <a16:creationId xmlns:a16="http://schemas.microsoft.com/office/drawing/2014/main" id="{B3924299-6BE1-3843-A764-2F95D9F82A3E}"/>
                    </a:ext>
                  </a:extLst>
                </p:cNvPr>
                <p:cNvSpPr>
                  <a:spLocks/>
                </p:cNvSpPr>
                <p:nvPr/>
              </p:nvSpPr>
              <p:spPr bwMode="auto">
                <a:xfrm>
                  <a:off x="2199" y="1166"/>
                  <a:ext cx="260" cy="281"/>
                </a:xfrm>
                <a:custGeom>
                  <a:avLst/>
                  <a:gdLst>
                    <a:gd name="T0" fmla="*/ 260 w 260"/>
                    <a:gd name="T1" fmla="*/ 0 h 281"/>
                    <a:gd name="T2" fmla="*/ 42 w 260"/>
                    <a:gd name="T3" fmla="*/ 112 h 281"/>
                    <a:gd name="T4" fmla="*/ 35 w 260"/>
                    <a:gd name="T5" fmla="*/ 211 h 281"/>
                    <a:gd name="T6" fmla="*/ 253 w 260"/>
                    <a:gd name="T7" fmla="*/ 281 h 28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0" h="281">
                      <a:moveTo>
                        <a:pt x="260" y="0"/>
                      </a:moveTo>
                      <a:cubicBezTo>
                        <a:pt x="224" y="19"/>
                        <a:pt x="79" y="77"/>
                        <a:pt x="42" y="112"/>
                      </a:cubicBezTo>
                      <a:cubicBezTo>
                        <a:pt x="5" y="143"/>
                        <a:pt x="0" y="183"/>
                        <a:pt x="35" y="211"/>
                      </a:cubicBezTo>
                      <a:cubicBezTo>
                        <a:pt x="70" y="239"/>
                        <a:pt x="208" y="266"/>
                        <a:pt x="253" y="281"/>
                      </a:cubicBezTo>
                    </a:path>
                  </a:pathLst>
                </a:custGeom>
                <a:noFill/>
                <a:ln w="12700"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8" name="Freeform 852">
                  <a:extLst>
                    <a:ext uri="{FF2B5EF4-FFF2-40B4-BE49-F238E27FC236}">
                      <a16:creationId xmlns:a16="http://schemas.microsoft.com/office/drawing/2014/main" id="{603A533B-82A1-6445-B323-DBB29F6A36A9}"/>
                    </a:ext>
                  </a:extLst>
                </p:cNvPr>
                <p:cNvSpPr>
                  <a:spLocks/>
                </p:cNvSpPr>
                <p:nvPr/>
              </p:nvSpPr>
              <p:spPr bwMode="auto">
                <a:xfrm>
                  <a:off x="2482" y="1040"/>
                  <a:ext cx="900" cy="421"/>
                </a:xfrm>
                <a:custGeom>
                  <a:avLst/>
                  <a:gdLst>
                    <a:gd name="T0" fmla="*/ 531 w 900"/>
                    <a:gd name="T1" fmla="*/ 0 h 421"/>
                    <a:gd name="T2" fmla="*/ 279 w 900"/>
                    <a:gd name="T3" fmla="*/ 77 h 421"/>
                    <a:gd name="T4" fmla="*/ 68 w 900"/>
                    <a:gd name="T5" fmla="*/ 182 h 421"/>
                    <a:gd name="T6" fmla="*/ 33 w 900"/>
                    <a:gd name="T7" fmla="*/ 323 h 421"/>
                    <a:gd name="T8" fmla="*/ 328 w 900"/>
                    <a:gd name="T9" fmla="*/ 400 h 421"/>
                    <a:gd name="T10" fmla="*/ 812 w 900"/>
                    <a:gd name="T11" fmla="*/ 421 h 421"/>
                    <a:gd name="T12" fmla="*/ 855 w 900"/>
                    <a:gd name="T13" fmla="*/ 400 h 42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00" h="421">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w="12700"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9" name="Freeform 853">
                  <a:extLst>
                    <a:ext uri="{FF2B5EF4-FFF2-40B4-BE49-F238E27FC236}">
                      <a16:creationId xmlns:a16="http://schemas.microsoft.com/office/drawing/2014/main" id="{51E5D983-ADB0-114C-9834-F8276FDAF0E9}"/>
                    </a:ext>
                  </a:extLst>
                </p:cNvPr>
                <p:cNvSpPr>
                  <a:spLocks/>
                </p:cNvSpPr>
                <p:nvPr/>
              </p:nvSpPr>
              <p:spPr bwMode="auto">
                <a:xfrm>
                  <a:off x="2782" y="1068"/>
                  <a:ext cx="428" cy="269"/>
                </a:xfrm>
                <a:custGeom>
                  <a:avLst/>
                  <a:gdLst>
                    <a:gd name="T0" fmla="*/ 428 w 428"/>
                    <a:gd name="T1" fmla="*/ 0 h 269"/>
                    <a:gd name="T2" fmla="*/ 217 w 428"/>
                    <a:gd name="T3" fmla="*/ 35 h 269"/>
                    <a:gd name="T4" fmla="*/ 21 w 428"/>
                    <a:gd name="T5" fmla="*/ 140 h 269"/>
                    <a:gd name="T6" fmla="*/ 91 w 428"/>
                    <a:gd name="T7" fmla="*/ 246 h 269"/>
                    <a:gd name="T8" fmla="*/ 231 w 428"/>
                    <a:gd name="T9" fmla="*/ 267 h 269"/>
                    <a:gd name="T10" fmla="*/ 414 w 428"/>
                    <a:gd name="T11" fmla="*/ 260 h 2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28" h="269">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w="12700"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0" name="Freeform 854">
                  <a:extLst>
                    <a:ext uri="{FF2B5EF4-FFF2-40B4-BE49-F238E27FC236}">
                      <a16:creationId xmlns:a16="http://schemas.microsoft.com/office/drawing/2014/main" id="{AD9CC5C5-8A1B-F443-B43A-D696211E8117}"/>
                    </a:ext>
                  </a:extLst>
                </p:cNvPr>
                <p:cNvSpPr>
                  <a:spLocks/>
                </p:cNvSpPr>
                <p:nvPr/>
              </p:nvSpPr>
              <p:spPr bwMode="auto">
                <a:xfrm>
                  <a:off x="3554" y="1075"/>
                  <a:ext cx="377" cy="239"/>
                </a:xfrm>
                <a:custGeom>
                  <a:avLst/>
                  <a:gdLst>
                    <a:gd name="T0" fmla="*/ 42 w 377"/>
                    <a:gd name="T1" fmla="*/ 239 h 239"/>
                    <a:gd name="T2" fmla="*/ 335 w 377"/>
                    <a:gd name="T3" fmla="*/ 146 h 239"/>
                    <a:gd name="T4" fmla="*/ 342 w 377"/>
                    <a:gd name="T5" fmla="*/ 47 h 239"/>
                    <a:gd name="T6" fmla="*/ 0 w 377"/>
                    <a:gd name="T7" fmla="*/ 0 h 23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77" h="239">
                      <a:moveTo>
                        <a:pt x="42" y="239"/>
                      </a:moveTo>
                      <a:cubicBezTo>
                        <a:pt x="89" y="224"/>
                        <a:pt x="285" y="178"/>
                        <a:pt x="335" y="146"/>
                      </a:cubicBezTo>
                      <a:cubicBezTo>
                        <a:pt x="372" y="115"/>
                        <a:pt x="377" y="75"/>
                        <a:pt x="342" y="47"/>
                      </a:cubicBezTo>
                      <a:cubicBezTo>
                        <a:pt x="286" y="23"/>
                        <a:pt x="71" y="10"/>
                        <a:pt x="0" y="0"/>
                      </a:cubicBezTo>
                    </a:path>
                  </a:pathLst>
                </a:custGeom>
                <a:noFill/>
                <a:ln w="12700"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1" name="Freeform 855">
                  <a:extLst>
                    <a:ext uri="{FF2B5EF4-FFF2-40B4-BE49-F238E27FC236}">
                      <a16:creationId xmlns:a16="http://schemas.microsoft.com/office/drawing/2014/main" id="{82118053-8C1C-C841-A495-DCB0EF345542}"/>
                    </a:ext>
                  </a:extLst>
                </p:cNvPr>
                <p:cNvSpPr>
                  <a:spLocks/>
                </p:cNvSpPr>
                <p:nvPr/>
              </p:nvSpPr>
              <p:spPr bwMode="auto">
                <a:xfrm>
                  <a:off x="3646" y="997"/>
                  <a:ext cx="660" cy="336"/>
                </a:xfrm>
                <a:custGeom>
                  <a:avLst/>
                  <a:gdLst>
                    <a:gd name="T0" fmla="*/ 390 w 646"/>
                    <a:gd name="T1" fmla="*/ 592 h 300"/>
                    <a:gd name="T2" fmla="*/ 555 w 646"/>
                    <a:gd name="T3" fmla="*/ 501 h 300"/>
                    <a:gd name="T4" fmla="*/ 690 w 646"/>
                    <a:gd name="T5" fmla="*/ 377 h 300"/>
                    <a:gd name="T6" fmla="*/ 713 w 646"/>
                    <a:gd name="T7" fmla="*/ 211 h 300"/>
                    <a:gd name="T8" fmla="*/ 522 w 646"/>
                    <a:gd name="T9" fmla="*/ 119 h 300"/>
                    <a:gd name="T10" fmla="*/ 0 w 646"/>
                    <a:gd name="T11" fmla="*/ 0 h 3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46" h="300">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w="12700"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2" name="Freeform 856">
                  <a:extLst>
                    <a:ext uri="{FF2B5EF4-FFF2-40B4-BE49-F238E27FC236}">
                      <a16:creationId xmlns:a16="http://schemas.microsoft.com/office/drawing/2014/main" id="{DFA74633-0451-F848-A038-52B85B120BBF}"/>
                    </a:ext>
                  </a:extLst>
                </p:cNvPr>
                <p:cNvSpPr>
                  <a:spLocks/>
                </p:cNvSpPr>
                <p:nvPr/>
              </p:nvSpPr>
              <p:spPr bwMode="auto">
                <a:xfrm>
                  <a:off x="4116" y="955"/>
                  <a:ext cx="630" cy="397"/>
                </a:xfrm>
                <a:custGeom>
                  <a:avLst/>
                  <a:gdLst>
                    <a:gd name="T0" fmla="*/ 320 w 630"/>
                    <a:gd name="T1" fmla="*/ 397 h 397"/>
                    <a:gd name="T2" fmla="*/ 468 w 630"/>
                    <a:gd name="T3" fmla="*/ 345 h 397"/>
                    <a:gd name="T4" fmla="*/ 590 w 630"/>
                    <a:gd name="T5" fmla="*/ 275 h 397"/>
                    <a:gd name="T6" fmla="*/ 611 w 630"/>
                    <a:gd name="T7" fmla="*/ 181 h 397"/>
                    <a:gd name="T8" fmla="*/ 439 w 630"/>
                    <a:gd name="T9" fmla="*/ 129 h 397"/>
                    <a:gd name="T10" fmla="*/ 0 w 630"/>
                    <a:gd name="T11" fmla="*/ 0 h 39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30" h="397">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w="12700"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190" name="Group 189">
                <a:extLst>
                  <a:ext uri="{FF2B5EF4-FFF2-40B4-BE49-F238E27FC236}">
                    <a16:creationId xmlns:a16="http://schemas.microsoft.com/office/drawing/2014/main" id="{04A1B945-82CF-B24C-927F-7FD13A0C24C4}"/>
                  </a:ext>
                </a:extLst>
              </p:cNvPr>
              <p:cNvGrpSpPr/>
              <p:nvPr/>
            </p:nvGrpSpPr>
            <p:grpSpPr>
              <a:xfrm>
                <a:off x="9874069" y="4284324"/>
                <a:ext cx="406937" cy="372436"/>
                <a:chOff x="7341491" y="2307905"/>
                <a:chExt cx="509280" cy="439573"/>
              </a:xfrm>
            </p:grpSpPr>
            <p:grpSp>
              <p:nvGrpSpPr>
                <p:cNvPr id="191" name="Group 190">
                  <a:extLst>
                    <a:ext uri="{FF2B5EF4-FFF2-40B4-BE49-F238E27FC236}">
                      <a16:creationId xmlns:a16="http://schemas.microsoft.com/office/drawing/2014/main" id="{14BD4F1A-F69B-CC4E-9ADB-754A3C888DDB}"/>
                    </a:ext>
                  </a:extLst>
                </p:cNvPr>
                <p:cNvGrpSpPr/>
                <p:nvPr/>
              </p:nvGrpSpPr>
              <p:grpSpPr>
                <a:xfrm>
                  <a:off x="7341491" y="2426725"/>
                  <a:ext cx="509280" cy="320753"/>
                  <a:chOff x="7458407" y="2414528"/>
                  <a:chExt cx="509280" cy="320753"/>
                </a:xfrm>
              </p:grpSpPr>
              <p:pic>
                <p:nvPicPr>
                  <p:cNvPr id="200" name="Picture 1018" descr="laptop_keyboard">
                    <a:extLst>
                      <a:ext uri="{FF2B5EF4-FFF2-40B4-BE49-F238E27FC236}">
                        <a16:creationId xmlns:a16="http://schemas.microsoft.com/office/drawing/2014/main" id="{43A4C956-16BA-2749-B63E-A0735579E8E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rot="109064" flipH="1">
                    <a:off x="7458407" y="2575770"/>
                    <a:ext cx="437221" cy="1595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1" name="Freeform 1019">
                    <a:extLst>
                      <a:ext uri="{FF2B5EF4-FFF2-40B4-BE49-F238E27FC236}">
                        <a16:creationId xmlns:a16="http://schemas.microsoft.com/office/drawing/2014/main" id="{FB9CB46A-3962-FA48-A49E-FC5678B71044}"/>
                      </a:ext>
                    </a:extLst>
                  </p:cNvPr>
                  <p:cNvSpPr>
                    <a:spLocks/>
                  </p:cNvSpPr>
                  <p:nvPr/>
                </p:nvSpPr>
                <p:spPr bwMode="auto">
                  <a:xfrm>
                    <a:off x="7603304" y="2420984"/>
                    <a:ext cx="351919" cy="208167"/>
                  </a:xfrm>
                  <a:custGeom>
                    <a:avLst/>
                    <a:gdLst>
                      <a:gd name="T0" fmla="*/ 775798119 w 2982"/>
                      <a:gd name="T1" fmla="*/ 0 h 2442"/>
                      <a:gd name="T2" fmla="*/ 0 w 2982"/>
                      <a:gd name="T3" fmla="*/ 211226083 h 2442"/>
                      <a:gd name="T4" fmla="*/ 2147483646 w 2982"/>
                      <a:gd name="T5" fmla="*/ 263880059 h 2442"/>
                      <a:gd name="T6" fmla="*/ 2147483646 w 2982"/>
                      <a:gd name="T7" fmla="*/ 52653891 h 2442"/>
                      <a:gd name="T8" fmla="*/ 775798119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202" name="Picture 1020" descr="screen">
                    <a:extLst>
                      <a:ext uri="{FF2B5EF4-FFF2-40B4-BE49-F238E27FC236}">
                        <a16:creationId xmlns:a16="http://schemas.microsoft.com/office/drawing/2014/main" id="{546620B1-B43D-D44B-BDBF-CB7163856C99}"/>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620637" y="2426338"/>
                    <a:ext cx="319785" cy="1894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3" name="Freeform 1021">
                    <a:extLst>
                      <a:ext uri="{FF2B5EF4-FFF2-40B4-BE49-F238E27FC236}">
                        <a16:creationId xmlns:a16="http://schemas.microsoft.com/office/drawing/2014/main" id="{3609018E-54F0-C545-8881-2F666AE77294}"/>
                      </a:ext>
                    </a:extLst>
                  </p:cNvPr>
                  <p:cNvSpPr>
                    <a:spLocks/>
                  </p:cNvSpPr>
                  <p:nvPr/>
                </p:nvSpPr>
                <p:spPr bwMode="auto">
                  <a:xfrm>
                    <a:off x="7667378" y="2414843"/>
                    <a:ext cx="298167" cy="38736"/>
                  </a:xfrm>
                  <a:custGeom>
                    <a:avLst/>
                    <a:gdLst>
                      <a:gd name="T0" fmla="*/ 193616298 w 2528"/>
                      <a:gd name="T1" fmla="*/ 0 h 455"/>
                      <a:gd name="T2" fmla="*/ 2147483646 w 2528"/>
                      <a:gd name="T3" fmla="*/ 52445139 h 455"/>
                      <a:gd name="T4" fmla="*/ 2147483646 w 2528"/>
                      <a:gd name="T5" fmla="*/ 52445139 h 455"/>
                      <a:gd name="T6" fmla="*/ 0 w 2528"/>
                      <a:gd name="T7" fmla="*/ 52445139 h 455"/>
                      <a:gd name="T8" fmla="*/ 193616298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4" name="Freeform 1022">
                    <a:extLst>
                      <a:ext uri="{FF2B5EF4-FFF2-40B4-BE49-F238E27FC236}">
                        <a16:creationId xmlns:a16="http://schemas.microsoft.com/office/drawing/2014/main" id="{25B49A33-C4F2-BD48-B970-1F34E2623C4F}"/>
                      </a:ext>
                    </a:extLst>
                  </p:cNvPr>
                  <p:cNvSpPr>
                    <a:spLocks/>
                  </p:cNvSpPr>
                  <p:nvPr/>
                </p:nvSpPr>
                <p:spPr bwMode="auto">
                  <a:xfrm>
                    <a:off x="7600188" y="2414528"/>
                    <a:ext cx="82770" cy="161243"/>
                  </a:xfrm>
                  <a:custGeom>
                    <a:avLst/>
                    <a:gdLst>
                      <a:gd name="T0" fmla="*/ 773664160 w 702"/>
                      <a:gd name="T1" fmla="*/ 0 h 1893"/>
                      <a:gd name="T2" fmla="*/ 0 w 702"/>
                      <a:gd name="T3" fmla="*/ 210739916 h 1893"/>
                      <a:gd name="T4" fmla="*/ 193416040 w 702"/>
                      <a:gd name="T5" fmla="*/ 210739916 h 1893"/>
                      <a:gd name="T6" fmla="*/ 967080200 w 702"/>
                      <a:gd name="T7" fmla="*/ 52529017 h 1893"/>
                      <a:gd name="T8" fmla="*/ 773664160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5" name="Freeform 1023">
                    <a:extLst>
                      <a:ext uri="{FF2B5EF4-FFF2-40B4-BE49-F238E27FC236}">
                        <a16:creationId xmlns:a16="http://schemas.microsoft.com/office/drawing/2014/main" id="{7A3CD4B0-7D22-AA45-8A15-E073D619536E}"/>
                      </a:ext>
                    </a:extLst>
                  </p:cNvPr>
                  <p:cNvSpPr>
                    <a:spLocks/>
                  </p:cNvSpPr>
                  <p:nvPr/>
                </p:nvSpPr>
                <p:spPr bwMode="auto">
                  <a:xfrm>
                    <a:off x="7874205" y="2443344"/>
                    <a:ext cx="89197" cy="186122"/>
                  </a:xfrm>
                  <a:custGeom>
                    <a:avLst/>
                    <a:gdLst>
                      <a:gd name="T0" fmla="*/ 969024527 w 756"/>
                      <a:gd name="T1" fmla="*/ 0 h 2184"/>
                      <a:gd name="T2" fmla="*/ 193802074 w 756"/>
                      <a:gd name="T3" fmla="*/ 263660221 h 2184"/>
                      <a:gd name="T4" fmla="*/ 0 w 756"/>
                      <a:gd name="T5" fmla="*/ 263660221 h 2184"/>
                      <a:gd name="T6" fmla="*/ 775222454 w 756"/>
                      <a:gd name="T7" fmla="*/ 52610059 h 2184"/>
                      <a:gd name="T8" fmla="*/ 969024527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6" name="Freeform 1024">
                    <a:extLst>
                      <a:ext uri="{FF2B5EF4-FFF2-40B4-BE49-F238E27FC236}">
                        <a16:creationId xmlns:a16="http://schemas.microsoft.com/office/drawing/2014/main" id="{6A3B0A44-ABEE-F642-9AA1-40BC4C0AD4EC}"/>
                      </a:ext>
                    </a:extLst>
                  </p:cNvPr>
                  <p:cNvSpPr>
                    <a:spLocks/>
                  </p:cNvSpPr>
                  <p:nvPr/>
                </p:nvSpPr>
                <p:spPr bwMode="auto">
                  <a:xfrm>
                    <a:off x="7599214" y="2567582"/>
                    <a:ext cx="327185" cy="62828"/>
                  </a:xfrm>
                  <a:custGeom>
                    <a:avLst/>
                    <a:gdLst>
                      <a:gd name="T0" fmla="*/ 193829444 w 2773"/>
                      <a:gd name="T1" fmla="*/ 0 h 738"/>
                      <a:gd name="T2" fmla="*/ 0 w 2773"/>
                      <a:gd name="T3" fmla="*/ 52443587 h 738"/>
                      <a:gd name="T4" fmla="*/ 2147483646 w 2773"/>
                      <a:gd name="T5" fmla="*/ 104894411 h 738"/>
                      <a:gd name="T6" fmla="*/ 2147483646 w 2773"/>
                      <a:gd name="T7" fmla="*/ 52443587 h 738"/>
                      <a:gd name="T8" fmla="*/ 193829444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7" name="Freeform 1025">
                    <a:extLst>
                      <a:ext uri="{FF2B5EF4-FFF2-40B4-BE49-F238E27FC236}">
                        <a16:creationId xmlns:a16="http://schemas.microsoft.com/office/drawing/2014/main" id="{8E276300-85ED-F14E-BCE2-C7D4D59B3BD1}"/>
                      </a:ext>
                    </a:extLst>
                  </p:cNvPr>
                  <p:cNvSpPr>
                    <a:spLocks/>
                  </p:cNvSpPr>
                  <p:nvPr/>
                </p:nvSpPr>
                <p:spPr bwMode="auto">
                  <a:xfrm>
                    <a:off x="7884138" y="2444918"/>
                    <a:ext cx="83549" cy="186909"/>
                  </a:xfrm>
                  <a:custGeom>
                    <a:avLst/>
                    <a:gdLst>
                      <a:gd name="T0" fmla="*/ 2147483646 w 637"/>
                      <a:gd name="T1" fmla="*/ 0 h 1659"/>
                      <a:gd name="T2" fmla="*/ 2147483646 w 637"/>
                      <a:gd name="T3" fmla="*/ 0 h 1659"/>
                      <a:gd name="T4" fmla="*/ 295581541 w 637"/>
                      <a:gd name="T5" fmla="*/ 2147483646 h 1659"/>
                      <a:gd name="T6" fmla="*/ 0 w 637"/>
                      <a:gd name="T7" fmla="*/ 2147483646 h 1659"/>
                      <a:gd name="T8" fmla="*/ 2147483646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8" name="Freeform 1026">
                    <a:extLst>
                      <a:ext uri="{FF2B5EF4-FFF2-40B4-BE49-F238E27FC236}">
                        <a16:creationId xmlns:a16="http://schemas.microsoft.com/office/drawing/2014/main" id="{C5ADDBAC-F8C7-5846-8484-7E2ACCC04250}"/>
                      </a:ext>
                    </a:extLst>
                  </p:cNvPr>
                  <p:cNvSpPr>
                    <a:spLocks/>
                  </p:cNvSpPr>
                  <p:nvPr/>
                </p:nvSpPr>
                <p:spPr bwMode="auto">
                  <a:xfrm>
                    <a:off x="7599603" y="2575928"/>
                    <a:ext cx="290961" cy="62041"/>
                  </a:xfrm>
                  <a:custGeom>
                    <a:avLst/>
                    <a:gdLst>
                      <a:gd name="T0" fmla="*/ 0 w 2216"/>
                      <a:gd name="T1" fmla="*/ 0 h 550"/>
                      <a:gd name="T2" fmla="*/ 296523134 w 2216"/>
                      <a:gd name="T3" fmla="*/ 324379338 h 550"/>
                      <a:gd name="T4" fmla="*/ 2147483646 w 2216"/>
                      <a:gd name="T5" fmla="*/ 2147483646 h 550"/>
                      <a:gd name="T6" fmla="*/ 2147483646 w 2216"/>
                      <a:gd name="T7" fmla="*/ 2147483646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209" name="Group 1027">
                    <a:extLst>
                      <a:ext uri="{FF2B5EF4-FFF2-40B4-BE49-F238E27FC236}">
                        <a16:creationId xmlns:a16="http://schemas.microsoft.com/office/drawing/2014/main" id="{6244016C-85DB-4D44-A0FC-F42A9A7D3A3C}"/>
                      </a:ext>
                    </a:extLst>
                  </p:cNvPr>
                  <p:cNvGrpSpPr>
                    <a:grpSpLocks/>
                  </p:cNvGrpSpPr>
                  <p:nvPr/>
                </p:nvGrpSpPr>
                <p:grpSpPr bwMode="auto">
                  <a:xfrm>
                    <a:off x="7594735" y="2642220"/>
                    <a:ext cx="98740" cy="36846"/>
                    <a:chOff x="1740" y="2642"/>
                    <a:chExt cx="752" cy="327"/>
                  </a:xfrm>
                </p:grpSpPr>
                <p:sp>
                  <p:nvSpPr>
                    <p:cNvPr id="216" name="Freeform 1028">
                      <a:extLst>
                        <a:ext uri="{FF2B5EF4-FFF2-40B4-BE49-F238E27FC236}">
                          <a16:creationId xmlns:a16="http://schemas.microsoft.com/office/drawing/2014/main" id="{5AA16397-7098-9946-8BE9-C4651BB16E2B}"/>
                        </a:ext>
                      </a:extLst>
                    </p:cNvPr>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7" name="Freeform 1029">
                      <a:extLst>
                        <a:ext uri="{FF2B5EF4-FFF2-40B4-BE49-F238E27FC236}">
                          <a16:creationId xmlns:a16="http://schemas.microsoft.com/office/drawing/2014/main" id="{384C7126-22CD-204D-ADC8-D47C75895768}"/>
                        </a:ext>
                      </a:extLst>
                    </p:cNvPr>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8" name="Freeform 1030">
                      <a:extLst>
                        <a:ext uri="{FF2B5EF4-FFF2-40B4-BE49-F238E27FC236}">
                          <a16:creationId xmlns:a16="http://schemas.microsoft.com/office/drawing/2014/main" id="{988ADBF6-5CE8-D54F-9B1A-0CDD671EFC2D}"/>
                        </a:ext>
                      </a:extLst>
                    </p:cNvPr>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9" name="Freeform 1031">
                      <a:extLst>
                        <a:ext uri="{FF2B5EF4-FFF2-40B4-BE49-F238E27FC236}">
                          <a16:creationId xmlns:a16="http://schemas.microsoft.com/office/drawing/2014/main" id="{143CE67A-75D1-0648-A3F8-C441C79AD8D1}"/>
                        </a:ext>
                      </a:extLst>
                    </p:cNvPr>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0" name="Freeform 1032">
                      <a:extLst>
                        <a:ext uri="{FF2B5EF4-FFF2-40B4-BE49-F238E27FC236}">
                          <a16:creationId xmlns:a16="http://schemas.microsoft.com/office/drawing/2014/main" id="{D7D5A372-4E31-6F4C-AAB1-9DE01C704BF8}"/>
                        </a:ext>
                      </a:extLst>
                    </p:cNvPr>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1" name="Freeform 1033">
                      <a:extLst>
                        <a:ext uri="{FF2B5EF4-FFF2-40B4-BE49-F238E27FC236}">
                          <a16:creationId xmlns:a16="http://schemas.microsoft.com/office/drawing/2014/main" id="{0AF2083D-846C-A943-9458-9EF7685D4DEE}"/>
                        </a:ext>
                      </a:extLst>
                    </p:cNvPr>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210" name="Freeform 1034">
                    <a:extLst>
                      <a:ext uri="{FF2B5EF4-FFF2-40B4-BE49-F238E27FC236}">
                        <a16:creationId xmlns:a16="http://schemas.microsoft.com/office/drawing/2014/main" id="{3B1CD3A9-2A99-D943-AB31-0016D9DD7466}"/>
                      </a:ext>
                    </a:extLst>
                  </p:cNvPr>
                  <p:cNvSpPr>
                    <a:spLocks/>
                  </p:cNvSpPr>
                  <p:nvPr/>
                </p:nvSpPr>
                <p:spPr bwMode="auto">
                  <a:xfrm>
                    <a:off x="7763780" y="2647731"/>
                    <a:ext cx="119578" cy="80936"/>
                  </a:xfrm>
                  <a:custGeom>
                    <a:avLst/>
                    <a:gdLst>
                      <a:gd name="T0" fmla="*/ 213221464 w 990"/>
                      <a:gd name="T1" fmla="*/ 1090686587 h 792"/>
                      <a:gd name="T2" fmla="*/ 1915477586 w 990"/>
                      <a:gd name="T3" fmla="*/ 0 h 792"/>
                      <a:gd name="T4" fmla="*/ 1915477586 w 990"/>
                      <a:gd name="T5" fmla="*/ 108859840 h 792"/>
                      <a:gd name="T6" fmla="*/ 0 w 990"/>
                      <a:gd name="T7" fmla="*/ 1090686587 h 792"/>
                      <a:gd name="T8" fmla="*/ 213221464 w 990"/>
                      <a:gd name="T9" fmla="*/ 1090686587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1" name="Freeform 1035">
                    <a:extLst>
                      <a:ext uri="{FF2B5EF4-FFF2-40B4-BE49-F238E27FC236}">
                        <a16:creationId xmlns:a16="http://schemas.microsoft.com/office/drawing/2014/main" id="{9DA1D7A0-F967-E74D-960A-4B56F22DD27D}"/>
                      </a:ext>
                    </a:extLst>
                  </p:cNvPr>
                  <p:cNvSpPr>
                    <a:spLocks/>
                  </p:cNvSpPr>
                  <p:nvPr/>
                </p:nvSpPr>
                <p:spPr bwMode="auto">
                  <a:xfrm>
                    <a:off x="7458602" y="2654187"/>
                    <a:ext cx="305957" cy="73850"/>
                  </a:xfrm>
                  <a:custGeom>
                    <a:avLst/>
                    <a:gdLst>
                      <a:gd name="T0" fmla="*/ 213486572 w 2532"/>
                      <a:gd name="T1" fmla="*/ 0 h 723"/>
                      <a:gd name="T2" fmla="*/ 213486572 w 2532"/>
                      <a:gd name="T3" fmla="*/ 0 h 723"/>
                      <a:gd name="T4" fmla="*/ 2147483646 w 2532"/>
                      <a:gd name="T5" fmla="*/ 979380008 h 723"/>
                      <a:gd name="T6" fmla="*/ 2147483646 w 2532"/>
                      <a:gd name="T7" fmla="*/ 1088085165 h 723"/>
                      <a:gd name="T8" fmla="*/ 0 w 2532"/>
                      <a:gd name="T9" fmla="*/ 108705259 h 723"/>
                      <a:gd name="T10" fmla="*/ 213486572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2" name="Freeform 1036">
                    <a:extLst>
                      <a:ext uri="{FF2B5EF4-FFF2-40B4-BE49-F238E27FC236}">
                        <a16:creationId xmlns:a16="http://schemas.microsoft.com/office/drawing/2014/main" id="{950CCC8A-F414-9A41-9782-93A28378FB66}"/>
                      </a:ext>
                    </a:extLst>
                  </p:cNvPr>
                  <p:cNvSpPr>
                    <a:spLocks/>
                  </p:cNvSpPr>
                  <p:nvPr/>
                </p:nvSpPr>
                <p:spPr bwMode="auto">
                  <a:xfrm>
                    <a:off x="7458797" y="2640645"/>
                    <a:ext cx="3311" cy="14959"/>
                  </a:xfrm>
                  <a:custGeom>
                    <a:avLst/>
                    <a:gdLst>
                      <a:gd name="T0" fmla="*/ 262278191 w 26"/>
                      <a:gd name="T1" fmla="*/ 107489981 h 147"/>
                      <a:gd name="T2" fmla="*/ 262278191 w 26"/>
                      <a:gd name="T3" fmla="*/ 214969480 h 147"/>
                      <a:gd name="T4" fmla="*/ 0 w 26"/>
                      <a:gd name="T5" fmla="*/ 214969480 h 147"/>
                      <a:gd name="T6" fmla="*/ 262278191 w 26"/>
                      <a:gd name="T7" fmla="*/ 0 h 147"/>
                      <a:gd name="T8" fmla="*/ 262278191 w 26"/>
                      <a:gd name="T9" fmla="*/ 107489981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3" name="Freeform 1037">
                    <a:extLst>
                      <a:ext uri="{FF2B5EF4-FFF2-40B4-BE49-F238E27FC236}">
                        <a16:creationId xmlns:a16="http://schemas.microsoft.com/office/drawing/2014/main" id="{096C7422-F2A4-C441-8ACD-BCE2E662DB7A}"/>
                      </a:ext>
                    </a:extLst>
                  </p:cNvPr>
                  <p:cNvSpPr>
                    <a:spLocks/>
                  </p:cNvSpPr>
                  <p:nvPr/>
                </p:nvSpPr>
                <p:spPr bwMode="auto">
                  <a:xfrm>
                    <a:off x="7458992" y="2579707"/>
                    <a:ext cx="142170" cy="61883"/>
                  </a:xfrm>
                  <a:custGeom>
                    <a:avLst/>
                    <a:gdLst>
                      <a:gd name="T0" fmla="*/ 2136125890 w 1176"/>
                      <a:gd name="T1" fmla="*/ 0 h 606"/>
                      <a:gd name="T2" fmla="*/ 0 w 1176"/>
                      <a:gd name="T3" fmla="*/ 870000945 h 606"/>
                      <a:gd name="T4" fmla="*/ 213789467 w 1176"/>
                      <a:gd name="T5" fmla="*/ 870000945 h 606"/>
                      <a:gd name="T6" fmla="*/ 2136125890 w 1176"/>
                      <a:gd name="T7" fmla="*/ 108617123 h 606"/>
                      <a:gd name="T8" fmla="*/ 2136125890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4" name="Freeform 1038">
                    <a:extLst>
                      <a:ext uri="{FF2B5EF4-FFF2-40B4-BE49-F238E27FC236}">
                        <a16:creationId xmlns:a16="http://schemas.microsoft.com/office/drawing/2014/main" id="{62886C74-4755-1F49-916C-0FB17C421A31}"/>
                      </a:ext>
                    </a:extLst>
                  </p:cNvPr>
                  <p:cNvSpPr>
                    <a:spLocks/>
                  </p:cNvSpPr>
                  <p:nvPr/>
                </p:nvSpPr>
                <p:spPr bwMode="auto">
                  <a:xfrm>
                    <a:off x="7468535" y="2643795"/>
                    <a:ext cx="290182" cy="71016"/>
                  </a:xfrm>
                  <a:custGeom>
                    <a:avLst/>
                    <a:gdLst>
                      <a:gd name="T0" fmla="*/ 173112702 w 2532"/>
                      <a:gd name="T1" fmla="*/ 0 h 723"/>
                      <a:gd name="T2" fmla="*/ 173112702 w 2532"/>
                      <a:gd name="T3" fmla="*/ 0 h 723"/>
                      <a:gd name="T4" fmla="*/ 2069773885 w 2532"/>
                      <a:gd name="T5" fmla="*/ 558173482 h 723"/>
                      <a:gd name="T6" fmla="*/ 2069773885 w 2532"/>
                      <a:gd name="T7" fmla="*/ 558173482 h 723"/>
                      <a:gd name="T8" fmla="*/ 0 w 2532"/>
                      <a:gd name="T9" fmla="*/ 92871346 h 723"/>
                      <a:gd name="T10" fmla="*/ 173112702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5" name="Freeform 1039">
                    <a:extLst>
                      <a:ext uri="{FF2B5EF4-FFF2-40B4-BE49-F238E27FC236}">
                        <a16:creationId xmlns:a16="http://schemas.microsoft.com/office/drawing/2014/main" id="{83286882-3B59-2E4B-8F6B-0A559AFADE53}"/>
                      </a:ext>
                    </a:extLst>
                  </p:cNvPr>
                  <p:cNvSpPr>
                    <a:spLocks/>
                  </p:cNvSpPr>
                  <p:nvPr/>
                </p:nvSpPr>
                <p:spPr bwMode="auto">
                  <a:xfrm flipV="1">
                    <a:off x="7758327" y="2638756"/>
                    <a:ext cx="118410" cy="73535"/>
                  </a:xfrm>
                  <a:custGeom>
                    <a:avLst/>
                    <a:gdLst>
                      <a:gd name="T0" fmla="*/ 0 w 2532"/>
                      <a:gd name="T1" fmla="*/ 0 h 723"/>
                      <a:gd name="T2" fmla="*/ 0 w 2532"/>
                      <a:gd name="T3" fmla="*/ 0 h 723"/>
                      <a:gd name="T4" fmla="*/ 0 w 2532"/>
                      <a:gd name="T5" fmla="*/ 962694895 h 723"/>
                      <a:gd name="T6" fmla="*/ 0 w 2532"/>
                      <a:gd name="T7" fmla="*/ 962694895 h 723"/>
                      <a:gd name="T8" fmla="*/ 0 w 2532"/>
                      <a:gd name="T9" fmla="*/ 107314314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192" name="Group 850">
                  <a:extLst>
                    <a:ext uri="{FF2B5EF4-FFF2-40B4-BE49-F238E27FC236}">
                      <a16:creationId xmlns:a16="http://schemas.microsoft.com/office/drawing/2014/main" id="{19F8753D-AAD8-4949-A49B-6EC93DC27061}"/>
                    </a:ext>
                  </a:extLst>
                </p:cNvPr>
                <p:cNvGrpSpPr>
                  <a:grpSpLocks/>
                </p:cNvGrpSpPr>
                <p:nvPr/>
              </p:nvGrpSpPr>
              <p:grpSpPr bwMode="auto">
                <a:xfrm>
                  <a:off x="7408527" y="2307905"/>
                  <a:ext cx="399726" cy="74090"/>
                  <a:chOff x="2199" y="955"/>
                  <a:chExt cx="2547" cy="506"/>
                </a:xfrm>
              </p:grpSpPr>
              <p:sp>
                <p:nvSpPr>
                  <p:cNvPr id="194" name="Freeform 851">
                    <a:extLst>
                      <a:ext uri="{FF2B5EF4-FFF2-40B4-BE49-F238E27FC236}">
                        <a16:creationId xmlns:a16="http://schemas.microsoft.com/office/drawing/2014/main" id="{40AEBF74-7D40-DE48-B7FB-0E8992CB58C0}"/>
                      </a:ext>
                    </a:extLst>
                  </p:cNvPr>
                  <p:cNvSpPr>
                    <a:spLocks/>
                  </p:cNvSpPr>
                  <p:nvPr/>
                </p:nvSpPr>
                <p:spPr bwMode="auto">
                  <a:xfrm>
                    <a:off x="2199" y="1166"/>
                    <a:ext cx="260" cy="281"/>
                  </a:xfrm>
                  <a:custGeom>
                    <a:avLst/>
                    <a:gdLst>
                      <a:gd name="T0" fmla="*/ 260 w 260"/>
                      <a:gd name="T1" fmla="*/ 0 h 281"/>
                      <a:gd name="T2" fmla="*/ 42 w 260"/>
                      <a:gd name="T3" fmla="*/ 112 h 281"/>
                      <a:gd name="T4" fmla="*/ 35 w 260"/>
                      <a:gd name="T5" fmla="*/ 211 h 281"/>
                      <a:gd name="T6" fmla="*/ 253 w 260"/>
                      <a:gd name="T7" fmla="*/ 281 h 28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0" h="281">
                        <a:moveTo>
                          <a:pt x="260" y="0"/>
                        </a:moveTo>
                        <a:cubicBezTo>
                          <a:pt x="224" y="19"/>
                          <a:pt x="79" y="77"/>
                          <a:pt x="42" y="112"/>
                        </a:cubicBezTo>
                        <a:cubicBezTo>
                          <a:pt x="5" y="143"/>
                          <a:pt x="0" y="183"/>
                          <a:pt x="35" y="211"/>
                        </a:cubicBezTo>
                        <a:cubicBezTo>
                          <a:pt x="70" y="239"/>
                          <a:pt x="208" y="266"/>
                          <a:pt x="253" y="281"/>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5" name="Freeform 852">
                    <a:extLst>
                      <a:ext uri="{FF2B5EF4-FFF2-40B4-BE49-F238E27FC236}">
                        <a16:creationId xmlns:a16="http://schemas.microsoft.com/office/drawing/2014/main" id="{CD6F1594-3FE4-F94F-ACC7-0D901861F35D}"/>
                      </a:ext>
                    </a:extLst>
                  </p:cNvPr>
                  <p:cNvSpPr>
                    <a:spLocks/>
                  </p:cNvSpPr>
                  <p:nvPr/>
                </p:nvSpPr>
                <p:spPr bwMode="auto">
                  <a:xfrm>
                    <a:off x="2482" y="1040"/>
                    <a:ext cx="900" cy="421"/>
                  </a:xfrm>
                  <a:custGeom>
                    <a:avLst/>
                    <a:gdLst>
                      <a:gd name="T0" fmla="*/ 531 w 900"/>
                      <a:gd name="T1" fmla="*/ 0 h 421"/>
                      <a:gd name="T2" fmla="*/ 279 w 900"/>
                      <a:gd name="T3" fmla="*/ 77 h 421"/>
                      <a:gd name="T4" fmla="*/ 68 w 900"/>
                      <a:gd name="T5" fmla="*/ 182 h 421"/>
                      <a:gd name="T6" fmla="*/ 33 w 900"/>
                      <a:gd name="T7" fmla="*/ 323 h 421"/>
                      <a:gd name="T8" fmla="*/ 328 w 900"/>
                      <a:gd name="T9" fmla="*/ 400 h 421"/>
                      <a:gd name="T10" fmla="*/ 812 w 900"/>
                      <a:gd name="T11" fmla="*/ 421 h 421"/>
                      <a:gd name="T12" fmla="*/ 855 w 900"/>
                      <a:gd name="T13" fmla="*/ 400 h 42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00" h="421">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6" name="Freeform 853">
                    <a:extLst>
                      <a:ext uri="{FF2B5EF4-FFF2-40B4-BE49-F238E27FC236}">
                        <a16:creationId xmlns:a16="http://schemas.microsoft.com/office/drawing/2014/main" id="{D17F9977-9E37-8741-B482-D64778F67146}"/>
                      </a:ext>
                    </a:extLst>
                  </p:cNvPr>
                  <p:cNvSpPr>
                    <a:spLocks/>
                  </p:cNvSpPr>
                  <p:nvPr/>
                </p:nvSpPr>
                <p:spPr bwMode="auto">
                  <a:xfrm>
                    <a:off x="2782" y="1068"/>
                    <a:ext cx="428" cy="269"/>
                  </a:xfrm>
                  <a:custGeom>
                    <a:avLst/>
                    <a:gdLst>
                      <a:gd name="T0" fmla="*/ 428 w 428"/>
                      <a:gd name="T1" fmla="*/ 0 h 269"/>
                      <a:gd name="T2" fmla="*/ 217 w 428"/>
                      <a:gd name="T3" fmla="*/ 35 h 269"/>
                      <a:gd name="T4" fmla="*/ 21 w 428"/>
                      <a:gd name="T5" fmla="*/ 140 h 269"/>
                      <a:gd name="T6" fmla="*/ 91 w 428"/>
                      <a:gd name="T7" fmla="*/ 246 h 269"/>
                      <a:gd name="T8" fmla="*/ 231 w 428"/>
                      <a:gd name="T9" fmla="*/ 267 h 269"/>
                      <a:gd name="T10" fmla="*/ 414 w 428"/>
                      <a:gd name="T11" fmla="*/ 260 h 2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28" h="269">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7" name="Freeform 854">
                    <a:extLst>
                      <a:ext uri="{FF2B5EF4-FFF2-40B4-BE49-F238E27FC236}">
                        <a16:creationId xmlns:a16="http://schemas.microsoft.com/office/drawing/2014/main" id="{9CA9F277-24FA-3940-B16C-D12B7BB4F34D}"/>
                      </a:ext>
                    </a:extLst>
                  </p:cNvPr>
                  <p:cNvSpPr>
                    <a:spLocks/>
                  </p:cNvSpPr>
                  <p:nvPr/>
                </p:nvSpPr>
                <p:spPr bwMode="auto">
                  <a:xfrm>
                    <a:off x="3554" y="1075"/>
                    <a:ext cx="377" cy="239"/>
                  </a:xfrm>
                  <a:custGeom>
                    <a:avLst/>
                    <a:gdLst>
                      <a:gd name="T0" fmla="*/ 42 w 377"/>
                      <a:gd name="T1" fmla="*/ 239 h 239"/>
                      <a:gd name="T2" fmla="*/ 335 w 377"/>
                      <a:gd name="T3" fmla="*/ 146 h 239"/>
                      <a:gd name="T4" fmla="*/ 342 w 377"/>
                      <a:gd name="T5" fmla="*/ 47 h 239"/>
                      <a:gd name="T6" fmla="*/ 0 w 377"/>
                      <a:gd name="T7" fmla="*/ 0 h 23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77" h="239">
                        <a:moveTo>
                          <a:pt x="42" y="239"/>
                        </a:moveTo>
                        <a:cubicBezTo>
                          <a:pt x="89" y="224"/>
                          <a:pt x="285" y="178"/>
                          <a:pt x="335" y="146"/>
                        </a:cubicBezTo>
                        <a:cubicBezTo>
                          <a:pt x="372" y="115"/>
                          <a:pt x="377" y="75"/>
                          <a:pt x="342" y="47"/>
                        </a:cubicBezTo>
                        <a:cubicBezTo>
                          <a:pt x="286" y="23"/>
                          <a:pt x="71" y="10"/>
                          <a:pt x="0" y="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8" name="Freeform 855">
                    <a:extLst>
                      <a:ext uri="{FF2B5EF4-FFF2-40B4-BE49-F238E27FC236}">
                        <a16:creationId xmlns:a16="http://schemas.microsoft.com/office/drawing/2014/main" id="{42D0BD36-F52A-EA4F-8E56-673822F59354}"/>
                      </a:ext>
                    </a:extLst>
                  </p:cNvPr>
                  <p:cNvSpPr>
                    <a:spLocks/>
                  </p:cNvSpPr>
                  <p:nvPr/>
                </p:nvSpPr>
                <p:spPr bwMode="auto">
                  <a:xfrm>
                    <a:off x="3646" y="997"/>
                    <a:ext cx="660" cy="336"/>
                  </a:xfrm>
                  <a:custGeom>
                    <a:avLst/>
                    <a:gdLst>
                      <a:gd name="T0" fmla="*/ 390 w 646"/>
                      <a:gd name="T1" fmla="*/ 592 h 300"/>
                      <a:gd name="T2" fmla="*/ 555 w 646"/>
                      <a:gd name="T3" fmla="*/ 501 h 300"/>
                      <a:gd name="T4" fmla="*/ 690 w 646"/>
                      <a:gd name="T5" fmla="*/ 377 h 300"/>
                      <a:gd name="T6" fmla="*/ 713 w 646"/>
                      <a:gd name="T7" fmla="*/ 211 h 300"/>
                      <a:gd name="T8" fmla="*/ 522 w 646"/>
                      <a:gd name="T9" fmla="*/ 119 h 300"/>
                      <a:gd name="T10" fmla="*/ 0 w 646"/>
                      <a:gd name="T11" fmla="*/ 0 h 3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46" h="300">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9" name="Freeform 856">
                    <a:extLst>
                      <a:ext uri="{FF2B5EF4-FFF2-40B4-BE49-F238E27FC236}">
                        <a16:creationId xmlns:a16="http://schemas.microsoft.com/office/drawing/2014/main" id="{DE032556-7636-804E-906F-97BBD0B9C96F}"/>
                      </a:ext>
                    </a:extLst>
                  </p:cNvPr>
                  <p:cNvSpPr>
                    <a:spLocks/>
                  </p:cNvSpPr>
                  <p:nvPr/>
                </p:nvSpPr>
                <p:spPr bwMode="auto">
                  <a:xfrm>
                    <a:off x="4116" y="955"/>
                    <a:ext cx="630" cy="397"/>
                  </a:xfrm>
                  <a:custGeom>
                    <a:avLst/>
                    <a:gdLst>
                      <a:gd name="T0" fmla="*/ 320 w 630"/>
                      <a:gd name="T1" fmla="*/ 397 h 397"/>
                      <a:gd name="T2" fmla="*/ 468 w 630"/>
                      <a:gd name="T3" fmla="*/ 345 h 397"/>
                      <a:gd name="T4" fmla="*/ 590 w 630"/>
                      <a:gd name="T5" fmla="*/ 275 h 397"/>
                      <a:gd name="T6" fmla="*/ 611 w 630"/>
                      <a:gd name="T7" fmla="*/ 181 h 397"/>
                      <a:gd name="T8" fmla="*/ 439 w 630"/>
                      <a:gd name="T9" fmla="*/ 129 h 397"/>
                      <a:gd name="T10" fmla="*/ 0 w 630"/>
                      <a:gd name="T11" fmla="*/ 0 h 39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30" h="397">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cxnSp>
              <p:nvCxnSpPr>
                <p:cNvPr id="193" name="Straight Connector 192">
                  <a:extLst>
                    <a:ext uri="{FF2B5EF4-FFF2-40B4-BE49-F238E27FC236}">
                      <a16:creationId xmlns:a16="http://schemas.microsoft.com/office/drawing/2014/main" id="{E327019D-1905-154A-8E85-6EC04E77529B}"/>
                    </a:ext>
                  </a:extLst>
                </p:cNvPr>
                <p:cNvCxnSpPr>
                  <a:cxnSpLocks/>
                </p:cNvCxnSpPr>
                <p:nvPr/>
              </p:nvCxnSpPr>
              <p:spPr>
                <a:xfrm flipH="1">
                  <a:off x="7594314" y="2366481"/>
                  <a:ext cx="39385" cy="7020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22" name="Group 221">
                <a:extLst>
                  <a:ext uri="{FF2B5EF4-FFF2-40B4-BE49-F238E27FC236}">
                    <a16:creationId xmlns:a16="http://schemas.microsoft.com/office/drawing/2014/main" id="{25857B5F-442D-6547-97DC-F5378BA1C438}"/>
                  </a:ext>
                </a:extLst>
              </p:cNvPr>
              <p:cNvGrpSpPr/>
              <p:nvPr/>
            </p:nvGrpSpPr>
            <p:grpSpPr>
              <a:xfrm>
                <a:off x="10632645" y="4361380"/>
                <a:ext cx="406937" cy="372436"/>
                <a:chOff x="7341491" y="2307905"/>
                <a:chExt cx="509280" cy="439573"/>
              </a:xfrm>
            </p:grpSpPr>
            <p:grpSp>
              <p:nvGrpSpPr>
                <p:cNvPr id="223" name="Group 222">
                  <a:extLst>
                    <a:ext uri="{FF2B5EF4-FFF2-40B4-BE49-F238E27FC236}">
                      <a16:creationId xmlns:a16="http://schemas.microsoft.com/office/drawing/2014/main" id="{76DB35A4-9E1B-4E44-8D0F-D270CF67063A}"/>
                    </a:ext>
                  </a:extLst>
                </p:cNvPr>
                <p:cNvGrpSpPr/>
                <p:nvPr/>
              </p:nvGrpSpPr>
              <p:grpSpPr>
                <a:xfrm>
                  <a:off x="7341491" y="2426725"/>
                  <a:ext cx="509280" cy="320753"/>
                  <a:chOff x="7458407" y="2414528"/>
                  <a:chExt cx="509280" cy="320753"/>
                </a:xfrm>
              </p:grpSpPr>
              <p:pic>
                <p:nvPicPr>
                  <p:cNvPr id="232" name="Picture 1018" descr="laptop_keyboard">
                    <a:extLst>
                      <a:ext uri="{FF2B5EF4-FFF2-40B4-BE49-F238E27FC236}">
                        <a16:creationId xmlns:a16="http://schemas.microsoft.com/office/drawing/2014/main" id="{4F4F48BB-0250-D44A-9BC4-81D3641D24A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rot="109064" flipH="1">
                    <a:off x="7458407" y="2575770"/>
                    <a:ext cx="437221" cy="1595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3" name="Freeform 1019">
                    <a:extLst>
                      <a:ext uri="{FF2B5EF4-FFF2-40B4-BE49-F238E27FC236}">
                        <a16:creationId xmlns:a16="http://schemas.microsoft.com/office/drawing/2014/main" id="{2AF3E33D-CD8C-2F48-81D3-778B4B41A7D2}"/>
                      </a:ext>
                    </a:extLst>
                  </p:cNvPr>
                  <p:cNvSpPr>
                    <a:spLocks/>
                  </p:cNvSpPr>
                  <p:nvPr/>
                </p:nvSpPr>
                <p:spPr bwMode="auto">
                  <a:xfrm>
                    <a:off x="7603304" y="2420984"/>
                    <a:ext cx="351919" cy="208167"/>
                  </a:xfrm>
                  <a:custGeom>
                    <a:avLst/>
                    <a:gdLst>
                      <a:gd name="T0" fmla="*/ 775798119 w 2982"/>
                      <a:gd name="T1" fmla="*/ 0 h 2442"/>
                      <a:gd name="T2" fmla="*/ 0 w 2982"/>
                      <a:gd name="T3" fmla="*/ 211226083 h 2442"/>
                      <a:gd name="T4" fmla="*/ 2147483646 w 2982"/>
                      <a:gd name="T5" fmla="*/ 263880059 h 2442"/>
                      <a:gd name="T6" fmla="*/ 2147483646 w 2982"/>
                      <a:gd name="T7" fmla="*/ 52653891 h 2442"/>
                      <a:gd name="T8" fmla="*/ 775798119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234" name="Picture 1020" descr="screen">
                    <a:extLst>
                      <a:ext uri="{FF2B5EF4-FFF2-40B4-BE49-F238E27FC236}">
                        <a16:creationId xmlns:a16="http://schemas.microsoft.com/office/drawing/2014/main" id="{8DF7014D-CFBA-C245-B0BD-DE0B172F72EB}"/>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620637" y="2426338"/>
                    <a:ext cx="319785" cy="1894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5" name="Freeform 1021">
                    <a:extLst>
                      <a:ext uri="{FF2B5EF4-FFF2-40B4-BE49-F238E27FC236}">
                        <a16:creationId xmlns:a16="http://schemas.microsoft.com/office/drawing/2014/main" id="{511E93A6-2D52-5346-8CB6-B5B1DF37F792}"/>
                      </a:ext>
                    </a:extLst>
                  </p:cNvPr>
                  <p:cNvSpPr>
                    <a:spLocks/>
                  </p:cNvSpPr>
                  <p:nvPr/>
                </p:nvSpPr>
                <p:spPr bwMode="auto">
                  <a:xfrm>
                    <a:off x="7667378" y="2414843"/>
                    <a:ext cx="298167" cy="38736"/>
                  </a:xfrm>
                  <a:custGeom>
                    <a:avLst/>
                    <a:gdLst>
                      <a:gd name="T0" fmla="*/ 193616298 w 2528"/>
                      <a:gd name="T1" fmla="*/ 0 h 455"/>
                      <a:gd name="T2" fmla="*/ 2147483646 w 2528"/>
                      <a:gd name="T3" fmla="*/ 52445139 h 455"/>
                      <a:gd name="T4" fmla="*/ 2147483646 w 2528"/>
                      <a:gd name="T5" fmla="*/ 52445139 h 455"/>
                      <a:gd name="T6" fmla="*/ 0 w 2528"/>
                      <a:gd name="T7" fmla="*/ 52445139 h 455"/>
                      <a:gd name="T8" fmla="*/ 193616298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6" name="Freeform 1022">
                    <a:extLst>
                      <a:ext uri="{FF2B5EF4-FFF2-40B4-BE49-F238E27FC236}">
                        <a16:creationId xmlns:a16="http://schemas.microsoft.com/office/drawing/2014/main" id="{1D625A85-B0E0-4145-AF39-6DB0D9E0CBF4}"/>
                      </a:ext>
                    </a:extLst>
                  </p:cNvPr>
                  <p:cNvSpPr>
                    <a:spLocks/>
                  </p:cNvSpPr>
                  <p:nvPr/>
                </p:nvSpPr>
                <p:spPr bwMode="auto">
                  <a:xfrm>
                    <a:off x="7600188" y="2414528"/>
                    <a:ext cx="82770" cy="161243"/>
                  </a:xfrm>
                  <a:custGeom>
                    <a:avLst/>
                    <a:gdLst>
                      <a:gd name="T0" fmla="*/ 773664160 w 702"/>
                      <a:gd name="T1" fmla="*/ 0 h 1893"/>
                      <a:gd name="T2" fmla="*/ 0 w 702"/>
                      <a:gd name="T3" fmla="*/ 210739916 h 1893"/>
                      <a:gd name="T4" fmla="*/ 193416040 w 702"/>
                      <a:gd name="T5" fmla="*/ 210739916 h 1893"/>
                      <a:gd name="T6" fmla="*/ 967080200 w 702"/>
                      <a:gd name="T7" fmla="*/ 52529017 h 1893"/>
                      <a:gd name="T8" fmla="*/ 773664160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7" name="Freeform 1023">
                    <a:extLst>
                      <a:ext uri="{FF2B5EF4-FFF2-40B4-BE49-F238E27FC236}">
                        <a16:creationId xmlns:a16="http://schemas.microsoft.com/office/drawing/2014/main" id="{ABD8107C-127C-8B4C-956D-D2038C947A11}"/>
                      </a:ext>
                    </a:extLst>
                  </p:cNvPr>
                  <p:cNvSpPr>
                    <a:spLocks/>
                  </p:cNvSpPr>
                  <p:nvPr/>
                </p:nvSpPr>
                <p:spPr bwMode="auto">
                  <a:xfrm>
                    <a:off x="7874205" y="2443344"/>
                    <a:ext cx="89197" cy="186122"/>
                  </a:xfrm>
                  <a:custGeom>
                    <a:avLst/>
                    <a:gdLst>
                      <a:gd name="T0" fmla="*/ 969024527 w 756"/>
                      <a:gd name="T1" fmla="*/ 0 h 2184"/>
                      <a:gd name="T2" fmla="*/ 193802074 w 756"/>
                      <a:gd name="T3" fmla="*/ 263660221 h 2184"/>
                      <a:gd name="T4" fmla="*/ 0 w 756"/>
                      <a:gd name="T5" fmla="*/ 263660221 h 2184"/>
                      <a:gd name="T6" fmla="*/ 775222454 w 756"/>
                      <a:gd name="T7" fmla="*/ 52610059 h 2184"/>
                      <a:gd name="T8" fmla="*/ 969024527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8" name="Freeform 1024">
                    <a:extLst>
                      <a:ext uri="{FF2B5EF4-FFF2-40B4-BE49-F238E27FC236}">
                        <a16:creationId xmlns:a16="http://schemas.microsoft.com/office/drawing/2014/main" id="{523BA87F-7AE2-F34A-B701-BE0CF79FE0D6}"/>
                      </a:ext>
                    </a:extLst>
                  </p:cNvPr>
                  <p:cNvSpPr>
                    <a:spLocks/>
                  </p:cNvSpPr>
                  <p:nvPr/>
                </p:nvSpPr>
                <p:spPr bwMode="auto">
                  <a:xfrm>
                    <a:off x="7599214" y="2567582"/>
                    <a:ext cx="327185" cy="62828"/>
                  </a:xfrm>
                  <a:custGeom>
                    <a:avLst/>
                    <a:gdLst>
                      <a:gd name="T0" fmla="*/ 193829444 w 2773"/>
                      <a:gd name="T1" fmla="*/ 0 h 738"/>
                      <a:gd name="T2" fmla="*/ 0 w 2773"/>
                      <a:gd name="T3" fmla="*/ 52443587 h 738"/>
                      <a:gd name="T4" fmla="*/ 2147483646 w 2773"/>
                      <a:gd name="T5" fmla="*/ 104894411 h 738"/>
                      <a:gd name="T6" fmla="*/ 2147483646 w 2773"/>
                      <a:gd name="T7" fmla="*/ 52443587 h 738"/>
                      <a:gd name="T8" fmla="*/ 193829444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9" name="Freeform 1025">
                    <a:extLst>
                      <a:ext uri="{FF2B5EF4-FFF2-40B4-BE49-F238E27FC236}">
                        <a16:creationId xmlns:a16="http://schemas.microsoft.com/office/drawing/2014/main" id="{F6F11968-F7C7-7148-A094-57D4B6F7A6AE}"/>
                      </a:ext>
                    </a:extLst>
                  </p:cNvPr>
                  <p:cNvSpPr>
                    <a:spLocks/>
                  </p:cNvSpPr>
                  <p:nvPr/>
                </p:nvSpPr>
                <p:spPr bwMode="auto">
                  <a:xfrm>
                    <a:off x="7884138" y="2444918"/>
                    <a:ext cx="83549" cy="186909"/>
                  </a:xfrm>
                  <a:custGeom>
                    <a:avLst/>
                    <a:gdLst>
                      <a:gd name="T0" fmla="*/ 2147483646 w 637"/>
                      <a:gd name="T1" fmla="*/ 0 h 1659"/>
                      <a:gd name="T2" fmla="*/ 2147483646 w 637"/>
                      <a:gd name="T3" fmla="*/ 0 h 1659"/>
                      <a:gd name="T4" fmla="*/ 295581541 w 637"/>
                      <a:gd name="T5" fmla="*/ 2147483646 h 1659"/>
                      <a:gd name="T6" fmla="*/ 0 w 637"/>
                      <a:gd name="T7" fmla="*/ 2147483646 h 1659"/>
                      <a:gd name="T8" fmla="*/ 2147483646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0" name="Freeform 1026">
                    <a:extLst>
                      <a:ext uri="{FF2B5EF4-FFF2-40B4-BE49-F238E27FC236}">
                        <a16:creationId xmlns:a16="http://schemas.microsoft.com/office/drawing/2014/main" id="{9CE419CC-6653-D64F-826C-2A3B663DD5E5}"/>
                      </a:ext>
                    </a:extLst>
                  </p:cNvPr>
                  <p:cNvSpPr>
                    <a:spLocks/>
                  </p:cNvSpPr>
                  <p:nvPr/>
                </p:nvSpPr>
                <p:spPr bwMode="auto">
                  <a:xfrm>
                    <a:off x="7599603" y="2575928"/>
                    <a:ext cx="290961" cy="62041"/>
                  </a:xfrm>
                  <a:custGeom>
                    <a:avLst/>
                    <a:gdLst>
                      <a:gd name="T0" fmla="*/ 0 w 2216"/>
                      <a:gd name="T1" fmla="*/ 0 h 550"/>
                      <a:gd name="T2" fmla="*/ 296523134 w 2216"/>
                      <a:gd name="T3" fmla="*/ 324379338 h 550"/>
                      <a:gd name="T4" fmla="*/ 2147483646 w 2216"/>
                      <a:gd name="T5" fmla="*/ 2147483646 h 550"/>
                      <a:gd name="T6" fmla="*/ 2147483646 w 2216"/>
                      <a:gd name="T7" fmla="*/ 2147483646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241" name="Group 1027">
                    <a:extLst>
                      <a:ext uri="{FF2B5EF4-FFF2-40B4-BE49-F238E27FC236}">
                        <a16:creationId xmlns:a16="http://schemas.microsoft.com/office/drawing/2014/main" id="{B79A86C8-03B9-3742-B3E1-C3C4870A9B65}"/>
                      </a:ext>
                    </a:extLst>
                  </p:cNvPr>
                  <p:cNvGrpSpPr>
                    <a:grpSpLocks/>
                  </p:cNvGrpSpPr>
                  <p:nvPr/>
                </p:nvGrpSpPr>
                <p:grpSpPr bwMode="auto">
                  <a:xfrm>
                    <a:off x="7594735" y="2642220"/>
                    <a:ext cx="98740" cy="36846"/>
                    <a:chOff x="1740" y="2642"/>
                    <a:chExt cx="752" cy="327"/>
                  </a:xfrm>
                </p:grpSpPr>
                <p:sp>
                  <p:nvSpPr>
                    <p:cNvPr id="248" name="Freeform 1028">
                      <a:extLst>
                        <a:ext uri="{FF2B5EF4-FFF2-40B4-BE49-F238E27FC236}">
                          <a16:creationId xmlns:a16="http://schemas.microsoft.com/office/drawing/2014/main" id="{294DD880-2083-8645-945D-9844B4060818}"/>
                        </a:ext>
                      </a:extLst>
                    </p:cNvPr>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9" name="Freeform 1029">
                      <a:extLst>
                        <a:ext uri="{FF2B5EF4-FFF2-40B4-BE49-F238E27FC236}">
                          <a16:creationId xmlns:a16="http://schemas.microsoft.com/office/drawing/2014/main" id="{AE3490FA-748F-B64C-A3DB-5C327A8281BF}"/>
                        </a:ext>
                      </a:extLst>
                    </p:cNvPr>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0" name="Freeform 1030">
                      <a:extLst>
                        <a:ext uri="{FF2B5EF4-FFF2-40B4-BE49-F238E27FC236}">
                          <a16:creationId xmlns:a16="http://schemas.microsoft.com/office/drawing/2014/main" id="{2A46627B-BBEF-1943-8288-EC0F71CA7D37}"/>
                        </a:ext>
                      </a:extLst>
                    </p:cNvPr>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1" name="Freeform 1031">
                      <a:extLst>
                        <a:ext uri="{FF2B5EF4-FFF2-40B4-BE49-F238E27FC236}">
                          <a16:creationId xmlns:a16="http://schemas.microsoft.com/office/drawing/2014/main" id="{6DF5FBDA-FAE1-B241-90C6-B93B7090DBEA}"/>
                        </a:ext>
                      </a:extLst>
                    </p:cNvPr>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2" name="Freeform 1032">
                      <a:extLst>
                        <a:ext uri="{FF2B5EF4-FFF2-40B4-BE49-F238E27FC236}">
                          <a16:creationId xmlns:a16="http://schemas.microsoft.com/office/drawing/2014/main" id="{7FA684E5-78AC-0C46-8D3D-012C1F74500F}"/>
                        </a:ext>
                      </a:extLst>
                    </p:cNvPr>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3" name="Freeform 1033">
                      <a:extLst>
                        <a:ext uri="{FF2B5EF4-FFF2-40B4-BE49-F238E27FC236}">
                          <a16:creationId xmlns:a16="http://schemas.microsoft.com/office/drawing/2014/main" id="{B3FCEF67-D6F1-984D-8779-21AC52CA9C56}"/>
                        </a:ext>
                      </a:extLst>
                    </p:cNvPr>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242" name="Freeform 1034">
                    <a:extLst>
                      <a:ext uri="{FF2B5EF4-FFF2-40B4-BE49-F238E27FC236}">
                        <a16:creationId xmlns:a16="http://schemas.microsoft.com/office/drawing/2014/main" id="{236DF0FE-8B0C-254C-9AE3-B73153B830A0}"/>
                      </a:ext>
                    </a:extLst>
                  </p:cNvPr>
                  <p:cNvSpPr>
                    <a:spLocks/>
                  </p:cNvSpPr>
                  <p:nvPr/>
                </p:nvSpPr>
                <p:spPr bwMode="auto">
                  <a:xfrm>
                    <a:off x="7763780" y="2647731"/>
                    <a:ext cx="119578" cy="80936"/>
                  </a:xfrm>
                  <a:custGeom>
                    <a:avLst/>
                    <a:gdLst>
                      <a:gd name="T0" fmla="*/ 213221464 w 990"/>
                      <a:gd name="T1" fmla="*/ 1090686587 h 792"/>
                      <a:gd name="T2" fmla="*/ 1915477586 w 990"/>
                      <a:gd name="T3" fmla="*/ 0 h 792"/>
                      <a:gd name="T4" fmla="*/ 1915477586 w 990"/>
                      <a:gd name="T5" fmla="*/ 108859840 h 792"/>
                      <a:gd name="T6" fmla="*/ 0 w 990"/>
                      <a:gd name="T7" fmla="*/ 1090686587 h 792"/>
                      <a:gd name="T8" fmla="*/ 213221464 w 990"/>
                      <a:gd name="T9" fmla="*/ 1090686587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3" name="Freeform 1035">
                    <a:extLst>
                      <a:ext uri="{FF2B5EF4-FFF2-40B4-BE49-F238E27FC236}">
                        <a16:creationId xmlns:a16="http://schemas.microsoft.com/office/drawing/2014/main" id="{CD69B965-4D92-7C44-AB07-D51C40C35600}"/>
                      </a:ext>
                    </a:extLst>
                  </p:cNvPr>
                  <p:cNvSpPr>
                    <a:spLocks/>
                  </p:cNvSpPr>
                  <p:nvPr/>
                </p:nvSpPr>
                <p:spPr bwMode="auto">
                  <a:xfrm>
                    <a:off x="7458602" y="2654187"/>
                    <a:ext cx="305957" cy="73850"/>
                  </a:xfrm>
                  <a:custGeom>
                    <a:avLst/>
                    <a:gdLst>
                      <a:gd name="T0" fmla="*/ 213486572 w 2532"/>
                      <a:gd name="T1" fmla="*/ 0 h 723"/>
                      <a:gd name="T2" fmla="*/ 213486572 w 2532"/>
                      <a:gd name="T3" fmla="*/ 0 h 723"/>
                      <a:gd name="T4" fmla="*/ 2147483646 w 2532"/>
                      <a:gd name="T5" fmla="*/ 979380008 h 723"/>
                      <a:gd name="T6" fmla="*/ 2147483646 w 2532"/>
                      <a:gd name="T7" fmla="*/ 1088085165 h 723"/>
                      <a:gd name="T8" fmla="*/ 0 w 2532"/>
                      <a:gd name="T9" fmla="*/ 108705259 h 723"/>
                      <a:gd name="T10" fmla="*/ 213486572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4" name="Freeform 1036">
                    <a:extLst>
                      <a:ext uri="{FF2B5EF4-FFF2-40B4-BE49-F238E27FC236}">
                        <a16:creationId xmlns:a16="http://schemas.microsoft.com/office/drawing/2014/main" id="{7F88CD3B-8D3F-944F-93A0-3272A6EC0FC6}"/>
                      </a:ext>
                    </a:extLst>
                  </p:cNvPr>
                  <p:cNvSpPr>
                    <a:spLocks/>
                  </p:cNvSpPr>
                  <p:nvPr/>
                </p:nvSpPr>
                <p:spPr bwMode="auto">
                  <a:xfrm>
                    <a:off x="7458797" y="2640645"/>
                    <a:ext cx="3311" cy="14959"/>
                  </a:xfrm>
                  <a:custGeom>
                    <a:avLst/>
                    <a:gdLst>
                      <a:gd name="T0" fmla="*/ 262278191 w 26"/>
                      <a:gd name="T1" fmla="*/ 107489981 h 147"/>
                      <a:gd name="T2" fmla="*/ 262278191 w 26"/>
                      <a:gd name="T3" fmla="*/ 214969480 h 147"/>
                      <a:gd name="T4" fmla="*/ 0 w 26"/>
                      <a:gd name="T5" fmla="*/ 214969480 h 147"/>
                      <a:gd name="T6" fmla="*/ 262278191 w 26"/>
                      <a:gd name="T7" fmla="*/ 0 h 147"/>
                      <a:gd name="T8" fmla="*/ 262278191 w 26"/>
                      <a:gd name="T9" fmla="*/ 107489981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5" name="Freeform 1037">
                    <a:extLst>
                      <a:ext uri="{FF2B5EF4-FFF2-40B4-BE49-F238E27FC236}">
                        <a16:creationId xmlns:a16="http://schemas.microsoft.com/office/drawing/2014/main" id="{96F1BC2D-3CA4-2C4F-9D40-5E252F8EF9BC}"/>
                      </a:ext>
                    </a:extLst>
                  </p:cNvPr>
                  <p:cNvSpPr>
                    <a:spLocks/>
                  </p:cNvSpPr>
                  <p:nvPr/>
                </p:nvSpPr>
                <p:spPr bwMode="auto">
                  <a:xfrm>
                    <a:off x="7458992" y="2579707"/>
                    <a:ext cx="142170" cy="61883"/>
                  </a:xfrm>
                  <a:custGeom>
                    <a:avLst/>
                    <a:gdLst>
                      <a:gd name="T0" fmla="*/ 2136125890 w 1176"/>
                      <a:gd name="T1" fmla="*/ 0 h 606"/>
                      <a:gd name="T2" fmla="*/ 0 w 1176"/>
                      <a:gd name="T3" fmla="*/ 870000945 h 606"/>
                      <a:gd name="T4" fmla="*/ 213789467 w 1176"/>
                      <a:gd name="T5" fmla="*/ 870000945 h 606"/>
                      <a:gd name="T6" fmla="*/ 2136125890 w 1176"/>
                      <a:gd name="T7" fmla="*/ 108617123 h 606"/>
                      <a:gd name="T8" fmla="*/ 2136125890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6" name="Freeform 1038">
                    <a:extLst>
                      <a:ext uri="{FF2B5EF4-FFF2-40B4-BE49-F238E27FC236}">
                        <a16:creationId xmlns:a16="http://schemas.microsoft.com/office/drawing/2014/main" id="{0907C174-E6C0-5642-A505-58A08DD18AB9}"/>
                      </a:ext>
                    </a:extLst>
                  </p:cNvPr>
                  <p:cNvSpPr>
                    <a:spLocks/>
                  </p:cNvSpPr>
                  <p:nvPr/>
                </p:nvSpPr>
                <p:spPr bwMode="auto">
                  <a:xfrm>
                    <a:off x="7468535" y="2643795"/>
                    <a:ext cx="290182" cy="71016"/>
                  </a:xfrm>
                  <a:custGeom>
                    <a:avLst/>
                    <a:gdLst>
                      <a:gd name="T0" fmla="*/ 173112702 w 2532"/>
                      <a:gd name="T1" fmla="*/ 0 h 723"/>
                      <a:gd name="T2" fmla="*/ 173112702 w 2532"/>
                      <a:gd name="T3" fmla="*/ 0 h 723"/>
                      <a:gd name="T4" fmla="*/ 2069773885 w 2532"/>
                      <a:gd name="T5" fmla="*/ 558173482 h 723"/>
                      <a:gd name="T6" fmla="*/ 2069773885 w 2532"/>
                      <a:gd name="T7" fmla="*/ 558173482 h 723"/>
                      <a:gd name="T8" fmla="*/ 0 w 2532"/>
                      <a:gd name="T9" fmla="*/ 92871346 h 723"/>
                      <a:gd name="T10" fmla="*/ 173112702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7" name="Freeform 1039">
                    <a:extLst>
                      <a:ext uri="{FF2B5EF4-FFF2-40B4-BE49-F238E27FC236}">
                        <a16:creationId xmlns:a16="http://schemas.microsoft.com/office/drawing/2014/main" id="{1CDC6E2D-A772-3B49-8439-D3D891518374}"/>
                      </a:ext>
                    </a:extLst>
                  </p:cNvPr>
                  <p:cNvSpPr>
                    <a:spLocks/>
                  </p:cNvSpPr>
                  <p:nvPr/>
                </p:nvSpPr>
                <p:spPr bwMode="auto">
                  <a:xfrm flipV="1">
                    <a:off x="7758327" y="2638756"/>
                    <a:ext cx="118410" cy="73535"/>
                  </a:xfrm>
                  <a:custGeom>
                    <a:avLst/>
                    <a:gdLst>
                      <a:gd name="T0" fmla="*/ 0 w 2532"/>
                      <a:gd name="T1" fmla="*/ 0 h 723"/>
                      <a:gd name="T2" fmla="*/ 0 w 2532"/>
                      <a:gd name="T3" fmla="*/ 0 h 723"/>
                      <a:gd name="T4" fmla="*/ 0 w 2532"/>
                      <a:gd name="T5" fmla="*/ 962694895 h 723"/>
                      <a:gd name="T6" fmla="*/ 0 w 2532"/>
                      <a:gd name="T7" fmla="*/ 962694895 h 723"/>
                      <a:gd name="T8" fmla="*/ 0 w 2532"/>
                      <a:gd name="T9" fmla="*/ 107314314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224" name="Group 850">
                  <a:extLst>
                    <a:ext uri="{FF2B5EF4-FFF2-40B4-BE49-F238E27FC236}">
                      <a16:creationId xmlns:a16="http://schemas.microsoft.com/office/drawing/2014/main" id="{C7FC9F56-C4B9-CB4F-871F-27598301F431}"/>
                    </a:ext>
                  </a:extLst>
                </p:cNvPr>
                <p:cNvGrpSpPr>
                  <a:grpSpLocks/>
                </p:cNvGrpSpPr>
                <p:nvPr/>
              </p:nvGrpSpPr>
              <p:grpSpPr bwMode="auto">
                <a:xfrm>
                  <a:off x="7408527" y="2307905"/>
                  <a:ext cx="399726" cy="74090"/>
                  <a:chOff x="2199" y="955"/>
                  <a:chExt cx="2547" cy="506"/>
                </a:xfrm>
              </p:grpSpPr>
              <p:sp>
                <p:nvSpPr>
                  <p:cNvPr id="226" name="Freeform 851">
                    <a:extLst>
                      <a:ext uri="{FF2B5EF4-FFF2-40B4-BE49-F238E27FC236}">
                        <a16:creationId xmlns:a16="http://schemas.microsoft.com/office/drawing/2014/main" id="{C78362AD-12BA-544F-9449-4E99CFE45F8C}"/>
                      </a:ext>
                    </a:extLst>
                  </p:cNvPr>
                  <p:cNvSpPr>
                    <a:spLocks/>
                  </p:cNvSpPr>
                  <p:nvPr/>
                </p:nvSpPr>
                <p:spPr bwMode="auto">
                  <a:xfrm>
                    <a:off x="2199" y="1166"/>
                    <a:ext cx="260" cy="281"/>
                  </a:xfrm>
                  <a:custGeom>
                    <a:avLst/>
                    <a:gdLst>
                      <a:gd name="T0" fmla="*/ 260 w 260"/>
                      <a:gd name="T1" fmla="*/ 0 h 281"/>
                      <a:gd name="T2" fmla="*/ 42 w 260"/>
                      <a:gd name="T3" fmla="*/ 112 h 281"/>
                      <a:gd name="T4" fmla="*/ 35 w 260"/>
                      <a:gd name="T5" fmla="*/ 211 h 281"/>
                      <a:gd name="T6" fmla="*/ 253 w 260"/>
                      <a:gd name="T7" fmla="*/ 281 h 28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0" h="281">
                        <a:moveTo>
                          <a:pt x="260" y="0"/>
                        </a:moveTo>
                        <a:cubicBezTo>
                          <a:pt x="224" y="19"/>
                          <a:pt x="79" y="77"/>
                          <a:pt x="42" y="112"/>
                        </a:cubicBezTo>
                        <a:cubicBezTo>
                          <a:pt x="5" y="143"/>
                          <a:pt x="0" y="183"/>
                          <a:pt x="35" y="211"/>
                        </a:cubicBezTo>
                        <a:cubicBezTo>
                          <a:pt x="70" y="239"/>
                          <a:pt x="208" y="266"/>
                          <a:pt x="253" y="281"/>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7" name="Freeform 852">
                    <a:extLst>
                      <a:ext uri="{FF2B5EF4-FFF2-40B4-BE49-F238E27FC236}">
                        <a16:creationId xmlns:a16="http://schemas.microsoft.com/office/drawing/2014/main" id="{D7D5F371-6CB2-754F-B423-4A735A9DB5C3}"/>
                      </a:ext>
                    </a:extLst>
                  </p:cNvPr>
                  <p:cNvSpPr>
                    <a:spLocks/>
                  </p:cNvSpPr>
                  <p:nvPr/>
                </p:nvSpPr>
                <p:spPr bwMode="auto">
                  <a:xfrm>
                    <a:off x="2482" y="1040"/>
                    <a:ext cx="900" cy="421"/>
                  </a:xfrm>
                  <a:custGeom>
                    <a:avLst/>
                    <a:gdLst>
                      <a:gd name="T0" fmla="*/ 531 w 900"/>
                      <a:gd name="T1" fmla="*/ 0 h 421"/>
                      <a:gd name="T2" fmla="*/ 279 w 900"/>
                      <a:gd name="T3" fmla="*/ 77 h 421"/>
                      <a:gd name="T4" fmla="*/ 68 w 900"/>
                      <a:gd name="T5" fmla="*/ 182 h 421"/>
                      <a:gd name="T6" fmla="*/ 33 w 900"/>
                      <a:gd name="T7" fmla="*/ 323 h 421"/>
                      <a:gd name="T8" fmla="*/ 328 w 900"/>
                      <a:gd name="T9" fmla="*/ 400 h 421"/>
                      <a:gd name="T10" fmla="*/ 812 w 900"/>
                      <a:gd name="T11" fmla="*/ 421 h 421"/>
                      <a:gd name="T12" fmla="*/ 855 w 900"/>
                      <a:gd name="T13" fmla="*/ 400 h 42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00" h="421">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8" name="Freeform 853">
                    <a:extLst>
                      <a:ext uri="{FF2B5EF4-FFF2-40B4-BE49-F238E27FC236}">
                        <a16:creationId xmlns:a16="http://schemas.microsoft.com/office/drawing/2014/main" id="{8BA4DE9D-2F75-6549-9A25-7FB763FE554F}"/>
                      </a:ext>
                    </a:extLst>
                  </p:cNvPr>
                  <p:cNvSpPr>
                    <a:spLocks/>
                  </p:cNvSpPr>
                  <p:nvPr/>
                </p:nvSpPr>
                <p:spPr bwMode="auto">
                  <a:xfrm>
                    <a:off x="2782" y="1068"/>
                    <a:ext cx="428" cy="269"/>
                  </a:xfrm>
                  <a:custGeom>
                    <a:avLst/>
                    <a:gdLst>
                      <a:gd name="T0" fmla="*/ 428 w 428"/>
                      <a:gd name="T1" fmla="*/ 0 h 269"/>
                      <a:gd name="T2" fmla="*/ 217 w 428"/>
                      <a:gd name="T3" fmla="*/ 35 h 269"/>
                      <a:gd name="T4" fmla="*/ 21 w 428"/>
                      <a:gd name="T5" fmla="*/ 140 h 269"/>
                      <a:gd name="T6" fmla="*/ 91 w 428"/>
                      <a:gd name="T7" fmla="*/ 246 h 269"/>
                      <a:gd name="T8" fmla="*/ 231 w 428"/>
                      <a:gd name="T9" fmla="*/ 267 h 269"/>
                      <a:gd name="T10" fmla="*/ 414 w 428"/>
                      <a:gd name="T11" fmla="*/ 260 h 2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28" h="269">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9" name="Freeform 854">
                    <a:extLst>
                      <a:ext uri="{FF2B5EF4-FFF2-40B4-BE49-F238E27FC236}">
                        <a16:creationId xmlns:a16="http://schemas.microsoft.com/office/drawing/2014/main" id="{9C6E88C6-1471-3640-9C83-836DB2672C78}"/>
                      </a:ext>
                    </a:extLst>
                  </p:cNvPr>
                  <p:cNvSpPr>
                    <a:spLocks/>
                  </p:cNvSpPr>
                  <p:nvPr/>
                </p:nvSpPr>
                <p:spPr bwMode="auto">
                  <a:xfrm>
                    <a:off x="3554" y="1075"/>
                    <a:ext cx="377" cy="239"/>
                  </a:xfrm>
                  <a:custGeom>
                    <a:avLst/>
                    <a:gdLst>
                      <a:gd name="T0" fmla="*/ 42 w 377"/>
                      <a:gd name="T1" fmla="*/ 239 h 239"/>
                      <a:gd name="T2" fmla="*/ 335 w 377"/>
                      <a:gd name="T3" fmla="*/ 146 h 239"/>
                      <a:gd name="T4" fmla="*/ 342 w 377"/>
                      <a:gd name="T5" fmla="*/ 47 h 239"/>
                      <a:gd name="T6" fmla="*/ 0 w 377"/>
                      <a:gd name="T7" fmla="*/ 0 h 23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77" h="239">
                        <a:moveTo>
                          <a:pt x="42" y="239"/>
                        </a:moveTo>
                        <a:cubicBezTo>
                          <a:pt x="89" y="224"/>
                          <a:pt x="285" y="178"/>
                          <a:pt x="335" y="146"/>
                        </a:cubicBezTo>
                        <a:cubicBezTo>
                          <a:pt x="372" y="115"/>
                          <a:pt x="377" y="75"/>
                          <a:pt x="342" y="47"/>
                        </a:cubicBezTo>
                        <a:cubicBezTo>
                          <a:pt x="286" y="23"/>
                          <a:pt x="71" y="10"/>
                          <a:pt x="0" y="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0" name="Freeform 855">
                    <a:extLst>
                      <a:ext uri="{FF2B5EF4-FFF2-40B4-BE49-F238E27FC236}">
                        <a16:creationId xmlns:a16="http://schemas.microsoft.com/office/drawing/2014/main" id="{CDF7241E-AB35-CB4E-AC37-D40F82656D36}"/>
                      </a:ext>
                    </a:extLst>
                  </p:cNvPr>
                  <p:cNvSpPr>
                    <a:spLocks/>
                  </p:cNvSpPr>
                  <p:nvPr/>
                </p:nvSpPr>
                <p:spPr bwMode="auto">
                  <a:xfrm>
                    <a:off x="3646" y="997"/>
                    <a:ext cx="660" cy="336"/>
                  </a:xfrm>
                  <a:custGeom>
                    <a:avLst/>
                    <a:gdLst>
                      <a:gd name="T0" fmla="*/ 390 w 646"/>
                      <a:gd name="T1" fmla="*/ 592 h 300"/>
                      <a:gd name="T2" fmla="*/ 555 w 646"/>
                      <a:gd name="T3" fmla="*/ 501 h 300"/>
                      <a:gd name="T4" fmla="*/ 690 w 646"/>
                      <a:gd name="T5" fmla="*/ 377 h 300"/>
                      <a:gd name="T6" fmla="*/ 713 w 646"/>
                      <a:gd name="T7" fmla="*/ 211 h 300"/>
                      <a:gd name="T8" fmla="*/ 522 w 646"/>
                      <a:gd name="T9" fmla="*/ 119 h 300"/>
                      <a:gd name="T10" fmla="*/ 0 w 646"/>
                      <a:gd name="T11" fmla="*/ 0 h 3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46" h="300">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1" name="Freeform 856">
                    <a:extLst>
                      <a:ext uri="{FF2B5EF4-FFF2-40B4-BE49-F238E27FC236}">
                        <a16:creationId xmlns:a16="http://schemas.microsoft.com/office/drawing/2014/main" id="{1F147BC7-3E05-0248-B4B8-53FE858D23E7}"/>
                      </a:ext>
                    </a:extLst>
                  </p:cNvPr>
                  <p:cNvSpPr>
                    <a:spLocks/>
                  </p:cNvSpPr>
                  <p:nvPr/>
                </p:nvSpPr>
                <p:spPr bwMode="auto">
                  <a:xfrm>
                    <a:off x="4116" y="955"/>
                    <a:ext cx="630" cy="397"/>
                  </a:xfrm>
                  <a:custGeom>
                    <a:avLst/>
                    <a:gdLst>
                      <a:gd name="T0" fmla="*/ 320 w 630"/>
                      <a:gd name="T1" fmla="*/ 397 h 397"/>
                      <a:gd name="T2" fmla="*/ 468 w 630"/>
                      <a:gd name="T3" fmla="*/ 345 h 397"/>
                      <a:gd name="T4" fmla="*/ 590 w 630"/>
                      <a:gd name="T5" fmla="*/ 275 h 397"/>
                      <a:gd name="T6" fmla="*/ 611 w 630"/>
                      <a:gd name="T7" fmla="*/ 181 h 397"/>
                      <a:gd name="T8" fmla="*/ 439 w 630"/>
                      <a:gd name="T9" fmla="*/ 129 h 397"/>
                      <a:gd name="T10" fmla="*/ 0 w 630"/>
                      <a:gd name="T11" fmla="*/ 0 h 39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30" h="397">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cxnSp>
              <p:nvCxnSpPr>
                <p:cNvPr id="225" name="Straight Connector 224">
                  <a:extLst>
                    <a:ext uri="{FF2B5EF4-FFF2-40B4-BE49-F238E27FC236}">
                      <a16:creationId xmlns:a16="http://schemas.microsoft.com/office/drawing/2014/main" id="{3BA573AA-F2AE-334C-B328-9F37A8FF4532}"/>
                    </a:ext>
                  </a:extLst>
                </p:cNvPr>
                <p:cNvCxnSpPr>
                  <a:cxnSpLocks/>
                </p:cNvCxnSpPr>
                <p:nvPr/>
              </p:nvCxnSpPr>
              <p:spPr>
                <a:xfrm flipH="1">
                  <a:off x="7594314" y="2366481"/>
                  <a:ext cx="39385" cy="7020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528" name="Group 527">
              <a:extLst>
                <a:ext uri="{FF2B5EF4-FFF2-40B4-BE49-F238E27FC236}">
                  <a16:creationId xmlns:a16="http://schemas.microsoft.com/office/drawing/2014/main" id="{B503E439-945A-A344-AB60-2A65A7023FC4}"/>
                </a:ext>
              </a:extLst>
            </p:cNvPr>
            <p:cNvGrpSpPr/>
            <p:nvPr/>
          </p:nvGrpSpPr>
          <p:grpSpPr>
            <a:xfrm>
              <a:off x="7840518" y="1242873"/>
              <a:ext cx="4037013" cy="1377421"/>
              <a:chOff x="7785100" y="730250"/>
              <a:chExt cx="4037013" cy="1377421"/>
            </a:xfrm>
          </p:grpSpPr>
          <p:grpSp>
            <p:nvGrpSpPr>
              <p:cNvPr id="273" name="Group 117">
                <a:extLst>
                  <a:ext uri="{FF2B5EF4-FFF2-40B4-BE49-F238E27FC236}">
                    <a16:creationId xmlns:a16="http://schemas.microsoft.com/office/drawing/2014/main" id="{D45AA40C-B22D-9946-9473-ECEF602BD97D}"/>
                  </a:ext>
                </a:extLst>
              </p:cNvPr>
              <p:cNvGrpSpPr>
                <a:grpSpLocks/>
              </p:cNvGrpSpPr>
              <p:nvPr/>
            </p:nvGrpSpPr>
            <p:grpSpPr bwMode="auto">
              <a:xfrm>
                <a:off x="7785100" y="736600"/>
                <a:ext cx="850900" cy="527050"/>
                <a:chOff x="-490" y="1664"/>
                <a:chExt cx="1429" cy="842"/>
              </a:xfrm>
            </p:grpSpPr>
            <p:sp>
              <p:nvSpPr>
                <p:cNvPr id="274" name="AutoShape 111">
                  <a:extLst>
                    <a:ext uri="{FF2B5EF4-FFF2-40B4-BE49-F238E27FC236}">
                      <a16:creationId xmlns:a16="http://schemas.microsoft.com/office/drawing/2014/main" id="{19FECEC5-DE0E-784A-9583-2B6FFC9B7B03}"/>
                    </a:ext>
                  </a:extLst>
                </p:cNvPr>
                <p:cNvSpPr>
                  <a:spLocks noChangeArrowheads="1"/>
                </p:cNvSpPr>
                <p:nvPr/>
              </p:nvSpPr>
              <p:spPr bwMode="auto">
                <a:xfrm>
                  <a:off x="-490" y="1664"/>
                  <a:ext cx="1429" cy="294"/>
                </a:xfrm>
                <a:prstGeom prst="triangle">
                  <a:avLst>
                    <a:gd name="adj" fmla="val 50000"/>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grpSp>
              <p:nvGrpSpPr>
                <p:cNvPr id="275" name="Group 116">
                  <a:extLst>
                    <a:ext uri="{FF2B5EF4-FFF2-40B4-BE49-F238E27FC236}">
                      <a16:creationId xmlns:a16="http://schemas.microsoft.com/office/drawing/2014/main" id="{CB83F8A1-1FC2-3B4D-8C09-DF5C80183588}"/>
                    </a:ext>
                  </a:extLst>
                </p:cNvPr>
                <p:cNvGrpSpPr>
                  <a:grpSpLocks/>
                </p:cNvGrpSpPr>
                <p:nvPr/>
              </p:nvGrpSpPr>
              <p:grpSpPr bwMode="auto">
                <a:xfrm>
                  <a:off x="-427" y="1737"/>
                  <a:ext cx="1217" cy="769"/>
                  <a:chOff x="-427" y="1737"/>
                  <a:chExt cx="1217" cy="769"/>
                </a:xfrm>
              </p:grpSpPr>
              <p:sp>
                <p:nvSpPr>
                  <p:cNvPr id="276" name="Rectangle 99">
                    <a:extLst>
                      <a:ext uri="{FF2B5EF4-FFF2-40B4-BE49-F238E27FC236}">
                        <a16:creationId xmlns:a16="http://schemas.microsoft.com/office/drawing/2014/main" id="{A2734C67-F9AC-2F44-B35F-38E877473CE5}"/>
                      </a:ext>
                    </a:extLst>
                  </p:cNvPr>
                  <p:cNvSpPr>
                    <a:spLocks noChangeArrowheads="1"/>
                  </p:cNvSpPr>
                  <p:nvPr/>
                </p:nvSpPr>
                <p:spPr bwMode="auto">
                  <a:xfrm>
                    <a:off x="-338" y="1923"/>
                    <a:ext cx="1128" cy="583"/>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277" name="Line 7">
                    <a:extLst>
                      <a:ext uri="{FF2B5EF4-FFF2-40B4-BE49-F238E27FC236}">
                        <a16:creationId xmlns:a16="http://schemas.microsoft.com/office/drawing/2014/main" id="{C66E4941-F9C5-1E4F-8B84-AFF95C6698DA}"/>
                      </a:ext>
                    </a:extLst>
                  </p:cNvPr>
                  <p:cNvSpPr>
                    <a:spLocks noChangeShapeType="1"/>
                  </p:cNvSpPr>
                  <p:nvPr/>
                </p:nvSpPr>
                <p:spPr bwMode="auto">
                  <a:xfrm>
                    <a:off x="-150" y="2271"/>
                    <a:ext cx="673" cy="7"/>
                  </a:xfrm>
                  <a:prstGeom prst="line">
                    <a:avLst/>
                  </a:prstGeom>
                  <a:noFill/>
                  <a:ln w="9525">
                    <a:solidFill>
                      <a:srgbClr val="E4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278" name="Group 103">
                    <a:extLst>
                      <a:ext uri="{FF2B5EF4-FFF2-40B4-BE49-F238E27FC236}">
                        <a16:creationId xmlns:a16="http://schemas.microsoft.com/office/drawing/2014/main" id="{7CB4606E-327A-1A44-A907-2660A56372FA}"/>
                      </a:ext>
                    </a:extLst>
                  </p:cNvPr>
                  <p:cNvGrpSpPr>
                    <a:grpSpLocks/>
                  </p:cNvGrpSpPr>
                  <p:nvPr/>
                </p:nvGrpSpPr>
                <p:grpSpPr bwMode="auto">
                  <a:xfrm>
                    <a:off x="68" y="2192"/>
                    <a:ext cx="387" cy="139"/>
                    <a:chOff x="322" y="890"/>
                    <a:chExt cx="872" cy="339"/>
                  </a:xfrm>
                </p:grpSpPr>
                <p:sp>
                  <p:nvSpPr>
                    <p:cNvPr id="284" name="Rectangle 104">
                      <a:extLst>
                        <a:ext uri="{FF2B5EF4-FFF2-40B4-BE49-F238E27FC236}">
                          <a16:creationId xmlns:a16="http://schemas.microsoft.com/office/drawing/2014/main" id="{A99A3752-5DF1-1C4E-BD45-602755ADFAE1}"/>
                        </a:ext>
                      </a:extLst>
                    </p:cNvPr>
                    <p:cNvSpPr>
                      <a:spLocks noChangeArrowheads="1"/>
                    </p:cNvSpPr>
                    <p:nvPr/>
                  </p:nvSpPr>
                  <p:spPr bwMode="auto">
                    <a:xfrm>
                      <a:off x="320" y="1000"/>
                      <a:ext cx="871" cy="229"/>
                    </a:xfrm>
                    <a:prstGeom prst="rect">
                      <a:avLst/>
                    </a:prstGeom>
                    <a:solidFill>
                      <a:srgbClr val="EC86A6"/>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285" name="Rectangle 105">
                      <a:extLst>
                        <a:ext uri="{FF2B5EF4-FFF2-40B4-BE49-F238E27FC236}">
                          <a16:creationId xmlns:a16="http://schemas.microsoft.com/office/drawing/2014/main" id="{AC49E6EB-2EDA-8B47-AE75-BB9901D4F95E}"/>
                        </a:ext>
                      </a:extLst>
                    </p:cNvPr>
                    <p:cNvSpPr>
                      <a:spLocks noChangeArrowheads="1"/>
                    </p:cNvSpPr>
                    <p:nvPr/>
                  </p:nvSpPr>
                  <p:spPr bwMode="auto">
                    <a:xfrm>
                      <a:off x="392" y="1074"/>
                      <a:ext cx="54" cy="5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286" name="Rectangle 106">
                      <a:extLst>
                        <a:ext uri="{FF2B5EF4-FFF2-40B4-BE49-F238E27FC236}">
                          <a16:creationId xmlns:a16="http://schemas.microsoft.com/office/drawing/2014/main" id="{651CC5C2-CB72-6C43-B103-BE4D703728D0}"/>
                        </a:ext>
                      </a:extLst>
                    </p:cNvPr>
                    <p:cNvSpPr>
                      <a:spLocks noChangeArrowheads="1"/>
                    </p:cNvSpPr>
                    <p:nvPr/>
                  </p:nvSpPr>
                  <p:spPr bwMode="auto">
                    <a:xfrm>
                      <a:off x="464" y="1074"/>
                      <a:ext cx="54" cy="56"/>
                    </a:xfrm>
                    <a:prstGeom prst="rect">
                      <a:avLst/>
                    </a:prstGeom>
                    <a:solidFill>
                      <a:srgbClr val="33CC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287" name="Rectangle 107">
                      <a:extLst>
                        <a:ext uri="{FF2B5EF4-FFF2-40B4-BE49-F238E27FC236}">
                          <a16:creationId xmlns:a16="http://schemas.microsoft.com/office/drawing/2014/main" id="{1DE97946-179C-8D42-A61A-D83CE594619F}"/>
                        </a:ext>
                      </a:extLst>
                    </p:cNvPr>
                    <p:cNvSpPr>
                      <a:spLocks noChangeArrowheads="1"/>
                    </p:cNvSpPr>
                    <p:nvPr/>
                  </p:nvSpPr>
                  <p:spPr bwMode="auto">
                    <a:xfrm>
                      <a:off x="536" y="1068"/>
                      <a:ext cx="60" cy="5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288" name="Rectangle 108">
                      <a:extLst>
                        <a:ext uri="{FF2B5EF4-FFF2-40B4-BE49-F238E27FC236}">
                          <a16:creationId xmlns:a16="http://schemas.microsoft.com/office/drawing/2014/main" id="{04A1C1EF-E526-1F41-A47F-D1260D32ED04}"/>
                        </a:ext>
                      </a:extLst>
                    </p:cNvPr>
                    <p:cNvSpPr>
                      <a:spLocks noChangeArrowheads="1"/>
                    </p:cNvSpPr>
                    <p:nvPr/>
                  </p:nvSpPr>
                  <p:spPr bwMode="auto">
                    <a:xfrm>
                      <a:off x="615" y="1068"/>
                      <a:ext cx="54" cy="5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289" name="AutoShape 109">
                      <a:extLst>
                        <a:ext uri="{FF2B5EF4-FFF2-40B4-BE49-F238E27FC236}">
                          <a16:creationId xmlns:a16="http://schemas.microsoft.com/office/drawing/2014/main" id="{DAE4B7E4-EF46-4D47-BE30-6BDF7FC9D9FC}"/>
                        </a:ext>
                      </a:extLst>
                    </p:cNvPr>
                    <p:cNvSpPr>
                      <a:spLocks noChangeArrowheads="1"/>
                    </p:cNvSpPr>
                    <p:nvPr/>
                  </p:nvSpPr>
                  <p:spPr bwMode="auto">
                    <a:xfrm rot="10800000" flipH="1">
                      <a:off x="322" y="890"/>
                      <a:ext cx="859" cy="110"/>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1 w 21600"/>
                        <a:gd name="T13" fmla="*/ 4516 h 21600"/>
                        <a:gd name="T14" fmla="*/ 17099 w 21600"/>
                        <a:gd name="T15" fmla="*/ 17084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rgbClr val="EC86A6"/>
                    </a:solidFill>
                    <a:ln w="9525">
                      <a:solidFill>
                        <a:schemeClr val="tx1"/>
                      </a:solidFill>
                      <a:miter lim="800000"/>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pic>
                <p:nvPicPr>
                  <p:cNvPr id="279" name="Picture 110" descr="desktop_computer_stylized_small">
                    <a:extLst>
                      <a:ext uri="{FF2B5EF4-FFF2-40B4-BE49-F238E27FC236}">
                        <a16:creationId xmlns:a16="http://schemas.microsoft.com/office/drawing/2014/main" id="{DDDBC1EE-FFD8-AA47-90A3-58C691D12C81}"/>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27" y="2049"/>
                    <a:ext cx="447" cy="4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0" name="Rectangle 112">
                    <a:extLst>
                      <a:ext uri="{FF2B5EF4-FFF2-40B4-BE49-F238E27FC236}">
                        <a16:creationId xmlns:a16="http://schemas.microsoft.com/office/drawing/2014/main" id="{1ABA220B-E12D-014F-A57E-FF99A7E82320}"/>
                      </a:ext>
                    </a:extLst>
                  </p:cNvPr>
                  <p:cNvSpPr>
                    <a:spLocks noChangeArrowheads="1"/>
                  </p:cNvSpPr>
                  <p:nvPr/>
                </p:nvSpPr>
                <p:spPr bwMode="auto">
                  <a:xfrm>
                    <a:off x="528" y="2232"/>
                    <a:ext cx="104" cy="91"/>
                  </a:xfrm>
                  <a:prstGeom prst="rect">
                    <a:avLst/>
                  </a:prstGeom>
                  <a:solidFill>
                    <a:srgbClr val="E40000"/>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281" name="Freeform 113">
                    <a:extLst>
                      <a:ext uri="{FF2B5EF4-FFF2-40B4-BE49-F238E27FC236}">
                        <a16:creationId xmlns:a16="http://schemas.microsoft.com/office/drawing/2014/main" id="{D421ED9C-7EE2-4245-A767-1000693F38B4}"/>
                      </a:ext>
                    </a:extLst>
                  </p:cNvPr>
                  <p:cNvSpPr>
                    <a:spLocks/>
                  </p:cNvSpPr>
                  <p:nvPr/>
                </p:nvSpPr>
                <p:spPr bwMode="auto">
                  <a:xfrm>
                    <a:off x="282" y="1951"/>
                    <a:ext cx="302" cy="274"/>
                  </a:xfrm>
                  <a:custGeom>
                    <a:avLst/>
                    <a:gdLst>
                      <a:gd name="T0" fmla="*/ 14 w 381"/>
                      <a:gd name="T1" fmla="*/ 274 h 274"/>
                      <a:gd name="T2" fmla="*/ 14 w 381"/>
                      <a:gd name="T3" fmla="*/ 130 h 274"/>
                      <a:gd name="T4" fmla="*/ 0 w 381"/>
                      <a:gd name="T5" fmla="*/ 0 h 274"/>
                      <a:gd name="T6" fmla="*/ 0 60000 65536"/>
                      <a:gd name="T7" fmla="*/ 0 60000 65536"/>
                      <a:gd name="T8" fmla="*/ 0 60000 65536"/>
                      <a:gd name="T9" fmla="*/ 0 w 381"/>
                      <a:gd name="T10" fmla="*/ 0 h 274"/>
                      <a:gd name="T11" fmla="*/ 381 w 381"/>
                      <a:gd name="T12" fmla="*/ 274 h 274"/>
                    </a:gdLst>
                    <a:ahLst/>
                    <a:cxnLst>
                      <a:cxn ang="T6">
                        <a:pos x="T0" y="T1"/>
                      </a:cxn>
                      <a:cxn ang="T7">
                        <a:pos x="T2" y="T3"/>
                      </a:cxn>
                      <a:cxn ang="T8">
                        <a:pos x="T4" y="T5"/>
                      </a:cxn>
                    </a:cxnLst>
                    <a:rect l="T9" t="T10" r="T11" b="T12"/>
                    <a:pathLst>
                      <a:path w="381" h="274">
                        <a:moveTo>
                          <a:pt x="381" y="274"/>
                        </a:moveTo>
                        <a:lnTo>
                          <a:pt x="381" y="130"/>
                        </a:lnTo>
                        <a:lnTo>
                          <a:pt x="0" y="0"/>
                        </a:lnTo>
                      </a:path>
                    </a:pathLst>
                  </a:custGeom>
                  <a:noFill/>
                  <a:ln w="9525">
                    <a:solidFill>
                      <a:srgbClr val="E4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283" name="Picture 115" descr="tv">
                    <a:extLst>
                      <a:ext uri="{FF2B5EF4-FFF2-40B4-BE49-F238E27FC236}">
                        <a16:creationId xmlns:a16="http://schemas.microsoft.com/office/drawing/2014/main" id="{DA3CD424-6F2B-A64F-BB99-BFCEFC77DBA3}"/>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 y="1737"/>
                    <a:ext cx="476" cy="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sp>
            <p:nvSpPr>
              <p:cNvPr id="341" name="Line 169">
                <a:extLst>
                  <a:ext uri="{FF2B5EF4-FFF2-40B4-BE49-F238E27FC236}">
                    <a16:creationId xmlns:a16="http://schemas.microsoft.com/office/drawing/2014/main" id="{0ED8CDDF-16E6-9949-AE23-AEA42EA9F9D5}"/>
                  </a:ext>
                </a:extLst>
              </p:cNvPr>
              <p:cNvSpPr>
                <a:spLocks noChangeShapeType="1"/>
              </p:cNvSpPr>
              <p:nvPr/>
            </p:nvSpPr>
            <p:spPr bwMode="auto">
              <a:xfrm>
                <a:off x="8423564" y="1479550"/>
                <a:ext cx="2593686" cy="0"/>
              </a:xfrm>
              <a:prstGeom prst="line">
                <a:avLst/>
              </a:prstGeom>
              <a:noFill/>
              <a:ln w="19050">
                <a:solidFill>
                  <a:srgbClr val="E4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59" name="Text Box 204">
                <a:extLst>
                  <a:ext uri="{FF2B5EF4-FFF2-40B4-BE49-F238E27FC236}">
                    <a16:creationId xmlns:a16="http://schemas.microsoft.com/office/drawing/2014/main" id="{9EB94DD9-4B0C-9F40-A9C8-055FEE1AEF50}"/>
                  </a:ext>
                </a:extLst>
              </p:cNvPr>
              <p:cNvSpPr txBox="1">
                <a:spLocks noChangeArrowheads="1"/>
              </p:cNvSpPr>
              <p:nvPr/>
            </p:nvSpPr>
            <p:spPr bwMode="auto">
              <a:xfrm>
                <a:off x="9439275" y="808038"/>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400" b="0" i="0" u="none" strike="noStrike" kern="1200" cap="none" spc="0" normalizeH="0" baseline="0" noProof="0" dirty="0">
                    <a:ln>
                      <a:noFill/>
                    </a:ln>
                    <a:solidFill>
                      <a:srgbClr val="969696"/>
                    </a:solidFill>
                    <a:effectLst/>
                    <a:uLnTx/>
                    <a:uFillTx/>
                    <a:latin typeface="Times New Roman" panose="02020603050405020304" pitchFamily="18" charset="0"/>
                    <a:ea typeface="ＭＳ Ｐゴシック" panose="020B0600070205080204" pitchFamily="34" charset="-128"/>
                    <a:cs typeface="+mn-cs"/>
                  </a:rPr>
                  <a:t>…</a:t>
                </a:r>
              </a:p>
            </p:txBody>
          </p:sp>
          <p:grpSp>
            <p:nvGrpSpPr>
              <p:cNvPr id="524" name="Group 523">
                <a:extLst>
                  <a:ext uri="{FF2B5EF4-FFF2-40B4-BE49-F238E27FC236}">
                    <a16:creationId xmlns:a16="http://schemas.microsoft.com/office/drawing/2014/main" id="{94702E13-DA68-4543-AB4F-AD4BC76B53EB}"/>
                  </a:ext>
                </a:extLst>
              </p:cNvPr>
              <p:cNvGrpSpPr/>
              <p:nvPr/>
            </p:nvGrpSpPr>
            <p:grpSpPr>
              <a:xfrm>
                <a:off x="7872413" y="1479550"/>
                <a:ext cx="850900" cy="623888"/>
                <a:chOff x="7872413" y="1479550"/>
                <a:chExt cx="850900" cy="623888"/>
              </a:xfrm>
            </p:grpSpPr>
            <p:grpSp>
              <p:nvGrpSpPr>
                <p:cNvPr id="307" name="Group 135">
                  <a:extLst>
                    <a:ext uri="{FF2B5EF4-FFF2-40B4-BE49-F238E27FC236}">
                      <a16:creationId xmlns:a16="http://schemas.microsoft.com/office/drawing/2014/main" id="{18C2718F-6489-3842-866B-C6083D9124ED}"/>
                    </a:ext>
                  </a:extLst>
                </p:cNvPr>
                <p:cNvGrpSpPr>
                  <a:grpSpLocks/>
                </p:cNvGrpSpPr>
                <p:nvPr/>
              </p:nvGrpSpPr>
              <p:grpSpPr bwMode="auto">
                <a:xfrm>
                  <a:off x="7872413" y="1576388"/>
                  <a:ext cx="850900" cy="527050"/>
                  <a:chOff x="-490" y="1664"/>
                  <a:chExt cx="1429" cy="842"/>
                </a:xfrm>
              </p:grpSpPr>
              <p:sp>
                <p:nvSpPr>
                  <p:cNvPr id="308" name="AutoShape 136">
                    <a:extLst>
                      <a:ext uri="{FF2B5EF4-FFF2-40B4-BE49-F238E27FC236}">
                        <a16:creationId xmlns:a16="http://schemas.microsoft.com/office/drawing/2014/main" id="{06A4920B-716F-6440-A4A4-D28120C16416}"/>
                      </a:ext>
                    </a:extLst>
                  </p:cNvPr>
                  <p:cNvSpPr>
                    <a:spLocks noChangeArrowheads="1"/>
                  </p:cNvSpPr>
                  <p:nvPr/>
                </p:nvSpPr>
                <p:spPr bwMode="auto">
                  <a:xfrm>
                    <a:off x="-490" y="1664"/>
                    <a:ext cx="1429" cy="294"/>
                  </a:xfrm>
                  <a:prstGeom prst="triangle">
                    <a:avLst>
                      <a:gd name="adj" fmla="val 50000"/>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grpSp>
                <p:nvGrpSpPr>
                  <p:cNvPr id="309" name="Group 137">
                    <a:extLst>
                      <a:ext uri="{FF2B5EF4-FFF2-40B4-BE49-F238E27FC236}">
                        <a16:creationId xmlns:a16="http://schemas.microsoft.com/office/drawing/2014/main" id="{D5BBEB23-7774-4344-9031-57B565E6285C}"/>
                      </a:ext>
                    </a:extLst>
                  </p:cNvPr>
                  <p:cNvGrpSpPr>
                    <a:grpSpLocks/>
                  </p:cNvGrpSpPr>
                  <p:nvPr/>
                </p:nvGrpSpPr>
                <p:grpSpPr bwMode="auto">
                  <a:xfrm>
                    <a:off x="-427" y="1737"/>
                    <a:ext cx="1217" cy="769"/>
                    <a:chOff x="-427" y="1737"/>
                    <a:chExt cx="1217" cy="769"/>
                  </a:xfrm>
                </p:grpSpPr>
                <p:sp>
                  <p:nvSpPr>
                    <p:cNvPr id="310" name="Rectangle 138">
                      <a:extLst>
                        <a:ext uri="{FF2B5EF4-FFF2-40B4-BE49-F238E27FC236}">
                          <a16:creationId xmlns:a16="http://schemas.microsoft.com/office/drawing/2014/main" id="{8FC71A6F-1303-3A46-848F-ED88E09D463E}"/>
                        </a:ext>
                      </a:extLst>
                    </p:cNvPr>
                    <p:cNvSpPr>
                      <a:spLocks noChangeArrowheads="1"/>
                    </p:cNvSpPr>
                    <p:nvPr/>
                  </p:nvSpPr>
                  <p:spPr bwMode="auto">
                    <a:xfrm>
                      <a:off x="-338" y="1923"/>
                      <a:ext cx="1128" cy="583"/>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311" name="Line 7">
                      <a:extLst>
                        <a:ext uri="{FF2B5EF4-FFF2-40B4-BE49-F238E27FC236}">
                          <a16:creationId xmlns:a16="http://schemas.microsoft.com/office/drawing/2014/main" id="{74A21E63-C3A9-BE46-B55D-249D7B73ACE3}"/>
                        </a:ext>
                      </a:extLst>
                    </p:cNvPr>
                    <p:cNvSpPr>
                      <a:spLocks noChangeShapeType="1"/>
                    </p:cNvSpPr>
                    <p:nvPr/>
                  </p:nvSpPr>
                  <p:spPr bwMode="auto">
                    <a:xfrm>
                      <a:off x="-150" y="2271"/>
                      <a:ext cx="676" cy="4"/>
                    </a:xfrm>
                    <a:prstGeom prst="line">
                      <a:avLst/>
                    </a:prstGeom>
                    <a:noFill/>
                    <a:ln w="9525">
                      <a:solidFill>
                        <a:srgbClr val="E4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312" name="Group 140">
                      <a:extLst>
                        <a:ext uri="{FF2B5EF4-FFF2-40B4-BE49-F238E27FC236}">
                          <a16:creationId xmlns:a16="http://schemas.microsoft.com/office/drawing/2014/main" id="{F6600432-E3DE-234E-9D32-F2444455478A}"/>
                        </a:ext>
                      </a:extLst>
                    </p:cNvPr>
                    <p:cNvGrpSpPr>
                      <a:grpSpLocks/>
                    </p:cNvGrpSpPr>
                    <p:nvPr/>
                  </p:nvGrpSpPr>
                  <p:grpSpPr bwMode="auto">
                    <a:xfrm>
                      <a:off x="68" y="2192"/>
                      <a:ext cx="387" cy="139"/>
                      <a:chOff x="322" y="890"/>
                      <a:chExt cx="872" cy="339"/>
                    </a:xfrm>
                  </p:grpSpPr>
                  <p:sp>
                    <p:nvSpPr>
                      <p:cNvPr id="318" name="Rectangle 141">
                        <a:extLst>
                          <a:ext uri="{FF2B5EF4-FFF2-40B4-BE49-F238E27FC236}">
                            <a16:creationId xmlns:a16="http://schemas.microsoft.com/office/drawing/2014/main" id="{0AC9502F-C0FF-034A-B159-81DCA48F8147}"/>
                          </a:ext>
                        </a:extLst>
                      </p:cNvPr>
                      <p:cNvSpPr>
                        <a:spLocks noChangeArrowheads="1"/>
                      </p:cNvSpPr>
                      <p:nvPr/>
                    </p:nvSpPr>
                    <p:spPr bwMode="auto">
                      <a:xfrm>
                        <a:off x="320" y="1000"/>
                        <a:ext cx="871" cy="229"/>
                      </a:xfrm>
                      <a:prstGeom prst="rect">
                        <a:avLst/>
                      </a:prstGeom>
                      <a:solidFill>
                        <a:srgbClr val="EC86A6"/>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319" name="Rectangle 142">
                        <a:extLst>
                          <a:ext uri="{FF2B5EF4-FFF2-40B4-BE49-F238E27FC236}">
                            <a16:creationId xmlns:a16="http://schemas.microsoft.com/office/drawing/2014/main" id="{1836D0E5-A637-3645-ADFC-9E3F1C734453}"/>
                          </a:ext>
                        </a:extLst>
                      </p:cNvPr>
                      <p:cNvSpPr>
                        <a:spLocks noChangeArrowheads="1"/>
                      </p:cNvSpPr>
                      <p:nvPr/>
                    </p:nvSpPr>
                    <p:spPr bwMode="auto">
                      <a:xfrm>
                        <a:off x="392" y="1074"/>
                        <a:ext cx="54" cy="5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320" name="Rectangle 143">
                        <a:extLst>
                          <a:ext uri="{FF2B5EF4-FFF2-40B4-BE49-F238E27FC236}">
                            <a16:creationId xmlns:a16="http://schemas.microsoft.com/office/drawing/2014/main" id="{033C6F2A-0F65-6040-8A3C-BAD90C628B94}"/>
                          </a:ext>
                        </a:extLst>
                      </p:cNvPr>
                      <p:cNvSpPr>
                        <a:spLocks noChangeArrowheads="1"/>
                      </p:cNvSpPr>
                      <p:nvPr/>
                    </p:nvSpPr>
                    <p:spPr bwMode="auto">
                      <a:xfrm>
                        <a:off x="464" y="1074"/>
                        <a:ext cx="54" cy="56"/>
                      </a:xfrm>
                      <a:prstGeom prst="rect">
                        <a:avLst/>
                      </a:prstGeom>
                      <a:solidFill>
                        <a:srgbClr val="33CC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321" name="Rectangle 144">
                        <a:extLst>
                          <a:ext uri="{FF2B5EF4-FFF2-40B4-BE49-F238E27FC236}">
                            <a16:creationId xmlns:a16="http://schemas.microsoft.com/office/drawing/2014/main" id="{513E5FB6-D7F9-9343-82C8-9BB80CB7FF95}"/>
                          </a:ext>
                        </a:extLst>
                      </p:cNvPr>
                      <p:cNvSpPr>
                        <a:spLocks noChangeArrowheads="1"/>
                      </p:cNvSpPr>
                      <p:nvPr/>
                    </p:nvSpPr>
                    <p:spPr bwMode="auto">
                      <a:xfrm>
                        <a:off x="536" y="1068"/>
                        <a:ext cx="60" cy="5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322" name="Rectangle 145">
                        <a:extLst>
                          <a:ext uri="{FF2B5EF4-FFF2-40B4-BE49-F238E27FC236}">
                            <a16:creationId xmlns:a16="http://schemas.microsoft.com/office/drawing/2014/main" id="{700456BA-BDB8-784C-999D-644E2C79FCD6}"/>
                          </a:ext>
                        </a:extLst>
                      </p:cNvPr>
                      <p:cNvSpPr>
                        <a:spLocks noChangeArrowheads="1"/>
                      </p:cNvSpPr>
                      <p:nvPr/>
                    </p:nvSpPr>
                    <p:spPr bwMode="auto">
                      <a:xfrm>
                        <a:off x="615" y="1068"/>
                        <a:ext cx="54" cy="5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323" name="AutoShape 146">
                        <a:extLst>
                          <a:ext uri="{FF2B5EF4-FFF2-40B4-BE49-F238E27FC236}">
                            <a16:creationId xmlns:a16="http://schemas.microsoft.com/office/drawing/2014/main" id="{902212FC-7256-754F-AFD4-8BD64D83D2D9}"/>
                          </a:ext>
                        </a:extLst>
                      </p:cNvPr>
                      <p:cNvSpPr>
                        <a:spLocks noChangeArrowheads="1"/>
                      </p:cNvSpPr>
                      <p:nvPr/>
                    </p:nvSpPr>
                    <p:spPr bwMode="auto">
                      <a:xfrm rot="10800000" flipH="1">
                        <a:off x="322" y="890"/>
                        <a:ext cx="859" cy="110"/>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1 w 21600"/>
                          <a:gd name="T13" fmla="*/ 4516 h 21600"/>
                          <a:gd name="T14" fmla="*/ 17099 w 21600"/>
                          <a:gd name="T15" fmla="*/ 17084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rgbClr val="EC86A6"/>
                      </a:solidFill>
                      <a:ln w="9525">
                        <a:solidFill>
                          <a:schemeClr val="tx1"/>
                        </a:solidFill>
                        <a:miter lim="800000"/>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pic>
                  <p:nvPicPr>
                    <p:cNvPr id="313" name="Picture 147" descr="desktop_computer_stylized_small">
                      <a:extLst>
                        <a:ext uri="{FF2B5EF4-FFF2-40B4-BE49-F238E27FC236}">
                          <a16:creationId xmlns:a16="http://schemas.microsoft.com/office/drawing/2014/main" id="{6749D4B2-638E-3247-895E-C38F81C6A167}"/>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27" y="2049"/>
                      <a:ext cx="447" cy="4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4" name="Rectangle 148">
                      <a:extLst>
                        <a:ext uri="{FF2B5EF4-FFF2-40B4-BE49-F238E27FC236}">
                          <a16:creationId xmlns:a16="http://schemas.microsoft.com/office/drawing/2014/main" id="{11D92BD6-CE36-634D-9F1B-6CBED16DB889}"/>
                        </a:ext>
                      </a:extLst>
                    </p:cNvPr>
                    <p:cNvSpPr>
                      <a:spLocks noChangeArrowheads="1"/>
                    </p:cNvSpPr>
                    <p:nvPr/>
                  </p:nvSpPr>
                  <p:spPr bwMode="auto">
                    <a:xfrm>
                      <a:off x="528" y="2232"/>
                      <a:ext cx="104" cy="91"/>
                    </a:xfrm>
                    <a:prstGeom prst="rect">
                      <a:avLst/>
                    </a:prstGeom>
                    <a:solidFill>
                      <a:srgbClr val="E40000"/>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315" name="Freeform 149">
                      <a:extLst>
                        <a:ext uri="{FF2B5EF4-FFF2-40B4-BE49-F238E27FC236}">
                          <a16:creationId xmlns:a16="http://schemas.microsoft.com/office/drawing/2014/main" id="{FA61DEAA-1D6D-3A4B-9DD2-2633E3EF3298}"/>
                        </a:ext>
                      </a:extLst>
                    </p:cNvPr>
                    <p:cNvSpPr>
                      <a:spLocks/>
                    </p:cNvSpPr>
                    <p:nvPr/>
                  </p:nvSpPr>
                  <p:spPr bwMode="auto">
                    <a:xfrm>
                      <a:off x="282" y="1951"/>
                      <a:ext cx="302" cy="274"/>
                    </a:xfrm>
                    <a:custGeom>
                      <a:avLst/>
                      <a:gdLst>
                        <a:gd name="T0" fmla="*/ 14 w 381"/>
                        <a:gd name="T1" fmla="*/ 274 h 274"/>
                        <a:gd name="T2" fmla="*/ 14 w 381"/>
                        <a:gd name="T3" fmla="*/ 130 h 274"/>
                        <a:gd name="T4" fmla="*/ 0 w 381"/>
                        <a:gd name="T5" fmla="*/ 0 h 274"/>
                        <a:gd name="T6" fmla="*/ 0 60000 65536"/>
                        <a:gd name="T7" fmla="*/ 0 60000 65536"/>
                        <a:gd name="T8" fmla="*/ 0 60000 65536"/>
                        <a:gd name="T9" fmla="*/ 0 w 381"/>
                        <a:gd name="T10" fmla="*/ 0 h 274"/>
                        <a:gd name="T11" fmla="*/ 381 w 381"/>
                        <a:gd name="T12" fmla="*/ 274 h 274"/>
                      </a:gdLst>
                      <a:ahLst/>
                      <a:cxnLst>
                        <a:cxn ang="T6">
                          <a:pos x="T0" y="T1"/>
                        </a:cxn>
                        <a:cxn ang="T7">
                          <a:pos x="T2" y="T3"/>
                        </a:cxn>
                        <a:cxn ang="T8">
                          <a:pos x="T4" y="T5"/>
                        </a:cxn>
                      </a:cxnLst>
                      <a:rect l="T9" t="T10" r="T11" b="T12"/>
                      <a:pathLst>
                        <a:path w="381" h="274">
                          <a:moveTo>
                            <a:pt x="381" y="274"/>
                          </a:moveTo>
                          <a:lnTo>
                            <a:pt x="381" y="130"/>
                          </a:lnTo>
                          <a:lnTo>
                            <a:pt x="0" y="0"/>
                          </a:lnTo>
                        </a:path>
                      </a:pathLst>
                    </a:custGeom>
                    <a:noFill/>
                    <a:ln w="9525">
                      <a:solidFill>
                        <a:srgbClr val="E4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317" name="Picture 151" descr="tv">
                      <a:extLst>
                        <a:ext uri="{FF2B5EF4-FFF2-40B4-BE49-F238E27FC236}">
                          <a16:creationId xmlns:a16="http://schemas.microsoft.com/office/drawing/2014/main" id="{94763A90-FA83-6D43-A436-F13917DEDD5E}"/>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 y="1737"/>
                      <a:ext cx="476" cy="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sp>
              <p:nvSpPr>
                <p:cNvPr id="364" name="Freeform 209">
                  <a:extLst>
                    <a:ext uri="{FF2B5EF4-FFF2-40B4-BE49-F238E27FC236}">
                      <a16:creationId xmlns:a16="http://schemas.microsoft.com/office/drawing/2014/main" id="{EFB2345E-45BF-0345-9876-16ED4A0CBD60}"/>
                    </a:ext>
                  </a:extLst>
                </p:cNvPr>
                <p:cNvSpPr>
                  <a:spLocks/>
                </p:cNvSpPr>
                <p:nvPr/>
              </p:nvSpPr>
              <p:spPr bwMode="auto">
                <a:xfrm>
                  <a:off x="8543925" y="1479550"/>
                  <a:ext cx="127000" cy="476250"/>
                </a:xfrm>
                <a:custGeom>
                  <a:avLst/>
                  <a:gdLst>
                    <a:gd name="T0" fmla="*/ 0 w 80"/>
                    <a:gd name="T1" fmla="*/ 2147483647 h 300"/>
                    <a:gd name="T2" fmla="*/ 2147483647 w 80"/>
                    <a:gd name="T3" fmla="*/ 2147483647 h 300"/>
                    <a:gd name="T4" fmla="*/ 2147483647 w 80"/>
                    <a:gd name="T5" fmla="*/ 0 h 300"/>
                    <a:gd name="T6" fmla="*/ 0 60000 65536"/>
                    <a:gd name="T7" fmla="*/ 0 60000 65536"/>
                    <a:gd name="T8" fmla="*/ 0 60000 65536"/>
                    <a:gd name="T9" fmla="*/ 0 w 80"/>
                    <a:gd name="T10" fmla="*/ 0 h 300"/>
                    <a:gd name="T11" fmla="*/ 80 w 80"/>
                    <a:gd name="T12" fmla="*/ 300 h 300"/>
                  </a:gdLst>
                  <a:ahLst/>
                  <a:cxnLst>
                    <a:cxn ang="T6">
                      <a:pos x="T0" y="T1"/>
                    </a:cxn>
                    <a:cxn ang="T7">
                      <a:pos x="T2" y="T3"/>
                    </a:cxn>
                    <a:cxn ang="T8">
                      <a:pos x="T4" y="T5"/>
                    </a:cxn>
                  </a:cxnLst>
                  <a:rect l="T9" t="T10" r="T11" b="T12"/>
                  <a:pathLst>
                    <a:path w="80" h="300">
                      <a:moveTo>
                        <a:pt x="0" y="300"/>
                      </a:moveTo>
                      <a:lnTo>
                        <a:pt x="80" y="300"/>
                      </a:lnTo>
                      <a:lnTo>
                        <a:pt x="80" y="0"/>
                      </a:lnTo>
                    </a:path>
                  </a:pathLst>
                </a:custGeom>
                <a:noFill/>
                <a:ln w="9525">
                  <a:solidFill>
                    <a:srgbClr val="E4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365" name="Rectangle 44">
                <a:extLst>
                  <a:ext uri="{FF2B5EF4-FFF2-40B4-BE49-F238E27FC236}">
                    <a16:creationId xmlns:a16="http://schemas.microsoft.com/office/drawing/2014/main" id="{7ABEC7AC-0CF9-7740-88E7-0E43CF01748F}"/>
                  </a:ext>
                </a:extLst>
              </p:cNvPr>
              <p:cNvSpPr>
                <a:spLocks noChangeArrowheads="1"/>
              </p:cNvSpPr>
              <p:nvPr/>
            </p:nvSpPr>
            <p:spPr bwMode="auto">
              <a:xfrm>
                <a:off x="10755313" y="1054100"/>
                <a:ext cx="955675" cy="700088"/>
              </a:xfrm>
              <a:prstGeom prst="rect">
                <a:avLst/>
              </a:prstGeom>
              <a:noFill/>
              <a:ln w="9525">
                <a:solidFill>
                  <a:schemeClr val="tx1"/>
                </a:solidFill>
                <a:prstDash val="dashDot"/>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367" name="Freeform 216">
                <a:extLst>
                  <a:ext uri="{FF2B5EF4-FFF2-40B4-BE49-F238E27FC236}">
                    <a16:creationId xmlns:a16="http://schemas.microsoft.com/office/drawing/2014/main" id="{D74A0656-120C-2348-A152-8E46A643DE11}"/>
                  </a:ext>
                </a:extLst>
              </p:cNvPr>
              <p:cNvSpPr>
                <a:spLocks/>
              </p:cNvSpPr>
              <p:nvPr/>
            </p:nvSpPr>
            <p:spPr bwMode="auto">
              <a:xfrm>
                <a:off x="11012488" y="1236663"/>
                <a:ext cx="330200" cy="454025"/>
              </a:xfrm>
              <a:custGeom>
                <a:avLst/>
                <a:gdLst>
                  <a:gd name="T0" fmla="*/ 0 w 318"/>
                  <a:gd name="T1" fmla="*/ 2147483647 h 412"/>
                  <a:gd name="T2" fmla="*/ 2147483647 w 318"/>
                  <a:gd name="T3" fmla="*/ 2147483647 h 412"/>
                  <a:gd name="T4" fmla="*/ 2147483647 w 318"/>
                  <a:gd name="T5" fmla="*/ 0 h 412"/>
                  <a:gd name="T6" fmla="*/ 2147483647 w 318"/>
                  <a:gd name="T7" fmla="*/ 2147483647 h 412"/>
                  <a:gd name="T8" fmla="*/ 2147483647 w 318"/>
                  <a:gd name="T9" fmla="*/ 2147483647 h 412"/>
                  <a:gd name="T10" fmla="*/ 2147483647 w 318"/>
                  <a:gd name="T11" fmla="*/ 2147483647 h 412"/>
                  <a:gd name="T12" fmla="*/ 2147483647 w 318"/>
                  <a:gd name="T13" fmla="*/ 2147483647 h 412"/>
                  <a:gd name="T14" fmla="*/ 2147483647 w 318"/>
                  <a:gd name="T15" fmla="*/ 2147483647 h 412"/>
                  <a:gd name="T16" fmla="*/ 0 w 318"/>
                  <a:gd name="T17" fmla="*/ 2147483647 h 41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18"/>
                  <a:gd name="T28" fmla="*/ 0 h 412"/>
                  <a:gd name="T29" fmla="*/ 318 w 318"/>
                  <a:gd name="T30" fmla="*/ 412 h 41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18" h="412">
                    <a:moveTo>
                      <a:pt x="0" y="412"/>
                    </a:moveTo>
                    <a:lnTo>
                      <a:pt x="3" y="1"/>
                    </a:lnTo>
                    <a:lnTo>
                      <a:pt x="74" y="0"/>
                    </a:lnTo>
                    <a:lnTo>
                      <a:pt x="254" y="111"/>
                    </a:lnTo>
                    <a:lnTo>
                      <a:pt x="318" y="115"/>
                    </a:lnTo>
                    <a:lnTo>
                      <a:pt x="318" y="308"/>
                    </a:lnTo>
                    <a:lnTo>
                      <a:pt x="246" y="308"/>
                    </a:lnTo>
                    <a:lnTo>
                      <a:pt x="74" y="412"/>
                    </a:lnTo>
                    <a:lnTo>
                      <a:pt x="0" y="412"/>
                    </a:lnTo>
                    <a:close/>
                  </a:path>
                </a:pathLst>
              </a:custGeom>
              <a:gradFill rotWithShape="1">
                <a:gsLst>
                  <a:gs pos="0">
                    <a:schemeClr val="bg1"/>
                  </a:gs>
                  <a:gs pos="99000">
                    <a:srgbClr val="E40000"/>
                  </a:gs>
                </a:gsLst>
                <a:lin ang="0" scaled="1"/>
              </a:grad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68" name="Freeform 217">
                <a:extLst>
                  <a:ext uri="{FF2B5EF4-FFF2-40B4-BE49-F238E27FC236}">
                    <a16:creationId xmlns:a16="http://schemas.microsoft.com/office/drawing/2014/main" id="{B21EE085-803A-FB4A-83BD-700B68E7F645}"/>
                  </a:ext>
                </a:extLst>
              </p:cNvPr>
              <p:cNvSpPr>
                <a:spLocks/>
              </p:cNvSpPr>
              <p:nvPr/>
            </p:nvSpPr>
            <p:spPr bwMode="auto">
              <a:xfrm>
                <a:off x="11009842" y="1167342"/>
                <a:ext cx="366713" cy="406400"/>
              </a:xfrm>
              <a:custGeom>
                <a:avLst/>
                <a:gdLst>
                  <a:gd name="T0" fmla="*/ 0 w 353"/>
                  <a:gd name="T1" fmla="*/ 2147483647 h 369"/>
                  <a:gd name="T2" fmla="*/ 2147483647 w 353"/>
                  <a:gd name="T3" fmla="*/ 0 h 369"/>
                  <a:gd name="T4" fmla="*/ 2147483647 w 353"/>
                  <a:gd name="T5" fmla="*/ 0 h 369"/>
                  <a:gd name="T6" fmla="*/ 2147483647 w 353"/>
                  <a:gd name="T7" fmla="*/ 2147483647 h 369"/>
                  <a:gd name="T8" fmla="*/ 2147483647 w 353"/>
                  <a:gd name="T9" fmla="*/ 2147483647 h 369"/>
                  <a:gd name="T10" fmla="*/ 2147483647 w 353"/>
                  <a:gd name="T11" fmla="*/ 2147483647 h 369"/>
                  <a:gd name="T12" fmla="*/ 2147483647 w 353"/>
                  <a:gd name="T13" fmla="*/ 2147483647 h 369"/>
                  <a:gd name="T14" fmla="*/ 2147483647 w 353"/>
                  <a:gd name="T15" fmla="*/ 2147483647 h 369"/>
                  <a:gd name="T16" fmla="*/ 2147483647 w 353"/>
                  <a:gd name="T17" fmla="*/ 2147483647 h 369"/>
                  <a:gd name="T18" fmla="*/ 2147483647 w 353"/>
                  <a:gd name="T19" fmla="*/ 2147483647 h 369"/>
                  <a:gd name="T20" fmla="*/ 0 w 353"/>
                  <a:gd name="T21" fmla="*/ 2147483647 h 36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53"/>
                  <a:gd name="T34" fmla="*/ 0 h 369"/>
                  <a:gd name="T35" fmla="*/ 353 w 353"/>
                  <a:gd name="T36" fmla="*/ 369 h 36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53" h="369">
                    <a:moveTo>
                      <a:pt x="0" y="59"/>
                    </a:moveTo>
                    <a:lnTo>
                      <a:pt x="32" y="0"/>
                    </a:lnTo>
                    <a:lnTo>
                      <a:pt x="105" y="0"/>
                    </a:lnTo>
                    <a:lnTo>
                      <a:pt x="276" y="113"/>
                    </a:lnTo>
                    <a:lnTo>
                      <a:pt x="353" y="113"/>
                    </a:lnTo>
                    <a:lnTo>
                      <a:pt x="353" y="315"/>
                    </a:lnTo>
                    <a:lnTo>
                      <a:pt x="318" y="369"/>
                    </a:lnTo>
                    <a:lnTo>
                      <a:pt x="315" y="173"/>
                    </a:lnTo>
                    <a:lnTo>
                      <a:pt x="254" y="173"/>
                    </a:lnTo>
                    <a:lnTo>
                      <a:pt x="75" y="60"/>
                    </a:lnTo>
                    <a:lnTo>
                      <a:pt x="0" y="59"/>
                    </a:lnTo>
                    <a:close/>
                  </a:path>
                </a:pathLst>
              </a:custGeom>
              <a:solidFill>
                <a:srgbClr val="C00000"/>
              </a:solid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69" name="Line 218">
                <a:extLst>
                  <a:ext uri="{FF2B5EF4-FFF2-40B4-BE49-F238E27FC236}">
                    <a16:creationId xmlns:a16="http://schemas.microsoft.com/office/drawing/2014/main" id="{662CF9DC-48CB-3C4D-B5DD-565FE580BE40}"/>
                  </a:ext>
                </a:extLst>
              </p:cNvPr>
              <p:cNvSpPr>
                <a:spLocks noChangeShapeType="1"/>
              </p:cNvSpPr>
              <p:nvPr/>
            </p:nvSpPr>
            <p:spPr bwMode="auto">
              <a:xfrm flipH="1">
                <a:off x="11339513" y="1295400"/>
                <a:ext cx="34925" cy="682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70" name="Line 219">
                <a:extLst>
                  <a:ext uri="{FF2B5EF4-FFF2-40B4-BE49-F238E27FC236}">
                    <a16:creationId xmlns:a16="http://schemas.microsoft.com/office/drawing/2014/main" id="{7C5780A1-D001-8344-837A-3397C4576A2A}"/>
                  </a:ext>
                </a:extLst>
              </p:cNvPr>
              <p:cNvSpPr>
                <a:spLocks noChangeShapeType="1"/>
              </p:cNvSpPr>
              <p:nvPr/>
            </p:nvSpPr>
            <p:spPr bwMode="auto">
              <a:xfrm>
                <a:off x="11041063" y="1466850"/>
                <a:ext cx="268287"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71" name="Freeform 220">
                <a:extLst>
                  <a:ext uri="{FF2B5EF4-FFF2-40B4-BE49-F238E27FC236}">
                    <a16:creationId xmlns:a16="http://schemas.microsoft.com/office/drawing/2014/main" id="{6C59CA65-50C3-0443-8B37-EE986EE2D328}"/>
                  </a:ext>
                </a:extLst>
              </p:cNvPr>
              <p:cNvSpPr>
                <a:spLocks/>
              </p:cNvSpPr>
              <p:nvPr/>
            </p:nvSpPr>
            <p:spPr bwMode="auto">
              <a:xfrm>
                <a:off x="11034713" y="1290638"/>
                <a:ext cx="274637" cy="115887"/>
              </a:xfrm>
              <a:custGeom>
                <a:avLst/>
                <a:gdLst>
                  <a:gd name="T0" fmla="*/ 0 w 264"/>
                  <a:gd name="T1" fmla="*/ 0 h 105"/>
                  <a:gd name="T2" fmla="*/ 2147483647 w 264"/>
                  <a:gd name="T3" fmla="*/ 0 h 105"/>
                  <a:gd name="T4" fmla="*/ 2147483647 w 264"/>
                  <a:gd name="T5" fmla="*/ 2147483647 h 105"/>
                  <a:gd name="T6" fmla="*/ 2147483647 w 264"/>
                  <a:gd name="T7" fmla="*/ 2147483647 h 105"/>
                  <a:gd name="T8" fmla="*/ 0 60000 65536"/>
                  <a:gd name="T9" fmla="*/ 0 60000 65536"/>
                  <a:gd name="T10" fmla="*/ 0 60000 65536"/>
                  <a:gd name="T11" fmla="*/ 0 60000 65536"/>
                  <a:gd name="T12" fmla="*/ 0 w 264"/>
                  <a:gd name="T13" fmla="*/ 0 h 105"/>
                  <a:gd name="T14" fmla="*/ 264 w 264"/>
                  <a:gd name="T15" fmla="*/ 105 h 105"/>
                </a:gdLst>
                <a:ahLst/>
                <a:cxnLst>
                  <a:cxn ang="T8">
                    <a:pos x="T0" y="T1"/>
                  </a:cxn>
                  <a:cxn ang="T9">
                    <a:pos x="T2" y="T3"/>
                  </a:cxn>
                  <a:cxn ang="T10">
                    <a:pos x="T4" y="T5"/>
                  </a:cxn>
                  <a:cxn ang="T11">
                    <a:pos x="T6" y="T7"/>
                  </a:cxn>
                </a:cxnLst>
                <a:rect l="T12" t="T13" r="T14" b="T15"/>
                <a:pathLst>
                  <a:path w="264" h="105">
                    <a:moveTo>
                      <a:pt x="0" y="0"/>
                    </a:moveTo>
                    <a:lnTo>
                      <a:pt x="52" y="0"/>
                    </a:lnTo>
                    <a:lnTo>
                      <a:pt x="207" y="105"/>
                    </a:lnTo>
                    <a:lnTo>
                      <a:pt x="264" y="105"/>
                    </a:lnTo>
                  </a:path>
                </a:pathLst>
              </a:custGeom>
              <a:noFill/>
              <a:ln w="9525">
                <a:solidFill>
                  <a:schemeClr val="tx1"/>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72" name="Freeform 221">
                <a:extLst>
                  <a:ext uri="{FF2B5EF4-FFF2-40B4-BE49-F238E27FC236}">
                    <a16:creationId xmlns:a16="http://schemas.microsoft.com/office/drawing/2014/main" id="{7556E69F-3BCD-2B4F-A17A-81BBDE0EEFC2}"/>
                  </a:ext>
                </a:extLst>
              </p:cNvPr>
              <p:cNvSpPr>
                <a:spLocks/>
              </p:cNvSpPr>
              <p:nvPr/>
            </p:nvSpPr>
            <p:spPr bwMode="auto">
              <a:xfrm flipV="1">
                <a:off x="11034713" y="1527175"/>
                <a:ext cx="274637" cy="114300"/>
              </a:xfrm>
              <a:custGeom>
                <a:avLst/>
                <a:gdLst>
                  <a:gd name="T0" fmla="*/ 0 w 264"/>
                  <a:gd name="T1" fmla="*/ 0 h 105"/>
                  <a:gd name="T2" fmla="*/ 2147483647 w 264"/>
                  <a:gd name="T3" fmla="*/ 0 h 105"/>
                  <a:gd name="T4" fmla="*/ 2147483647 w 264"/>
                  <a:gd name="T5" fmla="*/ 2147483647 h 105"/>
                  <a:gd name="T6" fmla="*/ 2147483647 w 264"/>
                  <a:gd name="T7" fmla="*/ 2147483647 h 105"/>
                  <a:gd name="T8" fmla="*/ 0 60000 65536"/>
                  <a:gd name="T9" fmla="*/ 0 60000 65536"/>
                  <a:gd name="T10" fmla="*/ 0 60000 65536"/>
                  <a:gd name="T11" fmla="*/ 0 60000 65536"/>
                  <a:gd name="T12" fmla="*/ 0 w 264"/>
                  <a:gd name="T13" fmla="*/ 0 h 105"/>
                  <a:gd name="T14" fmla="*/ 264 w 264"/>
                  <a:gd name="T15" fmla="*/ 105 h 105"/>
                </a:gdLst>
                <a:ahLst/>
                <a:cxnLst>
                  <a:cxn ang="T8">
                    <a:pos x="T0" y="T1"/>
                  </a:cxn>
                  <a:cxn ang="T9">
                    <a:pos x="T2" y="T3"/>
                  </a:cxn>
                  <a:cxn ang="T10">
                    <a:pos x="T4" y="T5"/>
                  </a:cxn>
                  <a:cxn ang="T11">
                    <a:pos x="T6" y="T7"/>
                  </a:cxn>
                </a:cxnLst>
                <a:rect l="T12" t="T13" r="T14" b="T15"/>
                <a:pathLst>
                  <a:path w="264" h="105">
                    <a:moveTo>
                      <a:pt x="0" y="0"/>
                    </a:moveTo>
                    <a:lnTo>
                      <a:pt x="52" y="0"/>
                    </a:lnTo>
                    <a:lnTo>
                      <a:pt x="207" y="105"/>
                    </a:lnTo>
                    <a:lnTo>
                      <a:pt x="264" y="105"/>
                    </a:lnTo>
                  </a:path>
                </a:pathLst>
              </a:custGeom>
              <a:noFill/>
              <a:ln w="9525">
                <a:solidFill>
                  <a:schemeClr val="tx1"/>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73" name="AutoShape 225">
                <a:extLst>
                  <a:ext uri="{FF2B5EF4-FFF2-40B4-BE49-F238E27FC236}">
                    <a16:creationId xmlns:a16="http://schemas.microsoft.com/office/drawing/2014/main" id="{9DD28501-C345-2745-849B-87EB75970D3E}"/>
                  </a:ext>
                </a:extLst>
              </p:cNvPr>
              <p:cNvSpPr>
                <a:spLocks noChangeArrowheads="1"/>
              </p:cNvSpPr>
              <p:nvPr/>
            </p:nvSpPr>
            <p:spPr bwMode="auto">
              <a:xfrm>
                <a:off x="10615613" y="790575"/>
                <a:ext cx="1206500" cy="261938"/>
              </a:xfrm>
              <a:prstGeom prst="triangle">
                <a:avLst>
                  <a:gd name="adj" fmla="val 50000"/>
                </a:avLst>
              </a:prstGeom>
              <a:noFill/>
              <a:ln w="9525">
                <a:solidFill>
                  <a:schemeClr val="tx1"/>
                </a:solidFill>
                <a:prstDash val="dashDot"/>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grpSp>
            <p:nvGrpSpPr>
              <p:cNvPr id="523" name="Group 522">
                <a:extLst>
                  <a:ext uri="{FF2B5EF4-FFF2-40B4-BE49-F238E27FC236}">
                    <a16:creationId xmlns:a16="http://schemas.microsoft.com/office/drawing/2014/main" id="{983BDABC-49F0-F642-9544-FC51657A2E15}"/>
                  </a:ext>
                </a:extLst>
              </p:cNvPr>
              <p:cNvGrpSpPr/>
              <p:nvPr/>
            </p:nvGrpSpPr>
            <p:grpSpPr>
              <a:xfrm>
                <a:off x="8699500" y="730250"/>
                <a:ext cx="850900" cy="755650"/>
                <a:chOff x="8699500" y="730250"/>
                <a:chExt cx="850900" cy="755650"/>
              </a:xfrm>
            </p:grpSpPr>
            <p:grpSp>
              <p:nvGrpSpPr>
                <p:cNvPr id="393" name="Group 117">
                  <a:extLst>
                    <a:ext uri="{FF2B5EF4-FFF2-40B4-BE49-F238E27FC236}">
                      <a16:creationId xmlns:a16="http://schemas.microsoft.com/office/drawing/2014/main" id="{D54CFC43-9C44-9741-8C04-D80CE4756997}"/>
                    </a:ext>
                  </a:extLst>
                </p:cNvPr>
                <p:cNvGrpSpPr>
                  <a:grpSpLocks/>
                </p:cNvGrpSpPr>
                <p:nvPr/>
              </p:nvGrpSpPr>
              <p:grpSpPr bwMode="auto">
                <a:xfrm>
                  <a:off x="8699500" y="730250"/>
                  <a:ext cx="850900" cy="527050"/>
                  <a:chOff x="-490" y="1664"/>
                  <a:chExt cx="1429" cy="842"/>
                </a:xfrm>
              </p:grpSpPr>
              <p:sp>
                <p:nvSpPr>
                  <p:cNvPr id="394" name="AutoShape 111">
                    <a:extLst>
                      <a:ext uri="{FF2B5EF4-FFF2-40B4-BE49-F238E27FC236}">
                        <a16:creationId xmlns:a16="http://schemas.microsoft.com/office/drawing/2014/main" id="{97DF7804-CC88-1F42-B8F9-051351FE8089}"/>
                      </a:ext>
                    </a:extLst>
                  </p:cNvPr>
                  <p:cNvSpPr>
                    <a:spLocks noChangeArrowheads="1"/>
                  </p:cNvSpPr>
                  <p:nvPr/>
                </p:nvSpPr>
                <p:spPr bwMode="auto">
                  <a:xfrm>
                    <a:off x="-490" y="1664"/>
                    <a:ext cx="1429" cy="294"/>
                  </a:xfrm>
                  <a:prstGeom prst="triangle">
                    <a:avLst>
                      <a:gd name="adj" fmla="val 50000"/>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grpSp>
                <p:nvGrpSpPr>
                  <p:cNvPr id="395" name="Group 116">
                    <a:extLst>
                      <a:ext uri="{FF2B5EF4-FFF2-40B4-BE49-F238E27FC236}">
                        <a16:creationId xmlns:a16="http://schemas.microsoft.com/office/drawing/2014/main" id="{62D463CD-C41B-EB42-B714-BE7DEB8C5A05}"/>
                      </a:ext>
                    </a:extLst>
                  </p:cNvPr>
                  <p:cNvGrpSpPr>
                    <a:grpSpLocks/>
                  </p:cNvGrpSpPr>
                  <p:nvPr/>
                </p:nvGrpSpPr>
                <p:grpSpPr bwMode="auto">
                  <a:xfrm>
                    <a:off x="-427" y="1737"/>
                    <a:ext cx="1217" cy="769"/>
                    <a:chOff x="-427" y="1737"/>
                    <a:chExt cx="1217" cy="769"/>
                  </a:xfrm>
                </p:grpSpPr>
                <p:sp>
                  <p:nvSpPr>
                    <p:cNvPr id="396" name="Rectangle 99">
                      <a:extLst>
                        <a:ext uri="{FF2B5EF4-FFF2-40B4-BE49-F238E27FC236}">
                          <a16:creationId xmlns:a16="http://schemas.microsoft.com/office/drawing/2014/main" id="{C882ED75-ED21-974A-90AC-D2ADE1E07E38}"/>
                        </a:ext>
                      </a:extLst>
                    </p:cNvPr>
                    <p:cNvSpPr>
                      <a:spLocks noChangeArrowheads="1"/>
                    </p:cNvSpPr>
                    <p:nvPr/>
                  </p:nvSpPr>
                  <p:spPr bwMode="auto">
                    <a:xfrm>
                      <a:off x="-338" y="1923"/>
                      <a:ext cx="1128" cy="583"/>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397" name="Line 7">
                      <a:extLst>
                        <a:ext uri="{FF2B5EF4-FFF2-40B4-BE49-F238E27FC236}">
                          <a16:creationId xmlns:a16="http://schemas.microsoft.com/office/drawing/2014/main" id="{1BB2D968-610B-184F-A2CF-14B33B3A9572}"/>
                        </a:ext>
                      </a:extLst>
                    </p:cNvPr>
                    <p:cNvSpPr>
                      <a:spLocks noChangeShapeType="1"/>
                    </p:cNvSpPr>
                    <p:nvPr/>
                  </p:nvSpPr>
                  <p:spPr bwMode="auto">
                    <a:xfrm>
                      <a:off x="-150" y="2271"/>
                      <a:ext cx="673" cy="7"/>
                    </a:xfrm>
                    <a:prstGeom prst="line">
                      <a:avLst/>
                    </a:prstGeom>
                    <a:noFill/>
                    <a:ln w="9525">
                      <a:solidFill>
                        <a:srgbClr val="E4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398" name="Group 103">
                      <a:extLst>
                        <a:ext uri="{FF2B5EF4-FFF2-40B4-BE49-F238E27FC236}">
                          <a16:creationId xmlns:a16="http://schemas.microsoft.com/office/drawing/2014/main" id="{4D4CE61C-8983-B647-864F-F470C03A070F}"/>
                        </a:ext>
                      </a:extLst>
                    </p:cNvPr>
                    <p:cNvGrpSpPr>
                      <a:grpSpLocks/>
                    </p:cNvGrpSpPr>
                    <p:nvPr/>
                  </p:nvGrpSpPr>
                  <p:grpSpPr bwMode="auto">
                    <a:xfrm>
                      <a:off x="68" y="2192"/>
                      <a:ext cx="387" cy="139"/>
                      <a:chOff x="322" y="890"/>
                      <a:chExt cx="872" cy="339"/>
                    </a:xfrm>
                  </p:grpSpPr>
                  <p:sp>
                    <p:nvSpPr>
                      <p:cNvPr id="403" name="Rectangle 104">
                        <a:extLst>
                          <a:ext uri="{FF2B5EF4-FFF2-40B4-BE49-F238E27FC236}">
                            <a16:creationId xmlns:a16="http://schemas.microsoft.com/office/drawing/2014/main" id="{F0C7BF96-DC9B-8F46-A1CD-DF23ED3B114D}"/>
                          </a:ext>
                        </a:extLst>
                      </p:cNvPr>
                      <p:cNvSpPr>
                        <a:spLocks noChangeArrowheads="1"/>
                      </p:cNvSpPr>
                      <p:nvPr/>
                    </p:nvSpPr>
                    <p:spPr bwMode="auto">
                      <a:xfrm>
                        <a:off x="320" y="1000"/>
                        <a:ext cx="871" cy="229"/>
                      </a:xfrm>
                      <a:prstGeom prst="rect">
                        <a:avLst/>
                      </a:prstGeom>
                      <a:solidFill>
                        <a:srgbClr val="EC86A6"/>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404" name="Rectangle 105">
                        <a:extLst>
                          <a:ext uri="{FF2B5EF4-FFF2-40B4-BE49-F238E27FC236}">
                            <a16:creationId xmlns:a16="http://schemas.microsoft.com/office/drawing/2014/main" id="{31A36EA8-D658-AB47-BE82-801AA588F5B0}"/>
                          </a:ext>
                        </a:extLst>
                      </p:cNvPr>
                      <p:cNvSpPr>
                        <a:spLocks noChangeArrowheads="1"/>
                      </p:cNvSpPr>
                      <p:nvPr/>
                    </p:nvSpPr>
                    <p:spPr bwMode="auto">
                      <a:xfrm>
                        <a:off x="392" y="1074"/>
                        <a:ext cx="54" cy="5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405" name="Rectangle 106">
                        <a:extLst>
                          <a:ext uri="{FF2B5EF4-FFF2-40B4-BE49-F238E27FC236}">
                            <a16:creationId xmlns:a16="http://schemas.microsoft.com/office/drawing/2014/main" id="{5DDEAC47-056C-384C-B89F-5A42C8379AD9}"/>
                          </a:ext>
                        </a:extLst>
                      </p:cNvPr>
                      <p:cNvSpPr>
                        <a:spLocks noChangeArrowheads="1"/>
                      </p:cNvSpPr>
                      <p:nvPr/>
                    </p:nvSpPr>
                    <p:spPr bwMode="auto">
                      <a:xfrm>
                        <a:off x="464" y="1074"/>
                        <a:ext cx="54" cy="56"/>
                      </a:xfrm>
                      <a:prstGeom prst="rect">
                        <a:avLst/>
                      </a:prstGeom>
                      <a:solidFill>
                        <a:srgbClr val="33CC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406" name="Rectangle 107">
                        <a:extLst>
                          <a:ext uri="{FF2B5EF4-FFF2-40B4-BE49-F238E27FC236}">
                            <a16:creationId xmlns:a16="http://schemas.microsoft.com/office/drawing/2014/main" id="{5FAEA790-B08D-2741-A24E-F6C8966DFA2D}"/>
                          </a:ext>
                        </a:extLst>
                      </p:cNvPr>
                      <p:cNvSpPr>
                        <a:spLocks noChangeArrowheads="1"/>
                      </p:cNvSpPr>
                      <p:nvPr/>
                    </p:nvSpPr>
                    <p:spPr bwMode="auto">
                      <a:xfrm>
                        <a:off x="536" y="1068"/>
                        <a:ext cx="60" cy="5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407" name="Rectangle 108">
                        <a:extLst>
                          <a:ext uri="{FF2B5EF4-FFF2-40B4-BE49-F238E27FC236}">
                            <a16:creationId xmlns:a16="http://schemas.microsoft.com/office/drawing/2014/main" id="{C8681A97-C9D1-FE48-BB82-818A99CB0B4D}"/>
                          </a:ext>
                        </a:extLst>
                      </p:cNvPr>
                      <p:cNvSpPr>
                        <a:spLocks noChangeArrowheads="1"/>
                      </p:cNvSpPr>
                      <p:nvPr/>
                    </p:nvSpPr>
                    <p:spPr bwMode="auto">
                      <a:xfrm>
                        <a:off x="615" y="1068"/>
                        <a:ext cx="54" cy="5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408" name="AutoShape 109">
                        <a:extLst>
                          <a:ext uri="{FF2B5EF4-FFF2-40B4-BE49-F238E27FC236}">
                            <a16:creationId xmlns:a16="http://schemas.microsoft.com/office/drawing/2014/main" id="{CFB36D93-5244-FD4C-BD34-FB641007F596}"/>
                          </a:ext>
                        </a:extLst>
                      </p:cNvPr>
                      <p:cNvSpPr>
                        <a:spLocks noChangeArrowheads="1"/>
                      </p:cNvSpPr>
                      <p:nvPr/>
                    </p:nvSpPr>
                    <p:spPr bwMode="auto">
                      <a:xfrm rot="10800000" flipH="1">
                        <a:off x="322" y="890"/>
                        <a:ext cx="859" cy="110"/>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1 w 21600"/>
                          <a:gd name="T13" fmla="*/ 4516 h 21600"/>
                          <a:gd name="T14" fmla="*/ 17099 w 21600"/>
                          <a:gd name="T15" fmla="*/ 17084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chemeClr val="bg1">
                          <a:lumMod val="75000"/>
                        </a:schemeClr>
                      </a:solidFill>
                      <a:ln w="9525">
                        <a:solidFill>
                          <a:schemeClr val="tx1"/>
                        </a:solidFill>
                        <a:miter lim="800000"/>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pic>
                  <p:nvPicPr>
                    <p:cNvPr id="399" name="Picture 110" descr="desktop_computer_stylized_small">
                      <a:extLst>
                        <a:ext uri="{FF2B5EF4-FFF2-40B4-BE49-F238E27FC236}">
                          <a16:creationId xmlns:a16="http://schemas.microsoft.com/office/drawing/2014/main" id="{9B404C1F-048E-7044-BE69-14D8C09F81C5}"/>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27" y="2049"/>
                      <a:ext cx="447" cy="4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0" name="Rectangle 112">
                      <a:extLst>
                        <a:ext uri="{FF2B5EF4-FFF2-40B4-BE49-F238E27FC236}">
                          <a16:creationId xmlns:a16="http://schemas.microsoft.com/office/drawing/2014/main" id="{93620211-30D2-A74F-85D8-3CCB3BB54C29}"/>
                        </a:ext>
                      </a:extLst>
                    </p:cNvPr>
                    <p:cNvSpPr>
                      <a:spLocks noChangeArrowheads="1"/>
                    </p:cNvSpPr>
                    <p:nvPr/>
                  </p:nvSpPr>
                  <p:spPr bwMode="auto">
                    <a:xfrm>
                      <a:off x="528" y="2232"/>
                      <a:ext cx="104" cy="91"/>
                    </a:xfrm>
                    <a:prstGeom prst="rect">
                      <a:avLst/>
                    </a:prstGeom>
                    <a:solidFill>
                      <a:srgbClr val="E40000"/>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401" name="Freeform 113">
                      <a:extLst>
                        <a:ext uri="{FF2B5EF4-FFF2-40B4-BE49-F238E27FC236}">
                          <a16:creationId xmlns:a16="http://schemas.microsoft.com/office/drawing/2014/main" id="{EAB132C2-BF16-0F4B-B306-8B5A4C1C07AA}"/>
                        </a:ext>
                      </a:extLst>
                    </p:cNvPr>
                    <p:cNvSpPr>
                      <a:spLocks/>
                    </p:cNvSpPr>
                    <p:nvPr/>
                  </p:nvSpPr>
                  <p:spPr bwMode="auto">
                    <a:xfrm>
                      <a:off x="282" y="1951"/>
                      <a:ext cx="302" cy="274"/>
                    </a:xfrm>
                    <a:custGeom>
                      <a:avLst/>
                      <a:gdLst>
                        <a:gd name="T0" fmla="*/ 14 w 381"/>
                        <a:gd name="T1" fmla="*/ 274 h 274"/>
                        <a:gd name="T2" fmla="*/ 14 w 381"/>
                        <a:gd name="T3" fmla="*/ 130 h 274"/>
                        <a:gd name="T4" fmla="*/ 0 w 381"/>
                        <a:gd name="T5" fmla="*/ 0 h 274"/>
                        <a:gd name="T6" fmla="*/ 0 60000 65536"/>
                        <a:gd name="T7" fmla="*/ 0 60000 65536"/>
                        <a:gd name="T8" fmla="*/ 0 60000 65536"/>
                        <a:gd name="T9" fmla="*/ 0 w 381"/>
                        <a:gd name="T10" fmla="*/ 0 h 274"/>
                        <a:gd name="T11" fmla="*/ 381 w 381"/>
                        <a:gd name="T12" fmla="*/ 274 h 274"/>
                      </a:gdLst>
                      <a:ahLst/>
                      <a:cxnLst>
                        <a:cxn ang="T6">
                          <a:pos x="T0" y="T1"/>
                        </a:cxn>
                        <a:cxn ang="T7">
                          <a:pos x="T2" y="T3"/>
                        </a:cxn>
                        <a:cxn ang="T8">
                          <a:pos x="T4" y="T5"/>
                        </a:cxn>
                      </a:cxnLst>
                      <a:rect l="T9" t="T10" r="T11" b="T12"/>
                      <a:pathLst>
                        <a:path w="381" h="274">
                          <a:moveTo>
                            <a:pt x="381" y="274"/>
                          </a:moveTo>
                          <a:lnTo>
                            <a:pt x="381" y="130"/>
                          </a:lnTo>
                          <a:lnTo>
                            <a:pt x="0" y="0"/>
                          </a:lnTo>
                        </a:path>
                      </a:pathLst>
                    </a:custGeom>
                    <a:noFill/>
                    <a:ln w="9525">
                      <a:solidFill>
                        <a:srgbClr val="E4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402" name="Picture 115" descr="tv">
                      <a:extLst>
                        <a:ext uri="{FF2B5EF4-FFF2-40B4-BE49-F238E27FC236}">
                          <a16:creationId xmlns:a16="http://schemas.microsoft.com/office/drawing/2014/main" id="{E56F1C09-456F-6945-AACA-76354A8314EA}"/>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 y="1737"/>
                      <a:ext cx="476" cy="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cxnSp>
              <p:nvCxnSpPr>
                <p:cNvPr id="522" name="Straight Connector 521">
                  <a:extLst>
                    <a:ext uri="{FF2B5EF4-FFF2-40B4-BE49-F238E27FC236}">
                      <a16:creationId xmlns:a16="http://schemas.microsoft.com/office/drawing/2014/main" id="{CEADDDE2-F07E-2048-90F3-56476774EC97}"/>
                    </a:ext>
                  </a:extLst>
                </p:cNvPr>
                <p:cNvCxnSpPr/>
                <p:nvPr/>
              </p:nvCxnSpPr>
              <p:spPr>
                <a:xfrm>
                  <a:off x="9334500" y="1147233"/>
                  <a:ext cx="0" cy="338667"/>
                </a:xfrm>
                <a:prstGeom prst="line">
                  <a:avLst/>
                </a:prstGeom>
                <a:ln w="9525">
                  <a:solidFill>
                    <a:srgbClr val="E40000"/>
                  </a:solidFill>
                </a:ln>
              </p:spPr>
              <p:style>
                <a:lnRef idx="1">
                  <a:schemeClr val="accent1"/>
                </a:lnRef>
                <a:fillRef idx="0">
                  <a:schemeClr val="accent1"/>
                </a:fillRef>
                <a:effectRef idx="0">
                  <a:schemeClr val="accent1"/>
                </a:effectRef>
                <a:fontRef idx="minor">
                  <a:schemeClr val="tx1"/>
                </a:fontRef>
              </p:style>
            </p:cxnSp>
          </p:grpSp>
          <p:cxnSp>
            <p:nvCxnSpPr>
              <p:cNvPr id="412" name="Straight Connector 411">
                <a:extLst>
                  <a:ext uri="{FF2B5EF4-FFF2-40B4-BE49-F238E27FC236}">
                    <a16:creationId xmlns:a16="http://schemas.microsoft.com/office/drawing/2014/main" id="{2E6A914D-56E6-6144-8A5D-B26042233D49}"/>
                  </a:ext>
                </a:extLst>
              </p:cNvPr>
              <p:cNvCxnSpPr/>
              <p:nvPr/>
            </p:nvCxnSpPr>
            <p:spPr>
              <a:xfrm>
                <a:off x="8428567" y="1151466"/>
                <a:ext cx="0" cy="338667"/>
              </a:xfrm>
              <a:prstGeom prst="line">
                <a:avLst/>
              </a:prstGeom>
              <a:ln w="9525">
                <a:solidFill>
                  <a:srgbClr val="E40000"/>
                </a:solidFill>
              </a:ln>
            </p:spPr>
            <p:style>
              <a:lnRef idx="1">
                <a:schemeClr val="accent1"/>
              </a:lnRef>
              <a:fillRef idx="0">
                <a:schemeClr val="accent1"/>
              </a:fillRef>
              <a:effectRef idx="0">
                <a:schemeClr val="accent1"/>
              </a:effectRef>
              <a:fontRef idx="minor">
                <a:schemeClr val="tx1"/>
              </a:fontRef>
            </p:style>
          </p:cxnSp>
          <p:grpSp>
            <p:nvGrpSpPr>
              <p:cNvPr id="415" name="Group 414">
                <a:extLst>
                  <a:ext uri="{FF2B5EF4-FFF2-40B4-BE49-F238E27FC236}">
                    <a16:creationId xmlns:a16="http://schemas.microsoft.com/office/drawing/2014/main" id="{EA667DB5-3322-4A46-B5FA-A070FD5DC154}"/>
                  </a:ext>
                </a:extLst>
              </p:cNvPr>
              <p:cNvGrpSpPr/>
              <p:nvPr/>
            </p:nvGrpSpPr>
            <p:grpSpPr>
              <a:xfrm>
                <a:off x="8795279" y="1483783"/>
                <a:ext cx="850900" cy="623888"/>
                <a:chOff x="7872413" y="1479550"/>
                <a:chExt cx="850900" cy="623888"/>
              </a:xfrm>
            </p:grpSpPr>
            <p:grpSp>
              <p:nvGrpSpPr>
                <p:cNvPr id="416" name="Group 135">
                  <a:extLst>
                    <a:ext uri="{FF2B5EF4-FFF2-40B4-BE49-F238E27FC236}">
                      <a16:creationId xmlns:a16="http://schemas.microsoft.com/office/drawing/2014/main" id="{85DFD946-B194-774B-88CB-2C0D2F0CAAAB}"/>
                    </a:ext>
                  </a:extLst>
                </p:cNvPr>
                <p:cNvGrpSpPr>
                  <a:grpSpLocks/>
                </p:cNvGrpSpPr>
                <p:nvPr/>
              </p:nvGrpSpPr>
              <p:grpSpPr bwMode="auto">
                <a:xfrm>
                  <a:off x="7872413" y="1576388"/>
                  <a:ext cx="850900" cy="527050"/>
                  <a:chOff x="-490" y="1664"/>
                  <a:chExt cx="1429" cy="842"/>
                </a:xfrm>
              </p:grpSpPr>
              <p:sp>
                <p:nvSpPr>
                  <p:cNvPr id="418" name="AutoShape 136">
                    <a:extLst>
                      <a:ext uri="{FF2B5EF4-FFF2-40B4-BE49-F238E27FC236}">
                        <a16:creationId xmlns:a16="http://schemas.microsoft.com/office/drawing/2014/main" id="{F297B945-74B3-CB4B-878C-7C02A4889F16}"/>
                      </a:ext>
                    </a:extLst>
                  </p:cNvPr>
                  <p:cNvSpPr>
                    <a:spLocks noChangeArrowheads="1"/>
                  </p:cNvSpPr>
                  <p:nvPr/>
                </p:nvSpPr>
                <p:spPr bwMode="auto">
                  <a:xfrm>
                    <a:off x="-490" y="1664"/>
                    <a:ext cx="1429" cy="294"/>
                  </a:xfrm>
                  <a:prstGeom prst="triangle">
                    <a:avLst>
                      <a:gd name="adj" fmla="val 50000"/>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grpSp>
                <p:nvGrpSpPr>
                  <p:cNvPr id="419" name="Group 137">
                    <a:extLst>
                      <a:ext uri="{FF2B5EF4-FFF2-40B4-BE49-F238E27FC236}">
                        <a16:creationId xmlns:a16="http://schemas.microsoft.com/office/drawing/2014/main" id="{E4CF7180-96A2-CD40-B8A0-45AE98BA1F1E}"/>
                      </a:ext>
                    </a:extLst>
                  </p:cNvPr>
                  <p:cNvGrpSpPr>
                    <a:grpSpLocks/>
                  </p:cNvGrpSpPr>
                  <p:nvPr/>
                </p:nvGrpSpPr>
                <p:grpSpPr bwMode="auto">
                  <a:xfrm>
                    <a:off x="-427" y="1737"/>
                    <a:ext cx="1217" cy="769"/>
                    <a:chOff x="-427" y="1737"/>
                    <a:chExt cx="1217" cy="769"/>
                  </a:xfrm>
                </p:grpSpPr>
                <p:sp>
                  <p:nvSpPr>
                    <p:cNvPr id="420" name="Rectangle 138">
                      <a:extLst>
                        <a:ext uri="{FF2B5EF4-FFF2-40B4-BE49-F238E27FC236}">
                          <a16:creationId xmlns:a16="http://schemas.microsoft.com/office/drawing/2014/main" id="{E728FEDA-C496-A141-8FEA-14AAB825DF0A}"/>
                        </a:ext>
                      </a:extLst>
                    </p:cNvPr>
                    <p:cNvSpPr>
                      <a:spLocks noChangeArrowheads="1"/>
                    </p:cNvSpPr>
                    <p:nvPr/>
                  </p:nvSpPr>
                  <p:spPr bwMode="auto">
                    <a:xfrm>
                      <a:off x="-338" y="1923"/>
                      <a:ext cx="1128" cy="583"/>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421" name="Line 7">
                      <a:extLst>
                        <a:ext uri="{FF2B5EF4-FFF2-40B4-BE49-F238E27FC236}">
                          <a16:creationId xmlns:a16="http://schemas.microsoft.com/office/drawing/2014/main" id="{94947D33-1E0B-FE40-8CAB-CBBDC0D6E22A}"/>
                        </a:ext>
                      </a:extLst>
                    </p:cNvPr>
                    <p:cNvSpPr>
                      <a:spLocks noChangeShapeType="1"/>
                    </p:cNvSpPr>
                    <p:nvPr/>
                  </p:nvSpPr>
                  <p:spPr bwMode="auto">
                    <a:xfrm>
                      <a:off x="-150" y="2271"/>
                      <a:ext cx="676" cy="4"/>
                    </a:xfrm>
                    <a:prstGeom prst="line">
                      <a:avLst/>
                    </a:prstGeom>
                    <a:noFill/>
                    <a:ln w="9525">
                      <a:solidFill>
                        <a:srgbClr val="E4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422" name="Group 140">
                      <a:extLst>
                        <a:ext uri="{FF2B5EF4-FFF2-40B4-BE49-F238E27FC236}">
                          <a16:creationId xmlns:a16="http://schemas.microsoft.com/office/drawing/2014/main" id="{394E883E-EC3D-5D4A-AEA2-4725F7F2DBF7}"/>
                        </a:ext>
                      </a:extLst>
                    </p:cNvPr>
                    <p:cNvGrpSpPr>
                      <a:grpSpLocks/>
                    </p:cNvGrpSpPr>
                    <p:nvPr/>
                  </p:nvGrpSpPr>
                  <p:grpSpPr bwMode="auto">
                    <a:xfrm>
                      <a:off x="68" y="2192"/>
                      <a:ext cx="387" cy="139"/>
                      <a:chOff x="322" y="890"/>
                      <a:chExt cx="872" cy="339"/>
                    </a:xfrm>
                  </p:grpSpPr>
                  <p:sp>
                    <p:nvSpPr>
                      <p:cNvPr id="427" name="Rectangle 141">
                        <a:extLst>
                          <a:ext uri="{FF2B5EF4-FFF2-40B4-BE49-F238E27FC236}">
                            <a16:creationId xmlns:a16="http://schemas.microsoft.com/office/drawing/2014/main" id="{448655B1-0992-6F4B-815F-913E06606CB8}"/>
                          </a:ext>
                        </a:extLst>
                      </p:cNvPr>
                      <p:cNvSpPr>
                        <a:spLocks noChangeArrowheads="1"/>
                      </p:cNvSpPr>
                      <p:nvPr/>
                    </p:nvSpPr>
                    <p:spPr bwMode="auto">
                      <a:xfrm>
                        <a:off x="320" y="1000"/>
                        <a:ext cx="871" cy="229"/>
                      </a:xfrm>
                      <a:prstGeom prst="rect">
                        <a:avLst/>
                      </a:prstGeom>
                      <a:solidFill>
                        <a:srgbClr val="EC86A6"/>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428" name="Rectangle 142">
                        <a:extLst>
                          <a:ext uri="{FF2B5EF4-FFF2-40B4-BE49-F238E27FC236}">
                            <a16:creationId xmlns:a16="http://schemas.microsoft.com/office/drawing/2014/main" id="{968409F2-F7DA-2446-B315-0CF4D05EAD1C}"/>
                          </a:ext>
                        </a:extLst>
                      </p:cNvPr>
                      <p:cNvSpPr>
                        <a:spLocks noChangeArrowheads="1"/>
                      </p:cNvSpPr>
                      <p:nvPr/>
                    </p:nvSpPr>
                    <p:spPr bwMode="auto">
                      <a:xfrm>
                        <a:off x="392" y="1074"/>
                        <a:ext cx="54" cy="5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429" name="Rectangle 143">
                        <a:extLst>
                          <a:ext uri="{FF2B5EF4-FFF2-40B4-BE49-F238E27FC236}">
                            <a16:creationId xmlns:a16="http://schemas.microsoft.com/office/drawing/2014/main" id="{0362FF3B-ADD9-5744-8ACA-3EFADB83225A}"/>
                          </a:ext>
                        </a:extLst>
                      </p:cNvPr>
                      <p:cNvSpPr>
                        <a:spLocks noChangeArrowheads="1"/>
                      </p:cNvSpPr>
                      <p:nvPr/>
                    </p:nvSpPr>
                    <p:spPr bwMode="auto">
                      <a:xfrm>
                        <a:off x="464" y="1074"/>
                        <a:ext cx="54" cy="56"/>
                      </a:xfrm>
                      <a:prstGeom prst="rect">
                        <a:avLst/>
                      </a:prstGeom>
                      <a:solidFill>
                        <a:srgbClr val="33CC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430" name="Rectangle 144">
                        <a:extLst>
                          <a:ext uri="{FF2B5EF4-FFF2-40B4-BE49-F238E27FC236}">
                            <a16:creationId xmlns:a16="http://schemas.microsoft.com/office/drawing/2014/main" id="{C40AA11A-DFD4-8F42-897F-82FED599B224}"/>
                          </a:ext>
                        </a:extLst>
                      </p:cNvPr>
                      <p:cNvSpPr>
                        <a:spLocks noChangeArrowheads="1"/>
                      </p:cNvSpPr>
                      <p:nvPr/>
                    </p:nvSpPr>
                    <p:spPr bwMode="auto">
                      <a:xfrm>
                        <a:off x="536" y="1068"/>
                        <a:ext cx="60" cy="5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431" name="Rectangle 145">
                        <a:extLst>
                          <a:ext uri="{FF2B5EF4-FFF2-40B4-BE49-F238E27FC236}">
                            <a16:creationId xmlns:a16="http://schemas.microsoft.com/office/drawing/2014/main" id="{8A810F1B-6E62-5742-8139-F7E89D3E1CE1}"/>
                          </a:ext>
                        </a:extLst>
                      </p:cNvPr>
                      <p:cNvSpPr>
                        <a:spLocks noChangeArrowheads="1"/>
                      </p:cNvSpPr>
                      <p:nvPr/>
                    </p:nvSpPr>
                    <p:spPr bwMode="auto">
                      <a:xfrm>
                        <a:off x="615" y="1068"/>
                        <a:ext cx="54" cy="5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432" name="AutoShape 146">
                        <a:extLst>
                          <a:ext uri="{FF2B5EF4-FFF2-40B4-BE49-F238E27FC236}">
                            <a16:creationId xmlns:a16="http://schemas.microsoft.com/office/drawing/2014/main" id="{F9E0BEC6-A98D-274B-80FC-89A044339232}"/>
                          </a:ext>
                        </a:extLst>
                      </p:cNvPr>
                      <p:cNvSpPr>
                        <a:spLocks noChangeArrowheads="1"/>
                      </p:cNvSpPr>
                      <p:nvPr/>
                    </p:nvSpPr>
                    <p:spPr bwMode="auto">
                      <a:xfrm rot="10800000" flipH="1">
                        <a:off x="322" y="890"/>
                        <a:ext cx="859" cy="110"/>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1 w 21600"/>
                          <a:gd name="T13" fmla="*/ 4516 h 21600"/>
                          <a:gd name="T14" fmla="*/ 17099 w 21600"/>
                          <a:gd name="T15" fmla="*/ 17084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chemeClr val="bg1">
                          <a:lumMod val="75000"/>
                        </a:schemeClr>
                      </a:solidFill>
                      <a:ln w="9525">
                        <a:solidFill>
                          <a:schemeClr val="tx1"/>
                        </a:solidFill>
                        <a:miter lim="800000"/>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pic>
                  <p:nvPicPr>
                    <p:cNvPr id="423" name="Picture 147" descr="desktop_computer_stylized_small">
                      <a:extLst>
                        <a:ext uri="{FF2B5EF4-FFF2-40B4-BE49-F238E27FC236}">
                          <a16:creationId xmlns:a16="http://schemas.microsoft.com/office/drawing/2014/main" id="{0A91A55F-2043-9E4B-99F9-AFA78F5A8149}"/>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27" y="2049"/>
                      <a:ext cx="447" cy="4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24" name="Rectangle 148">
                      <a:extLst>
                        <a:ext uri="{FF2B5EF4-FFF2-40B4-BE49-F238E27FC236}">
                          <a16:creationId xmlns:a16="http://schemas.microsoft.com/office/drawing/2014/main" id="{F8AF0B05-119A-0146-852E-B3BD3225EC1D}"/>
                        </a:ext>
                      </a:extLst>
                    </p:cNvPr>
                    <p:cNvSpPr>
                      <a:spLocks noChangeArrowheads="1"/>
                    </p:cNvSpPr>
                    <p:nvPr/>
                  </p:nvSpPr>
                  <p:spPr bwMode="auto">
                    <a:xfrm>
                      <a:off x="528" y="2232"/>
                      <a:ext cx="104" cy="91"/>
                    </a:xfrm>
                    <a:prstGeom prst="rect">
                      <a:avLst/>
                    </a:prstGeom>
                    <a:solidFill>
                      <a:srgbClr val="E40000"/>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425" name="Freeform 149">
                      <a:extLst>
                        <a:ext uri="{FF2B5EF4-FFF2-40B4-BE49-F238E27FC236}">
                          <a16:creationId xmlns:a16="http://schemas.microsoft.com/office/drawing/2014/main" id="{AB1B2319-3B1A-4844-AE46-5CB41DCFDC2B}"/>
                        </a:ext>
                      </a:extLst>
                    </p:cNvPr>
                    <p:cNvSpPr>
                      <a:spLocks/>
                    </p:cNvSpPr>
                    <p:nvPr/>
                  </p:nvSpPr>
                  <p:spPr bwMode="auto">
                    <a:xfrm>
                      <a:off x="282" y="1951"/>
                      <a:ext cx="302" cy="274"/>
                    </a:xfrm>
                    <a:custGeom>
                      <a:avLst/>
                      <a:gdLst>
                        <a:gd name="T0" fmla="*/ 14 w 381"/>
                        <a:gd name="T1" fmla="*/ 274 h 274"/>
                        <a:gd name="T2" fmla="*/ 14 w 381"/>
                        <a:gd name="T3" fmla="*/ 130 h 274"/>
                        <a:gd name="T4" fmla="*/ 0 w 381"/>
                        <a:gd name="T5" fmla="*/ 0 h 274"/>
                        <a:gd name="T6" fmla="*/ 0 60000 65536"/>
                        <a:gd name="T7" fmla="*/ 0 60000 65536"/>
                        <a:gd name="T8" fmla="*/ 0 60000 65536"/>
                        <a:gd name="T9" fmla="*/ 0 w 381"/>
                        <a:gd name="T10" fmla="*/ 0 h 274"/>
                        <a:gd name="T11" fmla="*/ 381 w 381"/>
                        <a:gd name="T12" fmla="*/ 274 h 274"/>
                      </a:gdLst>
                      <a:ahLst/>
                      <a:cxnLst>
                        <a:cxn ang="T6">
                          <a:pos x="T0" y="T1"/>
                        </a:cxn>
                        <a:cxn ang="T7">
                          <a:pos x="T2" y="T3"/>
                        </a:cxn>
                        <a:cxn ang="T8">
                          <a:pos x="T4" y="T5"/>
                        </a:cxn>
                      </a:cxnLst>
                      <a:rect l="T9" t="T10" r="T11" b="T12"/>
                      <a:pathLst>
                        <a:path w="381" h="274">
                          <a:moveTo>
                            <a:pt x="381" y="274"/>
                          </a:moveTo>
                          <a:lnTo>
                            <a:pt x="381" y="130"/>
                          </a:lnTo>
                          <a:lnTo>
                            <a:pt x="0" y="0"/>
                          </a:lnTo>
                        </a:path>
                      </a:pathLst>
                    </a:custGeom>
                    <a:noFill/>
                    <a:ln w="9525">
                      <a:solidFill>
                        <a:srgbClr val="E4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426" name="Picture 151" descr="tv">
                      <a:extLst>
                        <a:ext uri="{FF2B5EF4-FFF2-40B4-BE49-F238E27FC236}">
                          <a16:creationId xmlns:a16="http://schemas.microsoft.com/office/drawing/2014/main" id="{FBF03B14-5AED-7E49-8E18-C9D52DD06664}"/>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 y="1737"/>
                      <a:ext cx="476" cy="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sp>
              <p:nvSpPr>
                <p:cNvPr id="417" name="Freeform 209">
                  <a:extLst>
                    <a:ext uri="{FF2B5EF4-FFF2-40B4-BE49-F238E27FC236}">
                      <a16:creationId xmlns:a16="http://schemas.microsoft.com/office/drawing/2014/main" id="{0B7484A0-57B4-9D4F-88D9-C1C31B000066}"/>
                    </a:ext>
                  </a:extLst>
                </p:cNvPr>
                <p:cNvSpPr>
                  <a:spLocks/>
                </p:cNvSpPr>
                <p:nvPr/>
              </p:nvSpPr>
              <p:spPr bwMode="auto">
                <a:xfrm>
                  <a:off x="8543925" y="1479550"/>
                  <a:ext cx="127000" cy="476250"/>
                </a:xfrm>
                <a:custGeom>
                  <a:avLst/>
                  <a:gdLst>
                    <a:gd name="T0" fmla="*/ 0 w 80"/>
                    <a:gd name="T1" fmla="*/ 2147483647 h 300"/>
                    <a:gd name="T2" fmla="*/ 2147483647 w 80"/>
                    <a:gd name="T3" fmla="*/ 2147483647 h 300"/>
                    <a:gd name="T4" fmla="*/ 2147483647 w 80"/>
                    <a:gd name="T5" fmla="*/ 0 h 300"/>
                    <a:gd name="T6" fmla="*/ 0 60000 65536"/>
                    <a:gd name="T7" fmla="*/ 0 60000 65536"/>
                    <a:gd name="T8" fmla="*/ 0 60000 65536"/>
                    <a:gd name="T9" fmla="*/ 0 w 80"/>
                    <a:gd name="T10" fmla="*/ 0 h 300"/>
                    <a:gd name="T11" fmla="*/ 80 w 80"/>
                    <a:gd name="T12" fmla="*/ 300 h 300"/>
                  </a:gdLst>
                  <a:ahLst/>
                  <a:cxnLst>
                    <a:cxn ang="T6">
                      <a:pos x="T0" y="T1"/>
                    </a:cxn>
                    <a:cxn ang="T7">
                      <a:pos x="T2" y="T3"/>
                    </a:cxn>
                    <a:cxn ang="T8">
                      <a:pos x="T4" y="T5"/>
                    </a:cxn>
                  </a:cxnLst>
                  <a:rect l="T9" t="T10" r="T11" b="T12"/>
                  <a:pathLst>
                    <a:path w="80" h="300">
                      <a:moveTo>
                        <a:pt x="0" y="300"/>
                      </a:moveTo>
                      <a:lnTo>
                        <a:pt x="80" y="300"/>
                      </a:lnTo>
                      <a:lnTo>
                        <a:pt x="80" y="0"/>
                      </a:lnTo>
                    </a:path>
                  </a:pathLst>
                </a:custGeom>
                <a:noFill/>
                <a:ln w="9525">
                  <a:solidFill>
                    <a:srgbClr val="E4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433" name="Text Box 204">
                <a:extLst>
                  <a:ext uri="{FF2B5EF4-FFF2-40B4-BE49-F238E27FC236}">
                    <a16:creationId xmlns:a16="http://schemas.microsoft.com/office/drawing/2014/main" id="{3C38ADF6-8694-1144-9C3F-327CA8736409}"/>
                  </a:ext>
                </a:extLst>
              </p:cNvPr>
              <p:cNvSpPr txBox="1">
                <a:spLocks noChangeArrowheads="1"/>
              </p:cNvSpPr>
              <p:nvPr/>
            </p:nvSpPr>
            <p:spPr bwMode="auto">
              <a:xfrm>
                <a:off x="9744075" y="1341438"/>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400" b="0" i="0" u="none" strike="noStrike" kern="1200" cap="none" spc="0" normalizeH="0" baseline="0" noProof="0" dirty="0">
                    <a:ln>
                      <a:noFill/>
                    </a:ln>
                    <a:solidFill>
                      <a:srgbClr val="969696"/>
                    </a:solidFill>
                    <a:effectLst/>
                    <a:uLnTx/>
                    <a:uFillTx/>
                    <a:latin typeface="Times New Roman" panose="02020603050405020304" pitchFamily="18" charset="0"/>
                    <a:ea typeface="ＭＳ Ｐゴシック" panose="020B0600070205080204" pitchFamily="34" charset="-128"/>
                    <a:cs typeface="+mn-cs"/>
                  </a:rPr>
                  <a:t>…</a:t>
                </a:r>
              </a:p>
            </p:txBody>
          </p:sp>
        </p:grpSp>
        <p:sp>
          <p:nvSpPr>
            <p:cNvPr id="4" name="Rectangle 3">
              <a:extLst>
                <a:ext uri="{FF2B5EF4-FFF2-40B4-BE49-F238E27FC236}">
                  <a16:creationId xmlns:a16="http://schemas.microsoft.com/office/drawing/2014/main" id="{9FF01AC7-2E5B-D84F-AB90-A83570071E30}"/>
                </a:ext>
              </a:extLst>
            </p:cNvPr>
            <p:cNvSpPr/>
            <p:nvPr/>
          </p:nvSpPr>
          <p:spPr>
            <a:xfrm>
              <a:off x="9880298" y="2315290"/>
              <a:ext cx="1495922" cy="40011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Cable access</a:t>
              </a:r>
            </a:p>
          </p:txBody>
        </p:sp>
        <p:sp>
          <p:nvSpPr>
            <p:cNvPr id="262" name="Rectangle 261">
              <a:extLst>
                <a:ext uri="{FF2B5EF4-FFF2-40B4-BE49-F238E27FC236}">
                  <a16:creationId xmlns:a16="http://schemas.microsoft.com/office/drawing/2014/main" id="{459E104B-0656-AD45-8B15-E06794D0179B}"/>
                </a:ext>
              </a:extLst>
            </p:cNvPr>
            <p:cNvSpPr/>
            <p:nvPr/>
          </p:nvSpPr>
          <p:spPr>
            <a:xfrm>
              <a:off x="8838380" y="4315152"/>
              <a:ext cx="947695" cy="40011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cellular</a:t>
              </a:r>
            </a:p>
          </p:txBody>
        </p:sp>
        <p:sp>
          <p:nvSpPr>
            <p:cNvPr id="263" name="Rectangle 262">
              <a:extLst>
                <a:ext uri="{FF2B5EF4-FFF2-40B4-BE49-F238E27FC236}">
                  <a16:creationId xmlns:a16="http://schemas.microsoft.com/office/drawing/2014/main" id="{23043AC6-1FBA-CA4A-90DB-571BBB799190}"/>
                </a:ext>
              </a:extLst>
            </p:cNvPr>
            <p:cNvSpPr/>
            <p:nvPr/>
          </p:nvSpPr>
          <p:spPr>
            <a:xfrm>
              <a:off x="8860151" y="5885806"/>
              <a:ext cx="649537" cy="40011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WiFi</a:t>
              </a:r>
            </a:p>
          </p:txBody>
        </p:sp>
        <p:sp>
          <p:nvSpPr>
            <p:cNvPr id="265" name="Rectangle 264">
              <a:extLst>
                <a:ext uri="{FF2B5EF4-FFF2-40B4-BE49-F238E27FC236}">
                  <a16:creationId xmlns:a16="http://schemas.microsoft.com/office/drawing/2014/main" id="{26AA65EC-3CE2-F045-85D4-2A946CC3BFE5}"/>
                </a:ext>
              </a:extLst>
            </p:cNvPr>
            <p:cNvSpPr/>
            <p:nvPr/>
          </p:nvSpPr>
          <p:spPr>
            <a:xfrm>
              <a:off x="10374820" y="5030500"/>
              <a:ext cx="1674305" cy="40011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Ethernet LANs</a:t>
              </a:r>
            </a:p>
          </p:txBody>
        </p:sp>
      </p:grpSp>
      <p:sp>
        <p:nvSpPr>
          <p:cNvPr id="30" name="Slide Number Placeholder 29">
            <a:extLst>
              <a:ext uri="{FF2B5EF4-FFF2-40B4-BE49-F238E27FC236}">
                <a16:creationId xmlns:a16="http://schemas.microsoft.com/office/drawing/2014/main" id="{1D0657B2-9D8B-CF92-BE48-D98FDD0CABC1}"/>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rPr>
              <a:t>Link Layer </a:t>
            </a:r>
            <a:fld id="{C4204591-24BD-A542-B9D5-F8D8A88D2FEE}" type="slidenum">
              <a:rPr kumimoji="0" lang="en-US" sz="1100" b="0" i="0" u="none" strike="noStrike" kern="1200" cap="none" spc="0" normalizeH="0" baseline="0" noProof="0" smtClean="0">
                <a:ln>
                  <a:noFill/>
                </a:ln>
                <a:solidFill>
                  <a:prstClr val="white">
                    <a:lumMod val="50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1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43305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6">
                                            <p:txEl>
                                              <p:pRg st="4" end="4"/>
                                            </p:txEl>
                                          </p:spTgt>
                                        </p:tgtEl>
                                        <p:attrNameLst>
                                          <p:attrName>style.visibility</p:attrName>
                                        </p:attrNameLst>
                                      </p:cBhvr>
                                      <p:to>
                                        <p:strVal val="visible"/>
                                      </p:to>
                                    </p:set>
                                    <p:animEffect transition="in" filter="dissolve">
                                      <p:cBhvr>
                                        <p:cTn id="7" dur="500"/>
                                        <p:tgtEl>
                                          <p:spTgt spid="6">
                                            <p:txEl>
                                              <p:pRg st="4" end="4"/>
                                            </p:txEl>
                                          </p:spTgt>
                                        </p:tgtEl>
                                      </p:cBhvr>
                                    </p:animEffect>
                                  </p:childTnLst>
                                </p:cTn>
                              </p:par>
                              <p:par>
                                <p:cTn id="8" presetID="9" presetClass="entr" presetSubtype="0" fill="hold" nodeType="withEffect">
                                  <p:stCondLst>
                                    <p:cond delay="0"/>
                                  </p:stCondLst>
                                  <p:childTnLst>
                                    <p:set>
                                      <p:cBhvr>
                                        <p:cTn id="9" dur="1" fill="hold">
                                          <p:stCondLst>
                                            <p:cond delay="0"/>
                                          </p:stCondLst>
                                        </p:cTn>
                                        <p:tgtEl>
                                          <p:spTgt spid="6">
                                            <p:txEl>
                                              <p:pRg st="5" end="5"/>
                                            </p:txEl>
                                          </p:spTgt>
                                        </p:tgtEl>
                                        <p:attrNameLst>
                                          <p:attrName>style.visibility</p:attrName>
                                        </p:attrNameLst>
                                      </p:cBhvr>
                                      <p:to>
                                        <p:strVal val="visible"/>
                                      </p:to>
                                    </p:set>
                                    <p:animEffect transition="in" filter="dissolve">
                                      <p:cBhvr>
                                        <p:cTn id="10" dur="500"/>
                                        <p:tgtEl>
                                          <p:spTgt spid="6">
                                            <p:txEl>
                                              <p:pRg st="5" end="5"/>
                                            </p:txEl>
                                          </p:spTgt>
                                        </p:tgtEl>
                                      </p:cBhvr>
                                    </p:animEffect>
                                  </p:childTnLst>
                                </p:cTn>
                              </p:par>
                              <p:par>
                                <p:cTn id="11" presetID="9" presetClass="entr" presetSubtype="0" fill="hold" nodeType="withEffect">
                                  <p:stCondLst>
                                    <p:cond delay="0"/>
                                  </p:stCondLst>
                                  <p:childTnLst>
                                    <p:set>
                                      <p:cBhvr>
                                        <p:cTn id="12" dur="1" fill="hold">
                                          <p:stCondLst>
                                            <p:cond delay="0"/>
                                          </p:stCondLst>
                                        </p:cTn>
                                        <p:tgtEl>
                                          <p:spTgt spid="6">
                                            <p:txEl>
                                              <p:pRg st="6" end="6"/>
                                            </p:txEl>
                                          </p:spTgt>
                                        </p:tgtEl>
                                        <p:attrNameLst>
                                          <p:attrName>style.visibility</p:attrName>
                                        </p:attrNameLst>
                                      </p:cBhvr>
                                      <p:to>
                                        <p:strVal val="visible"/>
                                      </p:to>
                                    </p:set>
                                    <p:animEffect transition="in" filter="dissolve">
                                      <p:cBhvr>
                                        <p:cTn id="13" dur="500"/>
                                        <p:tgtEl>
                                          <p:spTgt spid="6">
                                            <p:txEl>
                                              <p:pRg st="6" end="6"/>
                                            </p:txEl>
                                          </p:spTgt>
                                        </p:tgtEl>
                                      </p:cBhvr>
                                    </p:animEffect>
                                  </p:childTnLst>
                                </p:cTn>
                              </p:par>
                              <p:par>
                                <p:cTn id="14" presetID="9" presetClass="entr" presetSubtype="0" fill="hold" nodeType="withEffect">
                                  <p:stCondLst>
                                    <p:cond delay="0"/>
                                  </p:stCondLst>
                                  <p:childTnLst>
                                    <p:set>
                                      <p:cBhvr>
                                        <p:cTn id="15" dur="1" fill="hold">
                                          <p:stCondLst>
                                            <p:cond delay="0"/>
                                          </p:stCondLst>
                                        </p:cTn>
                                        <p:tgtEl>
                                          <p:spTgt spid="6">
                                            <p:txEl>
                                              <p:pRg st="7" end="7"/>
                                            </p:txEl>
                                          </p:spTgt>
                                        </p:tgtEl>
                                        <p:attrNameLst>
                                          <p:attrName>style.visibility</p:attrName>
                                        </p:attrNameLst>
                                      </p:cBhvr>
                                      <p:to>
                                        <p:strVal val="visible"/>
                                      </p:to>
                                    </p:set>
                                    <p:animEffect transition="in" filter="dissolve">
                                      <p:cBhvr>
                                        <p:cTn id="16" dur="500"/>
                                        <p:tgtEl>
                                          <p:spTgt spid="6">
                                            <p:txEl>
                                              <p:pRg st="7" end="7"/>
                                            </p:txEl>
                                          </p:spTgt>
                                        </p:tgtEl>
                                      </p:cBhvr>
                                    </p:animEffect>
                                  </p:childTnLst>
                                </p:cTn>
                              </p:par>
                              <p:par>
                                <p:cTn id="17" presetID="9" presetClass="entr" presetSubtype="0" fill="hold" nodeType="withEffect">
                                  <p:stCondLst>
                                    <p:cond delay="0"/>
                                  </p:stCondLst>
                                  <p:childTnLst>
                                    <p:set>
                                      <p:cBhvr>
                                        <p:cTn id="18" dur="1" fill="hold">
                                          <p:stCondLst>
                                            <p:cond delay="0"/>
                                          </p:stCondLst>
                                        </p:cTn>
                                        <p:tgtEl>
                                          <p:spTgt spid="6">
                                            <p:txEl>
                                              <p:pRg st="8" end="8"/>
                                            </p:txEl>
                                          </p:spTgt>
                                        </p:tgtEl>
                                        <p:attrNameLst>
                                          <p:attrName>style.visibility</p:attrName>
                                        </p:attrNameLst>
                                      </p:cBhvr>
                                      <p:to>
                                        <p:strVal val="visible"/>
                                      </p:to>
                                    </p:set>
                                    <p:animEffect transition="in" filter="dissolve">
                                      <p:cBhvr>
                                        <p:cTn id="19" dur="500"/>
                                        <p:tgtEl>
                                          <p:spTgt spid="6">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918288" y="362678"/>
            <a:ext cx="10515600" cy="894622"/>
          </a:xfrm>
        </p:spPr>
        <p:txBody>
          <a:bodyPr>
            <a:normAutofit/>
          </a:bodyPr>
          <a:lstStyle/>
          <a:p>
            <a:r>
              <a:rPr lang="en-US" altLang="en-US" sz="5400" dirty="0">
                <a:cs typeface="Calibri" panose="020F0502020204030204" pitchFamily="34" charset="0"/>
              </a:rPr>
              <a:t>Link layer: services (more)</a:t>
            </a:r>
            <a:endParaRPr lang="en-US" sz="5400" dirty="0"/>
          </a:p>
        </p:txBody>
      </p:sp>
      <p:sp>
        <p:nvSpPr>
          <p:cNvPr id="6" name="Rectangle 3">
            <a:extLst>
              <a:ext uri="{FF2B5EF4-FFF2-40B4-BE49-F238E27FC236}">
                <a16:creationId xmlns:a16="http://schemas.microsoft.com/office/drawing/2014/main" id="{8AECB38E-687E-C946-9EB7-A4D36B2DC890}"/>
              </a:ext>
            </a:extLst>
          </p:cNvPr>
          <p:cNvSpPr txBox="1">
            <a:spLocks noChangeArrowheads="1"/>
          </p:cNvSpPr>
          <p:nvPr/>
        </p:nvSpPr>
        <p:spPr>
          <a:xfrm>
            <a:off x="1007706" y="1476885"/>
            <a:ext cx="6591653" cy="5155766"/>
          </a:xfrm>
          <a:prstGeom prst="rect">
            <a:avLst/>
          </a:prstGeom>
        </p:spPr>
        <p:txBody>
          <a:bodyPr vert="horz" lIns="91440" tIns="45720" rIns="91440" bIns="45720" rtlCol="0">
            <a:normAutofit lnSpcReduction="10000"/>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339725"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sz="3200" b="0" i="0" u="none" strike="noStrike" kern="1200" cap="none" spc="0" normalizeH="0" baseline="0" noProof="0" dirty="0">
                <a:ln>
                  <a:noFill/>
                </a:ln>
                <a:solidFill>
                  <a:srgbClr val="C00000"/>
                </a:solidFill>
                <a:effectLst/>
                <a:uLnTx/>
                <a:uFillTx/>
                <a:latin typeface="Calibri" panose="020F0502020204030204"/>
                <a:ea typeface="+mn-ea"/>
                <a:cs typeface="+mn-cs"/>
              </a:rPr>
              <a:t>flow control: </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pacing between adjacent sending and receiving nodes</a:t>
            </a:r>
          </a:p>
          <a:p>
            <a:pPr marL="344488" marR="0" lvl="0" indent="-276225"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sz="3200" b="0" i="0" u="none" strike="noStrike" kern="1200" cap="none" spc="0" normalizeH="0" baseline="0" noProof="0" dirty="0">
                <a:ln>
                  <a:noFill/>
                </a:ln>
                <a:solidFill>
                  <a:srgbClr val="C00000"/>
                </a:solidFill>
                <a:effectLst/>
                <a:uLnTx/>
                <a:uFillTx/>
                <a:latin typeface="Calibri" panose="020F0502020204030204"/>
                <a:ea typeface="+mn-ea"/>
                <a:cs typeface="+mn-cs"/>
              </a:rPr>
              <a:t>error detection: </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errors caused by signal attenuation, noise. </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receiver detects errors, signals retransmission, or drops frame </a:t>
            </a:r>
          </a:p>
          <a:p>
            <a:pPr marL="352425" marR="0" lvl="0" indent="-339725"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sz="3200" b="0" i="0" u="none" strike="noStrike" kern="1200" cap="none" spc="0" normalizeH="0" baseline="0" noProof="0" dirty="0">
                <a:ln>
                  <a:noFill/>
                </a:ln>
                <a:solidFill>
                  <a:srgbClr val="C00000"/>
                </a:solidFill>
                <a:effectLst/>
                <a:uLnTx/>
                <a:uFillTx/>
                <a:latin typeface="Calibri" panose="020F0502020204030204"/>
                <a:ea typeface="+mn-ea"/>
                <a:cs typeface="+mn-cs"/>
              </a:rPr>
              <a:t>error correction: </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receiver identifies </a:t>
            </a:r>
            <a:r>
              <a:rPr kumimoji="0" lang="en-US" sz="2400" b="0" i="1" u="none" strike="noStrike" kern="1200" cap="none" spc="0" normalizeH="0" baseline="0" noProof="0" dirty="0">
                <a:ln>
                  <a:noFill/>
                </a:ln>
                <a:solidFill>
                  <a:srgbClr val="0000A8"/>
                </a:solidFill>
                <a:effectLst/>
                <a:uLnTx/>
                <a:uFillTx/>
                <a:latin typeface="Calibri" panose="020F0502020204030204"/>
                <a:ea typeface="+mn-ea"/>
                <a:cs typeface="+mn-cs"/>
              </a:rPr>
              <a:t>and corrects</a:t>
            </a:r>
            <a:r>
              <a:rPr kumimoji="0" lang="en-US" sz="2400" b="0" i="0" u="none" strike="noStrike" kern="1200" cap="none" spc="0" normalizeH="0" baseline="0" noProof="0" dirty="0">
                <a:ln>
                  <a:noFill/>
                </a:ln>
                <a:solidFill>
                  <a:srgbClr val="0000A8"/>
                </a:solidFill>
                <a:effectLst/>
                <a:uLnTx/>
                <a:uFillTx/>
                <a:latin typeface="Calibri" panose="020F0502020204030204"/>
                <a:ea typeface="+mn-ea"/>
                <a:cs typeface="+mn-cs"/>
              </a:rPr>
              <a:t> </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bit error(s) without retransmission</a:t>
            </a:r>
          </a:p>
          <a:p>
            <a:pPr marL="344488" marR="0" lvl="0" indent="-331788"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sz="3200" b="0" i="0" u="none" strike="noStrike" kern="1200" cap="none" spc="0" normalizeH="0" baseline="0" noProof="0" dirty="0">
                <a:ln>
                  <a:noFill/>
                </a:ln>
                <a:solidFill>
                  <a:srgbClr val="C00000"/>
                </a:solidFill>
                <a:effectLst/>
                <a:uLnTx/>
                <a:uFillTx/>
                <a:latin typeface="Calibri" panose="020F0502020204030204"/>
                <a:ea typeface="+mn-ea"/>
                <a:cs typeface="+mn-cs"/>
              </a:rPr>
              <a:t>half-duplex and full-duplex:</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with half duplex, nodes at both ends of link can transmit, but not at same time</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260" name="Group 259">
            <a:extLst>
              <a:ext uri="{FF2B5EF4-FFF2-40B4-BE49-F238E27FC236}">
                <a16:creationId xmlns:a16="http://schemas.microsoft.com/office/drawing/2014/main" id="{F18DD465-5678-7F46-88CD-A9C8241C43A8}"/>
              </a:ext>
            </a:extLst>
          </p:cNvPr>
          <p:cNvGrpSpPr/>
          <p:nvPr/>
        </p:nvGrpSpPr>
        <p:grpSpPr>
          <a:xfrm>
            <a:off x="7840518" y="1242873"/>
            <a:ext cx="4208607" cy="5116362"/>
            <a:chOff x="7840518" y="1242873"/>
            <a:chExt cx="4208607" cy="5116362"/>
          </a:xfrm>
        </p:grpSpPr>
        <p:grpSp>
          <p:nvGrpSpPr>
            <p:cNvPr id="261" name="Group 260">
              <a:extLst>
                <a:ext uri="{FF2B5EF4-FFF2-40B4-BE49-F238E27FC236}">
                  <a16:creationId xmlns:a16="http://schemas.microsoft.com/office/drawing/2014/main" id="{525656D4-B7A0-C048-90DD-116180563E05}"/>
                </a:ext>
              </a:extLst>
            </p:cNvPr>
            <p:cNvGrpSpPr/>
            <p:nvPr/>
          </p:nvGrpSpPr>
          <p:grpSpPr>
            <a:xfrm>
              <a:off x="9022376" y="3275911"/>
              <a:ext cx="532171" cy="1016171"/>
              <a:chOff x="9022376" y="3275911"/>
              <a:chExt cx="615031" cy="1296090"/>
            </a:xfrm>
          </p:grpSpPr>
          <p:sp>
            <p:nvSpPr>
              <p:cNvPr id="583" name="Oval 800">
                <a:extLst>
                  <a:ext uri="{FF2B5EF4-FFF2-40B4-BE49-F238E27FC236}">
                    <a16:creationId xmlns:a16="http://schemas.microsoft.com/office/drawing/2014/main" id="{F687B44D-8D4B-A74D-8F58-0F188DCC6954}"/>
                  </a:ext>
                </a:extLst>
              </p:cNvPr>
              <p:cNvSpPr>
                <a:spLocks noChangeArrowheads="1"/>
              </p:cNvSpPr>
              <p:nvPr/>
            </p:nvSpPr>
            <p:spPr bwMode="auto">
              <a:xfrm>
                <a:off x="9285510" y="3593195"/>
                <a:ext cx="69106" cy="79124"/>
              </a:xfrm>
              <a:prstGeom prst="ellipse">
                <a:avLst/>
              </a:prstGeom>
              <a:solidFill>
                <a:schemeClr val="tx2"/>
              </a:solidFill>
              <a:ln w="9525">
                <a:solidFill>
                  <a:schemeClr val="tx1"/>
                </a:solidFill>
                <a:round/>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nvGrpSpPr>
              <p:cNvPr id="584" name="Group 817">
                <a:extLst>
                  <a:ext uri="{FF2B5EF4-FFF2-40B4-BE49-F238E27FC236}">
                    <a16:creationId xmlns:a16="http://schemas.microsoft.com/office/drawing/2014/main" id="{D6E2B641-9D17-2347-9494-752FEC79FEF9}"/>
                  </a:ext>
                </a:extLst>
              </p:cNvPr>
              <p:cNvGrpSpPr>
                <a:grpSpLocks/>
              </p:cNvGrpSpPr>
              <p:nvPr/>
            </p:nvGrpSpPr>
            <p:grpSpPr bwMode="auto">
              <a:xfrm>
                <a:off x="9022376" y="3275911"/>
                <a:ext cx="615031" cy="694531"/>
                <a:chOff x="2920" y="1424"/>
                <a:chExt cx="326" cy="320"/>
              </a:xfrm>
            </p:grpSpPr>
            <p:sp>
              <p:nvSpPr>
                <p:cNvPr id="601" name="Oval 818">
                  <a:extLst>
                    <a:ext uri="{FF2B5EF4-FFF2-40B4-BE49-F238E27FC236}">
                      <a16:creationId xmlns:a16="http://schemas.microsoft.com/office/drawing/2014/main" id="{D7B3FADD-EEE2-3743-8F0A-E01E2C3F4256}"/>
                    </a:ext>
                  </a:extLst>
                </p:cNvPr>
                <p:cNvSpPr>
                  <a:spLocks noChangeArrowheads="1"/>
                </p:cNvSpPr>
                <p:nvPr/>
              </p:nvSpPr>
              <p:spPr bwMode="auto">
                <a:xfrm>
                  <a:off x="2920" y="1445"/>
                  <a:ext cx="326" cy="289"/>
                </a:xfrm>
                <a:prstGeom prst="ellipse">
                  <a:avLst/>
                </a:prstGeom>
                <a:noFill/>
                <a:ln w="19050">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602" name="Group 819">
                  <a:extLst>
                    <a:ext uri="{FF2B5EF4-FFF2-40B4-BE49-F238E27FC236}">
                      <a16:creationId xmlns:a16="http://schemas.microsoft.com/office/drawing/2014/main" id="{8B3464A8-E853-A64B-9712-FC16795F7738}"/>
                    </a:ext>
                  </a:extLst>
                </p:cNvPr>
                <p:cNvGrpSpPr>
                  <a:grpSpLocks/>
                </p:cNvGrpSpPr>
                <p:nvPr/>
              </p:nvGrpSpPr>
              <p:grpSpPr bwMode="auto">
                <a:xfrm>
                  <a:off x="2949" y="1424"/>
                  <a:ext cx="265" cy="280"/>
                  <a:chOff x="2949" y="1424"/>
                  <a:chExt cx="265" cy="280"/>
                </a:xfrm>
              </p:grpSpPr>
              <p:sp>
                <p:nvSpPr>
                  <p:cNvPr id="604" name="Oval 820">
                    <a:extLst>
                      <a:ext uri="{FF2B5EF4-FFF2-40B4-BE49-F238E27FC236}">
                        <a16:creationId xmlns:a16="http://schemas.microsoft.com/office/drawing/2014/main" id="{F6774F0C-90C9-204B-B18E-4E9469E21E8E}"/>
                      </a:ext>
                    </a:extLst>
                  </p:cNvPr>
                  <p:cNvSpPr>
                    <a:spLocks noChangeArrowheads="1"/>
                  </p:cNvSpPr>
                  <p:nvPr/>
                </p:nvSpPr>
                <p:spPr bwMode="auto">
                  <a:xfrm>
                    <a:off x="3030" y="1545"/>
                    <a:ext cx="107" cy="92"/>
                  </a:xfrm>
                  <a:prstGeom prst="ellipse">
                    <a:avLst/>
                  </a:prstGeom>
                  <a:noFill/>
                  <a:ln w="19050">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05" name="Oval 821">
                    <a:extLst>
                      <a:ext uri="{FF2B5EF4-FFF2-40B4-BE49-F238E27FC236}">
                        <a16:creationId xmlns:a16="http://schemas.microsoft.com/office/drawing/2014/main" id="{075DBCC1-6C56-F64C-AC66-773FFA666EB5}"/>
                      </a:ext>
                    </a:extLst>
                  </p:cNvPr>
                  <p:cNvSpPr>
                    <a:spLocks noChangeArrowheads="1"/>
                  </p:cNvSpPr>
                  <p:nvPr/>
                </p:nvSpPr>
                <p:spPr bwMode="auto">
                  <a:xfrm>
                    <a:off x="3006" y="1525"/>
                    <a:ext cx="154" cy="131"/>
                  </a:xfrm>
                  <a:prstGeom prst="ellipse">
                    <a:avLst/>
                  </a:prstGeom>
                  <a:noFill/>
                  <a:ln w="19050">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06" name="Oval 822">
                    <a:extLst>
                      <a:ext uri="{FF2B5EF4-FFF2-40B4-BE49-F238E27FC236}">
                        <a16:creationId xmlns:a16="http://schemas.microsoft.com/office/drawing/2014/main" id="{2688E6EC-A9AC-8542-9ABA-5D70150C8E59}"/>
                      </a:ext>
                    </a:extLst>
                  </p:cNvPr>
                  <p:cNvSpPr>
                    <a:spLocks noChangeArrowheads="1"/>
                  </p:cNvSpPr>
                  <p:nvPr/>
                </p:nvSpPr>
                <p:spPr bwMode="auto">
                  <a:xfrm>
                    <a:off x="2983" y="1501"/>
                    <a:ext cx="203" cy="179"/>
                  </a:xfrm>
                  <a:prstGeom prst="ellipse">
                    <a:avLst/>
                  </a:prstGeom>
                  <a:noFill/>
                  <a:ln w="19050">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07" name="Oval 823">
                    <a:extLst>
                      <a:ext uri="{FF2B5EF4-FFF2-40B4-BE49-F238E27FC236}">
                        <a16:creationId xmlns:a16="http://schemas.microsoft.com/office/drawing/2014/main" id="{C2CA4C50-60D7-1242-AF37-D86F543CEF0A}"/>
                      </a:ext>
                    </a:extLst>
                  </p:cNvPr>
                  <p:cNvSpPr>
                    <a:spLocks noChangeArrowheads="1"/>
                  </p:cNvSpPr>
                  <p:nvPr/>
                </p:nvSpPr>
                <p:spPr bwMode="auto">
                  <a:xfrm>
                    <a:off x="2949" y="1476"/>
                    <a:ext cx="265" cy="228"/>
                  </a:xfrm>
                  <a:prstGeom prst="ellipse">
                    <a:avLst/>
                  </a:prstGeom>
                  <a:noFill/>
                  <a:ln w="19050">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08" name="Freeform 824">
                    <a:extLst>
                      <a:ext uri="{FF2B5EF4-FFF2-40B4-BE49-F238E27FC236}">
                        <a16:creationId xmlns:a16="http://schemas.microsoft.com/office/drawing/2014/main" id="{A8DDFFF3-CE51-9B42-9E5F-D541D5414B87}"/>
                      </a:ext>
                    </a:extLst>
                  </p:cNvPr>
                  <p:cNvSpPr>
                    <a:spLocks/>
                  </p:cNvSpPr>
                  <p:nvPr/>
                </p:nvSpPr>
                <p:spPr bwMode="auto">
                  <a:xfrm flipV="1">
                    <a:off x="2987" y="1424"/>
                    <a:ext cx="205" cy="143"/>
                  </a:xfrm>
                  <a:custGeom>
                    <a:avLst/>
                    <a:gdLst>
                      <a:gd name="T0" fmla="*/ 0 w 1180"/>
                      <a:gd name="T1" fmla="*/ 0 h 956"/>
                      <a:gd name="T2" fmla="*/ 0 w 1180"/>
                      <a:gd name="T3" fmla="*/ 0 h 956"/>
                      <a:gd name="T4" fmla="*/ 0 w 1180"/>
                      <a:gd name="T5" fmla="*/ 0 h 956"/>
                      <a:gd name="T6" fmla="*/ 0 w 1180"/>
                      <a:gd name="T7" fmla="*/ 0 h 956"/>
                      <a:gd name="T8" fmla="*/ 0 w 1180"/>
                      <a:gd name="T9" fmla="*/ 0 h 956"/>
                      <a:gd name="T10" fmla="*/ 0 w 1180"/>
                      <a:gd name="T11" fmla="*/ 0 h 956"/>
                      <a:gd name="T12" fmla="*/ 0 w 1180"/>
                      <a:gd name="T13" fmla="*/ 0 h 956"/>
                      <a:gd name="T14" fmla="*/ 0 w 1180"/>
                      <a:gd name="T15" fmla="*/ 0 h 956"/>
                      <a:gd name="T16" fmla="*/ 0 w 1180"/>
                      <a:gd name="T17" fmla="*/ 0 h 956"/>
                      <a:gd name="T18" fmla="*/ 0 w 1180"/>
                      <a:gd name="T19" fmla="*/ 0 h 95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180" h="956">
                        <a:moveTo>
                          <a:pt x="499" y="7"/>
                        </a:moveTo>
                        <a:lnTo>
                          <a:pt x="0" y="780"/>
                        </a:lnTo>
                        <a:lnTo>
                          <a:pt x="134" y="885"/>
                        </a:lnTo>
                        <a:lnTo>
                          <a:pt x="366" y="920"/>
                        </a:lnTo>
                        <a:lnTo>
                          <a:pt x="534" y="956"/>
                        </a:lnTo>
                        <a:lnTo>
                          <a:pt x="829" y="949"/>
                        </a:lnTo>
                        <a:lnTo>
                          <a:pt x="1096" y="850"/>
                        </a:lnTo>
                        <a:lnTo>
                          <a:pt x="1180" y="801"/>
                        </a:lnTo>
                        <a:lnTo>
                          <a:pt x="668" y="0"/>
                        </a:lnTo>
                        <a:lnTo>
                          <a:pt x="499" y="7"/>
                        </a:lnTo>
                        <a:close/>
                      </a:path>
                    </a:pathLst>
                  </a:custGeom>
                  <a:solidFill>
                    <a:schemeClr val="bg1"/>
                  </a:solidFill>
                  <a:ln>
                    <a:noFill/>
                  </a:ln>
                  <a:effectLst/>
                  <a:extLst>
                    <a:ext uri="{91240B29-F687-4f45-9708-019B960494DF}">
                      <a14:hiddenLine xmlns="" xmlns:a14="http://schemas.microsoft.com/office/drawing/2010/main" w="19050" cmpd="sng">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603" name="Freeform 825">
                  <a:extLst>
                    <a:ext uri="{FF2B5EF4-FFF2-40B4-BE49-F238E27FC236}">
                      <a16:creationId xmlns:a16="http://schemas.microsoft.com/office/drawing/2014/main" id="{1259158D-5FC5-2E48-AA91-E37CD0405D1D}"/>
                    </a:ext>
                  </a:extLst>
                </p:cNvPr>
                <p:cNvSpPr>
                  <a:spLocks/>
                </p:cNvSpPr>
                <p:nvPr/>
              </p:nvSpPr>
              <p:spPr bwMode="auto">
                <a:xfrm>
                  <a:off x="2995" y="1615"/>
                  <a:ext cx="178" cy="129"/>
                </a:xfrm>
                <a:custGeom>
                  <a:avLst/>
                  <a:gdLst>
                    <a:gd name="T0" fmla="*/ 0 w 1180"/>
                    <a:gd name="T1" fmla="*/ 0 h 956"/>
                    <a:gd name="T2" fmla="*/ 0 w 1180"/>
                    <a:gd name="T3" fmla="*/ 0 h 956"/>
                    <a:gd name="T4" fmla="*/ 0 w 1180"/>
                    <a:gd name="T5" fmla="*/ 0 h 956"/>
                    <a:gd name="T6" fmla="*/ 0 w 1180"/>
                    <a:gd name="T7" fmla="*/ 0 h 956"/>
                    <a:gd name="T8" fmla="*/ 0 w 1180"/>
                    <a:gd name="T9" fmla="*/ 0 h 956"/>
                    <a:gd name="T10" fmla="*/ 0 w 1180"/>
                    <a:gd name="T11" fmla="*/ 0 h 956"/>
                    <a:gd name="T12" fmla="*/ 0 w 1180"/>
                    <a:gd name="T13" fmla="*/ 0 h 956"/>
                    <a:gd name="T14" fmla="*/ 0 w 1180"/>
                    <a:gd name="T15" fmla="*/ 0 h 956"/>
                    <a:gd name="T16" fmla="*/ 0 w 1180"/>
                    <a:gd name="T17" fmla="*/ 0 h 956"/>
                    <a:gd name="T18" fmla="*/ 0 w 1180"/>
                    <a:gd name="T19" fmla="*/ 0 h 95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180" h="956">
                      <a:moveTo>
                        <a:pt x="499" y="7"/>
                      </a:moveTo>
                      <a:lnTo>
                        <a:pt x="0" y="780"/>
                      </a:lnTo>
                      <a:lnTo>
                        <a:pt x="134" y="885"/>
                      </a:lnTo>
                      <a:lnTo>
                        <a:pt x="366" y="920"/>
                      </a:lnTo>
                      <a:lnTo>
                        <a:pt x="534" y="956"/>
                      </a:lnTo>
                      <a:lnTo>
                        <a:pt x="829" y="949"/>
                      </a:lnTo>
                      <a:lnTo>
                        <a:pt x="1096" y="850"/>
                      </a:lnTo>
                      <a:lnTo>
                        <a:pt x="1180" y="801"/>
                      </a:lnTo>
                      <a:lnTo>
                        <a:pt x="668" y="0"/>
                      </a:lnTo>
                      <a:lnTo>
                        <a:pt x="499" y="7"/>
                      </a:lnTo>
                      <a:close/>
                    </a:path>
                  </a:pathLst>
                </a:custGeom>
                <a:solidFill>
                  <a:schemeClr val="bg1"/>
                </a:solidFill>
                <a:ln w="19050" cmpd="sng">
                  <a:no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585" name="Group 783">
                <a:extLst>
                  <a:ext uri="{FF2B5EF4-FFF2-40B4-BE49-F238E27FC236}">
                    <a16:creationId xmlns:a16="http://schemas.microsoft.com/office/drawing/2014/main" id="{A5401281-C010-FA40-ACD7-EDAB7C8101A2}"/>
                  </a:ext>
                </a:extLst>
              </p:cNvPr>
              <p:cNvGrpSpPr>
                <a:grpSpLocks/>
              </p:cNvGrpSpPr>
              <p:nvPr/>
            </p:nvGrpSpPr>
            <p:grpSpPr bwMode="auto">
              <a:xfrm>
                <a:off x="9122147" y="3619387"/>
                <a:ext cx="432400" cy="952614"/>
                <a:chOff x="3130" y="3288"/>
                <a:chExt cx="410" cy="742"/>
              </a:xfrm>
            </p:grpSpPr>
            <p:sp>
              <p:nvSpPr>
                <p:cNvPr id="586" name="Line 270">
                  <a:extLst>
                    <a:ext uri="{FF2B5EF4-FFF2-40B4-BE49-F238E27FC236}">
                      <a16:creationId xmlns:a16="http://schemas.microsoft.com/office/drawing/2014/main" id="{0CF128C2-09AA-7048-BF4A-CAD7299FDADA}"/>
                    </a:ext>
                  </a:extLst>
                </p:cNvPr>
                <p:cNvSpPr>
                  <a:spLocks noChangeShapeType="1"/>
                </p:cNvSpPr>
                <p:nvPr/>
              </p:nvSpPr>
              <p:spPr bwMode="auto">
                <a:xfrm flipH="1">
                  <a:off x="3130" y="3288"/>
                  <a:ext cx="205" cy="67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87" name="Line 271">
                  <a:extLst>
                    <a:ext uri="{FF2B5EF4-FFF2-40B4-BE49-F238E27FC236}">
                      <a16:creationId xmlns:a16="http://schemas.microsoft.com/office/drawing/2014/main" id="{353BD8ED-04F8-604B-9852-A4031B864CAB}"/>
                    </a:ext>
                  </a:extLst>
                </p:cNvPr>
                <p:cNvSpPr>
                  <a:spLocks noChangeShapeType="1"/>
                </p:cNvSpPr>
                <p:nvPr/>
              </p:nvSpPr>
              <p:spPr bwMode="auto">
                <a:xfrm>
                  <a:off x="3335" y="3288"/>
                  <a:ext cx="205" cy="669"/>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88" name="Line 272">
                  <a:extLst>
                    <a:ext uri="{FF2B5EF4-FFF2-40B4-BE49-F238E27FC236}">
                      <a16:creationId xmlns:a16="http://schemas.microsoft.com/office/drawing/2014/main" id="{9BE7E3A0-CCBA-0B4D-8E2B-0A951A511788}"/>
                    </a:ext>
                  </a:extLst>
                </p:cNvPr>
                <p:cNvSpPr>
                  <a:spLocks noChangeShapeType="1"/>
                </p:cNvSpPr>
                <p:nvPr/>
              </p:nvSpPr>
              <p:spPr bwMode="auto">
                <a:xfrm>
                  <a:off x="3130" y="3957"/>
                  <a:ext cx="205" cy="7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89" name="Line 273">
                  <a:extLst>
                    <a:ext uri="{FF2B5EF4-FFF2-40B4-BE49-F238E27FC236}">
                      <a16:creationId xmlns:a16="http://schemas.microsoft.com/office/drawing/2014/main" id="{86C9D0F3-E069-8A49-A72E-CF4AF5BB18F5}"/>
                    </a:ext>
                  </a:extLst>
                </p:cNvPr>
                <p:cNvSpPr>
                  <a:spLocks noChangeShapeType="1"/>
                </p:cNvSpPr>
                <p:nvPr/>
              </p:nvSpPr>
              <p:spPr bwMode="auto">
                <a:xfrm flipH="1">
                  <a:off x="3335" y="3957"/>
                  <a:ext cx="205" cy="7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90" name="Line 274">
                  <a:extLst>
                    <a:ext uri="{FF2B5EF4-FFF2-40B4-BE49-F238E27FC236}">
                      <a16:creationId xmlns:a16="http://schemas.microsoft.com/office/drawing/2014/main" id="{D649354C-9195-7F49-BB05-EE2A053B5807}"/>
                    </a:ext>
                  </a:extLst>
                </p:cNvPr>
                <p:cNvSpPr>
                  <a:spLocks noChangeShapeType="1"/>
                </p:cNvSpPr>
                <p:nvPr/>
              </p:nvSpPr>
              <p:spPr bwMode="auto">
                <a:xfrm>
                  <a:off x="3335" y="3303"/>
                  <a:ext cx="0" cy="72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91" name="Line 275">
                  <a:extLst>
                    <a:ext uri="{FF2B5EF4-FFF2-40B4-BE49-F238E27FC236}">
                      <a16:creationId xmlns:a16="http://schemas.microsoft.com/office/drawing/2014/main" id="{7EBCC3C8-43FB-D746-AC83-38FDE50FFA1D}"/>
                    </a:ext>
                  </a:extLst>
                </p:cNvPr>
                <p:cNvSpPr>
                  <a:spLocks noChangeShapeType="1"/>
                </p:cNvSpPr>
                <p:nvPr/>
              </p:nvSpPr>
              <p:spPr bwMode="auto">
                <a:xfrm flipV="1">
                  <a:off x="3130" y="3888"/>
                  <a:ext cx="205" cy="7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92" name="Line 276">
                  <a:extLst>
                    <a:ext uri="{FF2B5EF4-FFF2-40B4-BE49-F238E27FC236}">
                      <a16:creationId xmlns:a16="http://schemas.microsoft.com/office/drawing/2014/main" id="{72689539-26BE-064E-9437-B9456BEE7780}"/>
                    </a:ext>
                  </a:extLst>
                </p:cNvPr>
                <p:cNvSpPr>
                  <a:spLocks noChangeShapeType="1"/>
                </p:cNvSpPr>
                <p:nvPr/>
              </p:nvSpPr>
              <p:spPr bwMode="auto">
                <a:xfrm flipH="1" flipV="1">
                  <a:off x="3335" y="3888"/>
                  <a:ext cx="205" cy="69"/>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93" name="Line 277">
                  <a:extLst>
                    <a:ext uri="{FF2B5EF4-FFF2-40B4-BE49-F238E27FC236}">
                      <a16:creationId xmlns:a16="http://schemas.microsoft.com/office/drawing/2014/main" id="{EA7F379A-F606-D84A-B561-3DA5257E316A}"/>
                    </a:ext>
                  </a:extLst>
                </p:cNvPr>
                <p:cNvSpPr>
                  <a:spLocks noChangeShapeType="1"/>
                </p:cNvSpPr>
                <p:nvPr/>
              </p:nvSpPr>
              <p:spPr bwMode="auto">
                <a:xfrm>
                  <a:off x="3217" y="3668"/>
                  <a:ext cx="118" cy="5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94" name="Line 278">
                  <a:extLst>
                    <a:ext uri="{FF2B5EF4-FFF2-40B4-BE49-F238E27FC236}">
                      <a16:creationId xmlns:a16="http://schemas.microsoft.com/office/drawing/2014/main" id="{AD0E3F60-40A4-E249-9B7A-3F4C5CB08DE8}"/>
                    </a:ext>
                  </a:extLst>
                </p:cNvPr>
                <p:cNvSpPr>
                  <a:spLocks noChangeShapeType="1"/>
                </p:cNvSpPr>
                <p:nvPr/>
              </p:nvSpPr>
              <p:spPr bwMode="auto">
                <a:xfrm flipV="1">
                  <a:off x="3335" y="3668"/>
                  <a:ext cx="124" cy="5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95" name="Line 279">
                  <a:extLst>
                    <a:ext uri="{FF2B5EF4-FFF2-40B4-BE49-F238E27FC236}">
                      <a16:creationId xmlns:a16="http://schemas.microsoft.com/office/drawing/2014/main" id="{3A20EB55-5F53-8D4A-B15F-D4BDF5B95713}"/>
                    </a:ext>
                  </a:extLst>
                </p:cNvPr>
                <p:cNvSpPr>
                  <a:spLocks noChangeShapeType="1"/>
                </p:cNvSpPr>
                <p:nvPr/>
              </p:nvSpPr>
              <p:spPr bwMode="auto">
                <a:xfrm>
                  <a:off x="3178" y="3766"/>
                  <a:ext cx="152" cy="7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96" name="Line 280">
                  <a:extLst>
                    <a:ext uri="{FF2B5EF4-FFF2-40B4-BE49-F238E27FC236}">
                      <a16:creationId xmlns:a16="http://schemas.microsoft.com/office/drawing/2014/main" id="{09B1AE77-ABC6-A543-9BD3-1B79AEE5485D}"/>
                    </a:ext>
                  </a:extLst>
                </p:cNvPr>
                <p:cNvSpPr>
                  <a:spLocks noChangeShapeType="1"/>
                </p:cNvSpPr>
                <p:nvPr/>
              </p:nvSpPr>
              <p:spPr bwMode="auto">
                <a:xfrm flipV="1">
                  <a:off x="3335" y="3781"/>
                  <a:ext cx="153" cy="6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97" name="Line 281">
                  <a:extLst>
                    <a:ext uri="{FF2B5EF4-FFF2-40B4-BE49-F238E27FC236}">
                      <a16:creationId xmlns:a16="http://schemas.microsoft.com/office/drawing/2014/main" id="{C9E2F43C-BF37-C043-9B9F-9B871CC21255}"/>
                    </a:ext>
                  </a:extLst>
                </p:cNvPr>
                <p:cNvSpPr>
                  <a:spLocks noChangeShapeType="1"/>
                </p:cNvSpPr>
                <p:nvPr/>
              </p:nvSpPr>
              <p:spPr bwMode="auto">
                <a:xfrm flipV="1">
                  <a:off x="3335" y="3567"/>
                  <a:ext cx="78" cy="2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98" name="Line 282">
                  <a:extLst>
                    <a:ext uri="{FF2B5EF4-FFF2-40B4-BE49-F238E27FC236}">
                      <a16:creationId xmlns:a16="http://schemas.microsoft.com/office/drawing/2014/main" id="{5E154FF5-2885-3B45-AA84-B8A439A0494E}"/>
                    </a:ext>
                  </a:extLst>
                </p:cNvPr>
                <p:cNvSpPr>
                  <a:spLocks noChangeShapeType="1"/>
                </p:cNvSpPr>
                <p:nvPr/>
              </p:nvSpPr>
              <p:spPr bwMode="auto">
                <a:xfrm flipV="1">
                  <a:off x="3335" y="3428"/>
                  <a:ext cx="49" cy="2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99" name="Line 283">
                  <a:extLst>
                    <a:ext uri="{FF2B5EF4-FFF2-40B4-BE49-F238E27FC236}">
                      <a16:creationId xmlns:a16="http://schemas.microsoft.com/office/drawing/2014/main" id="{F5561895-586A-9C4D-B794-5F38CF92B592}"/>
                    </a:ext>
                  </a:extLst>
                </p:cNvPr>
                <p:cNvSpPr>
                  <a:spLocks noChangeShapeType="1"/>
                </p:cNvSpPr>
                <p:nvPr/>
              </p:nvSpPr>
              <p:spPr bwMode="auto">
                <a:xfrm>
                  <a:off x="3247" y="3558"/>
                  <a:ext cx="95" cy="3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00" name="Line 284">
                  <a:extLst>
                    <a:ext uri="{FF2B5EF4-FFF2-40B4-BE49-F238E27FC236}">
                      <a16:creationId xmlns:a16="http://schemas.microsoft.com/office/drawing/2014/main" id="{530EB7CE-EDFC-7A4B-8A20-743CB2980406}"/>
                    </a:ext>
                  </a:extLst>
                </p:cNvPr>
                <p:cNvSpPr>
                  <a:spLocks noChangeShapeType="1"/>
                </p:cNvSpPr>
                <p:nvPr/>
              </p:nvSpPr>
              <p:spPr bwMode="auto">
                <a:xfrm>
                  <a:off x="3289" y="3422"/>
                  <a:ext cx="55" cy="3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grpSp>
          <p:nvGrpSpPr>
            <p:cNvPr id="262" name="Group 261">
              <a:extLst>
                <a:ext uri="{FF2B5EF4-FFF2-40B4-BE49-F238E27FC236}">
                  <a16:creationId xmlns:a16="http://schemas.microsoft.com/office/drawing/2014/main" id="{A75D495D-C255-814F-AC70-A857D9CADE9E}"/>
                </a:ext>
              </a:extLst>
            </p:cNvPr>
            <p:cNvGrpSpPr/>
            <p:nvPr/>
          </p:nvGrpSpPr>
          <p:grpSpPr>
            <a:xfrm>
              <a:off x="8405402" y="3099042"/>
              <a:ext cx="527285" cy="593983"/>
              <a:chOff x="8328836" y="2202873"/>
              <a:chExt cx="527285" cy="593983"/>
            </a:xfrm>
          </p:grpSpPr>
          <p:pic>
            <p:nvPicPr>
              <p:cNvPr id="575" name="Picture 653" descr="iphone_stylized_small">
                <a:extLst>
                  <a:ext uri="{FF2B5EF4-FFF2-40B4-BE49-F238E27FC236}">
                    <a16:creationId xmlns:a16="http://schemas.microsoft.com/office/drawing/2014/main" id="{26EE1846-03D3-3F42-8334-610B30AB2DD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566432" y="2271663"/>
                <a:ext cx="180509" cy="5251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76" name="Group 850">
                <a:extLst>
                  <a:ext uri="{FF2B5EF4-FFF2-40B4-BE49-F238E27FC236}">
                    <a16:creationId xmlns:a16="http://schemas.microsoft.com/office/drawing/2014/main" id="{866E8245-505E-3D4A-BEA8-C37EF27B338B}"/>
                  </a:ext>
                </a:extLst>
              </p:cNvPr>
              <p:cNvGrpSpPr>
                <a:grpSpLocks/>
              </p:cNvGrpSpPr>
              <p:nvPr/>
            </p:nvGrpSpPr>
            <p:grpSpPr bwMode="auto">
              <a:xfrm>
                <a:off x="8328836" y="2202873"/>
                <a:ext cx="527285" cy="118466"/>
                <a:chOff x="2199" y="955"/>
                <a:chExt cx="2547" cy="506"/>
              </a:xfrm>
            </p:grpSpPr>
            <p:sp>
              <p:nvSpPr>
                <p:cNvPr id="577" name="Freeform 851">
                  <a:extLst>
                    <a:ext uri="{FF2B5EF4-FFF2-40B4-BE49-F238E27FC236}">
                      <a16:creationId xmlns:a16="http://schemas.microsoft.com/office/drawing/2014/main" id="{43658B60-BEC0-2940-B4D2-1C6DF40A2346}"/>
                    </a:ext>
                  </a:extLst>
                </p:cNvPr>
                <p:cNvSpPr>
                  <a:spLocks/>
                </p:cNvSpPr>
                <p:nvPr/>
              </p:nvSpPr>
              <p:spPr bwMode="auto">
                <a:xfrm>
                  <a:off x="2199" y="1166"/>
                  <a:ext cx="260" cy="281"/>
                </a:xfrm>
                <a:custGeom>
                  <a:avLst/>
                  <a:gdLst>
                    <a:gd name="T0" fmla="*/ 260 w 260"/>
                    <a:gd name="T1" fmla="*/ 0 h 281"/>
                    <a:gd name="T2" fmla="*/ 42 w 260"/>
                    <a:gd name="T3" fmla="*/ 112 h 281"/>
                    <a:gd name="T4" fmla="*/ 35 w 260"/>
                    <a:gd name="T5" fmla="*/ 211 h 281"/>
                    <a:gd name="T6" fmla="*/ 253 w 260"/>
                    <a:gd name="T7" fmla="*/ 281 h 28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0" h="281">
                      <a:moveTo>
                        <a:pt x="260" y="0"/>
                      </a:moveTo>
                      <a:cubicBezTo>
                        <a:pt x="224" y="19"/>
                        <a:pt x="79" y="77"/>
                        <a:pt x="42" y="112"/>
                      </a:cubicBezTo>
                      <a:cubicBezTo>
                        <a:pt x="5" y="143"/>
                        <a:pt x="0" y="183"/>
                        <a:pt x="35" y="211"/>
                      </a:cubicBezTo>
                      <a:cubicBezTo>
                        <a:pt x="70" y="239"/>
                        <a:pt x="208" y="266"/>
                        <a:pt x="253" y="281"/>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78" name="Freeform 852">
                  <a:extLst>
                    <a:ext uri="{FF2B5EF4-FFF2-40B4-BE49-F238E27FC236}">
                      <a16:creationId xmlns:a16="http://schemas.microsoft.com/office/drawing/2014/main" id="{57F7CCE4-09AA-0F4A-97AC-1F000557143E}"/>
                    </a:ext>
                  </a:extLst>
                </p:cNvPr>
                <p:cNvSpPr>
                  <a:spLocks/>
                </p:cNvSpPr>
                <p:nvPr/>
              </p:nvSpPr>
              <p:spPr bwMode="auto">
                <a:xfrm>
                  <a:off x="2482" y="1040"/>
                  <a:ext cx="900" cy="421"/>
                </a:xfrm>
                <a:custGeom>
                  <a:avLst/>
                  <a:gdLst>
                    <a:gd name="T0" fmla="*/ 531 w 900"/>
                    <a:gd name="T1" fmla="*/ 0 h 421"/>
                    <a:gd name="T2" fmla="*/ 279 w 900"/>
                    <a:gd name="T3" fmla="*/ 77 h 421"/>
                    <a:gd name="T4" fmla="*/ 68 w 900"/>
                    <a:gd name="T5" fmla="*/ 182 h 421"/>
                    <a:gd name="T6" fmla="*/ 33 w 900"/>
                    <a:gd name="T7" fmla="*/ 323 h 421"/>
                    <a:gd name="T8" fmla="*/ 328 w 900"/>
                    <a:gd name="T9" fmla="*/ 400 h 421"/>
                    <a:gd name="T10" fmla="*/ 812 w 900"/>
                    <a:gd name="T11" fmla="*/ 421 h 421"/>
                    <a:gd name="T12" fmla="*/ 855 w 900"/>
                    <a:gd name="T13" fmla="*/ 400 h 42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00" h="421">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79" name="Freeform 853">
                  <a:extLst>
                    <a:ext uri="{FF2B5EF4-FFF2-40B4-BE49-F238E27FC236}">
                      <a16:creationId xmlns:a16="http://schemas.microsoft.com/office/drawing/2014/main" id="{08300E6E-FB45-764B-92BB-C176A3322E60}"/>
                    </a:ext>
                  </a:extLst>
                </p:cNvPr>
                <p:cNvSpPr>
                  <a:spLocks/>
                </p:cNvSpPr>
                <p:nvPr/>
              </p:nvSpPr>
              <p:spPr bwMode="auto">
                <a:xfrm>
                  <a:off x="2782" y="1068"/>
                  <a:ext cx="428" cy="269"/>
                </a:xfrm>
                <a:custGeom>
                  <a:avLst/>
                  <a:gdLst>
                    <a:gd name="T0" fmla="*/ 428 w 428"/>
                    <a:gd name="T1" fmla="*/ 0 h 269"/>
                    <a:gd name="T2" fmla="*/ 217 w 428"/>
                    <a:gd name="T3" fmla="*/ 35 h 269"/>
                    <a:gd name="T4" fmla="*/ 21 w 428"/>
                    <a:gd name="T5" fmla="*/ 140 h 269"/>
                    <a:gd name="T6" fmla="*/ 91 w 428"/>
                    <a:gd name="T7" fmla="*/ 246 h 269"/>
                    <a:gd name="T8" fmla="*/ 231 w 428"/>
                    <a:gd name="T9" fmla="*/ 267 h 269"/>
                    <a:gd name="T10" fmla="*/ 414 w 428"/>
                    <a:gd name="T11" fmla="*/ 260 h 2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28" h="269">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80" name="Freeform 854">
                  <a:extLst>
                    <a:ext uri="{FF2B5EF4-FFF2-40B4-BE49-F238E27FC236}">
                      <a16:creationId xmlns:a16="http://schemas.microsoft.com/office/drawing/2014/main" id="{48F0C5EB-B463-1941-A973-B8AF6D57BF31}"/>
                    </a:ext>
                  </a:extLst>
                </p:cNvPr>
                <p:cNvSpPr>
                  <a:spLocks/>
                </p:cNvSpPr>
                <p:nvPr/>
              </p:nvSpPr>
              <p:spPr bwMode="auto">
                <a:xfrm>
                  <a:off x="3554" y="1075"/>
                  <a:ext cx="377" cy="239"/>
                </a:xfrm>
                <a:custGeom>
                  <a:avLst/>
                  <a:gdLst>
                    <a:gd name="T0" fmla="*/ 42 w 377"/>
                    <a:gd name="T1" fmla="*/ 239 h 239"/>
                    <a:gd name="T2" fmla="*/ 335 w 377"/>
                    <a:gd name="T3" fmla="*/ 146 h 239"/>
                    <a:gd name="T4" fmla="*/ 342 w 377"/>
                    <a:gd name="T5" fmla="*/ 47 h 239"/>
                    <a:gd name="T6" fmla="*/ 0 w 377"/>
                    <a:gd name="T7" fmla="*/ 0 h 23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77" h="239">
                      <a:moveTo>
                        <a:pt x="42" y="239"/>
                      </a:moveTo>
                      <a:cubicBezTo>
                        <a:pt x="89" y="224"/>
                        <a:pt x="285" y="178"/>
                        <a:pt x="335" y="146"/>
                      </a:cubicBezTo>
                      <a:cubicBezTo>
                        <a:pt x="372" y="115"/>
                        <a:pt x="377" y="75"/>
                        <a:pt x="342" y="47"/>
                      </a:cubicBezTo>
                      <a:cubicBezTo>
                        <a:pt x="286" y="23"/>
                        <a:pt x="71" y="10"/>
                        <a:pt x="0" y="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81" name="Freeform 855">
                  <a:extLst>
                    <a:ext uri="{FF2B5EF4-FFF2-40B4-BE49-F238E27FC236}">
                      <a16:creationId xmlns:a16="http://schemas.microsoft.com/office/drawing/2014/main" id="{D46B24E5-B89E-144F-BA23-B0F52882123D}"/>
                    </a:ext>
                  </a:extLst>
                </p:cNvPr>
                <p:cNvSpPr>
                  <a:spLocks/>
                </p:cNvSpPr>
                <p:nvPr/>
              </p:nvSpPr>
              <p:spPr bwMode="auto">
                <a:xfrm>
                  <a:off x="3646" y="997"/>
                  <a:ext cx="660" cy="336"/>
                </a:xfrm>
                <a:custGeom>
                  <a:avLst/>
                  <a:gdLst>
                    <a:gd name="T0" fmla="*/ 390 w 646"/>
                    <a:gd name="T1" fmla="*/ 592 h 300"/>
                    <a:gd name="T2" fmla="*/ 555 w 646"/>
                    <a:gd name="T3" fmla="*/ 501 h 300"/>
                    <a:gd name="T4" fmla="*/ 690 w 646"/>
                    <a:gd name="T5" fmla="*/ 377 h 300"/>
                    <a:gd name="T6" fmla="*/ 713 w 646"/>
                    <a:gd name="T7" fmla="*/ 211 h 300"/>
                    <a:gd name="T8" fmla="*/ 522 w 646"/>
                    <a:gd name="T9" fmla="*/ 119 h 300"/>
                    <a:gd name="T10" fmla="*/ 0 w 646"/>
                    <a:gd name="T11" fmla="*/ 0 h 3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46" h="300">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82" name="Freeform 856">
                  <a:extLst>
                    <a:ext uri="{FF2B5EF4-FFF2-40B4-BE49-F238E27FC236}">
                      <a16:creationId xmlns:a16="http://schemas.microsoft.com/office/drawing/2014/main" id="{4E35544A-3DDA-974E-9C4C-694B4E35FCE2}"/>
                    </a:ext>
                  </a:extLst>
                </p:cNvPr>
                <p:cNvSpPr>
                  <a:spLocks/>
                </p:cNvSpPr>
                <p:nvPr/>
              </p:nvSpPr>
              <p:spPr bwMode="auto">
                <a:xfrm>
                  <a:off x="4116" y="955"/>
                  <a:ext cx="630" cy="397"/>
                </a:xfrm>
                <a:custGeom>
                  <a:avLst/>
                  <a:gdLst>
                    <a:gd name="T0" fmla="*/ 320 w 630"/>
                    <a:gd name="T1" fmla="*/ 397 h 397"/>
                    <a:gd name="T2" fmla="*/ 468 w 630"/>
                    <a:gd name="T3" fmla="*/ 345 h 397"/>
                    <a:gd name="T4" fmla="*/ 590 w 630"/>
                    <a:gd name="T5" fmla="*/ 275 h 397"/>
                    <a:gd name="T6" fmla="*/ 611 w 630"/>
                    <a:gd name="T7" fmla="*/ 181 h 397"/>
                    <a:gd name="T8" fmla="*/ 439 w 630"/>
                    <a:gd name="T9" fmla="*/ 129 h 397"/>
                    <a:gd name="T10" fmla="*/ 0 w 630"/>
                    <a:gd name="T11" fmla="*/ 0 h 39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30" h="397">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grpSp>
          <p:nvGrpSpPr>
            <p:cNvPr id="263" name="Group 262">
              <a:extLst>
                <a:ext uri="{FF2B5EF4-FFF2-40B4-BE49-F238E27FC236}">
                  <a16:creationId xmlns:a16="http://schemas.microsoft.com/office/drawing/2014/main" id="{32C545ED-43BF-7B4E-8160-E564ACA96044}"/>
                </a:ext>
              </a:extLst>
            </p:cNvPr>
            <p:cNvGrpSpPr/>
            <p:nvPr/>
          </p:nvGrpSpPr>
          <p:grpSpPr>
            <a:xfrm>
              <a:off x="7856376" y="3838205"/>
              <a:ext cx="1062340" cy="341909"/>
              <a:chOff x="9561515" y="2748013"/>
              <a:chExt cx="1120341" cy="347863"/>
            </a:xfrm>
          </p:grpSpPr>
          <p:pic>
            <p:nvPicPr>
              <p:cNvPr id="566" name="Picture 603" descr="car_icon_small">
                <a:extLst>
                  <a:ext uri="{FF2B5EF4-FFF2-40B4-BE49-F238E27FC236}">
                    <a16:creationId xmlns:a16="http://schemas.microsoft.com/office/drawing/2014/main" id="{9069160E-81B3-814E-BC7A-543EA448AC6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561515" y="2826814"/>
                <a:ext cx="1120341" cy="269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67" name="Group 850">
                <a:extLst>
                  <a:ext uri="{FF2B5EF4-FFF2-40B4-BE49-F238E27FC236}">
                    <a16:creationId xmlns:a16="http://schemas.microsoft.com/office/drawing/2014/main" id="{FDD85375-764E-1A4D-AAC3-B4572E6A466E}"/>
                  </a:ext>
                </a:extLst>
              </p:cNvPr>
              <p:cNvGrpSpPr>
                <a:grpSpLocks/>
              </p:cNvGrpSpPr>
              <p:nvPr/>
            </p:nvGrpSpPr>
            <p:grpSpPr bwMode="auto">
              <a:xfrm>
                <a:off x="9788587" y="2748013"/>
                <a:ext cx="527285" cy="118466"/>
                <a:chOff x="2199" y="955"/>
                <a:chExt cx="2547" cy="506"/>
              </a:xfrm>
            </p:grpSpPr>
            <p:sp>
              <p:nvSpPr>
                <p:cNvPr id="569" name="Freeform 851">
                  <a:extLst>
                    <a:ext uri="{FF2B5EF4-FFF2-40B4-BE49-F238E27FC236}">
                      <a16:creationId xmlns:a16="http://schemas.microsoft.com/office/drawing/2014/main" id="{A627EE87-50B4-EA4B-9EAF-9300F60936E6}"/>
                    </a:ext>
                  </a:extLst>
                </p:cNvPr>
                <p:cNvSpPr>
                  <a:spLocks/>
                </p:cNvSpPr>
                <p:nvPr/>
              </p:nvSpPr>
              <p:spPr bwMode="auto">
                <a:xfrm>
                  <a:off x="2199" y="1166"/>
                  <a:ext cx="260" cy="281"/>
                </a:xfrm>
                <a:custGeom>
                  <a:avLst/>
                  <a:gdLst>
                    <a:gd name="T0" fmla="*/ 260 w 260"/>
                    <a:gd name="T1" fmla="*/ 0 h 281"/>
                    <a:gd name="T2" fmla="*/ 42 w 260"/>
                    <a:gd name="T3" fmla="*/ 112 h 281"/>
                    <a:gd name="T4" fmla="*/ 35 w 260"/>
                    <a:gd name="T5" fmla="*/ 211 h 281"/>
                    <a:gd name="T6" fmla="*/ 253 w 260"/>
                    <a:gd name="T7" fmla="*/ 281 h 28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0" h="281">
                      <a:moveTo>
                        <a:pt x="260" y="0"/>
                      </a:moveTo>
                      <a:cubicBezTo>
                        <a:pt x="224" y="19"/>
                        <a:pt x="79" y="77"/>
                        <a:pt x="42" y="112"/>
                      </a:cubicBezTo>
                      <a:cubicBezTo>
                        <a:pt x="5" y="143"/>
                        <a:pt x="0" y="183"/>
                        <a:pt x="35" y="211"/>
                      </a:cubicBezTo>
                      <a:cubicBezTo>
                        <a:pt x="70" y="239"/>
                        <a:pt x="208" y="266"/>
                        <a:pt x="253" y="281"/>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70" name="Freeform 852">
                  <a:extLst>
                    <a:ext uri="{FF2B5EF4-FFF2-40B4-BE49-F238E27FC236}">
                      <a16:creationId xmlns:a16="http://schemas.microsoft.com/office/drawing/2014/main" id="{E110E52C-6DC7-D449-86DF-2909C92828FD}"/>
                    </a:ext>
                  </a:extLst>
                </p:cNvPr>
                <p:cNvSpPr>
                  <a:spLocks/>
                </p:cNvSpPr>
                <p:nvPr/>
              </p:nvSpPr>
              <p:spPr bwMode="auto">
                <a:xfrm>
                  <a:off x="2482" y="1040"/>
                  <a:ext cx="900" cy="421"/>
                </a:xfrm>
                <a:custGeom>
                  <a:avLst/>
                  <a:gdLst>
                    <a:gd name="T0" fmla="*/ 531 w 900"/>
                    <a:gd name="T1" fmla="*/ 0 h 421"/>
                    <a:gd name="T2" fmla="*/ 279 w 900"/>
                    <a:gd name="T3" fmla="*/ 77 h 421"/>
                    <a:gd name="T4" fmla="*/ 68 w 900"/>
                    <a:gd name="T5" fmla="*/ 182 h 421"/>
                    <a:gd name="T6" fmla="*/ 33 w 900"/>
                    <a:gd name="T7" fmla="*/ 323 h 421"/>
                    <a:gd name="T8" fmla="*/ 328 w 900"/>
                    <a:gd name="T9" fmla="*/ 400 h 421"/>
                    <a:gd name="T10" fmla="*/ 812 w 900"/>
                    <a:gd name="T11" fmla="*/ 421 h 421"/>
                    <a:gd name="T12" fmla="*/ 855 w 900"/>
                    <a:gd name="T13" fmla="*/ 400 h 42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00" h="421">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71" name="Freeform 853">
                  <a:extLst>
                    <a:ext uri="{FF2B5EF4-FFF2-40B4-BE49-F238E27FC236}">
                      <a16:creationId xmlns:a16="http://schemas.microsoft.com/office/drawing/2014/main" id="{1CBD7BA2-89D1-8D42-9BFD-5738BAD3AE1D}"/>
                    </a:ext>
                  </a:extLst>
                </p:cNvPr>
                <p:cNvSpPr>
                  <a:spLocks/>
                </p:cNvSpPr>
                <p:nvPr/>
              </p:nvSpPr>
              <p:spPr bwMode="auto">
                <a:xfrm>
                  <a:off x="2782" y="1068"/>
                  <a:ext cx="428" cy="269"/>
                </a:xfrm>
                <a:custGeom>
                  <a:avLst/>
                  <a:gdLst>
                    <a:gd name="T0" fmla="*/ 428 w 428"/>
                    <a:gd name="T1" fmla="*/ 0 h 269"/>
                    <a:gd name="T2" fmla="*/ 217 w 428"/>
                    <a:gd name="T3" fmla="*/ 35 h 269"/>
                    <a:gd name="T4" fmla="*/ 21 w 428"/>
                    <a:gd name="T5" fmla="*/ 140 h 269"/>
                    <a:gd name="T6" fmla="*/ 91 w 428"/>
                    <a:gd name="T7" fmla="*/ 246 h 269"/>
                    <a:gd name="T8" fmla="*/ 231 w 428"/>
                    <a:gd name="T9" fmla="*/ 267 h 269"/>
                    <a:gd name="T10" fmla="*/ 414 w 428"/>
                    <a:gd name="T11" fmla="*/ 260 h 2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28" h="269">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72" name="Freeform 854">
                  <a:extLst>
                    <a:ext uri="{FF2B5EF4-FFF2-40B4-BE49-F238E27FC236}">
                      <a16:creationId xmlns:a16="http://schemas.microsoft.com/office/drawing/2014/main" id="{73CEC12A-17BA-9F45-B7BF-12FFD0853639}"/>
                    </a:ext>
                  </a:extLst>
                </p:cNvPr>
                <p:cNvSpPr>
                  <a:spLocks/>
                </p:cNvSpPr>
                <p:nvPr/>
              </p:nvSpPr>
              <p:spPr bwMode="auto">
                <a:xfrm>
                  <a:off x="3554" y="1075"/>
                  <a:ext cx="377" cy="239"/>
                </a:xfrm>
                <a:custGeom>
                  <a:avLst/>
                  <a:gdLst>
                    <a:gd name="T0" fmla="*/ 42 w 377"/>
                    <a:gd name="T1" fmla="*/ 239 h 239"/>
                    <a:gd name="T2" fmla="*/ 335 w 377"/>
                    <a:gd name="T3" fmla="*/ 146 h 239"/>
                    <a:gd name="T4" fmla="*/ 342 w 377"/>
                    <a:gd name="T5" fmla="*/ 47 h 239"/>
                    <a:gd name="T6" fmla="*/ 0 w 377"/>
                    <a:gd name="T7" fmla="*/ 0 h 23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77" h="239">
                      <a:moveTo>
                        <a:pt x="42" y="239"/>
                      </a:moveTo>
                      <a:cubicBezTo>
                        <a:pt x="89" y="224"/>
                        <a:pt x="285" y="178"/>
                        <a:pt x="335" y="146"/>
                      </a:cubicBezTo>
                      <a:cubicBezTo>
                        <a:pt x="372" y="115"/>
                        <a:pt x="377" y="75"/>
                        <a:pt x="342" y="47"/>
                      </a:cubicBezTo>
                      <a:cubicBezTo>
                        <a:pt x="286" y="23"/>
                        <a:pt x="71" y="10"/>
                        <a:pt x="0" y="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73" name="Freeform 855">
                  <a:extLst>
                    <a:ext uri="{FF2B5EF4-FFF2-40B4-BE49-F238E27FC236}">
                      <a16:creationId xmlns:a16="http://schemas.microsoft.com/office/drawing/2014/main" id="{DCD2F1BD-FE5C-AA4E-9F72-36A5532E2EC8}"/>
                    </a:ext>
                  </a:extLst>
                </p:cNvPr>
                <p:cNvSpPr>
                  <a:spLocks/>
                </p:cNvSpPr>
                <p:nvPr/>
              </p:nvSpPr>
              <p:spPr bwMode="auto">
                <a:xfrm>
                  <a:off x="3646" y="997"/>
                  <a:ext cx="660" cy="336"/>
                </a:xfrm>
                <a:custGeom>
                  <a:avLst/>
                  <a:gdLst>
                    <a:gd name="T0" fmla="*/ 390 w 646"/>
                    <a:gd name="T1" fmla="*/ 592 h 300"/>
                    <a:gd name="T2" fmla="*/ 555 w 646"/>
                    <a:gd name="T3" fmla="*/ 501 h 300"/>
                    <a:gd name="T4" fmla="*/ 690 w 646"/>
                    <a:gd name="T5" fmla="*/ 377 h 300"/>
                    <a:gd name="T6" fmla="*/ 713 w 646"/>
                    <a:gd name="T7" fmla="*/ 211 h 300"/>
                    <a:gd name="T8" fmla="*/ 522 w 646"/>
                    <a:gd name="T9" fmla="*/ 119 h 300"/>
                    <a:gd name="T10" fmla="*/ 0 w 646"/>
                    <a:gd name="T11" fmla="*/ 0 h 3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46" h="300">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74" name="Freeform 856">
                  <a:extLst>
                    <a:ext uri="{FF2B5EF4-FFF2-40B4-BE49-F238E27FC236}">
                      <a16:creationId xmlns:a16="http://schemas.microsoft.com/office/drawing/2014/main" id="{447254F4-B1F8-FF42-A10D-AD0109927774}"/>
                    </a:ext>
                  </a:extLst>
                </p:cNvPr>
                <p:cNvSpPr>
                  <a:spLocks/>
                </p:cNvSpPr>
                <p:nvPr/>
              </p:nvSpPr>
              <p:spPr bwMode="auto">
                <a:xfrm>
                  <a:off x="4116" y="955"/>
                  <a:ext cx="630" cy="397"/>
                </a:xfrm>
                <a:custGeom>
                  <a:avLst/>
                  <a:gdLst>
                    <a:gd name="T0" fmla="*/ 320 w 630"/>
                    <a:gd name="T1" fmla="*/ 397 h 397"/>
                    <a:gd name="T2" fmla="*/ 468 w 630"/>
                    <a:gd name="T3" fmla="*/ 345 h 397"/>
                    <a:gd name="T4" fmla="*/ 590 w 630"/>
                    <a:gd name="T5" fmla="*/ 275 h 397"/>
                    <a:gd name="T6" fmla="*/ 611 w 630"/>
                    <a:gd name="T7" fmla="*/ 181 h 397"/>
                    <a:gd name="T8" fmla="*/ 439 w 630"/>
                    <a:gd name="T9" fmla="*/ 129 h 397"/>
                    <a:gd name="T10" fmla="*/ 0 w 630"/>
                    <a:gd name="T11" fmla="*/ 0 h 39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30" h="397">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cxnSp>
            <p:nvCxnSpPr>
              <p:cNvPr id="568" name="Straight Connector 567">
                <a:extLst>
                  <a:ext uri="{FF2B5EF4-FFF2-40B4-BE49-F238E27FC236}">
                    <a16:creationId xmlns:a16="http://schemas.microsoft.com/office/drawing/2014/main" id="{A5FA3456-E7C2-5346-90DA-566DF6B7CE52}"/>
                  </a:ext>
                </a:extLst>
              </p:cNvPr>
              <p:cNvCxnSpPr/>
              <p:nvPr/>
            </p:nvCxnSpPr>
            <p:spPr>
              <a:xfrm>
                <a:off x="10032156" y="2798664"/>
                <a:ext cx="31623" cy="13689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64" name="Group 263">
              <a:extLst>
                <a:ext uri="{FF2B5EF4-FFF2-40B4-BE49-F238E27FC236}">
                  <a16:creationId xmlns:a16="http://schemas.microsoft.com/office/drawing/2014/main" id="{DE6D2425-80FB-B94E-B01C-00CDE34C0ABE}"/>
                </a:ext>
              </a:extLst>
            </p:cNvPr>
            <p:cNvGrpSpPr/>
            <p:nvPr/>
          </p:nvGrpSpPr>
          <p:grpSpPr>
            <a:xfrm>
              <a:off x="9731765" y="3463179"/>
              <a:ext cx="502369" cy="512348"/>
              <a:chOff x="7341491" y="2307905"/>
              <a:chExt cx="509280" cy="439573"/>
            </a:xfrm>
          </p:grpSpPr>
          <p:grpSp>
            <p:nvGrpSpPr>
              <p:cNvPr id="535" name="Group 534">
                <a:extLst>
                  <a:ext uri="{FF2B5EF4-FFF2-40B4-BE49-F238E27FC236}">
                    <a16:creationId xmlns:a16="http://schemas.microsoft.com/office/drawing/2014/main" id="{62E2EB96-BBDF-1B42-BD81-8F2EA9EEB029}"/>
                  </a:ext>
                </a:extLst>
              </p:cNvPr>
              <p:cNvGrpSpPr/>
              <p:nvPr/>
            </p:nvGrpSpPr>
            <p:grpSpPr>
              <a:xfrm>
                <a:off x="7341491" y="2426725"/>
                <a:ext cx="509280" cy="320753"/>
                <a:chOff x="7458407" y="2414528"/>
                <a:chExt cx="509280" cy="320753"/>
              </a:xfrm>
            </p:grpSpPr>
            <p:pic>
              <p:nvPicPr>
                <p:cNvPr id="544" name="Picture 1018" descr="laptop_keyboard">
                  <a:extLst>
                    <a:ext uri="{FF2B5EF4-FFF2-40B4-BE49-F238E27FC236}">
                      <a16:creationId xmlns:a16="http://schemas.microsoft.com/office/drawing/2014/main" id="{B26BC03B-36B5-C240-9509-5FC2687DAFE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rot="109064" flipH="1">
                  <a:off x="7458407" y="2575770"/>
                  <a:ext cx="437221" cy="1595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45" name="Freeform 1019">
                  <a:extLst>
                    <a:ext uri="{FF2B5EF4-FFF2-40B4-BE49-F238E27FC236}">
                      <a16:creationId xmlns:a16="http://schemas.microsoft.com/office/drawing/2014/main" id="{7184219E-4513-AD47-A6B5-6C820B45E6F4}"/>
                    </a:ext>
                  </a:extLst>
                </p:cNvPr>
                <p:cNvSpPr>
                  <a:spLocks/>
                </p:cNvSpPr>
                <p:nvPr/>
              </p:nvSpPr>
              <p:spPr bwMode="auto">
                <a:xfrm>
                  <a:off x="7603304" y="2420984"/>
                  <a:ext cx="351919" cy="208167"/>
                </a:xfrm>
                <a:custGeom>
                  <a:avLst/>
                  <a:gdLst>
                    <a:gd name="T0" fmla="*/ 775798119 w 2982"/>
                    <a:gd name="T1" fmla="*/ 0 h 2442"/>
                    <a:gd name="T2" fmla="*/ 0 w 2982"/>
                    <a:gd name="T3" fmla="*/ 211226083 h 2442"/>
                    <a:gd name="T4" fmla="*/ 2147483646 w 2982"/>
                    <a:gd name="T5" fmla="*/ 263880059 h 2442"/>
                    <a:gd name="T6" fmla="*/ 2147483646 w 2982"/>
                    <a:gd name="T7" fmla="*/ 52653891 h 2442"/>
                    <a:gd name="T8" fmla="*/ 775798119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546" name="Picture 1020" descr="screen">
                  <a:extLst>
                    <a:ext uri="{FF2B5EF4-FFF2-40B4-BE49-F238E27FC236}">
                      <a16:creationId xmlns:a16="http://schemas.microsoft.com/office/drawing/2014/main" id="{7C9A828A-3FA8-DA44-B0BB-660CED5B6C54}"/>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620637" y="2426338"/>
                  <a:ext cx="319785" cy="1894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47" name="Freeform 1021">
                  <a:extLst>
                    <a:ext uri="{FF2B5EF4-FFF2-40B4-BE49-F238E27FC236}">
                      <a16:creationId xmlns:a16="http://schemas.microsoft.com/office/drawing/2014/main" id="{360E1912-E990-EF4A-A168-97D62A042CC7}"/>
                    </a:ext>
                  </a:extLst>
                </p:cNvPr>
                <p:cNvSpPr>
                  <a:spLocks/>
                </p:cNvSpPr>
                <p:nvPr/>
              </p:nvSpPr>
              <p:spPr bwMode="auto">
                <a:xfrm>
                  <a:off x="7667378" y="2414843"/>
                  <a:ext cx="298167" cy="38736"/>
                </a:xfrm>
                <a:custGeom>
                  <a:avLst/>
                  <a:gdLst>
                    <a:gd name="T0" fmla="*/ 193616298 w 2528"/>
                    <a:gd name="T1" fmla="*/ 0 h 455"/>
                    <a:gd name="T2" fmla="*/ 2147483646 w 2528"/>
                    <a:gd name="T3" fmla="*/ 52445139 h 455"/>
                    <a:gd name="T4" fmla="*/ 2147483646 w 2528"/>
                    <a:gd name="T5" fmla="*/ 52445139 h 455"/>
                    <a:gd name="T6" fmla="*/ 0 w 2528"/>
                    <a:gd name="T7" fmla="*/ 52445139 h 455"/>
                    <a:gd name="T8" fmla="*/ 193616298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48" name="Freeform 1022">
                  <a:extLst>
                    <a:ext uri="{FF2B5EF4-FFF2-40B4-BE49-F238E27FC236}">
                      <a16:creationId xmlns:a16="http://schemas.microsoft.com/office/drawing/2014/main" id="{AB2F9DCB-7D0E-CF4F-B534-CD48B0FF5888}"/>
                    </a:ext>
                  </a:extLst>
                </p:cNvPr>
                <p:cNvSpPr>
                  <a:spLocks/>
                </p:cNvSpPr>
                <p:nvPr/>
              </p:nvSpPr>
              <p:spPr bwMode="auto">
                <a:xfrm>
                  <a:off x="7600188" y="2414528"/>
                  <a:ext cx="82770" cy="161243"/>
                </a:xfrm>
                <a:custGeom>
                  <a:avLst/>
                  <a:gdLst>
                    <a:gd name="T0" fmla="*/ 773664160 w 702"/>
                    <a:gd name="T1" fmla="*/ 0 h 1893"/>
                    <a:gd name="T2" fmla="*/ 0 w 702"/>
                    <a:gd name="T3" fmla="*/ 210739916 h 1893"/>
                    <a:gd name="T4" fmla="*/ 193416040 w 702"/>
                    <a:gd name="T5" fmla="*/ 210739916 h 1893"/>
                    <a:gd name="T6" fmla="*/ 967080200 w 702"/>
                    <a:gd name="T7" fmla="*/ 52529017 h 1893"/>
                    <a:gd name="T8" fmla="*/ 773664160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49" name="Freeform 1023">
                  <a:extLst>
                    <a:ext uri="{FF2B5EF4-FFF2-40B4-BE49-F238E27FC236}">
                      <a16:creationId xmlns:a16="http://schemas.microsoft.com/office/drawing/2014/main" id="{D2275662-6913-B342-8D4F-B54B1FD732B1}"/>
                    </a:ext>
                  </a:extLst>
                </p:cNvPr>
                <p:cNvSpPr>
                  <a:spLocks/>
                </p:cNvSpPr>
                <p:nvPr/>
              </p:nvSpPr>
              <p:spPr bwMode="auto">
                <a:xfrm>
                  <a:off x="7874205" y="2443344"/>
                  <a:ext cx="89197" cy="186122"/>
                </a:xfrm>
                <a:custGeom>
                  <a:avLst/>
                  <a:gdLst>
                    <a:gd name="T0" fmla="*/ 969024527 w 756"/>
                    <a:gd name="T1" fmla="*/ 0 h 2184"/>
                    <a:gd name="T2" fmla="*/ 193802074 w 756"/>
                    <a:gd name="T3" fmla="*/ 263660221 h 2184"/>
                    <a:gd name="T4" fmla="*/ 0 w 756"/>
                    <a:gd name="T5" fmla="*/ 263660221 h 2184"/>
                    <a:gd name="T6" fmla="*/ 775222454 w 756"/>
                    <a:gd name="T7" fmla="*/ 52610059 h 2184"/>
                    <a:gd name="T8" fmla="*/ 969024527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50" name="Freeform 1024">
                  <a:extLst>
                    <a:ext uri="{FF2B5EF4-FFF2-40B4-BE49-F238E27FC236}">
                      <a16:creationId xmlns:a16="http://schemas.microsoft.com/office/drawing/2014/main" id="{624D1F43-BEC1-0B42-B4B4-9C8B31E78295}"/>
                    </a:ext>
                  </a:extLst>
                </p:cNvPr>
                <p:cNvSpPr>
                  <a:spLocks/>
                </p:cNvSpPr>
                <p:nvPr/>
              </p:nvSpPr>
              <p:spPr bwMode="auto">
                <a:xfrm>
                  <a:off x="7599214" y="2567582"/>
                  <a:ext cx="327185" cy="62828"/>
                </a:xfrm>
                <a:custGeom>
                  <a:avLst/>
                  <a:gdLst>
                    <a:gd name="T0" fmla="*/ 193829444 w 2773"/>
                    <a:gd name="T1" fmla="*/ 0 h 738"/>
                    <a:gd name="T2" fmla="*/ 0 w 2773"/>
                    <a:gd name="T3" fmla="*/ 52443587 h 738"/>
                    <a:gd name="T4" fmla="*/ 2147483646 w 2773"/>
                    <a:gd name="T5" fmla="*/ 104894411 h 738"/>
                    <a:gd name="T6" fmla="*/ 2147483646 w 2773"/>
                    <a:gd name="T7" fmla="*/ 52443587 h 738"/>
                    <a:gd name="T8" fmla="*/ 193829444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51" name="Freeform 1025">
                  <a:extLst>
                    <a:ext uri="{FF2B5EF4-FFF2-40B4-BE49-F238E27FC236}">
                      <a16:creationId xmlns:a16="http://schemas.microsoft.com/office/drawing/2014/main" id="{4D03BFA9-5625-7048-80AD-E11761123C3A}"/>
                    </a:ext>
                  </a:extLst>
                </p:cNvPr>
                <p:cNvSpPr>
                  <a:spLocks/>
                </p:cNvSpPr>
                <p:nvPr/>
              </p:nvSpPr>
              <p:spPr bwMode="auto">
                <a:xfrm>
                  <a:off x="7884138" y="2444918"/>
                  <a:ext cx="83549" cy="186909"/>
                </a:xfrm>
                <a:custGeom>
                  <a:avLst/>
                  <a:gdLst>
                    <a:gd name="T0" fmla="*/ 2147483646 w 637"/>
                    <a:gd name="T1" fmla="*/ 0 h 1659"/>
                    <a:gd name="T2" fmla="*/ 2147483646 w 637"/>
                    <a:gd name="T3" fmla="*/ 0 h 1659"/>
                    <a:gd name="T4" fmla="*/ 295581541 w 637"/>
                    <a:gd name="T5" fmla="*/ 2147483646 h 1659"/>
                    <a:gd name="T6" fmla="*/ 0 w 637"/>
                    <a:gd name="T7" fmla="*/ 2147483646 h 1659"/>
                    <a:gd name="T8" fmla="*/ 2147483646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52" name="Freeform 1026">
                  <a:extLst>
                    <a:ext uri="{FF2B5EF4-FFF2-40B4-BE49-F238E27FC236}">
                      <a16:creationId xmlns:a16="http://schemas.microsoft.com/office/drawing/2014/main" id="{CBA0000F-3C26-4F47-ADF0-3A42BEB73824}"/>
                    </a:ext>
                  </a:extLst>
                </p:cNvPr>
                <p:cNvSpPr>
                  <a:spLocks/>
                </p:cNvSpPr>
                <p:nvPr/>
              </p:nvSpPr>
              <p:spPr bwMode="auto">
                <a:xfrm>
                  <a:off x="7599603" y="2575928"/>
                  <a:ext cx="290961" cy="62041"/>
                </a:xfrm>
                <a:custGeom>
                  <a:avLst/>
                  <a:gdLst>
                    <a:gd name="T0" fmla="*/ 0 w 2216"/>
                    <a:gd name="T1" fmla="*/ 0 h 550"/>
                    <a:gd name="T2" fmla="*/ 296523134 w 2216"/>
                    <a:gd name="T3" fmla="*/ 324379338 h 550"/>
                    <a:gd name="T4" fmla="*/ 2147483646 w 2216"/>
                    <a:gd name="T5" fmla="*/ 2147483646 h 550"/>
                    <a:gd name="T6" fmla="*/ 2147483646 w 2216"/>
                    <a:gd name="T7" fmla="*/ 2147483646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553" name="Group 1027">
                  <a:extLst>
                    <a:ext uri="{FF2B5EF4-FFF2-40B4-BE49-F238E27FC236}">
                      <a16:creationId xmlns:a16="http://schemas.microsoft.com/office/drawing/2014/main" id="{B7A6EF01-4E6C-7747-9568-00D99B7B7EE9}"/>
                    </a:ext>
                  </a:extLst>
                </p:cNvPr>
                <p:cNvGrpSpPr>
                  <a:grpSpLocks/>
                </p:cNvGrpSpPr>
                <p:nvPr/>
              </p:nvGrpSpPr>
              <p:grpSpPr bwMode="auto">
                <a:xfrm>
                  <a:off x="7594735" y="2642220"/>
                  <a:ext cx="98740" cy="36846"/>
                  <a:chOff x="1740" y="2642"/>
                  <a:chExt cx="752" cy="327"/>
                </a:xfrm>
              </p:grpSpPr>
              <p:sp>
                <p:nvSpPr>
                  <p:cNvPr id="560" name="Freeform 1028">
                    <a:extLst>
                      <a:ext uri="{FF2B5EF4-FFF2-40B4-BE49-F238E27FC236}">
                        <a16:creationId xmlns:a16="http://schemas.microsoft.com/office/drawing/2014/main" id="{3B534C3F-FFD2-AF49-A1B8-E3812FAAA7A6}"/>
                      </a:ext>
                    </a:extLst>
                  </p:cNvPr>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61" name="Freeform 1029">
                    <a:extLst>
                      <a:ext uri="{FF2B5EF4-FFF2-40B4-BE49-F238E27FC236}">
                        <a16:creationId xmlns:a16="http://schemas.microsoft.com/office/drawing/2014/main" id="{9E7AA977-F639-2A46-8045-57318488DCE5}"/>
                      </a:ext>
                    </a:extLst>
                  </p:cNvPr>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62" name="Freeform 1030">
                    <a:extLst>
                      <a:ext uri="{FF2B5EF4-FFF2-40B4-BE49-F238E27FC236}">
                        <a16:creationId xmlns:a16="http://schemas.microsoft.com/office/drawing/2014/main" id="{31170FBC-FBB9-9247-A3E8-2C725CFE0A2A}"/>
                      </a:ext>
                    </a:extLst>
                  </p:cNvPr>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63" name="Freeform 1031">
                    <a:extLst>
                      <a:ext uri="{FF2B5EF4-FFF2-40B4-BE49-F238E27FC236}">
                        <a16:creationId xmlns:a16="http://schemas.microsoft.com/office/drawing/2014/main" id="{F2F08FC2-75AB-2044-AF2A-8DBF41C8914C}"/>
                      </a:ext>
                    </a:extLst>
                  </p:cNvPr>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64" name="Freeform 1032">
                    <a:extLst>
                      <a:ext uri="{FF2B5EF4-FFF2-40B4-BE49-F238E27FC236}">
                        <a16:creationId xmlns:a16="http://schemas.microsoft.com/office/drawing/2014/main" id="{8A6DE604-E047-5745-BA1E-D445993F7357}"/>
                      </a:ext>
                    </a:extLst>
                  </p:cNvPr>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65" name="Freeform 1033">
                    <a:extLst>
                      <a:ext uri="{FF2B5EF4-FFF2-40B4-BE49-F238E27FC236}">
                        <a16:creationId xmlns:a16="http://schemas.microsoft.com/office/drawing/2014/main" id="{9EC5A2BD-8AB7-CD4E-A1C6-691DC9E0B1BD}"/>
                      </a:ext>
                    </a:extLst>
                  </p:cNvPr>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554" name="Freeform 1034">
                  <a:extLst>
                    <a:ext uri="{FF2B5EF4-FFF2-40B4-BE49-F238E27FC236}">
                      <a16:creationId xmlns:a16="http://schemas.microsoft.com/office/drawing/2014/main" id="{EDD0CD04-14F2-E64D-ADFB-1F9D962A8E7F}"/>
                    </a:ext>
                  </a:extLst>
                </p:cNvPr>
                <p:cNvSpPr>
                  <a:spLocks/>
                </p:cNvSpPr>
                <p:nvPr/>
              </p:nvSpPr>
              <p:spPr bwMode="auto">
                <a:xfrm>
                  <a:off x="7763780" y="2647731"/>
                  <a:ext cx="119578" cy="80936"/>
                </a:xfrm>
                <a:custGeom>
                  <a:avLst/>
                  <a:gdLst>
                    <a:gd name="T0" fmla="*/ 213221464 w 990"/>
                    <a:gd name="T1" fmla="*/ 1090686587 h 792"/>
                    <a:gd name="T2" fmla="*/ 1915477586 w 990"/>
                    <a:gd name="T3" fmla="*/ 0 h 792"/>
                    <a:gd name="T4" fmla="*/ 1915477586 w 990"/>
                    <a:gd name="T5" fmla="*/ 108859840 h 792"/>
                    <a:gd name="T6" fmla="*/ 0 w 990"/>
                    <a:gd name="T7" fmla="*/ 1090686587 h 792"/>
                    <a:gd name="T8" fmla="*/ 213221464 w 990"/>
                    <a:gd name="T9" fmla="*/ 1090686587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55" name="Freeform 1035">
                  <a:extLst>
                    <a:ext uri="{FF2B5EF4-FFF2-40B4-BE49-F238E27FC236}">
                      <a16:creationId xmlns:a16="http://schemas.microsoft.com/office/drawing/2014/main" id="{344BEA7E-1D99-474C-BA43-D36AFF0778B0}"/>
                    </a:ext>
                  </a:extLst>
                </p:cNvPr>
                <p:cNvSpPr>
                  <a:spLocks/>
                </p:cNvSpPr>
                <p:nvPr/>
              </p:nvSpPr>
              <p:spPr bwMode="auto">
                <a:xfrm>
                  <a:off x="7458602" y="2654187"/>
                  <a:ext cx="305957" cy="73850"/>
                </a:xfrm>
                <a:custGeom>
                  <a:avLst/>
                  <a:gdLst>
                    <a:gd name="T0" fmla="*/ 213486572 w 2532"/>
                    <a:gd name="T1" fmla="*/ 0 h 723"/>
                    <a:gd name="T2" fmla="*/ 213486572 w 2532"/>
                    <a:gd name="T3" fmla="*/ 0 h 723"/>
                    <a:gd name="T4" fmla="*/ 2147483646 w 2532"/>
                    <a:gd name="T5" fmla="*/ 979380008 h 723"/>
                    <a:gd name="T6" fmla="*/ 2147483646 w 2532"/>
                    <a:gd name="T7" fmla="*/ 1088085165 h 723"/>
                    <a:gd name="T8" fmla="*/ 0 w 2532"/>
                    <a:gd name="T9" fmla="*/ 108705259 h 723"/>
                    <a:gd name="T10" fmla="*/ 213486572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56" name="Freeform 1036">
                  <a:extLst>
                    <a:ext uri="{FF2B5EF4-FFF2-40B4-BE49-F238E27FC236}">
                      <a16:creationId xmlns:a16="http://schemas.microsoft.com/office/drawing/2014/main" id="{7D014298-3FAC-E74C-A3C6-FEF113FAB77A}"/>
                    </a:ext>
                  </a:extLst>
                </p:cNvPr>
                <p:cNvSpPr>
                  <a:spLocks/>
                </p:cNvSpPr>
                <p:nvPr/>
              </p:nvSpPr>
              <p:spPr bwMode="auto">
                <a:xfrm>
                  <a:off x="7458797" y="2640645"/>
                  <a:ext cx="3311" cy="14959"/>
                </a:xfrm>
                <a:custGeom>
                  <a:avLst/>
                  <a:gdLst>
                    <a:gd name="T0" fmla="*/ 262278191 w 26"/>
                    <a:gd name="T1" fmla="*/ 107489981 h 147"/>
                    <a:gd name="T2" fmla="*/ 262278191 w 26"/>
                    <a:gd name="T3" fmla="*/ 214969480 h 147"/>
                    <a:gd name="T4" fmla="*/ 0 w 26"/>
                    <a:gd name="T5" fmla="*/ 214969480 h 147"/>
                    <a:gd name="T6" fmla="*/ 262278191 w 26"/>
                    <a:gd name="T7" fmla="*/ 0 h 147"/>
                    <a:gd name="T8" fmla="*/ 262278191 w 26"/>
                    <a:gd name="T9" fmla="*/ 107489981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57" name="Freeform 1037">
                  <a:extLst>
                    <a:ext uri="{FF2B5EF4-FFF2-40B4-BE49-F238E27FC236}">
                      <a16:creationId xmlns:a16="http://schemas.microsoft.com/office/drawing/2014/main" id="{AA24228A-3940-C047-9862-E4276C8F81E0}"/>
                    </a:ext>
                  </a:extLst>
                </p:cNvPr>
                <p:cNvSpPr>
                  <a:spLocks/>
                </p:cNvSpPr>
                <p:nvPr/>
              </p:nvSpPr>
              <p:spPr bwMode="auto">
                <a:xfrm>
                  <a:off x="7458992" y="2579707"/>
                  <a:ext cx="142170" cy="61883"/>
                </a:xfrm>
                <a:custGeom>
                  <a:avLst/>
                  <a:gdLst>
                    <a:gd name="T0" fmla="*/ 2136125890 w 1176"/>
                    <a:gd name="T1" fmla="*/ 0 h 606"/>
                    <a:gd name="T2" fmla="*/ 0 w 1176"/>
                    <a:gd name="T3" fmla="*/ 870000945 h 606"/>
                    <a:gd name="T4" fmla="*/ 213789467 w 1176"/>
                    <a:gd name="T5" fmla="*/ 870000945 h 606"/>
                    <a:gd name="T6" fmla="*/ 2136125890 w 1176"/>
                    <a:gd name="T7" fmla="*/ 108617123 h 606"/>
                    <a:gd name="T8" fmla="*/ 2136125890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58" name="Freeform 1038">
                  <a:extLst>
                    <a:ext uri="{FF2B5EF4-FFF2-40B4-BE49-F238E27FC236}">
                      <a16:creationId xmlns:a16="http://schemas.microsoft.com/office/drawing/2014/main" id="{AC5F707D-F324-E146-9AAE-13C53B2E5546}"/>
                    </a:ext>
                  </a:extLst>
                </p:cNvPr>
                <p:cNvSpPr>
                  <a:spLocks/>
                </p:cNvSpPr>
                <p:nvPr/>
              </p:nvSpPr>
              <p:spPr bwMode="auto">
                <a:xfrm>
                  <a:off x="7468535" y="2643795"/>
                  <a:ext cx="290182" cy="71016"/>
                </a:xfrm>
                <a:custGeom>
                  <a:avLst/>
                  <a:gdLst>
                    <a:gd name="T0" fmla="*/ 173112702 w 2532"/>
                    <a:gd name="T1" fmla="*/ 0 h 723"/>
                    <a:gd name="T2" fmla="*/ 173112702 w 2532"/>
                    <a:gd name="T3" fmla="*/ 0 h 723"/>
                    <a:gd name="T4" fmla="*/ 2069773885 w 2532"/>
                    <a:gd name="T5" fmla="*/ 558173482 h 723"/>
                    <a:gd name="T6" fmla="*/ 2069773885 w 2532"/>
                    <a:gd name="T7" fmla="*/ 558173482 h 723"/>
                    <a:gd name="T8" fmla="*/ 0 w 2532"/>
                    <a:gd name="T9" fmla="*/ 92871346 h 723"/>
                    <a:gd name="T10" fmla="*/ 173112702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59" name="Freeform 1039">
                  <a:extLst>
                    <a:ext uri="{FF2B5EF4-FFF2-40B4-BE49-F238E27FC236}">
                      <a16:creationId xmlns:a16="http://schemas.microsoft.com/office/drawing/2014/main" id="{DFBBB30B-9ADB-4B44-ACEE-D908F7C4BB2B}"/>
                    </a:ext>
                  </a:extLst>
                </p:cNvPr>
                <p:cNvSpPr>
                  <a:spLocks/>
                </p:cNvSpPr>
                <p:nvPr/>
              </p:nvSpPr>
              <p:spPr bwMode="auto">
                <a:xfrm flipV="1">
                  <a:off x="7758327" y="2638756"/>
                  <a:ext cx="118410" cy="73535"/>
                </a:xfrm>
                <a:custGeom>
                  <a:avLst/>
                  <a:gdLst>
                    <a:gd name="T0" fmla="*/ 0 w 2532"/>
                    <a:gd name="T1" fmla="*/ 0 h 723"/>
                    <a:gd name="T2" fmla="*/ 0 w 2532"/>
                    <a:gd name="T3" fmla="*/ 0 h 723"/>
                    <a:gd name="T4" fmla="*/ 0 w 2532"/>
                    <a:gd name="T5" fmla="*/ 962694895 h 723"/>
                    <a:gd name="T6" fmla="*/ 0 w 2532"/>
                    <a:gd name="T7" fmla="*/ 962694895 h 723"/>
                    <a:gd name="T8" fmla="*/ 0 w 2532"/>
                    <a:gd name="T9" fmla="*/ 107314314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536" name="Group 850">
                <a:extLst>
                  <a:ext uri="{FF2B5EF4-FFF2-40B4-BE49-F238E27FC236}">
                    <a16:creationId xmlns:a16="http://schemas.microsoft.com/office/drawing/2014/main" id="{A1F9CDC2-7601-9A40-82D3-151D8B9396CA}"/>
                  </a:ext>
                </a:extLst>
              </p:cNvPr>
              <p:cNvGrpSpPr>
                <a:grpSpLocks/>
              </p:cNvGrpSpPr>
              <p:nvPr/>
            </p:nvGrpSpPr>
            <p:grpSpPr bwMode="auto">
              <a:xfrm>
                <a:off x="7408527" y="2307905"/>
                <a:ext cx="399726" cy="74090"/>
                <a:chOff x="2199" y="955"/>
                <a:chExt cx="2547" cy="506"/>
              </a:xfrm>
            </p:grpSpPr>
            <p:sp>
              <p:nvSpPr>
                <p:cNvPr id="538" name="Freeform 851">
                  <a:extLst>
                    <a:ext uri="{FF2B5EF4-FFF2-40B4-BE49-F238E27FC236}">
                      <a16:creationId xmlns:a16="http://schemas.microsoft.com/office/drawing/2014/main" id="{E3901ADE-3D2F-0F40-83EC-1E343D4A44D2}"/>
                    </a:ext>
                  </a:extLst>
                </p:cNvPr>
                <p:cNvSpPr>
                  <a:spLocks/>
                </p:cNvSpPr>
                <p:nvPr/>
              </p:nvSpPr>
              <p:spPr bwMode="auto">
                <a:xfrm>
                  <a:off x="2199" y="1166"/>
                  <a:ext cx="260" cy="281"/>
                </a:xfrm>
                <a:custGeom>
                  <a:avLst/>
                  <a:gdLst>
                    <a:gd name="T0" fmla="*/ 260 w 260"/>
                    <a:gd name="T1" fmla="*/ 0 h 281"/>
                    <a:gd name="T2" fmla="*/ 42 w 260"/>
                    <a:gd name="T3" fmla="*/ 112 h 281"/>
                    <a:gd name="T4" fmla="*/ 35 w 260"/>
                    <a:gd name="T5" fmla="*/ 211 h 281"/>
                    <a:gd name="T6" fmla="*/ 253 w 260"/>
                    <a:gd name="T7" fmla="*/ 281 h 28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0" h="281">
                      <a:moveTo>
                        <a:pt x="260" y="0"/>
                      </a:moveTo>
                      <a:cubicBezTo>
                        <a:pt x="224" y="19"/>
                        <a:pt x="79" y="77"/>
                        <a:pt x="42" y="112"/>
                      </a:cubicBezTo>
                      <a:cubicBezTo>
                        <a:pt x="5" y="143"/>
                        <a:pt x="0" y="183"/>
                        <a:pt x="35" y="211"/>
                      </a:cubicBezTo>
                      <a:cubicBezTo>
                        <a:pt x="70" y="239"/>
                        <a:pt x="208" y="266"/>
                        <a:pt x="253" y="281"/>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39" name="Freeform 852">
                  <a:extLst>
                    <a:ext uri="{FF2B5EF4-FFF2-40B4-BE49-F238E27FC236}">
                      <a16:creationId xmlns:a16="http://schemas.microsoft.com/office/drawing/2014/main" id="{1133C005-DAE0-2547-A349-A2A7FF6C1171}"/>
                    </a:ext>
                  </a:extLst>
                </p:cNvPr>
                <p:cNvSpPr>
                  <a:spLocks/>
                </p:cNvSpPr>
                <p:nvPr/>
              </p:nvSpPr>
              <p:spPr bwMode="auto">
                <a:xfrm>
                  <a:off x="2482" y="1040"/>
                  <a:ext cx="900" cy="421"/>
                </a:xfrm>
                <a:custGeom>
                  <a:avLst/>
                  <a:gdLst>
                    <a:gd name="T0" fmla="*/ 531 w 900"/>
                    <a:gd name="T1" fmla="*/ 0 h 421"/>
                    <a:gd name="T2" fmla="*/ 279 w 900"/>
                    <a:gd name="T3" fmla="*/ 77 h 421"/>
                    <a:gd name="T4" fmla="*/ 68 w 900"/>
                    <a:gd name="T5" fmla="*/ 182 h 421"/>
                    <a:gd name="T6" fmla="*/ 33 w 900"/>
                    <a:gd name="T7" fmla="*/ 323 h 421"/>
                    <a:gd name="T8" fmla="*/ 328 w 900"/>
                    <a:gd name="T9" fmla="*/ 400 h 421"/>
                    <a:gd name="T10" fmla="*/ 812 w 900"/>
                    <a:gd name="T11" fmla="*/ 421 h 421"/>
                    <a:gd name="T12" fmla="*/ 855 w 900"/>
                    <a:gd name="T13" fmla="*/ 400 h 42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00" h="421">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40" name="Freeform 853">
                  <a:extLst>
                    <a:ext uri="{FF2B5EF4-FFF2-40B4-BE49-F238E27FC236}">
                      <a16:creationId xmlns:a16="http://schemas.microsoft.com/office/drawing/2014/main" id="{2AD9129D-0B75-2846-BD83-FE4B88FD3564}"/>
                    </a:ext>
                  </a:extLst>
                </p:cNvPr>
                <p:cNvSpPr>
                  <a:spLocks/>
                </p:cNvSpPr>
                <p:nvPr/>
              </p:nvSpPr>
              <p:spPr bwMode="auto">
                <a:xfrm>
                  <a:off x="2782" y="1068"/>
                  <a:ext cx="428" cy="269"/>
                </a:xfrm>
                <a:custGeom>
                  <a:avLst/>
                  <a:gdLst>
                    <a:gd name="T0" fmla="*/ 428 w 428"/>
                    <a:gd name="T1" fmla="*/ 0 h 269"/>
                    <a:gd name="T2" fmla="*/ 217 w 428"/>
                    <a:gd name="T3" fmla="*/ 35 h 269"/>
                    <a:gd name="T4" fmla="*/ 21 w 428"/>
                    <a:gd name="T5" fmla="*/ 140 h 269"/>
                    <a:gd name="T6" fmla="*/ 91 w 428"/>
                    <a:gd name="T7" fmla="*/ 246 h 269"/>
                    <a:gd name="T8" fmla="*/ 231 w 428"/>
                    <a:gd name="T9" fmla="*/ 267 h 269"/>
                    <a:gd name="T10" fmla="*/ 414 w 428"/>
                    <a:gd name="T11" fmla="*/ 260 h 2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28" h="269">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41" name="Freeform 854">
                  <a:extLst>
                    <a:ext uri="{FF2B5EF4-FFF2-40B4-BE49-F238E27FC236}">
                      <a16:creationId xmlns:a16="http://schemas.microsoft.com/office/drawing/2014/main" id="{89EE6BAC-FF86-2E45-A4A6-6F964118A50A}"/>
                    </a:ext>
                  </a:extLst>
                </p:cNvPr>
                <p:cNvSpPr>
                  <a:spLocks/>
                </p:cNvSpPr>
                <p:nvPr/>
              </p:nvSpPr>
              <p:spPr bwMode="auto">
                <a:xfrm>
                  <a:off x="3554" y="1075"/>
                  <a:ext cx="377" cy="239"/>
                </a:xfrm>
                <a:custGeom>
                  <a:avLst/>
                  <a:gdLst>
                    <a:gd name="T0" fmla="*/ 42 w 377"/>
                    <a:gd name="T1" fmla="*/ 239 h 239"/>
                    <a:gd name="T2" fmla="*/ 335 w 377"/>
                    <a:gd name="T3" fmla="*/ 146 h 239"/>
                    <a:gd name="T4" fmla="*/ 342 w 377"/>
                    <a:gd name="T5" fmla="*/ 47 h 239"/>
                    <a:gd name="T6" fmla="*/ 0 w 377"/>
                    <a:gd name="T7" fmla="*/ 0 h 23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77" h="239">
                      <a:moveTo>
                        <a:pt x="42" y="239"/>
                      </a:moveTo>
                      <a:cubicBezTo>
                        <a:pt x="89" y="224"/>
                        <a:pt x="285" y="178"/>
                        <a:pt x="335" y="146"/>
                      </a:cubicBezTo>
                      <a:cubicBezTo>
                        <a:pt x="372" y="115"/>
                        <a:pt x="377" y="75"/>
                        <a:pt x="342" y="47"/>
                      </a:cubicBezTo>
                      <a:cubicBezTo>
                        <a:pt x="286" y="23"/>
                        <a:pt x="71" y="10"/>
                        <a:pt x="0" y="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42" name="Freeform 855">
                  <a:extLst>
                    <a:ext uri="{FF2B5EF4-FFF2-40B4-BE49-F238E27FC236}">
                      <a16:creationId xmlns:a16="http://schemas.microsoft.com/office/drawing/2014/main" id="{49C009EA-4F9B-6947-B5F3-9089B1E1159D}"/>
                    </a:ext>
                  </a:extLst>
                </p:cNvPr>
                <p:cNvSpPr>
                  <a:spLocks/>
                </p:cNvSpPr>
                <p:nvPr/>
              </p:nvSpPr>
              <p:spPr bwMode="auto">
                <a:xfrm>
                  <a:off x="3646" y="997"/>
                  <a:ext cx="660" cy="336"/>
                </a:xfrm>
                <a:custGeom>
                  <a:avLst/>
                  <a:gdLst>
                    <a:gd name="T0" fmla="*/ 390 w 646"/>
                    <a:gd name="T1" fmla="*/ 592 h 300"/>
                    <a:gd name="T2" fmla="*/ 555 w 646"/>
                    <a:gd name="T3" fmla="*/ 501 h 300"/>
                    <a:gd name="T4" fmla="*/ 690 w 646"/>
                    <a:gd name="T5" fmla="*/ 377 h 300"/>
                    <a:gd name="T6" fmla="*/ 713 w 646"/>
                    <a:gd name="T7" fmla="*/ 211 h 300"/>
                    <a:gd name="T8" fmla="*/ 522 w 646"/>
                    <a:gd name="T9" fmla="*/ 119 h 300"/>
                    <a:gd name="T10" fmla="*/ 0 w 646"/>
                    <a:gd name="T11" fmla="*/ 0 h 3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46" h="300">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43" name="Freeform 856">
                  <a:extLst>
                    <a:ext uri="{FF2B5EF4-FFF2-40B4-BE49-F238E27FC236}">
                      <a16:creationId xmlns:a16="http://schemas.microsoft.com/office/drawing/2014/main" id="{D470AE7F-9904-7444-8C91-6124A0D96A78}"/>
                    </a:ext>
                  </a:extLst>
                </p:cNvPr>
                <p:cNvSpPr>
                  <a:spLocks/>
                </p:cNvSpPr>
                <p:nvPr/>
              </p:nvSpPr>
              <p:spPr bwMode="auto">
                <a:xfrm>
                  <a:off x="4116" y="955"/>
                  <a:ext cx="630" cy="397"/>
                </a:xfrm>
                <a:custGeom>
                  <a:avLst/>
                  <a:gdLst>
                    <a:gd name="T0" fmla="*/ 320 w 630"/>
                    <a:gd name="T1" fmla="*/ 397 h 397"/>
                    <a:gd name="T2" fmla="*/ 468 w 630"/>
                    <a:gd name="T3" fmla="*/ 345 h 397"/>
                    <a:gd name="T4" fmla="*/ 590 w 630"/>
                    <a:gd name="T5" fmla="*/ 275 h 397"/>
                    <a:gd name="T6" fmla="*/ 611 w 630"/>
                    <a:gd name="T7" fmla="*/ 181 h 397"/>
                    <a:gd name="T8" fmla="*/ 439 w 630"/>
                    <a:gd name="T9" fmla="*/ 129 h 397"/>
                    <a:gd name="T10" fmla="*/ 0 w 630"/>
                    <a:gd name="T11" fmla="*/ 0 h 39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30" h="397">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cxnSp>
            <p:nvCxnSpPr>
              <p:cNvPr id="537" name="Straight Connector 536">
                <a:extLst>
                  <a:ext uri="{FF2B5EF4-FFF2-40B4-BE49-F238E27FC236}">
                    <a16:creationId xmlns:a16="http://schemas.microsoft.com/office/drawing/2014/main" id="{B2CA645B-4B20-E445-A3FB-1A5DFFB64F6E}"/>
                  </a:ext>
                </a:extLst>
              </p:cNvPr>
              <p:cNvCxnSpPr>
                <a:cxnSpLocks/>
              </p:cNvCxnSpPr>
              <p:nvPr/>
            </p:nvCxnSpPr>
            <p:spPr>
              <a:xfrm flipH="1">
                <a:off x="7594314" y="2366481"/>
                <a:ext cx="39385" cy="7020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65" name="Group 264">
              <a:extLst>
                <a:ext uri="{FF2B5EF4-FFF2-40B4-BE49-F238E27FC236}">
                  <a16:creationId xmlns:a16="http://schemas.microsoft.com/office/drawing/2014/main" id="{420CA967-C6FF-AF49-B120-4A1B63029159}"/>
                </a:ext>
              </a:extLst>
            </p:cNvPr>
            <p:cNvGrpSpPr/>
            <p:nvPr/>
          </p:nvGrpSpPr>
          <p:grpSpPr>
            <a:xfrm>
              <a:off x="10268203" y="3452676"/>
              <a:ext cx="1415984" cy="1643535"/>
              <a:chOff x="10249542" y="3676610"/>
              <a:chExt cx="1415984" cy="1643535"/>
            </a:xfrm>
          </p:grpSpPr>
          <p:sp>
            <p:nvSpPr>
              <p:cNvPr id="506" name="Line 435">
                <a:extLst>
                  <a:ext uri="{FF2B5EF4-FFF2-40B4-BE49-F238E27FC236}">
                    <a16:creationId xmlns:a16="http://schemas.microsoft.com/office/drawing/2014/main" id="{45BD382F-8E79-AF42-8D83-102728C2DEB2}"/>
                  </a:ext>
                </a:extLst>
              </p:cNvPr>
              <p:cNvSpPr>
                <a:spLocks noChangeShapeType="1"/>
              </p:cNvSpPr>
              <p:nvPr/>
            </p:nvSpPr>
            <p:spPr bwMode="auto">
              <a:xfrm flipH="1">
                <a:off x="11319747" y="4049486"/>
                <a:ext cx="7615" cy="356080"/>
              </a:xfrm>
              <a:prstGeom prst="line">
                <a:avLst/>
              </a:prstGeom>
              <a:noFill/>
              <a:ln w="19050">
                <a:solidFill>
                  <a:srgbClr val="E4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07" name="Line 436">
                <a:extLst>
                  <a:ext uri="{FF2B5EF4-FFF2-40B4-BE49-F238E27FC236}">
                    <a16:creationId xmlns:a16="http://schemas.microsoft.com/office/drawing/2014/main" id="{36B815AF-C2C5-F142-8D82-327977AB2FAE}"/>
                  </a:ext>
                </a:extLst>
              </p:cNvPr>
              <p:cNvSpPr>
                <a:spLocks noChangeShapeType="1"/>
              </p:cNvSpPr>
              <p:nvPr/>
            </p:nvSpPr>
            <p:spPr bwMode="auto">
              <a:xfrm flipV="1">
                <a:off x="10658519" y="4487840"/>
                <a:ext cx="518620" cy="173119"/>
              </a:xfrm>
              <a:prstGeom prst="line">
                <a:avLst/>
              </a:prstGeom>
              <a:noFill/>
              <a:ln w="19050">
                <a:solidFill>
                  <a:srgbClr val="E4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08" name="Line 439">
                <a:extLst>
                  <a:ext uri="{FF2B5EF4-FFF2-40B4-BE49-F238E27FC236}">
                    <a16:creationId xmlns:a16="http://schemas.microsoft.com/office/drawing/2014/main" id="{8CF8E9E2-D971-6849-8B2D-5DDA78B1E51C}"/>
                  </a:ext>
                </a:extLst>
              </p:cNvPr>
              <p:cNvSpPr>
                <a:spLocks noChangeShapeType="1"/>
              </p:cNvSpPr>
              <p:nvPr/>
            </p:nvSpPr>
            <p:spPr bwMode="auto">
              <a:xfrm flipH="1">
                <a:off x="11201006" y="4473187"/>
                <a:ext cx="127931" cy="524238"/>
              </a:xfrm>
              <a:prstGeom prst="line">
                <a:avLst/>
              </a:prstGeom>
              <a:noFill/>
              <a:ln w="19050">
                <a:solidFill>
                  <a:srgbClr val="E4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509" name="Group 508">
                <a:extLst>
                  <a:ext uri="{FF2B5EF4-FFF2-40B4-BE49-F238E27FC236}">
                    <a16:creationId xmlns:a16="http://schemas.microsoft.com/office/drawing/2014/main" id="{1D2F9153-D8C3-0C4A-81B7-9BB2A5A7EECD}"/>
                  </a:ext>
                </a:extLst>
              </p:cNvPr>
              <p:cNvGrpSpPr/>
              <p:nvPr/>
            </p:nvGrpSpPr>
            <p:grpSpPr>
              <a:xfrm>
                <a:off x="11084522" y="4291738"/>
                <a:ext cx="581004" cy="299152"/>
                <a:chOff x="3668110" y="2448910"/>
                <a:chExt cx="3794234" cy="2165130"/>
              </a:xfrm>
            </p:grpSpPr>
            <p:sp>
              <p:nvSpPr>
                <p:cNvPr id="527" name="Rectangle 526">
                  <a:extLst>
                    <a:ext uri="{FF2B5EF4-FFF2-40B4-BE49-F238E27FC236}">
                      <a16:creationId xmlns:a16="http://schemas.microsoft.com/office/drawing/2014/main" id="{9107DBC8-859E-8D40-B5B6-C4AA2C8FB9B3}"/>
                    </a:ext>
                  </a:extLst>
                </p:cNvPr>
                <p:cNvSpPr/>
                <p:nvPr/>
              </p:nvSpPr>
              <p:spPr>
                <a:xfrm>
                  <a:off x="3668110" y="3741409"/>
                  <a:ext cx="3780587" cy="872631"/>
                </a:xfrm>
                <a:prstGeom prst="rect">
                  <a:avLst/>
                </a:prstGeom>
                <a:gradFill>
                  <a:gsLst>
                    <a:gs pos="0">
                      <a:srgbClr val="B8C2C9"/>
                    </a:gs>
                    <a:gs pos="21000">
                      <a:schemeClr val="bg1"/>
                    </a:gs>
                    <a:gs pos="60000">
                      <a:srgbClr val="D6DCE0"/>
                    </a:gs>
                    <a:gs pos="100000">
                      <a:srgbClr val="B8C2C9"/>
                    </a:gs>
                  </a:gsLst>
                  <a:lin ang="0" scaled="0"/>
                </a:gradFill>
                <a:ln w="6350">
                  <a:solidFill>
                    <a:srgbClr val="E4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29" name="Freeform 528">
                  <a:extLst>
                    <a:ext uri="{FF2B5EF4-FFF2-40B4-BE49-F238E27FC236}">
                      <a16:creationId xmlns:a16="http://schemas.microsoft.com/office/drawing/2014/main" id="{202521BE-D707-0F40-92B9-1CF932599427}"/>
                    </a:ext>
                  </a:extLst>
                </p:cNvPr>
                <p:cNvSpPr/>
                <p:nvPr/>
              </p:nvSpPr>
              <p:spPr>
                <a:xfrm>
                  <a:off x="3678620" y="2448910"/>
                  <a:ext cx="3783724" cy="1324303"/>
                </a:xfrm>
                <a:custGeom>
                  <a:avLst/>
                  <a:gdLst>
                    <a:gd name="connsiteX0" fmla="*/ 0 w 3783724"/>
                    <a:gd name="connsiteY0" fmla="*/ 1313793 h 1324303"/>
                    <a:gd name="connsiteX1" fmla="*/ 0 w 3783724"/>
                    <a:gd name="connsiteY1" fmla="*/ 1313793 h 1324303"/>
                    <a:gd name="connsiteX2" fmla="*/ 252248 w 3783724"/>
                    <a:gd name="connsiteY2" fmla="*/ 0 h 1324303"/>
                    <a:gd name="connsiteX3" fmla="*/ 3415862 w 3783724"/>
                    <a:gd name="connsiteY3" fmla="*/ 21020 h 1324303"/>
                    <a:gd name="connsiteX4" fmla="*/ 3783724 w 3783724"/>
                    <a:gd name="connsiteY4" fmla="*/ 1324303 h 1324303"/>
                    <a:gd name="connsiteX5" fmla="*/ 0 w 3783724"/>
                    <a:gd name="connsiteY5" fmla="*/ 1313793 h 1324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83724" h="1324303">
                      <a:moveTo>
                        <a:pt x="0" y="1313793"/>
                      </a:moveTo>
                      <a:lnTo>
                        <a:pt x="0" y="1313793"/>
                      </a:lnTo>
                      <a:lnTo>
                        <a:pt x="252248" y="0"/>
                      </a:lnTo>
                      <a:lnTo>
                        <a:pt x="3415862" y="21020"/>
                      </a:lnTo>
                      <a:lnTo>
                        <a:pt x="3783724" y="1324303"/>
                      </a:lnTo>
                      <a:lnTo>
                        <a:pt x="0" y="1313793"/>
                      </a:lnTo>
                      <a:close/>
                    </a:path>
                  </a:pathLst>
                </a:custGeom>
                <a:solidFill>
                  <a:srgbClr val="B8C2C9"/>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nvGrpSpPr>
                <p:cNvPr id="530" name="Group 529">
                  <a:extLst>
                    <a:ext uri="{FF2B5EF4-FFF2-40B4-BE49-F238E27FC236}">
                      <a16:creationId xmlns:a16="http://schemas.microsoft.com/office/drawing/2014/main" id="{386B2BB7-4B70-9E41-90D4-D3BA3A243DE5}"/>
                    </a:ext>
                  </a:extLst>
                </p:cNvPr>
                <p:cNvGrpSpPr/>
                <p:nvPr/>
              </p:nvGrpSpPr>
              <p:grpSpPr>
                <a:xfrm>
                  <a:off x="3941378" y="2603243"/>
                  <a:ext cx="3202061" cy="1066110"/>
                  <a:chOff x="7939341" y="3037317"/>
                  <a:chExt cx="897649" cy="353919"/>
                </a:xfrm>
              </p:grpSpPr>
              <p:sp>
                <p:nvSpPr>
                  <p:cNvPr id="531" name="Freeform 530">
                    <a:extLst>
                      <a:ext uri="{FF2B5EF4-FFF2-40B4-BE49-F238E27FC236}">
                        <a16:creationId xmlns:a16="http://schemas.microsoft.com/office/drawing/2014/main" id="{D068C3A0-7999-2F4F-AD40-DCE41D95256F}"/>
                      </a:ext>
                    </a:extLst>
                  </p:cNvPr>
                  <p:cNvSpPr/>
                  <p:nvPr/>
                </p:nvSpPr>
                <p:spPr>
                  <a:xfrm>
                    <a:off x="7964170" y="30373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C000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32" name="Freeform 531">
                    <a:extLst>
                      <a:ext uri="{FF2B5EF4-FFF2-40B4-BE49-F238E27FC236}">
                        <a16:creationId xmlns:a16="http://schemas.microsoft.com/office/drawing/2014/main" id="{5639C0F5-5081-3B41-B9D2-1EEDEA67E903}"/>
                      </a:ext>
                    </a:extLst>
                  </p:cNvPr>
                  <p:cNvSpPr/>
                  <p:nvPr/>
                </p:nvSpPr>
                <p:spPr>
                  <a:xfrm>
                    <a:off x="8519948" y="32067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C000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33" name="Freeform 532">
                    <a:extLst>
                      <a:ext uri="{FF2B5EF4-FFF2-40B4-BE49-F238E27FC236}">
                        <a16:creationId xmlns:a16="http://schemas.microsoft.com/office/drawing/2014/main" id="{58E7AD86-18B1-D04C-A608-C2C2C32D3025}"/>
                      </a:ext>
                    </a:extLst>
                  </p:cNvPr>
                  <p:cNvSpPr/>
                  <p:nvPr/>
                </p:nvSpPr>
                <p:spPr>
                  <a:xfrm>
                    <a:off x="7939341" y="32067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C000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34" name="Freeform 533">
                    <a:extLst>
                      <a:ext uri="{FF2B5EF4-FFF2-40B4-BE49-F238E27FC236}">
                        <a16:creationId xmlns:a16="http://schemas.microsoft.com/office/drawing/2014/main" id="{5F37FABE-0C5E-BE4B-816C-434CDEF518C7}"/>
                      </a:ext>
                    </a:extLst>
                  </p:cNvPr>
                  <p:cNvSpPr/>
                  <p:nvPr/>
                </p:nvSpPr>
                <p:spPr>
                  <a:xfrm>
                    <a:off x="8047413" y="31234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rgbClr val="EC86A6"/>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510" name="Group 590">
                <a:extLst>
                  <a:ext uri="{FF2B5EF4-FFF2-40B4-BE49-F238E27FC236}">
                    <a16:creationId xmlns:a16="http://schemas.microsoft.com/office/drawing/2014/main" id="{D433E483-6A63-3749-A0B5-CDE5F0937038}"/>
                  </a:ext>
                </a:extLst>
              </p:cNvPr>
              <p:cNvGrpSpPr>
                <a:grpSpLocks/>
              </p:cNvGrpSpPr>
              <p:nvPr/>
            </p:nvGrpSpPr>
            <p:grpSpPr bwMode="auto">
              <a:xfrm flipH="1">
                <a:off x="10917985" y="3676610"/>
                <a:ext cx="649485" cy="571200"/>
                <a:chOff x="2839" y="3501"/>
                <a:chExt cx="755" cy="803"/>
              </a:xfrm>
            </p:grpSpPr>
            <p:pic>
              <p:nvPicPr>
                <p:cNvPr id="519" name="Picture 591" descr="desktop_computer_stylized_medium">
                  <a:extLst>
                    <a:ext uri="{FF2B5EF4-FFF2-40B4-BE49-F238E27FC236}">
                      <a16:creationId xmlns:a16="http://schemas.microsoft.com/office/drawing/2014/main" id="{872C8DF8-FDD2-1F45-920A-9065DA104B46}"/>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21" name="Freeform 592">
                  <a:extLst>
                    <a:ext uri="{FF2B5EF4-FFF2-40B4-BE49-F238E27FC236}">
                      <a16:creationId xmlns:a16="http://schemas.microsoft.com/office/drawing/2014/main" id="{B68FB3B0-1F09-9B49-ACA9-BE55166AFEE6}"/>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511" name="Group 590">
                <a:extLst>
                  <a:ext uri="{FF2B5EF4-FFF2-40B4-BE49-F238E27FC236}">
                    <a16:creationId xmlns:a16="http://schemas.microsoft.com/office/drawing/2014/main" id="{E3C29E7E-5870-D04F-802F-276AABC35A7D}"/>
                  </a:ext>
                </a:extLst>
              </p:cNvPr>
              <p:cNvGrpSpPr>
                <a:grpSpLocks/>
              </p:cNvGrpSpPr>
              <p:nvPr/>
            </p:nvGrpSpPr>
            <p:grpSpPr bwMode="auto">
              <a:xfrm flipH="1">
                <a:off x="10249542" y="4410101"/>
                <a:ext cx="649485" cy="571200"/>
                <a:chOff x="2839" y="3501"/>
                <a:chExt cx="755" cy="803"/>
              </a:xfrm>
            </p:grpSpPr>
            <p:pic>
              <p:nvPicPr>
                <p:cNvPr id="516" name="Picture 591" descr="desktop_computer_stylized_medium">
                  <a:extLst>
                    <a:ext uri="{FF2B5EF4-FFF2-40B4-BE49-F238E27FC236}">
                      <a16:creationId xmlns:a16="http://schemas.microsoft.com/office/drawing/2014/main" id="{4E2E3CDB-8AAD-1C43-BC56-67106497837D}"/>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8" name="Freeform 592">
                  <a:extLst>
                    <a:ext uri="{FF2B5EF4-FFF2-40B4-BE49-F238E27FC236}">
                      <a16:creationId xmlns:a16="http://schemas.microsoft.com/office/drawing/2014/main" id="{CED3A19C-2D17-F345-AF9E-396B480DA486}"/>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512" name="Group 590">
                <a:extLst>
                  <a:ext uri="{FF2B5EF4-FFF2-40B4-BE49-F238E27FC236}">
                    <a16:creationId xmlns:a16="http://schemas.microsoft.com/office/drawing/2014/main" id="{6F4F6FB6-D521-2547-A64E-23DBD821A6F5}"/>
                  </a:ext>
                </a:extLst>
              </p:cNvPr>
              <p:cNvGrpSpPr>
                <a:grpSpLocks/>
              </p:cNvGrpSpPr>
              <p:nvPr/>
            </p:nvGrpSpPr>
            <p:grpSpPr bwMode="auto">
              <a:xfrm flipH="1">
                <a:off x="10797829" y="4748945"/>
                <a:ext cx="649485" cy="571200"/>
                <a:chOff x="2839" y="3501"/>
                <a:chExt cx="755" cy="803"/>
              </a:xfrm>
            </p:grpSpPr>
            <p:pic>
              <p:nvPicPr>
                <p:cNvPr id="513" name="Picture 591" descr="desktop_computer_stylized_medium">
                  <a:extLst>
                    <a:ext uri="{FF2B5EF4-FFF2-40B4-BE49-F238E27FC236}">
                      <a16:creationId xmlns:a16="http://schemas.microsoft.com/office/drawing/2014/main" id="{259939A2-EF0D-0849-87E5-C30B512ABCC5}"/>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5" name="Freeform 592">
                  <a:extLst>
                    <a:ext uri="{FF2B5EF4-FFF2-40B4-BE49-F238E27FC236}">
                      <a16:creationId xmlns:a16="http://schemas.microsoft.com/office/drawing/2014/main" id="{969549B6-E8D9-F346-B4D3-531B6A248E8C}"/>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grpSp>
          <p:nvGrpSpPr>
            <p:cNvPr id="266" name="Group 265">
              <a:extLst>
                <a:ext uri="{FF2B5EF4-FFF2-40B4-BE49-F238E27FC236}">
                  <a16:creationId xmlns:a16="http://schemas.microsoft.com/office/drawing/2014/main" id="{CED303F0-222E-5244-A993-7309936A6DDE}"/>
                </a:ext>
              </a:extLst>
            </p:cNvPr>
            <p:cNvGrpSpPr/>
            <p:nvPr/>
          </p:nvGrpSpPr>
          <p:grpSpPr>
            <a:xfrm>
              <a:off x="8229600" y="5199782"/>
              <a:ext cx="1923291" cy="1159453"/>
              <a:chOff x="9874069" y="4049856"/>
              <a:chExt cx="1165513" cy="683960"/>
            </a:xfrm>
          </p:grpSpPr>
          <p:pic>
            <p:nvPicPr>
              <p:cNvPr id="414" name="Picture 781" descr="antenna_radiation_stylized">
                <a:extLst>
                  <a:ext uri="{FF2B5EF4-FFF2-40B4-BE49-F238E27FC236}">
                    <a16:creationId xmlns:a16="http://schemas.microsoft.com/office/drawing/2014/main" id="{A7825C18-3A75-0543-A6DF-CD0EBCC84819}"/>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253455" y="4053920"/>
                <a:ext cx="452014" cy="951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34" name="Picture 780" descr="access_point_stylized_small">
                <a:extLst>
                  <a:ext uri="{FF2B5EF4-FFF2-40B4-BE49-F238E27FC236}">
                    <a16:creationId xmlns:a16="http://schemas.microsoft.com/office/drawing/2014/main" id="{00B2B9D6-136E-8F44-9D1F-73D9678EE5E0}"/>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301992" y="4097214"/>
                <a:ext cx="380935" cy="3174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435" name="Group 850">
                <a:extLst>
                  <a:ext uri="{FF2B5EF4-FFF2-40B4-BE49-F238E27FC236}">
                    <a16:creationId xmlns:a16="http://schemas.microsoft.com/office/drawing/2014/main" id="{55D7AFE3-491A-0F41-845E-73BE57A57999}"/>
                  </a:ext>
                </a:extLst>
              </p:cNvPr>
              <p:cNvGrpSpPr>
                <a:grpSpLocks/>
              </p:cNvGrpSpPr>
              <p:nvPr/>
            </p:nvGrpSpPr>
            <p:grpSpPr bwMode="auto">
              <a:xfrm>
                <a:off x="10257306" y="4049856"/>
                <a:ext cx="450526" cy="96315"/>
                <a:chOff x="2199" y="955"/>
                <a:chExt cx="2547" cy="506"/>
              </a:xfrm>
            </p:grpSpPr>
            <p:sp>
              <p:nvSpPr>
                <p:cNvPr id="500" name="Freeform 851">
                  <a:extLst>
                    <a:ext uri="{FF2B5EF4-FFF2-40B4-BE49-F238E27FC236}">
                      <a16:creationId xmlns:a16="http://schemas.microsoft.com/office/drawing/2014/main" id="{F966C65E-4602-0C4E-BE21-449A027F5233}"/>
                    </a:ext>
                  </a:extLst>
                </p:cNvPr>
                <p:cNvSpPr>
                  <a:spLocks/>
                </p:cNvSpPr>
                <p:nvPr/>
              </p:nvSpPr>
              <p:spPr bwMode="auto">
                <a:xfrm>
                  <a:off x="2199" y="1166"/>
                  <a:ext cx="260" cy="281"/>
                </a:xfrm>
                <a:custGeom>
                  <a:avLst/>
                  <a:gdLst>
                    <a:gd name="T0" fmla="*/ 260 w 260"/>
                    <a:gd name="T1" fmla="*/ 0 h 281"/>
                    <a:gd name="T2" fmla="*/ 42 w 260"/>
                    <a:gd name="T3" fmla="*/ 112 h 281"/>
                    <a:gd name="T4" fmla="*/ 35 w 260"/>
                    <a:gd name="T5" fmla="*/ 211 h 281"/>
                    <a:gd name="T6" fmla="*/ 253 w 260"/>
                    <a:gd name="T7" fmla="*/ 281 h 28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0" h="281">
                      <a:moveTo>
                        <a:pt x="260" y="0"/>
                      </a:moveTo>
                      <a:cubicBezTo>
                        <a:pt x="224" y="19"/>
                        <a:pt x="79" y="77"/>
                        <a:pt x="42" y="112"/>
                      </a:cubicBezTo>
                      <a:cubicBezTo>
                        <a:pt x="5" y="143"/>
                        <a:pt x="0" y="183"/>
                        <a:pt x="35" y="211"/>
                      </a:cubicBezTo>
                      <a:cubicBezTo>
                        <a:pt x="70" y="239"/>
                        <a:pt x="208" y="266"/>
                        <a:pt x="253" y="281"/>
                      </a:cubicBezTo>
                    </a:path>
                  </a:pathLst>
                </a:custGeom>
                <a:noFill/>
                <a:ln w="12700"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01" name="Freeform 852">
                  <a:extLst>
                    <a:ext uri="{FF2B5EF4-FFF2-40B4-BE49-F238E27FC236}">
                      <a16:creationId xmlns:a16="http://schemas.microsoft.com/office/drawing/2014/main" id="{F970640B-3A9E-5441-BC12-EE66BC8489A0}"/>
                    </a:ext>
                  </a:extLst>
                </p:cNvPr>
                <p:cNvSpPr>
                  <a:spLocks/>
                </p:cNvSpPr>
                <p:nvPr/>
              </p:nvSpPr>
              <p:spPr bwMode="auto">
                <a:xfrm>
                  <a:off x="2482" y="1040"/>
                  <a:ext cx="900" cy="421"/>
                </a:xfrm>
                <a:custGeom>
                  <a:avLst/>
                  <a:gdLst>
                    <a:gd name="T0" fmla="*/ 531 w 900"/>
                    <a:gd name="T1" fmla="*/ 0 h 421"/>
                    <a:gd name="T2" fmla="*/ 279 w 900"/>
                    <a:gd name="T3" fmla="*/ 77 h 421"/>
                    <a:gd name="T4" fmla="*/ 68 w 900"/>
                    <a:gd name="T5" fmla="*/ 182 h 421"/>
                    <a:gd name="T6" fmla="*/ 33 w 900"/>
                    <a:gd name="T7" fmla="*/ 323 h 421"/>
                    <a:gd name="T8" fmla="*/ 328 w 900"/>
                    <a:gd name="T9" fmla="*/ 400 h 421"/>
                    <a:gd name="T10" fmla="*/ 812 w 900"/>
                    <a:gd name="T11" fmla="*/ 421 h 421"/>
                    <a:gd name="T12" fmla="*/ 855 w 900"/>
                    <a:gd name="T13" fmla="*/ 400 h 42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00" h="421">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w="12700"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02" name="Freeform 853">
                  <a:extLst>
                    <a:ext uri="{FF2B5EF4-FFF2-40B4-BE49-F238E27FC236}">
                      <a16:creationId xmlns:a16="http://schemas.microsoft.com/office/drawing/2014/main" id="{4D1F8A5D-B984-3941-8162-CBC784976CF3}"/>
                    </a:ext>
                  </a:extLst>
                </p:cNvPr>
                <p:cNvSpPr>
                  <a:spLocks/>
                </p:cNvSpPr>
                <p:nvPr/>
              </p:nvSpPr>
              <p:spPr bwMode="auto">
                <a:xfrm>
                  <a:off x="2782" y="1068"/>
                  <a:ext cx="428" cy="269"/>
                </a:xfrm>
                <a:custGeom>
                  <a:avLst/>
                  <a:gdLst>
                    <a:gd name="T0" fmla="*/ 428 w 428"/>
                    <a:gd name="T1" fmla="*/ 0 h 269"/>
                    <a:gd name="T2" fmla="*/ 217 w 428"/>
                    <a:gd name="T3" fmla="*/ 35 h 269"/>
                    <a:gd name="T4" fmla="*/ 21 w 428"/>
                    <a:gd name="T5" fmla="*/ 140 h 269"/>
                    <a:gd name="T6" fmla="*/ 91 w 428"/>
                    <a:gd name="T7" fmla="*/ 246 h 269"/>
                    <a:gd name="T8" fmla="*/ 231 w 428"/>
                    <a:gd name="T9" fmla="*/ 267 h 269"/>
                    <a:gd name="T10" fmla="*/ 414 w 428"/>
                    <a:gd name="T11" fmla="*/ 260 h 2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28" h="269">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w="12700"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03" name="Freeform 854">
                  <a:extLst>
                    <a:ext uri="{FF2B5EF4-FFF2-40B4-BE49-F238E27FC236}">
                      <a16:creationId xmlns:a16="http://schemas.microsoft.com/office/drawing/2014/main" id="{81F815F2-BBBE-F048-946C-E2F160ACF985}"/>
                    </a:ext>
                  </a:extLst>
                </p:cNvPr>
                <p:cNvSpPr>
                  <a:spLocks/>
                </p:cNvSpPr>
                <p:nvPr/>
              </p:nvSpPr>
              <p:spPr bwMode="auto">
                <a:xfrm>
                  <a:off x="3554" y="1075"/>
                  <a:ext cx="377" cy="239"/>
                </a:xfrm>
                <a:custGeom>
                  <a:avLst/>
                  <a:gdLst>
                    <a:gd name="T0" fmla="*/ 42 w 377"/>
                    <a:gd name="T1" fmla="*/ 239 h 239"/>
                    <a:gd name="T2" fmla="*/ 335 w 377"/>
                    <a:gd name="T3" fmla="*/ 146 h 239"/>
                    <a:gd name="T4" fmla="*/ 342 w 377"/>
                    <a:gd name="T5" fmla="*/ 47 h 239"/>
                    <a:gd name="T6" fmla="*/ 0 w 377"/>
                    <a:gd name="T7" fmla="*/ 0 h 23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77" h="239">
                      <a:moveTo>
                        <a:pt x="42" y="239"/>
                      </a:moveTo>
                      <a:cubicBezTo>
                        <a:pt x="89" y="224"/>
                        <a:pt x="285" y="178"/>
                        <a:pt x="335" y="146"/>
                      </a:cubicBezTo>
                      <a:cubicBezTo>
                        <a:pt x="372" y="115"/>
                        <a:pt x="377" y="75"/>
                        <a:pt x="342" y="47"/>
                      </a:cubicBezTo>
                      <a:cubicBezTo>
                        <a:pt x="286" y="23"/>
                        <a:pt x="71" y="10"/>
                        <a:pt x="0" y="0"/>
                      </a:cubicBezTo>
                    </a:path>
                  </a:pathLst>
                </a:custGeom>
                <a:noFill/>
                <a:ln w="12700"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04" name="Freeform 855">
                  <a:extLst>
                    <a:ext uri="{FF2B5EF4-FFF2-40B4-BE49-F238E27FC236}">
                      <a16:creationId xmlns:a16="http://schemas.microsoft.com/office/drawing/2014/main" id="{401DE888-B65E-C948-AFD1-FE211E0E5201}"/>
                    </a:ext>
                  </a:extLst>
                </p:cNvPr>
                <p:cNvSpPr>
                  <a:spLocks/>
                </p:cNvSpPr>
                <p:nvPr/>
              </p:nvSpPr>
              <p:spPr bwMode="auto">
                <a:xfrm>
                  <a:off x="3646" y="997"/>
                  <a:ext cx="660" cy="336"/>
                </a:xfrm>
                <a:custGeom>
                  <a:avLst/>
                  <a:gdLst>
                    <a:gd name="T0" fmla="*/ 390 w 646"/>
                    <a:gd name="T1" fmla="*/ 592 h 300"/>
                    <a:gd name="T2" fmla="*/ 555 w 646"/>
                    <a:gd name="T3" fmla="*/ 501 h 300"/>
                    <a:gd name="T4" fmla="*/ 690 w 646"/>
                    <a:gd name="T5" fmla="*/ 377 h 300"/>
                    <a:gd name="T6" fmla="*/ 713 w 646"/>
                    <a:gd name="T7" fmla="*/ 211 h 300"/>
                    <a:gd name="T8" fmla="*/ 522 w 646"/>
                    <a:gd name="T9" fmla="*/ 119 h 300"/>
                    <a:gd name="T10" fmla="*/ 0 w 646"/>
                    <a:gd name="T11" fmla="*/ 0 h 3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46" h="300">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w="12700"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05" name="Freeform 856">
                  <a:extLst>
                    <a:ext uri="{FF2B5EF4-FFF2-40B4-BE49-F238E27FC236}">
                      <a16:creationId xmlns:a16="http://schemas.microsoft.com/office/drawing/2014/main" id="{0BF51E83-E31D-B44F-B45E-8F5E16572F58}"/>
                    </a:ext>
                  </a:extLst>
                </p:cNvPr>
                <p:cNvSpPr>
                  <a:spLocks/>
                </p:cNvSpPr>
                <p:nvPr/>
              </p:nvSpPr>
              <p:spPr bwMode="auto">
                <a:xfrm>
                  <a:off x="4116" y="955"/>
                  <a:ext cx="630" cy="397"/>
                </a:xfrm>
                <a:custGeom>
                  <a:avLst/>
                  <a:gdLst>
                    <a:gd name="T0" fmla="*/ 320 w 630"/>
                    <a:gd name="T1" fmla="*/ 397 h 397"/>
                    <a:gd name="T2" fmla="*/ 468 w 630"/>
                    <a:gd name="T3" fmla="*/ 345 h 397"/>
                    <a:gd name="T4" fmla="*/ 590 w 630"/>
                    <a:gd name="T5" fmla="*/ 275 h 397"/>
                    <a:gd name="T6" fmla="*/ 611 w 630"/>
                    <a:gd name="T7" fmla="*/ 181 h 397"/>
                    <a:gd name="T8" fmla="*/ 439 w 630"/>
                    <a:gd name="T9" fmla="*/ 129 h 397"/>
                    <a:gd name="T10" fmla="*/ 0 w 630"/>
                    <a:gd name="T11" fmla="*/ 0 h 39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30" h="397">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w="12700"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436" name="Group 435">
                <a:extLst>
                  <a:ext uri="{FF2B5EF4-FFF2-40B4-BE49-F238E27FC236}">
                    <a16:creationId xmlns:a16="http://schemas.microsoft.com/office/drawing/2014/main" id="{D5751695-2861-FD47-8A0E-1F97388A9181}"/>
                  </a:ext>
                </a:extLst>
              </p:cNvPr>
              <p:cNvGrpSpPr/>
              <p:nvPr/>
            </p:nvGrpSpPr>
            <p:grpSpPr>
              <a:xfrm>
                <a:off x="9874069" y="4284324"/>
                <a:ext cx="406937" cy="372436"/>
                <a:chOff x="7341491" y="2307905"/>
                <a:chExt cx="509280" cy="439573"/>
              </a:xfrm>
            </p:grpSpPr>
            <p:grpSp>
              <p:nvGrpSpPr>
                <p:cNvPr id="469" name="Group 468">
                  <a:extLst>
                    <a:ext uri="{FF2B5EF4-FFF2-40B4-BE49-F238E27FC236}">
                      <a16:creationId xmlns:a16="http://schemas.microsoft.com/office/drawing/2014/main" id="{3E4EB07F-3B58-EF40-B44B-DA38BC38CDFE}"/>
                    </a:ext>
                  </a:extLst>
                </p:cNvPr>
                <p:cNvGrpSpPr/>
                <p:nvPr/>
              </p:nvGrpSpPr>
              <p:grpSpPr>
                <a:xfrm>
                  <a:off x="7341491" y="2426725"/>
                  <a:ext cx="509280" cy="320753"/>
                  <a:chOff x="7458407" y="2414528"/>
                  <a:chExt cx="509280" cy="320753"/>
                </a:xfrm>
              </p:grpSpPr>
              <p:pic>
                <p:nvPicPr>
                  <p:cNvPr id="478" name="Picture 1018" descr="laptop_keyboard">
                    <a:extLst>
                      <a:ext uri="{FF2B5EF4-FFF2-40B4-BE49-F238E27FC236}">
                        <a16:creationId xmlns:a16="http://schemas.microsoft.com/office/drawing/2014/main" id="{032DC61A-E49E-4941-A6AB-575FC7F2D32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rot="109064" flipH="1">
                    <a:off x="7458407" y="2575770"/>
                    <a:ext cx="437221" cy="1595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79" name="Freeform 1019">
                    <a:extLst>
                      <a:ext uri="{FF2B5EF4-FFF2-40B4-BE49-F238E27FC236}">
                        <a16:creationId xmlns:a16="http://schemas.microsoft.com/office/drawing/2014/main" id="{741AEBEB-99B3-BB43-8D71-9C2929E135A6}"/>
                      </a:ext>
                    </a:extLst>
                  </p:cNvPr>
                  <p:cNvSpPr>
                    <a:spLocks/>
                  </p:cNvSpPr>
                  <p:nvPr/>
                </p:nvSpPr>
                <p:spPr bwMode="auto">
                  <a:xfrm>
                    <a:off x="7603304" y="2420984"/>
                    <a:ext cx="351919" cy="208167"/>
                  </a:xfrm>
                  <a:custGeom>
                    <a:avLst/>
                    <a:gdLst>
                      <a:gd name="T0" fmla="*/ 775798119 w 2982"/>
                      <a:gd name="T1" fmla="*/ 0 h 2442"/>
                      <a:gd name="T2" fmla="*/ 0 w 2982"/>
                      <a:gd name="T3" fmla="*/ 211226083 h 2442"/>
                      <a:gd name="T4" fmla="*/ 2147483646 w 2982"/>
                      <a:gd name="T5" fmla="*/ 263880059 h 2442"/>
                      <a:gd name="T6" fmla="*/ 2147483646 w 2982"/>
                      <a:gd name="T7" fmla="*/ 52653891 h 2442"/>
                      <a:gd name="T8" fmla="*/ 775798119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480" name="Picture 1020" descr="screen">
                    <a:extLst>
                      <a:ext uri="{FF2B5EF4-FFF2-40B4-BE49-F238E27FC236}">
                        <a16:creationId xmlns:a16="http://schemas.microsoft.com/office/drawing/2014/main" id="{1B4123BB-C943-744C-8B67-89E266818246}"/>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620637" y="2426338"/>
                    <a:ext cx="319785" cy="1894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1" name="Freeform 1021">
                    <a:extLst>
                      <a:ext uri="{FF2B5EF4-FFF2-40B4-BE49-F238E27FC236}">
                        <a16:creationId xmlns:a16="http://schemas.microsoft.com/office/drawing/2014/main" id="{FF6D3575-1FD0-4546-8B92-CA8E53118260}"/>
                      </a:ext>
                    </a:extLst>
                  </p:cNvPr>
                  <p:cNvSpPr>
                    <a:spLocks/>
                  </p:cNvSpPr>
                  <p:nvPr/>
                </p:nvSpPr>
                <p:spPr bwMode="auto">
                  <a:xfrm>
                    <a:off x="7667378" y="2414843"/>
                    <a:ext cx="298167" cy="38736"/>
                  </a:xfrm>
                  <a:custGeom>
                    <a:avLst/>
                    <a:gdLst>
                      <a:gd name="T0" fmla="*/ 193616298 w 2528"/>
                      <a:gd name="T1" fmla="*/ 0 h 455"/>
                      <a:gd name="T2" fmla="*/ 2147483646 w 2528"/>
                      <a:gd name="T3" fmla="*/ 52445139 h 455"/>
                      <a:gd name="T4" fmla="*/ 2147483646 w 2528"/>
                      <a:gd name="T5" fmla="*/ 52445139 h 455"/>
                      <a:gd name="T6" fmla="*/ 0 w 2528"/>
                      <a:gd name="T7" fmla="*/ 52445139 h 455"/>
                      <a:gd name="T8" fmla="*/ 193616298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82" name="Freeform 1022">
                    <a:extLst>
                      <a:ext uri="{FF2B5EF4-FFF2-40B4-BE49-F238E27FC236}">
                        <a16:creationId xmlns:a16="http://schemas.microsoft.com/office/drawing/2014/main" id="{B870A336-D5A4-2A40-9246-48263F1165FB}"/>
                      </a:ext>
                    </a:extLst>
                  </p:cNvPr>
                  <p:cNvSpPr>
                    <a:spLocks/>
                  </p:cNvSpPr>
                  <p:nvPr/>
                </p:nvSpPr>
                <p:spPr bwMode="auto">
                  <a:xfrm>
                    <a:off x="7600188" y="2414528"/>
                    <a:ext cx="82770" cy="161243"/>
                  </a:xfrm>
                  <a:custGeom>
                    <a:avLst/>
                    <a:gdLst>
                      <a:gd name="T0" fmla="*/ 773664160 w 702"/>
                      <a:gd name="T1" fmla="*/ 0 h 1893"/>
                      <a:gd name="T2" fmla="*/ 0 w 702"/>
                      <a:gd name="T3" fmla="*/ 210739916 h 1893"/>
                      <a:gd name="T4" fmla="*/ 193416040 w 702"/>
                      <a:gd name="T5" fmla="*/ 210739916 h 1893"/>
                      <a:gd name="T6" fmla="*/ 967080200 w 702"/>
                      <a:gd name="T7" fmla="*/ 52529017 h 1893"/>
                      <a:gd name="T8" fmla="*/ 773664160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83" name="Freeform 1023">
                    <a:extLst>
                      <a:ext uri="{FF2B5EF4-FFF2-40B4-BE49-F238E27FC236}">
                        <a16:creationId xmlns:a16="http://schemas.microsoft.com/office/drawing/2014/main" id="{1422FA6F-B293-CC47-8035-BFAEE2036193}"/>
                      </a:ext>
                    </a:extLst>
                  </p:cNvPr>
                  <p:cNvSpPr>
                    <a:spLocks/>
                  </p:cNvSpPr>
                  <p:nvPr/>
                </p:nvSpPr>
                <p:spPr bwMode="auto">
                  <a:xfrm>
                    <a:off x="7874205" y="2443344"/>
                    <a:ext cx="89197" cy="186122"/>
                  </a:xfrm>
                  <a:custGeom>
                    <a:avLst/>
                    <a:gdLst>
                      <a:gd name="T0" fmla="*/ 969024527 w 756"/>
                      <a:gd name="T1" fmla="*/ 0 h 2184"/>
                      <a:gd name="T2" fmla="*/ 193802074 w 756"/>
                      <a:gd name="T3" fmla="*/ 263660221 h 2184"/>
                      <a:gd name="T4" fmla="*/ 0 w 756"/>
                      <a:gd name="T5" fmla="*/ 263660221 h 2184"/>
                      <a:gd name="T6" fmla="*/ 775222454 w 756"/>
                      <a:gd name="T7" fmla="*/ 52610059 h 2184"/>
                      <a:gd name="T8" fmla="*/ 969024527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84" name="Freeform 1024">
                    <a:extLst>
                      <a:ext uri="{FF2B5EF4-FFF2-40B4-BE49-F238E27FC236}">
                        <a16:creationId xmlns:a16="http://schemas.microsoft.com/office/drawing/2014/main" id="{977DE91F-7E9A-CD4C-BBFE-1E362481F537}"/>
                      </a:ext>
                    </a:extLst>
                  </p:cNvPr>
                  <p:cNvSpPr>
                    <a:spLocks/>
                  </p:cNvSpPr>
                  <p:nvPr/>
                </p:nvSpPr>
                <p:spPr bwMode="auto">
                  <a:xfrm>
                    <a:off x="7599214" y="2567582"/>
                    <a:ext cx="327185" cy="62828"/>
                  </a:xfrm>
                  <a:custGeom>
                    <a:avLst/>
                    <a:gdLst>
                      <a:gd name="T0" fmla="*/ 193829444 w 2773"/>
                      <a:gd name="T1" fmla="*/ 0 h 738"/>
                      <a:gd name="T2" fmla="*/ 0 w 2773"/>
                      <a:gd name="T3" fmla="*/ 52443587 h 738"/>
                      <a:gd name="T4" fmla="*/ 2147483646 w 2773"/>
                      <a:gd name="T5" fmla="*/ 104894411 h 738"/>
                      <a:gd name="T6" fmla="*/ 2147483646 w 2773"/>
                      <a:gd name="T7" fmla="*/ 52443587 h 738"/>
                      <a:gd name="T8" fmla="*/ 193829444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85" name="Freeform 1025">
                    <a:extLst>
                      <a:ext uri="{FF2B5EF4-FFF2-40B4-BE49-F238E27FC236}">
                        <a16:creationId xmlns:a16="http://schemas.microsoft.com/office/drawing/2014/main" id="{46DCAA87-03AE-994A-92BC-C124AFA107BF}"/>
                      </a:ext>
                    </a:extLst>
                  </p:cNvPr>
                  <p:cNvSpPr>
                    <a:spLocks/>
                  </p:cNvSpPr>
                  <p:nvPr/>
                </p:nvSpPr>
                <p:spPr bwMode="auto">
                  <a:xfrm>
                    <a:off x="7884138" y="2444918"/>
                    <a:ext cx="83549" cy="186909"/>
                  </a:xfrm>
                  <a:custGeom>
                    <a:avLst/>
                    <a:gdLst>
                      <a:gd name="T0" fmla="*/ 2147483646 w 637"/>
                      <a:gd name="T1" fmla="*/ 0 h 1659"/>
                      <a:gd name="T2" fmla="*/ 2147483646 w 637"/>
                      <a:gd name="T3" fmla="*/ 0 h 1659"/>
                      <a:gd name="T4" fmla="*/ 295581541 w 637"/>
                      <a:gd name="T5" fmla="*/ 2147483646 h 1659"/>
                      <a:gd name="T6" fmla="*/ 0 w 637"/>
                      <a:gd name="T7" fmla="*/ 2147483646 h 1659"/>
                      <a:gd name="T8" fmla="*/ 2147483646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86" name="Freeform 1026">
                    <a:extLst>
                      <a:ext uri="{FF2B5EF4-FFF2-40B4-BE49-F238E27FC236}">
                        <a16:creationId xmlns:a16="http://schemas.microsoft.com/office/drawing/2014/main" id="{DC0CE329-95EE-8144-9875-DA4FBB32ACFB}"/>
                      </a:ext>
                    </a:extLst>
                  </p:cNvPr>
                  <p:cNvSpPr>
                    <a:spLocks/>
                  </p:cNvSpPr>
                  <p:nvPr/>
                </p:nvSpPr>
                <p:spPr bwMode="auto">
                  <a:xfrm>
                    <a:off x="7599603" y="2575928"/>
                    <a:ext cx="290961" cy="62041"/>
                  </a:xfrm>
                  <a:custGeom>
                    <a:avLst/>
                    <a:gdLst>
                      <a:gd name="T0" fmla="*/ 0 w 2216"/>
                      <a:gd name="T1" fmla="*/ 0 h 550"/>
                      <a:gd name="T2" fmla="*/ 296523134 w 2216"/>
                      <a:gd name="T3" fmla="*/ 324379338 h 550"/>
                      <a:gd name="T4" fmla="*/ 2147483646 w 2216"/>
                      <a:gd name="T5" fmla="*/ 2147483646 h 550"/>
                      <a:gd name="T6" fmla="*/ 2147483646 w 2216"/>
                      <a:gd name="T7" fmla="*/ 2147483646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487" name="Group 1027">
                    <a:extLst>
                      <a:ext uri="{FF2B5EF4-FFF2-40B4-BE49-F238E27FC236}">
                        <a16:creationId xmlns:a16="http://schemas.microsoft.com/office/drawing/2014/main" id="{06F6AD5D-84F9-3648-9E54-96448E76BA13}"/>
                      </a:ext>
                    </a:extLst>
                  </p:cNvPr>
                  <p:cNvGrpSpPr>
                    <a:grpSpLocks/>
                  </p:cNvGrpSpPr>
                  <p:nvPr/>
                </p:nvGrpSpPr>
                <p:grpSpPr bwMode="auto">
                  <a:xfrm>
                    <a:off x="7594735" y="2642220"/>
                    <a:ext cx="98740" cy="36846"/>
                    <a:chOff x="1740" y="2642"/>
                    <a:chExt cx="752" cy="327"/>
                  </a:xfrm>
                </p:grpSpPr>
                <p:sp>
                  <p:nvSpPr>
                    <p:cNvPr id="494" name="Freeform 1028">
                      <a:extLst>
                        <a:ext uri="{FF2B5EF4-FFF2-40B4-BE49-F238E27FC236}">
                          <a16:creationId xmlns:a16="http://schemas.microsoft.com/office/drawing/2014/main" id="{0CBABEAE-3A8F-1E43-8427-3CE7367D0AA6}"/>
                        </a:ext>
                      </a:extLst>
                    </p:cNvPr>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95" name="Freeform 1029">
                      <a:extLst>
                        <a:ext uri="{FF2B5EF4-FFF2-40B4-BE49-F238E27FC236}">
                          <a16:creationId xmlns:a16="http://schemas.microsoft.com/office/drawing/2014/main" id="{530EEDCA-EC9D-9E43-B7E2-EACE522D5320}"/>
                        </a:ext>
                      </a:extLst>
                    </p:cNvPr>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96" name="Freeform 1030">
                      <a:extLst>
                        <a:ext uri="{FF2B5EF4-FFF2-40B4-BE49-F238E27FC236}">
                          <a16:creationId xmlns:a16="http://schemas.microsoft.com/office/drawing/2014/main" id="{F8981A58-6D1F-0A4D-8713-5E3C5AC2A4F8}"/>
                        </a:ext>
                      </a:extLst>
                    </p:cNvPr>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97" name="Freeform 1031">
                      <a:extLst>
                        <a:ext uri="{FF2B5EF4-FFF2-40B4-BE49-F238E27FC236}">
                          <a16:creationId xmlns:a16="http://schemas.microsoft.com/office/drawing/2014/main" id="{DD0C1F2E-4615-CF43-A943-A9418DAC9F9D}"/>
                        </a:ext>
                      </a:extLst>
                    </p:cNvPr>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98" name="Freeform 1032">
                      <a:extLst>
                        <a:ext uri="{FF2B5EF4-FFF2-40B4-BE49-F238E27FC236}">
                          <a16:creationId xmlns:a16="http://schemas.microsoft.com/office/drawing/2014/main" id="{808B9297-AFFC-984F-B0AC-13FB540AF556}"/>
                        </a:ext>
                      </a:extLst>
                    </p:cNvPr>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99" name="Freeform 1033">
                      <a:extLst>
                        <a:ext uri="{FF2B5EF4-FFF2-40B4-BE49-F238E27FC236}">
                          <a16:creationId xmlns:a16="http://schemas.microsoft.com/office/drawing/2014/main" id="{6C71B69D-A351-8643-B6E6-F4536269D8F0}"/>
                        </a:ext>
                      </a:extLst>
                    </p:cNvPr>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488" name="Freeform 1034">
                    <a:extLst>
                      <a:ext uri="{FF2B5EF4-FFF2-40B4-BE49-F238E27FC236}">
                        <a16:creationId xmlns:a16="http://schemas.microsoft.com/office/drawing/2014/main" id="{EE840DC1-0BE8-6646-8DEB-5C4EA94966F6}"/>
                      </a:ext>
                    </a:extLst>
                  </p:cNvPr>
                  <p:cNvSpPr>
                    <a:spLocks/>
                  </p:cNvSpPr>
                  <p:nvPr/>
                </p:nvSpPr>
                <p:spPr bwMode="auto">
                  <a:xfrm>
                    <a:off x="7763780" y="2647731"/>
                    <a:ext cx="119578" cy="80936"/>
                  </a:xfrm>
                  <a:custGeom>
                    <a:avLst/>
                    <a:gdLst>
                      <a:gd name="T0" fmla="*/ 213221464 w 990"/>
                      <a:gd name="T1" fmla="*/ 1090686587 h 792"/>
                      <a:gd name="T2" fmla="*/ 1915477586 w 990"/>
                      <a:gd name="T3" fmla="*/ 0 h 792"/>
                      <a:gd name="T4" fmla="*/ 1915477586 w 990"/>
                      <a:gd name="T5" fmla="*/ 108859840 h 792"/>
                      <a:gd name="T6" fmla="*/ 0 w 990"/>
                      <a:gd name="T7" fmla="*/ 1090686587 h 792"/>
                      <a:gd name="T8" fmla="*/ 213221464 w 990"/>
                      <a:gd name="T9" fmla="*/ 1090686587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89" name="Freeform 1035">
                    <a:extLst>
                      <a:ext uri="{FF2B5EF4-FFF2-40B4-BE49-F238E27FC236}">
                        <a16:creationId xmlns:a16="http://schemas.microsoft.com/office/drawing/2014/main" id="{BABA7F00-DA52-2E49-BB76-B5A5F5595AC5}"/>
                      </a:ext>
                    </a:extLst>
                  </p:cNvPr>
                  <p:cNvSpPr>
                    <a:spLocks/>
                  </p:cNvSpPr>
                  <p:nvPr/>
                </p:nvSpPr>
                <p:spPr bwMode="auto">
                  <a:xfrm>
                    <a:off x="7458602" y="2654187"/>
                    <a:ext cx="305957" cy="73850"/>
                  </a:xfrm>
                  <a:custGeom>
                    <a:avLst/>
                    <a:gdLst>
                      <a:gd name="T0" fmla="*/ 213486572 w 2532"/>
                      <a:gd name="T1" fmla="*/ 0 h 723"/>
                      <a:gd name="T2" fmla="*/ 213486572 w 2532"/>
                      <a:gd name="T3" fmla="*/ 0 h 723"/>
                      <a:gd name="T4" fmla="*/ 2147483646 w 2532"/>
                      <a:gd name="T5" fmla="*/ 979380008 h 723"/>
                      <a:gd name="T6" fmla="*/ 2147483646 w 2532"/>
                      <a:gd name="T7" fmla="*/ 1088085165 h 723"/>
                      <a:gd name="T8" fmla="*/ 0 w 2532"/>
                      <a:gd name="T9" fmla="*/ 108705259 h 723"/>
                      <a:gd name="T10" fmla="*/ 213486572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90" name="Freeform 1036">
                    <a:extLst>
                      <a:ext uri="{FF2B5EF4-FFF2-40B4-BE49-F238E27FC236}">
                        <a16:creationId xmlns:a16="http://schemas.microsoft.com/office/drawing/2014/main" id="{A21E46CA-0E1F-2E4E-8894-6A9675A749A6}"/>
                      </a:ext>
                    </a:extLst>
                  </p:cNvPr>
                  <p:cNvSpPr>
                    <a:spLocks/>
                  </p:cNvSpPr>
                  <p:nvPr/>
                </p:nvSpPr>
                <p:spPr bwMode="auto">
                  <a:xfrm>
                    <a:off x="7458797" y="2640645"/>
                    <a:ext cx="3311" cy="14959"/>
                  </a:xfrm>
                  <a:custGeom>
                    <a:avLst/>
                    <a:gdLst>
                      <a:gd name="T0" fmla="*/ 262278191 w 26"/>
                      <a:gd name="T1" fmla="*/ 107489981 h 147"/>
                      <a:gd name="T2" fmla="*/ 262278191 w 26"/>
                      <a:gd name="T3" fmla="*/ 214969480 h 147"/>
                      <a:gd name="T4" fmla="*/ 0 w 26"/>
                      <a:gd name="T5" fmla="*/ 214969480 h 147"/>
                      <a:gd name="T6" fmla="*/ 262278191 w 26"/>
                      <a:gd name="T7" fmla="*/ 0 h 147"/>
                      <a:gd name="T8" fmla="*/ 262278191 w 26"/>
                      <a:gd name="T9" fmla="*/ 107489981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91" name="Freeform 1037">
                    <a:extLst>
                      <a:ext uri="{FF2B5EF4-FFF2-40B4-BE49-F238E27FC236}">
                        <a16:creationId xmlns:a16="http://schemas.microsoft.com/office/drawing/2014/main" id="{F41B4260-C5B0-DC41-92A3-C9AABDF866F9}"/>
                      </a:ext>
                    </a:extLst>
                  </p:cNvPr>
                  <p:cNvSpPr>
                    <a:spLocks/>
                  </p:cNvSpPr>
                  <p:nvPr/>
                </p:nvSpPr>
                <p:spPr bwMode="auto">
                  <a:xfrm>
                    <a:off x="7458992" y="2579707"/>
                    <a:ext cx="142170" cy="61883"/>
                  </a:xfrm>
                  <a:custGeom>
                    <a:avLst/>
                    <a:gdLst>
                      <a:gd name="T0" fmla="*/ 2136125890 w 1176"/>
                      <a:gd name="T1" fmla="*/ 0 h 606"/>
                      <a:gd name="T2" fmla="*/ 0 w 1176"/>
                      <a:gd name="T3" fmla="*/ 870000945 h 606"/>
                      <a:gd name="T4" fmla="*/ 213789467 w 1176"/>
                      <a:gd name="T5" fmla="*/ 870000945 h 606"/>
                      <a:gd name="T6" fmla="*/ 2136125890 w 1176"/>
                      <a:gd name="T7" fmla="*/ 108617123 h 606"/>
                      <a:gd name="T8" fmla="*/ 2136125890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92" name="Freeform 1038">
                    <a:extLst>
                      <a:ext uri="{FF2B5EF4-FFF2-40B4-BE49-F238E27FC236}">
                        <a16:creationId xmlns:a16="http://schemas.microsoft.com/office/drawing/2014/main" id="{7BD35E16-08BD-5744-8C23-DC1C1F54C1E6}"/>
                      </a:ext>
                    </a:extLst>
                  </p:cNvPr>
                  <p:cNvSpPr>
                    <a:spLocks/>
                  </p:cNvSpPr>
                  <p:nvPr/>
                </p:nvSpPr>
                <p:spPr bwMode="auto">
                  <a:xfrm>
                    <a:off x="7468535" y="2643795"/>
                    <a:ext cx="290182" cy="71016"/>
                  </a:xfrm>
                  <a:custGeom>
                    <a:avLst/>
                    <a:gdLst>
                      <a:gd name="T0" fmla="*/ 173112702 w 2532"/>
                      <a:gd name="T1" fmla="*/ 0 h 723"/>
                      <a:gd name="T2" fmla="*/ 173112702 w 2532"/>
                      <a:gd name="T3" fmla="*/ 0 h 723"/>
                      <a:gd name="T4" fmla="*/ 2069773885 w 2532"/>
                      <a:gd name="T5" fmla="*/ 558173482 h 723"/>
                      <a:gd name="T6" fmla="*/ 2069773885 w 2532"/>
                      <a:gd name="T7" fmla="*/ 558173482 h 723"/>
                      <a:gd name="T8" fmla="*/ 0 w 2532"/>
                      <a:gd name="T9" fmla="*/ 92871346 h 723"/>
                      <a:gd name="T10" fmla="*/ 173112702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93" name="Freeform 1039">
                    <a:extLst>
                      <a:ext uri="{FF2B5EF4-FFF2-40B4-BE49-F238E27FC236}">
                        <a16:creationId xmlns:a16="http://schemas.microsoft.com/office/drawing/2014/main" id="{BE751657-56F1-4448-866D-BF6DD807075E}"/>
                      </a:ext>
                    </a:extLst>
                  </p:cNvPr>
                  <p:cNvSpPr>
                    <a:spLocks/>
                  </p:cNvSpPr>
                  <p:nvPr/>
                </p:nvSpPr>
                <p:spPr bwMode="auto">
                  <a:xfrm flipV="1">
                    <a:off x="7758327" y="2638756"/>
                    <a:ext cx="118410" cy="73535"/>
                  </a:xfrm>
                  <a:custGeom>
                    <a:avLst/>
                    <a:gdLst>
                      <a:gd name="T0" fmla="*/ 0 w 2532"/>
                      <a:gd name="T1" fmla="*/ 0 h 723"/>
                      <a:gd name="T2" fmla="*/ 0 w 2532"/>
                      <a:gd name="T3" fmla="*/ 0 h 723"/>
                      <a:gd name="T4" fmla="*/ 0 w 2532"/>
                      <a:gd name="T5" fmla="*/ 962694895 h 723"/>
                      <a:gd name="T6" fmla="*/ 0 w 2532"/>
                      <a:gd name="T7" fmla="*/ 962694895 h 723"/>
                      <a:gd name="T8" fmla="*/ 0 w 2532"/>
                      <a:gd name="T9" fmla="*/ 107314314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470" name="Group 850">
                  <a:extLst>
                    <a:ext uri="{FF2B5EF4-FFF2-40B4-BE49-F238E27FC236}">
                      <a16:creationId xmlns:a16="http://schemas.microsoft.com/office/drawing/2014/main" id="{41FF5206-8939-DB4A-AFCB-28FE4AFEC2A6}"/>
                    </a:ext>
                  </a:extLst>
                </p:cNvPr>
                <p:cNvGrpSpPr>
                  <a:grpSpLocks/>
                </p:cNvGrpSpPr>
                <p:nvPr/>
              </p:nvGrpSpPr>
              <p:grpSpPr bwMode="auto">
                <a:xfrm>
                  <a:off x="7408527" y="2307905"/>
                  <a:ext cx="399726" cy="74090"/>
                  <a:chOff x="2199" y="955"/>
                  <a:chExt cx="2547" cy="506"/>
                </a:xfrm>
              </p:grpSpPr>
              <p:sp>
                <p:nvSpPr>
                  <p:cNvPr id="472" name="Freeform 851">
                    <a:extLst>
                      <a:ext uri="{FF2B5EF4-FFF2-40B4-BE49-F238E27FC236}">
                        <a16:creationId xmlns:a16="http://schemas.microsoft.com/office/drawing/2014/main" id="{5806E134-9C32-BD43-BDEE-5A50AA482EB5}"/>
                      </a:ext>
                    </a:extLst>
                  </p:cNvPr>
                  <p:cNvSpPr>
                    <a:spLocks/>
                  </p:cNvSpPr>
                  <p:nvPr/>
                </p:nvSpPr>
                <p:spPr bwMode="auto">
                  <a:xfrm>
                    <a:off x="2199" y="1166"/>
                    <a:ext cx="260" cy="281"/>
                  </a:xfrm>
                  <a:custGeom>
                    <a:avLst/>
                    <a:gdLst>
                      <a:gd name="T0" fmla="*/ 260 w 260"/>
                      <a:gd name="T1" fmla="*/ 0 h 281"/>
                      <a:gd name="T2" fmla="*/ 42 w 260"/>
                      <a:gd name="T3" fmla="*/ 112 h 281"/>
                      <a:gd name="T4" fmla="*/ 35 w 260"/>
                      <a:gd name="T5" fmla="*/ 211 h 281"/>
                      <a:gd name="T6" fmla="*/ 253 w 260"/>
                      <a:gd name="T7" fmla="*/ 281 h 28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0" h="281">
                        <a:moveTo>
                          <a:pt x="260" y="0"/>
                        </a:moveTo>
                        <a:cubicBezTo>
                          <a:pt x="224" y="19"/>
                          <a:pt x="79" y="77"/>
                          <a:pt x="42" y="112"/>
                        </a:cubicBezTo>
                        <a:cubicBezTo>
                          <a:pt x="5" y="143"/>
                          <a:pt x="0" y="183"/>
                          <a:pt x="35" y="211"/>
                        </a:cubicBezTo>
                        <a:cubicBezTo>
                          <a:pt x="70" y="239"/>
                          <a:pt x="208" y="266"/>
                          <a:pt x="253" y="281"/>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73" name="Freeform 852">
                    <a:extLst>
                      <a:ext uri="{FF2B5EF4-FFF2-40B4-BE49-F238E27FC236}">
                        <a16:creationId xmlns:a16="http://schemas.microsoft.com/office/drawing/2014/main" id="{E2541107-0F31-9F40-BEA1-F0066A998719}"/>
                      </a:ext>
                    </a:extLst>
                  </p:cNvPr>
                  <p:cNvSpPr>
                    <a:spLocks/>
                  </p:cNvSpPr>
                  <p:nvPr/>
                </p:nvSpPr>
                <p:spPr bwMode="auto">
                  <a:xfrm>
                    <a:off x="2482" y="1040"/>
                    <a:ext cx="900" cy="421"/>
                  </a:xfrm>
                  <a:custGeom>
                    <a:avLst/>
                    <a:gdLst>
                      <a:gd name="T0" fmla="*/ 531 w 900"/>
                      <a:gd name="T1" fmla="*/ 0 h 421"/>
                      <a:gd name="T2" fmla="*/ 279 w 900"/>
                      <a:gd name="T3" fmla="*/ 77 h 421"/>
                      <a:gd name="T4" fmla="*/ 68 w 900"/>
                      <a:gd name="T5" fmla="*/ 182 h 421"/>
                      <a:gd name="T6" fmla="*/ 33 w 900"/>
                      <a:gd name="T7" fmla="*/ 323 h 421"/>
                      <a:gd name="T8" fmla="*/ 328 w 900"/>
                      <a:gd name="T9" fmla="*/ 400 h 421"/>
                      <a:gd name="T10" fmla="*/ 812 w 900"/>
                      <a:gd name="T11" fmla="*/ 421 h 421"/>
                      <a:gd name="T12" fmla="*/ 855 w 900"/>
                      <a:gd name="T13" fmla="*/ 400 h 42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00" h="421">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74" name="Freeform 853">
                    <a:extLst>
                      <a:ext uri="{FF2B5EF4-FFF2-40B4-BE49-F238E27FC236}">
                        <a16:creationId xmlns:a16="http://schemas.microsoft.com/office/drawing/2014/main" id="{1D6522D4-EE2C-4A4A-93B4-B2C4D1FCD6AA}"/>
                      </a:ext>
                    </a:extLst>
                  </p:cNvPr>
                  <p:cNvSpPr>
                    <a:spLocks/>
                  </p:cNvSpPr>
                  <p:nvPr/>
                </p:nvSpPr>
                <p:spPr bwMode="auto">
                  <a:xfrm>
                    <a:off x="2782" y="1068"/>
                    <a:ext cx="428" cy="269"/>
                  </a:xfrm>
                  <a:custGeom>
                    <a:avLst/>
                    <a:gdLst>
                      <a:gd name="T0" fmla="*/ 428 w 428"/>
                      <a:gd name="T1" fmla="*/ 0 h 269"/>
                      <a:gd name="T2" fmla="*/ 217 w 428"/>
                      <a:gd name="T3" fmla="*/ 35 h 269"/>
                      <a:gd name="T4" fmla="*/ 21 w 428"/>
                      <a:gd name="T5" fmla="*/ 140 h 269"/>
                      <a:gd name="T6" fmla="*/ 91 w 428"/>
                      <a:gd name="T7" fmla="*/ 246 h 269"/>
                      <a:gd name="T8" fmla="*/ 231 w 428"/>
                      <a:gd name="T9" fmla="*/ 267 h 269"/>
                      <a:gd name="T10" fmla="*/ 414 w 428"/>
                      <a:gd name="T11" fmla="*/ 260 h 2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28" h="269">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75" name="Freeform 854">
                    <a:extLst>
                      <a:ext uri="{FF2B5EF4-FFF2-40B4-BE49-F238E27FC236}">
                        <a16:creationId xmlns:a16="http://schemas.microsoft.com/office/drawing/2014/main" id="{367EDD77-F978-3741-A187-EE6953F51E71}"/>
                      </a:ext>
                    </a:extLst>
                  </p:cNvPr>
                  <p:cNvSpPr>
                    <a:spLocks/>
                  </p:cNvSpPr>
                  <p:nvPr/>
                </p:nvSpPr>
                <p:spPr bwMode="auto">
                  <a:xfrm>
                    <a:off x="3554" y="1075"/>
                    <a:ext cx="377" cy="239"/>
                  </a:xfrm>
                  <a:custGeom>
                    <a:avLst/>
                    <a:gdLst>
                      <a:gd name="T0" fmla="*/ 42 w 377"/>
                      <a:gd name="T1" fmla="*/ 239 h 239"/>
                      <a:gd name="T2" fmla="*/ 335 w 377"/>
                      <a:gd name="T3" fmla="*/ 146 h 239"/>
                      <a:gd name="T4" fmla="*/ 342 w 377"/>
                      <a:gd name="T5" fmla="*/ 47 h 239"/>
                      <a:gd name="T6" fmla="*/ 0 w 377"/>
                      <a:gd name="T7" fmla="*/ 0 h 23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77" h="239">
                        <a:moveTo>
                          <a:pt x="42" y="239"/>
                        </a:moveTo>
                        <a:cubicBezTo>
                          <a:pt x="89" y="224"/>
                          <a:pt x="285" y="178"/>
                          <a:pt x="335" y="146"/>
                        </a:cubicBezTo>
                        <a:cubicBezTo>
                          <a:pt x="372" y="115"/>
                          <a:pt x="377" y="75"/>
                          <a:pt x="342" y="47"/>
                        </a:cubicBezTo>
                        <a:cubicBezTo>
                          <a:pt x="286" y="23"/>
                          <a:pt x="71" y="10"/>
                          <a:pt x="0" y="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76" name="Freeform 855">
                    <a:extLst>
                      <a:ext uri="{FF2B5EF4-FFF2-40B4-BE49-F238E27FC236}">
                        <a16:creationId xmlns:a16="http://schemas.microsoft.com/office/drawing/2014/main" id="{2846515E-1CE9-AC41-8FE7-268F5CECE483}"/>
                      </a:ext>
                    </a:extLst>
                  </p:cNvPr>
                  <p:cNvSpPr>
                    <a:spLocks/>
                  </p:cNvSpPr>
                  <p:nvPr/>
                </p:nvSpPr>
                <p:spPr bwMode="auto">
                  <a:xfrm>
                    <a:off x="3646" y="997"/>
                    <a:ext cx="660" cy="336"/>
                  </a:xfrm>
                  <a:custGeom>
                    <a:avLst/>
                    <a:gdLst>
                      <a:gd name="T0" fmla="*/ 390 w 646"/>
                      <a:gd name="T1" fmla="*/ 592 h 300"/>
                      <a:gd name="T2" fmla="*/ 555 w 646"/>
                      <a:gd name="T3" fmla="*/ 501 h 300"/>
                      <a:gd name="T4" fmla="*/ 690 w 646"/>
                      <a:gd name="T5" fmla="*/ 377 h 300"/>
                      <a:gd name="T6" fmla="*/ 713 w 646"/>
                      <a:gd name="T7" fmla="*/ 211 h 300"/>
                      <a:gd name="T8" fmla="*/ 522 w 646"/>
                      <a:gd name="T9" fmla="*/ 119 h 300"/>
                      <a:gd name="T10" fmla="*/ 0 w 646"/>
                      <a:gd name="T11" fmla="*/ 0 h 3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46" h="300">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77" name="Freeform 856">
                    <a:extLst>
                      <a:ext uri="{FF2B5EF4-FFF2-40B4-BE49-F238E27FC236}">
                        <a16:creationId xmlns:a16="http://schemas.microsoft.com/office/drawing/2014/main" id="{33E043C0-9EF6-BE46-9846-4D601F5ADA73}"/>
                      </a:ext>
                    </a:extLst>
                  </p:cNvPr>
                  <p:cNvSpPr>
                    <a:spLocks/>
                  </p:cNvSpPr>
                  <p:nvPr/>
                </p:nvSpPr>
                <p:spPr bwMode="auto">
                  <a:xfrm>
                    <a:off x="4116" y="955"/>
                    <a:ext cx="630" cy="397"/>
                  </a:xfrm>
                  <a:custGeom>
                    <a:avLst/>
                    <a:gdLst>
                      <a:gd name="T0" fmla="*/ 320 w 630"/>
                      <a:gd name="T1" fmla="*/ 397 h 397"/>
                      <a:gd name="T2" fmla="*/ 468 w 630"/>
                      <a:gd name="T3" fmla="*/ 345 h 397"/>
                      <a:gd name="T4" fmla="*/ 590 w 630"/>
                      <a:gd name="T5" fmla="*/ 275 h 397"/>
                      <a:gd name="T6" fmla="*/ 611 w 630"/>
                      <a:gd name="T7" fmla="*/ 181 h 397"/>
                      <a:gd name="T8" fmla="*/ 439 w 630"/>
                      <a:gd name="T9" fmla="*/ 129 h 397"/>
                      <a:gd name="T10" fmla="*/ 0 w 630"/>
                      <a:gd name="T11" fmla="*/ 0 h 39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30" h="397">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cxnSp>
              <p:nvCxnSpPr>
                <p:cNvPr id="471" name="Straight Connector 470">
                  <a:extLst>
                    <a:ext uri="{FF2B5EF4-FFF2-40B4-BE49-F238E27FC236}">
                      <a16:creationId xmlns:a16="http://schemas.microsoft.com/office/drawing/2014/main" id="{CB69F864-8FB5-E041-9129-AC195EDCC60C}"/>
                    </a:ext>
                  </a:extLst>
                </p:cNvPr>
                <p:cNvCxnSpPr>
                  <a:cxnSpLocks/>
                </p:cNvCxnSpPr>
                <p:nvPr/>
              </p:nvCxnSpPr>
              <p:spPr>
                <a:xfrm flipH="1">
                  <a:off x="7594314" y="2366481"/>
                  <a:ext cx="39385" cy="7020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437" name="Group 436">
                <a:extLst>
                  <a:ext uri="{FF2B5EF4-FFF2-40B4-BE49-F238E27FC236}">
                    <a16:creationId xmlns:a16="http://schemas.microsoft.com/office/drawing/2014/main" id="{C2AA1ADC-DA20-0446-A617-23E1618DB1E1}"/>
                  </a:ext>
                </a:extLst>
              </p:cNvPr>
              <p:cNvGrpSpPr/>
              <p:nvPr/>
            </p:nvGrpSpPr>
            <p:grpSpPr>
              <a:xfrm>
                <a:off x="10632645" y="4361380"/>
                <a:ext cx="406937" cy="372436"/>
                <a:chOff x="7341491" y="2307905"/>
                <a:chExt cx="509280" cy="439573"/>
              </a:xfrm>
            </p:grpSpPr>
            <p:grpSp>
              <p:nvGrpSpPr>
                <p:cNvPr id="438" name="Group 437">
                  <a:extLst>
                    <a:ext uri="{FF2B5EF4-FFF2-40B4-BE49-F238E27FC236}">
                      <a16:creationId xmlns:a16="http://schemas.microsoft.com/office/drawing/2014/main" id="{76BCDA8E-D15E-A74A-8ADE-A687CEE3E3C8}"/>
                    </a:ext>
                  </a:extLst>
                </p:cNvPr>
                <p:cNvGrpSpPr/>
                <p:nvPr/>
              </p:nvGrpSpPr>
              <p:grpSpPr>
                <a:xfrm>
                  <a:off x="7341491" y="2426725"/>
                  <a:ext cx="509280" cy="320753"/>
                  <a:chOff x="7458407" y="2414528"/>
                  <a:chExt cx="509280" cy="320753"/>
                </a:xfrm>
              </p:grpSpPr>
              <p:pic>
                <p:nvPicPr>
                  <p:cNvPr id="447" name="Picture 1018" descr="laptop_keyboard">
                    <a:extLst>
                      <a:ext uri="{FF2B5EF4-FFF2-40B4-BE49-F238E27FC236}">
                        <a16:creationId xmlns:a16="http://schemas.microsoft.com/office/drawing/2014/main" id="{8164BC6B-27AC-F543-BC9A-5144C3FE81A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rot="109064" flipH="1">
                    <a:off x="7458407" y="2575770"/>
                    <a:ext cx="437221" cy="1595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48" name="Freeform 1019">
                    <a:extLst>
                      <a:ext uri="{FF2B5EF4-FFF2-40B4-BE49-F238E27FC236}">
                        <a16:creationId xmlns:a16="http://schemas.microsoft.com/office/drawing/2014/main" id="{8CCC328C-1513-4C4F-BA81-A6778643676D}"/>
                      </a:ext>
                    </a:extLst>
                  </p:cNvPr>
                  <p:cNvSpPr>
                    <a:spLocks/>
                  </p:cNvSpPr>
                  <p:nvPr/>
                </p:nvSpPr>
                <p:spPr bwMode="auto">
                  <a:xfrm>
                    <a:off x="7603304" y="2420984"/>
                    <a:ext cx="351919" cy="208167"/>
                  </a:xfrm>
                  <a:custGeom>
                    <a:avLst/>
                    <a:gdLst>
                      <a:gd name="T0" fmla="*/ 775798119 w 2982"/>
                      <a:gd name="T1" fmla="*/ 0 h 2442"/>
                      <a:gd name="T2" fmla="*/ 0 w 2982"/>
                      <a:gd name="T3" fmla="*/ 211226083 h 2442"/>
                      <a:gd name="T4" fmla="*/ 2147483646 w 2982"/>
                      <a:gd name="T5" fmla="*/ 263880059 h 2442"/>
                      <a:gd name="T6" fmla="*/ 2147483646 w 2982"/>
                      <a:gd name="T7" fmla="*/ 52653891 h 2442"/>
                      <a:gd name="T8" fmla="*/ 775798119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449" name="Picture 1020" descr="screen">
                    <a:extLst>
                      <a:ext uri="{FF2B5EF4-FFF2-40B4-BE49-F238E27FC236}">
                        <a16:creationId xmlns:a16="http://schemas.microsoft.com/office/drawing/2014/main" id="{DDA06ED4-53B0-1B48-9119-46F36D48C884}"/>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620637" y="2426338"/>
                    <a:ext cx="319785" cy="1894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0" name="Freeform 1021">
                    <a:extLst>
                      <a:ext uri="{FF2B5EF4-FFF2-40B4-BE49-F238E27FC236}">
                        <a16:creationId xmlns:a16="http://schemas.microsoft.com/office/drawing/2014/main" id="{BA9F220B-5659-2A42-847E-A563796C3192}"/>
                      </a:ext>
                    </a:extLst>
                  </p:cNvPr>
                  <p:cNvSpPr>
                    <a:spLocks/>
                  </p:cNvSpPr>
                  <p:nvPr/>
                </p:nvSpPr>
                <p:spPr bwMode="auto">
                  <a:xfrm>
                    <a:off x="7667378" y="2414843"/>
                    <a:ext cx="298167" cy="38736"/>
                  </a:xfrm>
                  <a:custGeom>
                    <a:avLst/>
                    <a:gdLst>
                      <a:gd name="T0" fmla="*/ 193616298 w 2528"/>
                      <a:gd name="T1" fmla="*/ 0 h 455"/>
                      <a:gd name="T2" fmla="*/ 2147483646 w 2528"/>
                      <a:gd name="T3" fmla="*/ 52445139 h 455"/>
                      <a:gd name="T4" fmla="*/ 2147483646 w 2528"/>
                      <a:gd name="T5" fmla="*/ 52445139 h 455"/>
                      <a:gd name="T6" fmla="*/ 0 w 2528"/>
                      <a:gd name="T7" fmla="*/ 52445139 h 455"/>
                      <a:gd name="T8" fmla="*/ 193616298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51" name="Freeform 1022">
                    <a:extLst>
                      <a:ext uri="{FF2B5EF4-FFF2-40B4-BE49-F238E27FC236}">
                        <a16:creationId xmlns:a16="http://schemas.microsoft.com/office/drawing/2014/main" id="{7A53E173-94E0-9A45-A5EB-06BAE70B4597}"/>
                      </a:ext>
                    </a:extLst>
                  </p:cNvPr>
                  <p:cNvSpPr>
                    <a:spLocks/>
                  </p:cNvSpPr>
                  <p:nvPr/>
                </p:nvSpPr>
                <p:spPr bwMode="auto">
                  <a:xfrm>
                    <a:off x="7600188" y="2414528"/>
                    <a:ext cx="82770" cy="161243"/>
                  </a:xfrm>
                  <a:custGeom>
                    <a:avLst/>
                    <a:gdLst>
                      <a:gd name="T0" fmla="*/ 773664160 w 702"/>
                      <a:gd name="T1" fmla="*/ 0 h 1893"/>
                      <a:gd name="T2" fmla="*/ 0 w 702"/>
                      <a:gd name="T3" fmla="*/ 210739916 h 1893"/>
                      <a:gd name="T4" fmla="*/ 193416040 w 702"/>
                      <a:gd name="T5" fmla="*/ 210739916 h 1893"/>
                      <a:gd name="T6" fmla="*/ 967080200 w 702"/>
                      <a:gd name="T7" fmla="*/ 52529017 h 1893"/>
                      <a:gd name="T8" fmla="*/ 773664160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52" name="Freeform 1023">
                    <a:extLst>
                      <a:ext uri="{FF2B5EF4-FFF2-40B4-BE49-F238E27FC236}">
                        <a16:creationId xmlns:a16="http://schemas.microsoft.com/office/drawing/2014/main" id="{1AE4308B-5274-7E4E-8319-3DCEAF641AA8}"/>
                      </a:ext>
                    </a:extLst>
                  </p:cNvPr>
                  <p:cNvSpPr>
                    <a:spLocks/>
                  </p:cNvSpPr>
                  <p:nvPr/>
                </p:nvSpPr>
                <p:spPr bwMode="auto">
                  <a:xfrm>
                    <a:off x="7874205" y="2443344"/>
                    <a:ext cx="89197" cy="186122"/>
                  </a:xfrm>
                  <a:custGeom>
                    <a:avLst/>
                    <a:gdLst>
                      <a:gd name="T0" fmla="*/ 969024527 w 756"/>
                      <a:gd name="T1" fmla="*/ 0 h 2184"/>
                      <a:gd name="T2" fmla="*/ 193802074 w 756"/>
                      <a:gd name="T3" fmla="*/ 263660221 h 2184"/>
                      <a:gd name="T4" fmla="*/ 0 w 756"/>
                      <a:gd name="T5" fmla="*/ 263660221 h 2184"/>
                      <a:gd name="T6" fmla="*/ 775222454 w 756"/>
                      <a:gd name="T7" fmla="*/ 52610059 h 2184"/>
                      <a:gd name="T8" fmla="*/ 969024527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53" name="Freeform 1024">
                    <a:extLst>
                      <a:ext uri="{FF2B5EF4-FFF2-40B4-BE49-F238E27FC236}">
                        <a16:creationId xmlns:a16="http://schemas.microsoft.com/office/drawing/2014/main" id="{0AFBA2BB-6C86-F343-AEFA-24E9DAA9DA0B}"/>
                      </a:ext>
                    </a:extLst>
                  </p:cNvPr>
                  <p:cNvSpPr>
                    <a:spLocks/>
                  </p:cNvSpPr>
                  <p:nvPr/>
                </p:nvSpPr>
                <p:spPr bwMode="auto">
                  <a:xfrm>
                    <a:off x="7599214" y="2567582"/>
                    <a:ext cx="327185" cy="62828"/>
                  </a:xfrm>
                  <a:custGeom>
                    <a:avLst/>
                    <a:gdLst>
                      <a:gd name="T0" fmla="*/ 193829444 w 2773"/>
                      <a:gd name="T1" fmla="*/ 0 h 738"/>
                      <a:gd name="T2" fmla="*/ 0 w 2773"/>
                      <a:gd name="T3" fmla="*/ 52443587 h 738"/>
                      <a:gd name="T4" fmla="*/ 2147483646 w 2773"/>
                      <a:gd name="T5" fmla="*/ 104894411 h 738"/>
                      <a:gd name="T6" fmla="*/ 2147483646 w 2773"/>
                      <a:gd name="T7" fmla="*/ 52443587 h 738"/>
                      <a:gd name="T8" fmla="*/ 193829444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54" name="Freeform 1025">
                    <a:extLst>
                      <a:ext uri="{FF2B5EF4-FFF2-40B4-BE49-F238E27FC236}">
                        <a16:creationId xmlns:a16="http://schemas.microsoft.com/office/drawing/2014/main" id="{30D94257-9C5E-3E45-9F36-5D972F3CA4F8}"/>
                      </a:ext>
                    </a:extLst>
                  </p:cNvPr>
                  <p:cNvSpPr>
                    <a:spLocks/>
                  </p:cNvSpPr>
                  <p:nvPr/>
                </p:nvSpPr>
                <p:spPr bwMode="auto">
                  <a:xfrm>
                    <a:off x="7884138" y="2444918"/>
                    <a:ext cx="83549" cy="186909"/>
                  </a:xfrm>
                  <a:custGeom>
                    <a:avLst/>
                    <a:gdLst>
                      <a:gd name="T0" fmla="*/ 2147483646 w 637"/>
                      <a:gd name="T1" fmla="*/ 0 h 1659"/>
                      <a:gd name="T2" fmla="*/ 2147483646 w 637"/>
                      <a:gd name="T3" fmla="*/ 0 h 1659"/>
                      <a:gd name="T4" fmla="*/ 295581541 w 637"/>
                      <a:gd name="T5" fmla="*/ 2147483646 h 1659"/>
                      <a:gd name="T6" fmla="*/ 0 w 637"/>
                      <a:gd name="T7" fmla="*/ 2147483646 h 1659"/>
                      <a:gd name="T8" fmla="*/ 2147483646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55" name="Freeform 1026">
                    <a:extLst>
                      <a:ext uri="{FF2B5EF4-FFF2-40B4-BE49-F238E27FC236}">
                        <a16:creationId xmlns:a16="http://schemas.microsoft.com/office/drawing/2014/main" id="{E9457D97-2948-DB40-A085-56B4906D1EA6}"/>
                      </a:ext>
                    </a:extLst>
                  </p:cNvPr>
                  <p:cNvSpPr>
                    <a:spLocks/>
                  </p:cNvSpPr>
                  <p:nvPr/>
                </p:nvSpPr>
                <p:spPr bwMode="auto">
                  <a:xfrm>
                    <a:off x="7599603" y="2575928"/>
                    <a:ext cx="290961" cy="62041"/>
                  </a:xfrm>
                  <a:custGeom>
                    <a:avLst/>
                    <a:gdLst>
                      <a:gd name="T0" fmla="*/ 0 w 2216"/>
                      <a:gd name="T1" fmla="*/ 0 h 550"/>
                      <a:gd name="T2" fmla="*/ 296523134 w 2216"/>
                      <a:gd name="T3" fmla="*/ 324379338 h 550"/>
                      <a:gd name="T4" fmla="*/ 2147483646 w 2216"/>
                      <a:gd name="T5" fmla="*/ 2147483646 h 550"/>
                      <a:gd name="T6" fmla="*/ 2147483646 w 2216"/>
                      <a:gd name="T7" fmla="*/ 2147483646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456" name="Group 1027">
                    <a:extLst>
                      <a:ext uri="{FF2B5EF4-FFF2-40B4-BE49-F238E27FC236}">
                        <a16:creationId xmlns:a16="http://schemas.microsoft.com/office/drawing/2014/main" id="{3D852EFB-5B6C-2344-BBE3-31D62F7A86BE}"/>
                      </a:ext>
                    </a:extLst>
                  </p:cNvPr>
                  <p:cNvGrpSpPr>
                    <a:grpSpLocks/>
                  </p:cNvGrpSpPr>
                  <p:nvPr/>
                </p:nvGrpSpPr>
                <p:grpSpPr bwMode="auto">
                  <a:xfrm>
                    <a:off x="7594735" y="2642220"/>
                    <a:ext cx="98740" cy="36846"/>
                    <a:chOff x="1740" y="2642"/>
                    <a:chExt cx="752" cy="327"/>
                  </a:xfrm>
                </p:grpSpPr>
                <p:sp>
                  <p:nvSpPr>
                    <p:cNvPr id="463" name="Freeform 1028">
                      <a:extLst>
                        <a:ext uri="{FF2B5EF4-FFF2-40B4-BE49-F238E27FC236}">
                          <a16:creationId xmlns:a16="http://schemas.microsoft.com/office/drawing/2014/main" id="{B9B98FA7-C99E-C74B-A8AB-A9637F89C8FE}"/>
                        </a:ext>
                      </a:extLst>
                    </p:cNvPr>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64" name="Freeform 1029">
                      <a:extLst>
                        <a:ext uri="{FF2B5EF4-FFF2-40B4-BE49-F238E27FC236}">
                          <a16:creationId xmlns:a16="http://schemas.microsoft.com/office/drawing/2014/main" id="{F702DC6C-29FF-CF47-9F8F-0E0186426894}"/>
                        </a:ext>
                      </a:extLst>
                    </p:cNvPr>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65" name="Freeform 1030">
                      <a:extLst>
                        <a:ext uri="{FF2B5EF4-FFF2-40B4-BE49-F238E27FC236}">
                          <a16:creationId xmlns:a16="http://schemas.microsoft.com/office/drawing/2014/main" id="{CBC32426-3508-7746-B721-84A333EF2949}"/>
                        </a:ext>
                      </a:extLst>
                    </p:cNvPr>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66" name="Freeform 1031">
                      <a:extLst>
                        <a:ext uri="{FF2B5EF4-FFF2-40B4-BE49-F238E27FC236}">
                          <a16:creationId xmlns:a16="http://schemas.microsoft.com/office/drawing/2014/main" id="{A502E851-76CC-D944-B6BF-AEA62F4B7FA6}"/>
                        </a:ext>
                      </a:extLst>
                    </p:cNvPr>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67" name="Freeform 1032">
                      <a:extLst>
                        <a:ext uri="{FF2B5EF4-FFF2-40B4-BE49-F238E27FC236}">
                          <a16:creationId xmlns:a16="http://schemas.microsoft.com/office/drawing/2014/main" id="{9EF53E4B-1A3E-B340-981B-10DCC78EDF0F}"/>
                        </a:ext>
                      </a:extLst>
                    </p:cNvPr>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68" name="Freeform 1033">
                      <a:extLst>
                        <a:ext uri="{FF2B5EF4-FFF2-40B4-BE49-F238E27FC236}">
                          <a16:creationId xmlns:a16="http://schemas.microsoft.com/office/drawing/2014/main" id="{7AD8F7A7-416B-4E4B-B3E9-7BAB69D2CD36}"/>
                        </a:ext>
                      </a:extLst>
                    </p:cNvPr>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457" name="Freeform 1034">
                    <a:extLst>
                      <a:ext uri="{FF2B5EF4-FFF2-40B4-BE49-F238E27FC236}">
                        <a16:creationId xmlns:a16="http://schemas.microsoft.com/office/drawing/2014/main" id="{AFB20872-AFCC-4D45-AFDB-876C97DAF0C7}"/>
                      </a:ext>
                    </a:extLst>
                  </p:cNvPr>
                  <p:cNvSpPr>
                    <a:spLocks/>
                  </p:cNvSpPr>
                  <p:nvPr/>
                </p:nvSpPr>
                <p:spPr bwMode="auto">
                  <a:xfrm>
                    <a:off x="7763780" y="2647731"/>
                    <a:ext cx="119578" cy="80936"/>
                  </a:xfrm>
                  <a:custGeom>
                    <a:avLst/>
                    <a:gdLst>
                      <a:gd name="T0" fmla="*/ 213221464 w 990"/>
                      <a:gd name="T1" fmla="*/ 1090686587 h 792"/>
                      <a:gd name="T2" fmla="*/ 1915477586 w 990"/>
                      <a:gd name="T3" fmla="*/ 0 h 792"/>
                      <a:gd name="T4" fmla="*/ 1915477586 w 990"/>
                      <a:gd name="T5" fmla="*/ 108859840 h 792"/>
                      <a:gd name="T6" fmla="*/ 0 w 990"/>
                      <a:gd name="T7" fmla="*/ 1090686587 h 792"/>
                      <a:gd name="T8" fmla="*/ 213221464 w 990"/>
                      <a:gd name="T9" fmla="*/ 1090686587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58" name="Freeform 1035">
                    <a:extLst>
                      <a:ext uri="{FF2B5EF4-FFF2-40B4-BE49-F238E27FC236}">
                        <a16:creationId xmlns:a16="http://schemas.microsoft.com/office/drawing/2014/main" id="{884A6080-45F5-1D41-97E8-A1E4D9BD5AFD}"/>
                      </a:ext>
                    </a:extLst>
                  </p:cNvPr>
                  <p:cNvSpPr>
                    <a:spLocks/>
                  </p:cNvSpPr>
                  <p:nvPr/>
                </p:nvSpPr>
                <p:spPr bwMode="auto">
                  <a:xfrm>
                    <a:off x="7458602" y="2654187"/>
                    <a:ext cx="305957" cy="73850"/>
                  </a:xfrm>
                  <a:custGeom>
                    <a:avLst/>
                    <a:gdLst>
                      <a:gd name="T0" fmla="*/ 213486572 w 2532"/>
                      <a:gd name="T1" fmla="*/ 0 h 723"/>
                      <a:gd name="T2" fmla="*/ 213486572 w 2532"/>
                      <a:gd name="T3" fmla="*/ 0 h 723"/>
                      <a:gd name="T4" fmla="*/ 2147483646 w 2532"/>
                      <a:gd name="T5" fmla="*/ 979380008 h 723"/>
                      <a:gd name="T6" fmla="*/ 2147483646 w 2532"/>
                      <a:gd name="T7" fmla="*/ 1088085165 h 723"/>
                      <a:gd name="T8" fmla="*/ 0 w 2532"/>
                      <a:gd name="T9" fmla="*/ 108705259 h 723"/>
                      <a:gd name="T10" fmla="*/ 213486572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59" name="Freeform 1036">
                    <a:extLst>
                      <a:ext uri="{FF2B5EF4-FFF2-40B4-BE49-F238E27FC236}">
                        <a16:creationId xmlns:a16="http://schemas.microsoft.com/office/drawing/2014/main" id="{D9AB2866-286A-324B-A617-3FD7D7A508AE}"/>
                      </a:ext>
                    </a:extLst>
                  </p:cNvPr>
                  <p:cNvSpPr>
                    <a:spLocks/>
                  </p:cNvSpPr>
                  <p:nvPr/>
                </p:nvSpPr>
                <p:spPr bwMode="auto">
                  <a:xfrm>
                    <a:off x="7458797" y="2640645"/>
                    <a:ext cx="3311" cy="14959"/>
                  </a:xfrm>
                  <a:custGeom>
                    <a:avLst/>
                    <a:gdLst>
                      <a:gd name="T0" fmla="*/ 262278191 w 26"/>
                      <a:gd name="T1" fmla="*/ 107489981 h 147"/>
                      <a:gd name="T2" fmla="*/ 262278191 w 26"/>
                      <a:gd name="T3" fmla="*/ 214969480 h 147"/>
                      <a:gd name="T4" fmla="*/ 0 w 26"/>
                      <a:gd name="T5" fmla="*/ 214969480 h 147"/>
                      <a:gd name="T6" fmla="*/ 262278191 w 26"/>
                      <a:gd name="T7" fmla="*/ 0 h 147"/>
                      <a:gd name="T8" fmla="*/ 262278191 w 26"/>
                      <a:gd name="T9" fmla="*/ 107489981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60" name="Freeform 1037">
                    <a:extLst>
                      <a:ext uri="{FF2B5EF4-FFF2-40B4-BE49-F238E27FC236}">
                        <a16:creationId xmlns:a16="http://schemas.microsoft.com/office/drawing/2014/main" id="{4F862B12-01C2-394B-BD64-EF5B294C927F}"/>
                      </a:ext>
                    </a:extLst>
                  </p:cNvPr>
                  <p:cNvSpPr>
                    <a:spLocks/>
                  </p:cNvSpPr>
                  <p:nvPr/>
                </p:nvSpPr>
                <p:spPr bwMode="auto">
                  <a:xfrm>
                    <a:off x="7458992" y="2579707"/>
                    <a:ext cx="142170" cy="61883"/>
                  </a:xfrm>
                  <a:custGeom>
                    <a:avLst/>
                    <a:gdLst>
                      <a:gd name="T0" fmla="*/ 2136125890 w 1176"/>
                      <a:gd name="T1" fmla="*/ 0 h 606"/>
                      <a:gd name="T2" fmla="*/ 0 w 1176"/>
                      <a:gd name="T3" fmla="*/ 870000945 h 606"/>
                      <a:gd name="T4" fmla="*/ 213789467 w 1176"/>
                      <a:gd name="T5" fmla="*/ 870000945 h 606"/>
                      <a:gd name="T6" fmla="*/ 2136125890 w 1176"/>
                      <a:gd name="T7" fmla="*/ 108617123 h 606"/>
                      <a:gd name="T8" fmla="*/ 2136125890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61" name="Freeform 1038">
                    <a:extLst>
                      <a:ext uri="{FF2B5EF4-FFF2-40B4-BE49-F238E27FC236}">
                        <a16:creationId xmlns:a16="http://schemas.microsoft.com/office/drawing/2014/main" id="{9F56D63D-1051-4947-BFE8-AC99905DBF77}"/>
                      </a:ext>
                    </a:extLst>
                  </p:cNvPr>
                  <p:cNvSpPr>
                    <a:spLocks/>
                  </p:cNvSpPr>
                  <p:nvPr/>
                </p:nvSpPr>
                <p:spPr bwMode="auto">
                  <a:xfrm>
                    <a:off x="7468535" y="2643795"/>
                    <a:ext cx="290182" cy="71016"/>
                  </a:xfrm>
                  <a:custGeom>
                    <a:avLst/>
                    <a:gdLst>
                      <a:gd name="T0" fmla="*/ 173112702 w 2532"/>
                      <a:gd name="T1" fmla="*/ 0 h 723"/>
                      <a:gd name="T2" fmla="*/ 173112702 w 2532"/>
                      <a:gd name="T3" fmla="*/ 0 h 723"/>
                      <a:gd name="T4" fmla="*/ 2069773885 w 2532"/>
                      <a:gd name="T5" fmla="*/ 558173482 h 723"/>
                      <a:gd name="T6" fmla="*/ 2069773885 w 2532"/>
                      <a:gd name="T7" fmla="*/ 558173482 h 723"/>
                      <a:gd name="T8" fmla="*/ 0 w 2532"/>
                      <a:gd name="T9" fmla="*/ 92871346 h 723"/>
                      <a:gd name="T10" fmla="*/ 173112702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62" name="Freeform 1039">
                    <a:extLst>
                      <a:ext uri="{FF2B5EF4-FFF2-40B4-BE49-F238E27FC236}">
                        <a16:creationId xmlns:a16="http://schemas.microsoft.com/office/drawing/2014/main" id="{F5A7C9DF-5755-EF45-8744-FDD1C5EEB842}"/>
                      </a:ext>
                    </a:extLst>
                  </p:cNvPr>
                  <p:cNvSpPr>
                    <a:spLocks/>
                  </p:cNvSpPr>
                  <p:nvPr/>
                </p:nvSpPr>
                <p:spPr bwMode="auto">
                  <a:xfrm flipV="1">
                    <a:off x="7758327" y="2638756"/>
                    <a:ext cx="118410" cy="73535"/>
                  </a:xfrm>
                  <a:custGeom>
                    <a:avLst/>
                    <a:gdLst>
                      <a:gd name="T0" fmla="*/ 0 w 2532"/>
                      <a:gd name="T1" fmla="*/ 0 h 723"/>
                      <a:gd name="T2" fmla="*/ 0 w 2532"/>
                      <a:gd name="T3" fmla="*/ 0 h 723"/>
                      <a:gd name="T4" fmla="*/ 0 w 2532"/>
                      <a:gd name="T5" fmla="*/ 962694895 h 723"/>
                      <a:gd name="T6" fmla="*/ 0 w 2532"/>
                      <a:gd name="T7" fmla="*/ 962694895 h 723"/>
                      <a:gd name="T8" fmla="*/ 0 w 2532"/>
                      <a:gd name="T9" fmla="*/ 107314314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439" name="Group 850">
                  <a:extLst>
                    <a:ext uri="{FF2B5EF4-FFF2-40B4-BE49-F238E27FC236}">
                      <a16:creationId xmlns:a16="http://schemas.microsoft.com/office/drawing/2014/main" id="{0E19DCC2-5C17-114A-AA3B-AB1F761F3E07}"/>
                    </a:ext>
                  </a:extLst>
                </p:cNvPr>
                <p:cNvGrpSpPr>
                  <a:grpSpLocks/>
                </p:cNvGrpSpPr>
                <p:nvPr/>
              </p:nvGrpSpPr>
              <p:grpSpPr bwMode="auto">
                <a:xfrm>
                  <a:off x="7408527" y="2307905"/>
                  <a:ext cx="399726" cy="74090"/>
                  <a:chOff x="2199" y="955"/>
                  <a:chExt cx="2547" cy="506"/>
                </a:xfrm>
              </p:grpSpPr>
              <p:sp>
                <p:nvSpPr>
                  <p:cNvPr id="441" name="Freeform 851">
                    <a:extLst>
                      <a:ext uri="{FF2B5EF4-FFF2-40B4-BE49-F238E27FC236}">
                        <a16:creationId xmlns:a16="http://schemas.microsoft.com/office/drawing/2014/main" id="{BBA6444B-A512-F544-B52F-56EFEF8735D3}"/>
                      </a:ext>
                    </a:extLst>
                  </p:cNvPr>
                  <p:cNvSpPr>
                    <a:spLocks/>
                  </p:cNvSpPr>
                  <p:nvPr/>
                </p:nvSpPr>
                <p:spPr bwMode="auto">
                  <a:xfrm>
                    <a:off x="2199" y="1166"/>
                    <a:ext cx="260" cy="281"/>
                  </a:xfrm>
                  <a:custGeom>
                    <a:avLst/>
                    <a:gdLst>
                      <a:gd name="T0" fmla="*/ 260 w 260"/>
                      <a:gd name="T1" fmla="*/ 0 h 281"/>
                      <a:gd name="T2" fmla="*/ 42 w 260"/>
                      <a:gd name="T3" fmla="*/ 112 h 281"/>
                      <a:gd name="T4" fmla="*/ 35 w 260"/>
                      <a:gd name="T5" fmla="*/ 211 h 281"/>
                      <a:gd name="T6" fmla="*/ 253 w 260"/>
                      <a:gd name="T7" fmla="*/ 281 h 28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0" h="281">
                        <a:moveTo>
                          <a:pt x="260" y="0"/>
                        </a:moveTo>
                        <a:cubicBezTo>
                          <a:pt x="224" y="19"/>
                          <a:pt x="79" y="77"/>
                          <a:pt x="42" y="112"/>
                        </a:cubicBezTo>
                        <a:cubicBezTo>
                          <a:pt x="5" y="143"/>
                          <a:pt x="0" y="183"/>
                          <a:pt x="35" y="211"/>
                        </a:cubicBezTo>
                        <a:cubicBezTo>
                          <a:pt x="70" y="239"/>
                          <a:pt x="208" y="266"/>
                          <a:pt x="253" y="281"/>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42" name="Freeform 852">
                    <a:extLst>
                      <a:ext uri="{FF2B5EF4-FFF2-40B4-BE49-F238E27FC236}">
                        <a16:creationId xmlns:a16="http://schemas.microsoft.com/office/drawing/2014/main" id="{3C1ADE30-986F-D446-A0E8-E55FDC5C3637}"/>
                      </a:ext>
                    </a:extLst>
                  </p:cNvPr>
                  <p:cNvSpPr>
                    <a:spLocks/>
                  </p:cNvSpPr>
                  <p:nvPr/>
                </p:nvSpPr>
                <p:spPr bwMode="auto">
                  <a:xfrm>
                    <a:off x="2482" y="1040"/>
                    <a:ext cx="900" cy="421"/>
                  </a:xfrm>
                  <a:custGeom>
                    <a:avLst/>
                    <a:gdLst>
                      <a:gd name="T0" fmla="*/ 531 w 900"/>
                      <a:gd name="T1" fmla="*/ 0 h 421"/>
                      <a:gd name="T2" fmla="*/ 279 w 900"/>
                      <a:gd name="T3" fmla="*/ 77 h 421"/>
                      <a:gd name="T4" fmla="*/ 68 w 900"/>
                      <a:gd name="T5" fmla="*/ 182 h 421"/>
                      <a:gd name="T6" fmla="*/ 33 w 900"/>
                      <a:gd name="T7" fmla="*/ 323 h 421"/>
                      <a:gd name="T8" fmla="*/ 328 w 900"/>
                      <a:gd name="T9" fmla="*/ 400 h 421"/>
                      <a:gd name="T10" fmla="*/ 812 w 900"/>
                      <a:gd name="T11" fmla="*/ 421 h 421"/>
                      <a:gd name="T12" fmla="*/ 855 w 900"/>
                      <a:gd name="T13" fmla="*/ 400 h 42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900" h="421">
                        <a:moveTo>
                          <a:pt x="531" y="0"/>
                        </a:moveTo>
                        <a:cubicBezTo>
                          <a:pt x="489" y="13"/>
                          <a:pt x="356" y="47"/>
                          <a:pt x="279" y="77"/>
                        </a:cubicBezTo>
                        <a:cubicBezTo>
                          <a:pt x="202" y="107"/>
                          <a:pt x="109" y="141"/>
                          <a:pt x="68" y="182"/>
                        </a:cubicBezTo>
                        <a:cubicBezTo>
                          <a:pt x="31" y="213"/>
                          <a:pt x="0" y="292"/>
                          <a:pt x="33" y="323"/>
                        </a:cubicBezTo>
                        <a:cubicBezTo>
                          <a:pt x="76" y="359"/>
                          <a:pt x="198" y="384"/>
                          <a:pt x="328" y="400"/>
                        </a:cubicBezTo>
                        <a:cubicBezTo>
                          <a:pt x="458" y="416"/>
                          <a:pt x="724" y="421"/>
                          <a:pt x="812" y="421"/>
                        </a:cubicBezTo>
                        <a:cubicBezTo>
                          <a:pt x="900" y="421"/>
                          <a:pt x="846" y="404"/>
                          <a:pt x="855" y="40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43" name="Freeform 853">
                    <a:extLst>
                      <a:ext uri="{FF2B5EF4-FFF2-40B4-BE49-F238E27FC236}">
                        <a16:creationId xmlns:a16="http://schemas.microsoft.com/office/drawing/2014/main" id="{5421D839-7A32-BE47-B2AE-97D6E019C238}"/>
                      </a:ext>
                    </a:extLst>
                  </p:cNvPr>
                  <p:cNvSpPr>
                    <a:spLocks/>
                  </p:cNvSpPr>
                  <p:nvPr/>
                </p:nvSpPr>
                <p:spPr bwMode="auto">
                  <a:xfrm>
                    <a:off x="2782" y="1068"/>
                    <a:ext cx="428" cy="269"/>
                  </a:xfrm>
                  <a:custGeom>
                    <a:avLst/>
                    <a:gdLst>
                      <a:gd name="T0" fmla="*/ 428 w 428"/>
                      <a:gd name="T1" fmla="*/ 0 h 269"/>
                      <a:gd name="T2" fmla="*/ 217 w 428"/>
                      <a:gd name="T3" fmla="*/ 35 h 269"/>
                      <a:gd name="T4" fmla="*/ 21 w 428"/>
                      <a:gd name="T5" fmla="*/ 140 h 269"/>
                      <a:gd name="T6" fmla="*/ 91 w 428"/>
                      <a:gd name="T7" fmla="*/ 246 h 269"/>
                      <a:gd name="T8" fmla="*/ 231 w 428"/>
                      <a:gd name="T9" fmla="*/ 267 h 269"/>
                      <a:gd name="T10" fmla="*/ 414 w 428"/>
                      <a:gd name="T11" fmla="*/ 260 h 2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28" h="269">
                        <a:moveTo>
                          <a:pt x="428" y="0"/>
                        </a:moveTo>
                        <a:cubicBezTo>
                          <a:pt x="428" y="0"/>
                          <a:pt x="217" y="35"/>
                          <a:pt x="217" y="35"/>
                        </a:cubicBezTo>
                        <a:cubicBezTo>
                          <a:pt x="217" y="35"/>
                          <a:pt x="42" y="105"/>
                          <a:pt x="21" y="140"/>
                        </a:cubicBezTo>
                        <a:cubicBezTo>
                          <a:pt x="0" y="175"/>
                          <a:pt x="14" y="217"/>
                          <a:pt x="91" y="246"/>
                        </a:cubicBezTo>
                        <a:cubicBezTo>
                          <a:pt x="126" y="267"/>
                          <a:pt x="177" y="265"/>
                          <a:pt x="231" y="267"/>
                        </a:cubicBezTo>
                        <a:cubicBezTo>
                          <a:pt x="285" y="269"/>
                          <a:pt x="376" y="262"/>
                          <a:pt x="414" y="26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44" name="Freeform 854">
                    <a:extLst>
                      <a:ext uri="{FF2B5EF4-FFF2-40B4-BE49-F238E27FC236}">
                        <a16:creationId xmlns:a16="http://schemas.microsoft.com/office/drawing/2014/main" id="{6265BB06-F570-694B-835C-CBFAFCDB7333}"/>
                      </a:ext>
                    </a:extLst>
                  </p:cNvPr>
                  <p:cNvSpPr>
                    <a:spLocks/>
                  </p:cNvSpPr>
                  <p:nvPr/>
                </p:nvSpPr>
                <p:spPr bwMode="auto">
                  <a:xfrm>
                    <a:off x="3554" y="1075"/>
                    <a:ext cx="377" cy="239"/>
                  </a:xfrm>
                  <a:custGeom>
                    <a:avLst/>
                    <a:gdLst>
                      <a:gd name="T0" fmla="*/ 42 w 377"/>
                      <a:gd name="T1" fmla="*/ 239 h 239"/>
                      <a:gd name="T2" fmla="*/ 335 w 377"/>
                      <a:gd name="T3" fmla="*/ 146 h 239"/>
                      <a:gd name="T4" fmla="*/ 342 w 377"/>
                      <a:gd name="T5" fmla="*/ 47 h 239"/>
                      <a:gd name="T6" fmla="*/ 0 w 377"/>
                      <a:gd name="T7" fmla="*/ 0 h 23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77" h="239">
                        <a:moveTo>
                          <a:pt x="42" y="239"/>
                        </a:moveTo>
                        <a:cubicBezTo>
                          <a:pt x="89" y="224"/>
                          <a:pt x="285" y="178"/>
                          <a:pt x="335" y="146"/>
                        </a:cubicBezTo>
                        <a:cubicBezTo>
                          <a:pt x="372" y="115"/>
                          <a:pt x="377" y="75"/>
                          <a:pt x="342" y="47"/>
                        </a:cubicBezTo>
                        <a:cubicBezTo>
                          <a:pt x="286" y="23"/>
                          <a:pt x="71" y="10"/>
                          <a:pt x="0" y="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45" name="Freeform 855">
                    <a:extLst>
                      <a:ext uri="{FF2B5EF4-FFF2-40B4-BE49-F238E27FC236}">
                        <a16:creationId xmlns:a16="http://schemas.microsoft.com/office/drawing/2014/main" id="{80300F44-8884-9342-8458-52213EFA1F0A}"/>
                      </a:ext>
                    </a:extLst>
                  </p:cNvPr>
                  <p:cNvSpPr>
                    <a:spLocks/>
                  </p:cNvSpPr>
                  <p:nvPr/>
                </p:nvSpPr>
                <p:spPr bwMode="auto">
                  <a:xfrm>
                    <a:off x="3646" y="997"/>
                    <a:ext cx="660" cy="336"/>
                  </a:xfrm>
                  <a:custGeom>
                    <a:avLst/>
                    <a:gdLst>
                      <a:gd name="T0" fmla="*/ 390 w 646"/>
                      <a:gd name="T1" fmla="*/ 592 h 300"/>
                      <a:gd name="T2" fmla="*/ 555 w 646"/>
                      <a:gd name="T3" fmla="*/ 501 h 300"/>
                      <a:gd name="T4" fmla="*/ 690 w 646"/>
                      <a:gd name="T5" fmla="*/ 377 h 300"/>
                      <a:gd name="T6" fmla="*/ 713 w 646"/>
                      <a:gd name="T7" fmla="*/ 211 h 300"/>
                      <a:gd name="T8" fmla="*/ 522 w 646"/>
                      <a:gd name="T9" fmla="*/ 119 h 300"/>
                      <a:gd name="T10" fmla="*/ 0 w 646"/>
                      <a:gd name="T11" fmla="*/ 0 h 3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46" h="300">
                        <a:moveTo>
                          <a:pt x="343" y="300"/>
                        </a:moveTo>
                        <a:cubicBezTo>
                          <a:pt x="367" y="292"/>
                          <a:pt x="443" y="272"/>
                          <a:pt x="487" y="254"/>
                        </a:cubicBezTo>
                        <a:cubicBezTo>
                          <a:pt x="531" y="236"/>
                          <a:pt x="584" y="216"/>
                          <a:pt x="607" y="191"/>
                        </a:cubicBezTo>
                        <a:cubicBezTo>
                          <a:pt x="628" y="173"/>
                          <a:pt x="646" y="125"/>
                          <a:pt x="627" y="107"/>
                        </a:cubicBezTo>
                        <a:cubicBezTo>
                          <a:pt x="603" y="85"/>
                          <a:pt x="563" y="79"/>
                          <a:pt x="459" y="61"/>
                        </a:cubicBezTo>
                        <a:cubicBezTo>
                          <a:pt x="355" y="43"/>
                          <a:pt x="76" y="10"/>
                          <a:pt x="0" y="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46" name="Freeform 856">
                    <a:extLst>
                      <a:ext uri="{FF2B5EF4-FFF2-40B4-BE49-F238E27FC236}">
                        <a16:creationId xmlns:a16="http://schemas.microsoft.com/office/drawing/2014/main" id="{C20B7147-F177-2244-A300-85310EEFDE61}"/>
                      </a:ext>
                    </a:extLst>
                  </p:cNvPr>
                  <p:cNvSpPr>
                    <a:spLocks/>
                  </p:cNvSpPr>
                  <p:nvPr/>
                </p:nvSpPr>
                <p:spPr bwMode="auto">
                  <a:xfrm>
                    <a:off x="4116" y="955"/>
                    <a:ext cx="630" cy="397"/>
                  </a:xfrm>
                  <a:custGeom>
                    <a:avLst/>
                    <a:gdLst>
                      <a:gd name="T0" fmla="*/ 320 w 630"/>
                      <a:gd name="T1" fmla="*/ 397 h 397"/>
                      <a:gd name="T2" fmla="*/ 468 w 630"/>
                      <a:gd name="T3" fmla="*/ 345 h 397"/>
                      <a:gd name="T4" fmla="*/ 590 w 630"/>
                      <a:gd name="T5" fmla="*/ 275 h 397"/>
                      <a:gd name="T6" fmla="*/ 611 w 630"/>
                      <a:gd name="T7" fmla="*/ 181 h 397"/>
                      <a:gd name="T8" fmla="*/ 439 w 630"/>
                      <a:gd name="T9" fmla="*/ 129 h 397"/>
                      <a:gd name="T10" fmla="*/ 0 w 630"/>
                      <a:gd name="T11" fmla="*/ 0 h 39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30" h="397">
                        <a:moveTo>
                          <a:pt x="320" y="397"/>
                        </a:moveTo>
                        <a:cubicBezTo>
                          <a:pt x="345" y="388"/>
                          <a:pt x="423" y="366"/>
                          <a:pt x="468" y="345"/>
                        </a:cubicBezTo>
                        <a:cubicBezTo>
                          <a:pt x="513" y="325"/>
                          <a:pt x="567" y="303"/>
                          <a:pt x="590" y="275"/>
                        </a:cubicBezTo>
                        <a:cubicBezTo>
                          <a:pt x="612" y="255"/>
                          <a:pt x="630" y="201"/>
                          <a:pt x="611" y="181"/>
                        </a:cubicBezTo>
                        <a:cubicBezTo>
                          <a:pt x="586" y="156"/>
                          <a:pt x="541" y="159"/>
                          <a:pt x="439" y="129"/>
                        </a:cubicBezTo>
                        <a:cubicBezTo>
                          <a:pt x="337" y="99"/>
                          <a:pt x="91" y="27"/>
                          <a:pt x="0" y="0"/>
                        </a:cubicBezTo>
                      </a:path>
                    </a:pathLst>
                  </a:custGeom>
                  <a:noFill/>
                  <a:ln w="9525" cmpd="sng">
                    <a:solidFill>
                      <a:srgbClr val="FF0000"/>
                    </a:solidFill>
                    <a:round/>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cxnSp>
              <p:nvCxnSpPr>
                <p:cNvPr id="440" name="Straight Connector 439">
                  <a:extLst>
                    <a:ext uri="{FF2B5EF4-FFF2-40B4-BE49-F238E27FC236}">
                      <a16:creationId xmlns:a16="http://schemas.microsoft.com/office/drawing/2014/main" id="{BC94D261-B269-5947-A948-0F102BE96F71}"/>
                    </a:ext>
                  </a:extLst>
                </p:cNvPr>
                <p:cNvCxnSpPr>
                  <a:cxnSpLocks/>
                </p:cNvCxnSpPr>
                <p:nvPr/>
              </p:nvCxnSpPr>
              <p:spPr>
                <a:xfrm flipH="1">
                  <a:off x="7594314" y="2366481"/>
                  <a:ext cx="39385" cy="7020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267" name="Group 266">
              <a:extLst>
                <a:ext uri="{FF2B5EF4-FFF2-40B4-BE49-F238E27FC236}">
                  <a16:creationId xmlns:a16="http://schemas.microsoft.com/office/drawing/2014/main" id="{61065D64-FFA0-D845-B229-AD586B66C3BA}"/>
                </a:ext>
              </a:extLst>
            </p:cNvPr>
            <p:cNvGrpSpPr/>
            <p:nvPr/>
          </p:nvGrpSpPr>
          <p:grpSpPr>
            <a:xfrm>
              <a:off x="7840518" y="1242873"/>
              <a:ext cx="4037013" cy="1377421"/>
              <a:chOff x="7785100" y="730250"/>
              <a:chExt cx="4037013" cy="1377421"/>
            </a:xfrm>
          </p:grpSpPr>
          <p:grpSp>
            <p:nvGrpSpPr>
              <p:cNvPr id="272" name="Group 117">
                <a:extLst>
                  <a:ext uri="{FF2B5EF4-FFF2-40B4-BE49-F238E27FC236}">
                    <a16:creationId xmlns:a16="http://schemas.microsoft.com/office/drawing/2014/main" id="{DA8F2ABF-024D-5644-A618-D1554772AAFE}"/>
                  </a:ext>
                </a:extLst>
              </p:cNvPr>
              <p:cNvGrpSpPr>
                <a:grpSpLocks/>
              </p:cNvGrpSpPr>
              <p:nvPr/>
            </p:nvGrpSpPr>
            <p:grpSpPr bwMode="auto">
              <a:xfrm>
                <a:off x="7785100" y="736600"/>
                <a:ext cx="850900" cy="527050"/>
                <a:chOff x="-490" y="1664"/>
                <a:chExt cx="1429" cy="842"/>
              </a:xfrm>
            </p:grpSpPr>
            <p:sp>
              <p:nvSpPr>
                <p:cNvPr id="382" name="AutoShape 111">
                  <a:extLst>
                    <a:ext uri="{FF2B5EF4-FFF2-40B4-BE49-F238E27FC236}">
                      <a16:creationId xmlns:a16="http://schemas.microsoft.com/office/drawing/2014/main" id="{4F7D0D8B-AE92-DF48-837E-38F90CA89096}"/>
                    </a:ext>
                  </a:extLst>
                </p:cNvPr>
                <p:cNvSpPr>
                  <a:spLocks noChangeArrowheads="1"/>
                </p:cNvSpPr>
                <p:nvPr/>
              </p:nvSpPr>
              <p:spPr bwMode="auto">
                <a:xfrm>
                  <a:off x="-490" y="1664"/>
                  <a:ext cx="1429" cy="294"/>
                </a:xfrm>
                <a:prstGeom prst="triangle">
                  <a:avLst>
                    <a:gd name="adj" fmla="val 50000"/>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grpSp>
              <p:nvGrpSpPr>
                <p:cNvPr id="383" name="Group 116">
                  <a:extLst>
                    <a:ext uri="{FF2B5EF4-FFF2-40B4-BE49-F238E27FC236}">
                      <a16:creationId xmlns:a16="http://schemas.microsoft.com/office/drawing/2014/main" id="{4A654723-8B5D-FE4C-BF2B-514CD235A1D6}"/>
                    </a:ext>
                  </a:extLst>
                </p:cNvPr>
                <p:cNvGrpSpPr>
                  <a:grpSpLocks/>
                </p:cNvGrpSpPr>
                <p:nvPr/>
              </p:nvGrpSpPr>
              <p:grpSpPr bwMode="auto">
                <a:xfrm>
                  <a:off x="-427" y="1737"/>
                  <a:ext cx="1217" cy="769"/>
                  <a:chOff x="-427" y="1737"/>
                  <a:chExt cx="1217" cy="769"/>
                </a:xfrm>
              </p:grpSpPr>
              <p:sp>
                <p:nvSpPr>
                  <p:cNvPr id="384" name="Rectangle 99">
                    <a:extLst>
                      <a:ext uri="{FF2B5EF4-FFF2-40B4-BE49-F238E27FC236}">
                        <a16:creationId xmlns:a16="http://schemas.microsoft.com/office/drawing/2014/main" id="{A4AFDABA-F0DD-F64F-8D40-C82C98855D26}"/>
                      </a:ext>
                    </a:extLst>
                  </p:cNvPr>
                  <p:cNvSpPr>
                    <a:spLocks noChangeArrowheads="1"/>
                  </p:cNvSpPr>
                  <p:nvPr/>
                </p:nvSpPr>
                <p:spPr bwMode="auto">
                  <a:xfrm>
                    <a:off x="-338" y="1923"/>
                    <a:ext cx="1128" cy="583"/>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385" name="Line 7">
                    <a:extLst>
                      <a:ext uri="{FF2B5EF4-FFF2-40B4-BE49-F238E27FC236}">
                        <a16:creationId xmlns:a16="http://schemas.microsoft.com/office/drawing/2014/main" id="{68D767C0-B1CD-734F-8B29-6BF22590B0B3}"/>
                      </a:ext>
                    </a:extLst>
                  </p:cNvPr>
                  <p:cNvSpPr>
                    <a:spLocks noChangeShapeType="1"/>
                  </p:cNvSpPr>
                  <p:nvPr/>
                </p:nvSpPr>
                <p:spPr bwMode="auto">
                  <a:xfrm>
                    <a:off x="-150" y="2271"/>
                    <a:ext cx="673" cy="7"/>
                  </a:xfrm>
                  <a:prstGeom prst="line">
                    <a:avLst/>
                  </a:prstGeom>
                  <a:noFill/>
                  <a:ln w="9525">
                    <a:solidFill>
                      <a:srgbClr val="E4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386" name="Group 103">
                    <a:extLst>
                      <a:ext uri="{FF2B5EF4-FFF2-40B4-BE49-F238E27FC236}">
                        <a16:creationId xmlns:a16="http://schemas.microsoft.com/office/drawing/2014/main" id="{97E7E30C-8EEE-5042-A3E2-1D8BBB9A553B}"/>
                      </a:ext>
                    </a:extLst>
                  </p:cNvPr>
                  <p:cNvGrpSpPr>
                    <a:grpSpLocks/>
                  </p:cNvGrpSpPr>
                  <p:nvPr/>
                </p:nvGrpSpPr>
                <p:grpSpPr bwMode="auto">
                  <a:xfrm>
                    <a:off x="68" y="2192"/>
                    <a:ext cx="387" cy="139"/>
                    <a:chOff x="322" y="890"/>
                    <a:chExt cx="872" cy="339"/>
                  </a:xfrm>
                </p:grpSpPr>
                <p:sp>
                  <p:nvSpPr>
                    <p:cNvPr id="391" name="Rectangle 104">
                      <a:extLst>
                        <a:ext uri="{FF2B5EF4-FFF2-40B4-BE49-F238E27FC236}">
                          <a16:creationId xmlns:a16="http://schemas.microsoft.com/office/drawing/2014/main" id="{843E43FE-69ED-704E-A9F4-273EFC499F32}"/>
                        </a:ext>
                      </a:extLst>
                    </p:cNvPr>
                    <p:cNvSpPr>
                      <a:spLocks noChangeArrowheads="1"/>
                    </p:cNvSpPr>
                    <p:nvPr/>
                  </p:nvSpPr>
                  <p:spPr bwMode="auto">
                    <a:xfrm>
                      <a:off x="320" y="1000"/>
                      <a:ext cx="871" cy="229"/>
                    </a:xfrm>
                    <a:prstGeom prst="rect">
                      <a:avLst/>
                    </a:prstGeom>
                    <a:solidFill>
                      <a:srgbClr val="EC86A6"/>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392" name="Rectangle 105">
                      <a:extLst>
                        <a:ext uri="{FF2B5EF4-FFF2-40B4-BE49-F238E27FC236}">
                          <a16:creationId xmlns:a16="http://schemas.microsoft.com/office/drawing/2014/main" id="{670D1F7B-0520-4C41-B14C-44928D44AB53}"/>
                        </a:ext>
                      </a:extLst>
                    </p:cNvPr>
                    <p:cNvSpPr>
                      <a:spLocks noChangeArrowheads="1"/>
                    </p:cNvSpPr>
                    <p:nvPr/>
                  </p:nvSpPr>
                  <p:spPr bwMode="auto">
                    <a:xfrm>
                      <a:off x="392" y="1074"/>
                      <a:ext cx="54" cy="5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409" name="Rectangle 106">
                      <a:extLst>
                        <a:ext uri="{FF2B5EF4-FFF2-40B4-BE49-F238E27FC236}">
                          <a16:creationId xmlns:a16="http://schemas.microsoft.com/office/drawing/2014/main" id="{6930B14E-463C-3148-9063-193BCF9C1DBE}"/>
                        </a:ext>
                      </a:extLst>
                    </p:cNvPr>
                    <p:cNvSpPr>
                      <a:spLocks noChangeArrowheads="1"/>
                    </p:cNvSpPr>
                    <p:nvPr/>
                  </p:nvSpPr>
                  <p:spPr bwMode="auto">
                    <a:xfrm>
                      <a:off x="464" y="1074"/>
                      <a:ext cx="54" cy="56"/>
                    </a:xfrm>
                    <a:prstGeom prst="rect">
                      <a:avLst/>
                    </a:prstGeom>
                    <a:solidFill>
                      <a:srgbClr val="33CC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410" name="Rectangle 107">
                      <a:extLst>
                        <a:ext uri="{FF2B5EF4-FFF2-40B4-BE49-F238E27FC236}">
                          <a16:creationId xmlns:a16="http://schemas.microsoft.com/office/drawing/2014/main" id="{E611E401-F46E-7546-90FD-D90E19B2D639}"/>
                        </a:ext>
                      </a:extLst>
                    </p:cNvPr>
                    <p:cNvSpPr>
                      <a:spLocks noChangeArrowheads="1"/>
                    </p:cNvSpPr>
                    <p:nvPr/>
                  </p:nvSpPr>
                  <p:spPr bwMode="auto">
                    <a:xfrm>
                      <a:off x="536" y="1068"/>
                      <a:ext cx="60" cy="5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411" name="Rectangle 108">
                      <a:extLst>
                        <a:ext uri="{FF2B5EF4-FFF2-40B4-BE49-F238E27FC236}">
                          <a16:creationId xmlns:a16="http://schemas.microsoft.com/office/drawing/2014/main" id="{0AC6AB71-4D2D-914E-8DE4-E34FB6CE7211}"/>
                        </a:ext>
                      </a:extLst>
                    </p:cNvPr>
                    <p:cNvSpPr>
                      <a:spLocks noChangeArrowheads="1"/>
                    </p:cNvSpPr>
                    <p:nvPr/>
                  </p:nvSpPr>
                  <p:spPr bwMode="auto">
                    <a:xfrm>
                      <a:off x="615" y="1068"/>
                      <a:ext cx="54" cy="5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413" name="AutoShape 109">
                      <a:extLst>
                        <a:ext uri="{FF2B5EF4-FFF2-40B4-BE49-F238E27FC236}">
                          <a16:creationId xmlns:a16="http://schemas.microsoft.com/office/drawing/2014/main" id="{C5E21FF9-2515-9749-8D1B-9918E78C4597}"/>
                        </a:ext>
                      </a:extLst>
                    </p:cNvPr>
                    <p:cNvSpPr>
                      <a:spLocks noChangeArrowheads="1"/>
                    </p:cNvSpPr>
                    <p:nvPr/>
                  </p:nvSpPr>
                  <p:spPr bwMode="auto">
                    <a:xfrm rot="10800000" flipH="1">
                      <a:off x="322" y="890"/>
                      <a:ext cx="859" cy="110"/>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1 w 21600"/>
                        <a:gd name="T13" fmla="*/ 4516 h 21600"/>
                        <a:gd name="T14" fmla="*/ 17099 w 21600"/>
                        <a:gd name="T15" fmla="*/ 17084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rgbClr val="EC86A6"/>
                    </a:solidFill>
                    <a:ln w="9525">
                      <a:solidFill>
                        <a:schemeClr val="tx1"/>
                      </a:solidFill>
                      <a:miter lim="800000"/>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pic>
                <p:nvPicPr>
                  <p:cNvPr id="387" name="Picture 110" descr="desktop_computer_stylized_small">
                    <a:extLst>
                      <a:ext uri="{FF2B5EF4-FFF2-40B4-BE49-F238E27FC236}">
                        <a16:creationId xmlns:a16="http://schemas.microsoft.com/office/drawing/2014/main" id="{904301F2-7241-4647-A30F-B93D8AE8E002}"/>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27" y="2049"/>
                    <a:ext cx="447" cy="4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8" name="Rectangle 112">
                    <a:extLst>
                      <a:ext uri="{FF2B5EF4-FFF2-40B4-BE49-F238E27FC236}">
                        <a16:creationId xmlns:a16="http://schemas.microsoft.com/office/drawing/2014/main" id="{E4B6BA92-C28D-DC47-9D36-BABDA3F6B6BA}"/>
                      </a:ext>
                    </a:extLst>
                  </p:cNvPr>
                  <p:cNvSpPr>
                    <a:spLocks noChangeArrowheads="1"/>
                  </p:cNvSpPr>
                  <p:nvPr/>
                </p:nvSpPr>
                <p:spPr bwMode="auto">
                  <a:xfrm>
                    <a:off x="528" y="2232"/>
                    <a:ext cx="104" cy="91"/>
                  </a:xfrm>
                  <a:prstGeom prst="rect">
                    <a:avLst/>
                  </a:prstGeom>
                  <a:solidFill>
                    <a:srgbClr val="E40000"/>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389" name="Freeform 113">
                    <a:extLst>
                      <a:ext uri="{FF2B5EF4-FFF2-40B4-BE49-F238E27FC236}">
                        <a16:creationId xmlns:a16="http://schemas.microsoft.com/office/drawing/2014/main" id="{B4A54A71-C2C4-FD44-A968-22FCFF1C2CAB}"/>
                      </a:ext>
                    </a:extLst>
                  </p:cNvPr>
                  <p:cNvSpPr>
                    <a:spLocks/>
                  </p:cNvSpPr>
                  <p:nvPr/>
                </p:nvSpPr>
                <p:spPr bwMode="auto">
                  <a:xfrm>
                    <a:off x="282" y="1951"/>
                    <a:ext cx="302" cy="274"/>
                  </a:xfrm>
                  <a:custGeom>
                    <a:avLst/>
                    <a:gdLst>
                      <a:gd name="T0" fmla="*/ 14 w 381"/>
                      <a:gd name="T1" fmla="*/ 274 h 274"/>
                      <a:gd name="T2" fmla="*/ 14 w 381"/>
                      <a:gd name="T3" fmla="*/ 130 h 274"/>
                      <a:gd name="T4" fmla="*/ 0 w 381"/>
                      <a:gd name="T5" fmla="*/ 0 h 274"/>
                      <a:gd name="T6" fmla="*/ 0 60000 65536"/>
                      <a:gd name="T7" fmla="*/ 0 60000 65536"/>
                      <a:gd name="T8" fmla="*/ 0 60000 65536"/>
                      <a:gd name="T9" fmla="*/ 0 w 381"/>
                      <a:gd name="T10" fmla="*/ 0 h 274"/>
                      <a:gd name="T11" fmla="*/ 381 w 381"/>
                      <a:gd name="T12" fmla="*/ 274 h 274"/>
                    </a:gdLst>
                    <a:ahLst/>
                    <a:cxnLst>
                      <a:cxn ang="T6">
                        <a:pos x="T0" y="T1"/>
                      </a:cxn>
                      <a:cxn ang="T7">
                        <a:pos x="T2" y="T3"/>
                      </a:cxn>
                      <a:cxn ang="T8">
                        <a:pos x="T4" y="T5"/>
                      </a:cxn>
                    </a:cxnLst>
                    <a:rect l="T9" t="T10" r="T11" b="T12"/>
                    <a:pathLst>
                      <a:path w="381" h="274">
                        <a:moveTo>
                          <a:pt x="381" y="274"/>
                        </a:moveTo>
                        <a:lnTo>
                          <a:pt x="381" y="130"/>
                        </a:lnTo>
                        <a:lnTo>
                          <a:pt x="0" y="0"/>
                        </a:lnTo>
                      </a:path>
                    </a:pathLst>
                  </a:custGeom>
                  <a:noFill/>
                  <a:ln w="9525">
                    <a:solidFill>
                      <a:srgbClr val="E4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390" name="Picture 115" descr="tv">
                    <a:extLst>
                      <a:ext uri="{FF2B5EF4-FFF2-40B4-BE49-F238E27FC236}">
                        <a16:creationId xmlns:a16="http://schemas.microsoft.com/office/drawing/2014/main" id="{CB5F76B1-AA8E-F243-ACB3-EE63F5787A40}"/>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 y="1737"/>
                    <a:ext cx="476" cy="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sp>
            <p:nvSpPr>
              <p:cNvPr id="282" name="Line 169">
                <a:extLst>
                  <a:ext uri="{FF2B5EF4-FFF2-40B4-BE49-F238E27FC236}">
                    <a16:creationId xmlns:a16="http://schemas.microsoft.com/office/drawing/2014/main" id="{683925C6-A420-AC4A-98EC-BC48D9B42EFB}"/>
                  </a:ext>
                </a:extLst>
              </p:cNvPr>
              <p:cNvSpPr>
                <a:spLocks noChangeShapeType="1"/>
              </p:cNvSpPr>
              <p:nvPr/>
            </p:nvSpPr>
            <p:spPr bwMode="auto">
              <a:xfrm>
                <a:off x="8423564" y="1479550"/>
                <a:ext cx="2593686" cy="0"/>
              </a:xfrm>
              <a:prstGeom prst="line">
                <a:avLst/>
              </a:prstGeom>
              <a:noFill/>
              <a:ln w="19050">
                <a:solidFill>
                  <a:srgbClr val="E4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0" name="Text Box 204">
                <a:extLst>
                  <a:ext uri="{FF2B5EF4-FFF2-40B4-BE49-F238E27FC236}">
                    <a16:creationId xmlns:a16="http://schemas.microsoft.com/office/drawing/2014/main" id="{606A13BF-006E-E64F-B419-78E6F90CC993}"/>
                  </a:ext>
                </a:extLst>
              </p:cNvPr>
              <p:cNvSpPr txBox="1">
                <a:spLocks noChangeArrowheads="1"/>
              </p:cNvSpPr>
              <p:nvPr/>
            </p:nvSpPr>
            <p:spPr bwMode="auto">
              <a:xfrm>
                <a:off x="9439275" y="808038"/>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400" b="0" i="0" u="none" strike="noStrike" kern="1200" cap="none" spc="0" normalizeH="0" baseline="0" noProof="0" dirty="0">
                    <a:ln>
                      <a:noFill/>
                    </a:ln>
                    <a:solidFill>
                      <a:srgbClr val="969696"/>
                    </a:solidFill>
                    <a:effectLst/>
                    <a:uLnTx/>
                    <a:uFillTx/>
                    <a:latin typeface="Times New Roman" panose="02020603050405020304" pitchFamily="18" charset="0"/>
                    <a:ea typeface="ＭＳ Ｐゴシック" panose="020B0600070205080204" pitchFamily="34" charset="-128"/>
                    <a:cs typeface="+mn-cs"/>
                  </a:rPr>
                  <a:t>…</a:t>
                </a:r>
              </a:p>
            </p:txBody>
          </p:sp>
          <p:grpSp>
            <p:nvGrpSpPr>
              <p:cNvPr id="291" name="Group 290">
                <a:extLst>
                  <a:ext uri="{FF2B5EF4-FFF2-40B4-BE49-F238E27FC236}">
                    <a16:creationId xmlns:a16="http://schemas.microsoft.com/office/drawing/2014/main" id="{74823287-6077-6446-AF55-57CFE46FE077}"/>
                  </a:ext>
                </a:extLst>
              </p:cNvPr>
              <p:cNvGrpSpPr/>
              <p:nvPr/>
            </p:nvGrpSpPr>
            <p:grpSpPr>
              <a:xfrm>
                <a:off x="7872413" y="1479550"/>
                <a:ext cx="850900" cy="623888"/>
                <a:chOff x="7872413" y="1479550"/>
                <a:chExt cx="850900" cy="623888"/>
              </a:xfrm>
            </p:grpSpPr>
            <p:grpSp>
              <p:nvGrpSpPr>
                <p:cNvPr id="355" name="Group 135">
                  <a:extLst>
                    <a:ext uri="{FF2B5EF4-FFF2-40B4-BE49-F238E27FC236}">
                      <a16:creationId xmlns:a16="http://schemas.microsoft.com/office/drawing/2014/main" id="{8ADD54EE-7A0D-674F-A2BD-E5C03262C60C}"/>
                    </a:ext>
                  </a:extLst>
                </p:cNvPr>
                <p:cNvGrpSpPr>
                  <a:grpSpLocks/>
                </p:cNvGrpSpPr>
                <p:nvPr/>
              </p:nvGrpSpPr>
              <p:grpSpPr bwMode="auto">
                <a:xfrm>
                  <a:off x="7872413" y="1576388"/>
                  <a:ext cx="850900" cy="527050"/>
                  <a:chOff x="-490" y="1664"/>
                  <a:chExt cx="1429" cy="842"/>
                </a:xfrm>
              </p:grpSpPr>
              <p:sp>
                <p:nvSpPr>
                  <p:cNvPr id="357" name="AutoShape 136">
                    <a:extLst>
                      <a:ext uri="{FF2B5EF4-FFF2-40B4-BE49-F238E27FC236}">
                        <a16:creationId xmlns:a16="http://schemas.microsoft.com/office/drawing/2014/main" id="{0118FE48-1B9C-3C4A-9E1A-9DDFA75F5B21}"/>
                      </a:ext>
                    </a:extLst>
                  </p:cNvPr>
                  <p:cNvSpPr>
                    <a:spLocks noChangeArrowheads="1"/>
                  </p:cNvSpPr>
                  <p:nvPr/>
                </p:nvSpPr>
                <p:spPr bwMode="auto">
                  <a:xfrm>
                    <a:off x="-490" y="1664"/>
                    <a:ext cx="1429" cy="294"/>
                  </a:xfrm>
                  <a:prstGeom prst="triangle">
                    <a:avLst>
                      <a:gd name="adj" fmla="val 50000"/>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grpSp>
                <p:nvGrpSpPr>
                  <p:cNvPr id="358" name="Group 137">
                    <a:extLst>
                      <a:ext uri="{FF2B5EF4-FFF2-40B4-BE49-F238E27FC236}">
                        <a16:creationId xmlns:a16="http://schemas.microsoft.com/office/drawing/2014/main" id="{6B86DF99-CBED-144A-94EC-2756704E1A90}"/>
                      </a:ext>
                    </a:extLst>
                  </p:cNvPr>
                  <p:cNvGrpSpPr>
                    <a:grpSpLocks/>
                  </p:cNvGrpSpPr>
                  <p:nvPr/>
                </p:nvGrpSpPr>
                <p:grpSpPr bwMode="auto">
                  <a:xfrm>
                    <a:off x="-427" y="1737"/>
                    <a:ext cx="1217" cy="769"/>
                    <a:chOff x="-427" y="1737"/>
                    <a:chExt cx="1217" cy="769"/>
                  </a:xfrm>
                </p:grpSpPr>
                <p:sp>
                  <p:nvSpPr>
                    <p:cNvPr id="360" name="Rectangle 138">
                      <a:extLst>
                        <a:ext uri="{FF2B5EF4-FFF2-40B4-BE49-F238E27FC236}">
                          <a16:creationId xmlns:a16="http://schemas.microsoft.com/office/drawing/2014/main" id="{E2F83C1F-2DCD-404E-AE4F-63E99CDF36D8}"/>
                        </a:ext>
                      </a:extLst>
                    </p:cNvPr>
                    <p:cNvSpPr>
                      <a:spLocks noChangeArrowheads="1"/>
                    </p:cNvSpPr>
                    <p:nvPr/>
                  </p:nvSpPr>
                  <p:spPr bwMode="auto">
                    <a:xfrm>
                      <a:off x="-338" y="1923"/>
                      <a:ext cx="1128" cy="583"/>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361" name="Line 7">
                      <a:extLst>
                        <a:ext uri="{FF2B5EF4-FFF2-40B4-BE49-F238E27FC236}">
                          <a16:creationId xmlns:a16="http://schemas.microsoft.com/office/drawing/2014/main" id="{C055AFF3-0D0C-BC48-A997-2C34FB897E23}"/>
                        </a:ext>
                      </a:extLst>
                    </p:cNvPr>
                    <p:cNvSpPr>
                      <a:spLocks noChangeShapeType="1"/>
                    </p:cNvSpPr>
                    <p:nvPr/>
                  </p:nvSpPr>
                  <p:spPr bwMode="auto">
                    <a:xfrm>
                      <a:off x="-150" y="2271"/>
                      <a:ext cx="676" cy="4"/>
                    </a:xfrm>
                    <a:prstGeom prst="line">
                      <a:avLst/>
                    </a:prstGeom>
                    <a:noFill/>
                    <a:ln w="9525">
                      <a:solidFill>
                        <a:srgbClr val="E4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362" name="Group 140">
                      <a:extLst>
                        <a:ext uri="{FF2B5EF4-FFF2-40B4-BE49-F238E27FC236}">
                          <a16:creationId xmlns:a16="http://schemas.microsoft.com/office/drawing/2014/main" id="{7854FAEA-62F7-A14F-97B1-D2E9BCDE4C20}"/>
                        </a:ext>
                      </a:extLst>
                    </p:cNvPr>
                    <p:cNvGrpSpPr>
                      <a:grpSpLocks/>
                    </p:cNvGrpSpPr>
                    <p:nvPr/>
                  </p:nvGrpSpPr>
                  <p:grpSpPr bwMode="auto">
                    <a:xfrm>
                      <a:off x="68" y="2192"/>
                      <a:ext cx="387" cy="139"/>
                      <a:chOff x="322" y="890"/>
                      <a:chExt cx="872" cy="339"/>
                    </a:xfrm>
                  </p:grpSpPr>
                  <p:sp>
                    <p:nvSpPr>
                      <p:cNvPr id="376" name="Rectangle 141">
                        <a:extLst>
                          <a:ext uri="{FF2B5EF4-FFF2-40B4-BE49-F238E27FC236}">
                            <a16:creationId xmlns:a16="http://schemas.microsoft.com/office/drawing/2014/main" id="{8D61C38E-17AA-8B46-82C3-68045A533E8D}"/>
                          </a:ext>
                        </a:extLst>
                      </p:cNvPr>
                      <p:cNvSpPr>
                        <a:spLocks noChangeArrowheads="1"/>
                      </p:cNvSpPr>
                      <p:nvPr/>
                    </p:nvSpPr>
                    <p:spPr bwMode="auto">
                      <a:xfrm>
                        <a:off x="320" y="1000"/>
                        <a:ext cx="871" cy="229"/>
                      </a:xfrm>
                      <a:prstGeom prst="rect">
                        <a:avLst/>
                      </a:prstGeom>
                      <a:solidFill>
                        <a:srgbClr val="EC86A6"/>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377" name="Rectangle 142">
                        <a:extLst>
                          <a:ext uri="{FF2B5EF4-FFF2-40B4-BE49-F238E27FC236}">
                            <a16:creationId xmlns:a16="http://schemas.microsoft.com/office/drawing/2014/main" id="{34E63E9C-CE7A-5740-9F5A-EBBD524BEC54}"/>
                          </a:ext>
                        </a:extLst>
                      </p:cNvPr>
                      <p:cNvSpPr>
                        <a:spLocks noChangeArrowheads="1"/>
                      </p:cNvSpPr>
                      <p:nvPr/>
                    </p:nvSpPr>
                    <p:spPr bwMode="auto">
                      <a:xfrm>
                        <a:off x="392" y="1074"/>
                        <a:ext cx="54" cy="5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378" name="Rectangle 143">
                        <a:extLst>
                          <a:ext uri="{FF2B5EF4-FFF2-40B4-BE49-F238E27FC236}">
                            <a16:creationId xmlns:a16="http://schemas.microsoft.com/office/drawing/2014/main" id="{BF6F6A45-7BFD-4A43-A1FE-C35037B8B859}"/>
                          </a:ext>
                        </a:extLst>
                      </p:cNvPr>
                      <p:cNvSpPr>
                        <a:spLocks noChangeArrowheads="1"/>
                      </p:cNvSpPr>
                      <p:nvPr/>
                    </p:nvSpPr>
                    <p:spPr bwMode="auto">
                      <a:xfrm>
                        <a:off x="464" y="1074"/>
                        <a:ext cx="54" cy="56"/>
                      </a:xfrm>
                      <a:prstGeom prst="rect">
                        <a:avLst/>
                      </a:prstGeom>
                      <a:solidFill>
                        <a:srgbClr val="33CC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379" name="Rectangle 144">
                        <a:extLst>
                          <a:ext uri="{FF2B5EF4-FFF2-40B4-BE49-F238E27FC236}">
                            <a16:creationId xmlns:a16="http://schemas.microsoft.com/office/drawing/2014/main" id="{90500725-1B45-9C46-BC6F-F7ECDE38FA96}"/>
                          </a:ext>
                        </a:extLst>
                      </p:cNvPr>
                      <p:cNvSpPr>
                        <a:spLocks noChangeArrowheads="1"/>
                      </p:cNvSpPr>
                      <p:nvPr/>
                    </p:nvSpPr>
                    <p:spPr bwMode="auto">
                      <a:xfrm>
                        <a:off x="536" y="1068"/>
                        <a:ext cx="60" cy="5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380" name="Rectangle 145">
                        <a:extLst>
                          <a:ext uri="{FF2B5EF4-FFF2-40B4-BE49-F238E27FC236}">
                            <a16:creationId xmlns:a16="http://schemas.microsoft.com/office/drawing/2014/main" id="{0AACC607-A52B-6045-BF20-AB80915FCA89}"/>
                          </a:ext>
                        </a:extLst>
                      </p:cNvPr>
                      <p:cNvSpPr>
                        <a:spLocks noChangeArrowheads="1"/>
                      </p:cNvSpPr>
                      <p:nvPr/>
                    </p:nvSpPr>
                    <p:spPr bwMode="auto">
                      <a:xfrm>
                        <a:off x="615" y="1068"/>
                        <a:ext cx="54" cy="5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381" name="AutoShape 146">
                        <a:extLst>
                          <a:ext uri="{FF2B5EF4-FFF2-40B4-BE49-F238E27FC236}">
                            <a16:creationId xmlns:a16="http://schemas.microsoft.com/office/drawing/2014/main" id="{4C6EB161-0B24-DB45-ABCC-5C6B6893FAC2}"/>
                          </a:ext>
                        </a:extLst>
                      </p:cNvPr>
                      <p:cNvSpPr>
                        <a:spLocks noChangeArrowheads="1"/>
                      </p:cNvSpPr>
                      <p:nvPr/>
                    </p:nvSpPr>
                    <p:spPr bwMode="auto">
                      <a:xfrm rot="10800000" flipH="1">
                        <a:off x="322" y="890"/>
                        <a:ext cx="859" cy="110"/>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1 w 21600"/>
                          <a:gd name="T13" fmla="*/ 4516 h 21600"/>
                          <a:gd name="T14" fmla="*/ 17099 w 21600"/>
                          <a:gd name="T15" fmla="*/ 17084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rgbClr val="EC86A6"/>
                      </a:solidFill>
                      <a:ln w="9525">
                        <a:solidFill>
                          <a:schemeClr val="tx1"/>
                        </a:solidFill>
                        <a:miter lim="800000"/>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pic>
                  <p:nvPicPr>
                    <p:cNvPr id="363" name="Picture 147" descr="desktop_computer_stylized_small">
                      <a:extLst>
                        <a:ext uri="{FF2B5EF4-FFF2-40B4-BE49-F238E27FC236}">
                          <a16:creationId xmlns:a16="http://schemas.microsoft.com/office/drawing/2014/main" id="{F585443D-9525-E14B-8AA4-E5AE4121EC14}"/>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27" y="2049"/>
                      <a:ext cx="447" cy="4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6" name="Rectangle 148">
                      <a:extLst>
                        <a:ext uri="{FF2B5EF4-FFF2-40B4-BE49-F238E27FC236}">
                          <a16:creationId xmlns:a16="http://schemas.microsoft.com/office/drawing/2014/main" id="{CAA6C040-9D81-E941-9947-DDE3881D43CF}"/>
                        </a:ext>
                      </a:extLst>
                    </p:cNvPr>
                    <p:cNvSpPr>
                      <a:spLocks noChangeArrowheads="1"/>
                    </p:cNvSpPr>
                    <p:nvPr/>
                  </p:nvSpPr>
                  <p:spPr bwMode="auto">
                    <a:xfrm>
                      <a:off x="528" y="2232"/>
                      <a:ext cx="104" cy="91"/>
                    </a:xfrm>
                    <a:prstGeom prst="rect">
                      <a:avLst/>
                    </a:prstGeom>
                    <a:solidFill>
                      <a:srgbClr val="E40000"/>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374" name="Freeform 149">
                      <a:extLst>
                        <a:ext uri="{FF2B5EF4-FFF2-40B4-BE49-F238E27FC236}">
                          <a16:creationId xmlns:a16="http://schemas.microsoft.com/office/drawing/2014/main" id="{1402F0C5-D459-E247-A664-0B7AB05001F0}"/>
                        </a:ext>
                      </a:extLst>
                    </p:cNvPr>
                    <p:cNvSpPr>
                      <a:spLocks/>
                    </p:cNvSpPr>
                    <p:nvPr/>
                  </p:nvSpPr>
                  <p:spPr bwMode="auto">
                    <a:xfrm>
                      <a:off x="282" y="1951"/>
                      <a:ext cx="302" cy="274"/>
                    </a:xfrm>
                    <a:custGeom>
                      <a:avLst/>
                      <a:gdLst>
                        <a:gd name="T0" fmla="*/ 14 w 381"/>
                        <a:gd name="T1" fmla="*/ 274 h 274"/>
                        <a:gd name="T2" fmla="*/ 14 w 381"/>
                        <a:gd name="T3" fmla="*/ 130 h 274"/>
                        <a:gd name="T4" fmla="*/ 0 w 381"/>
                        <a:gd name="T5" fmla="*/ 0 h 274"/>
                        <a:gd name="T6" fmla="*/ 0 60000 65536"/>
                        <a:gd name="T7" fmla="*/ 0 60000 65536"/>
                        <a:gd name="T8" fmla="*/ 0 60000 65536"/>
                        <a:gd name="T9" fmla="*/ 0 w 381"/>
                        <a:gd name="T10" fmla="*/ 0 h 274"/>
                        <a:gd name="T11" fmla="*/ 381 w 381"/>
                        <a:gd name="T12" fmla="*/ 274 h 274"/>
                      </a:gdLst>
                      <a:ahLst/>
                      <a:cxnLst>
                        <a:cxn ang="T6">
                          <a:pos x="T0" y="T1"/>
                        </a:cxn>
                        <a:cxn ang="T7">
                          <a:pos x="T2" y="T3"/>
                        </a:cxn>
                        <a:cxn ang="T8">
                          <a:pos x="T4" y="T5"/>
                        </a:cxn>
                      </a:cxnLst>
                      <a:rect l="T9" t="T10" r="T11" b="T12"/>
                      <a:pathLst>
                        <a:path w="381" h="274">
                          <a:moveTo>
                            <a:pt x="381" y="274"/>
                          </a:moveTo>
                          <a:lnTo>
                            <a:pt x="381" y="130"/>
                          </a:lnTo>
                          <a:lnTo>
                            <a:pt x="0" y="0"/>
                          </a:lnTo>
                        </a:path>
                      </a:pathLst>
                    </a:custGeom>
                    <a:noFill/>
                    <a:ln w="9525">
                      <a:solidFill>
                        <a:srgbClr val="E4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375" name="Picture 151" descr="tv">
                      <a:extLst>
                        <a:ext uri="{FF2B5EF4-FFF2-40B4-BE49-F238E27FC236}">
                          <a16:creationId xmlns:a16="http://schemas.microsoft.com/office/drawing/2014/main" id="{C4452B7F-EFA4-E84E-842E-D50C26DBB49B}"/>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 y="1737"/>
                      <a:ext cx="476" cy="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sp>
              <p:nvSpPr>
                <p:cNvPr id="356" name="Freeform 209">
                  <a:extLst>
                    <a:ext uri="{FF2B5EF4-FFF2-40B4-BE49-F238E27FC236}">
                      <a16:creationId xmlns:a16="http://schemas.microsoft.com/office/drawing/2014/main" id="{11B3A7AD-BBDA-7044-AF36-AB803F847905}"/>
                    </a:ext>
                  </a:extLst>
                </p:cNvPr>
                <p:cNvSpPr>
                  <a:spLocks/>
                </p:cNvSpPr>
                <p:nvPr/>
              </p:nvSpPr>
              <p:spPr bwMode="auto">
                <a:xfrm>
                  <a:off x="8543925" y="1479550"/>
                  <a:ext cx="127000" cy="476250"/>
                </a:xfrm>
                <a:custGeom>
                  <a:avLst/>
                  <a:gdLst>
                    <a:gd name="T0" fmla="*/ 0 w 80"/>
                    <a:gd name="T1" fmla="*/ 2147483647 h 300"/>
                    <a:gd name="T2" fmla="*/ 2147483647 w 80"/>
                    <a:gd name="T3" fmla="*/ 2147483647 h 300"/>
                    <a:gd name="T4" fmla="*/ 2147483647 w 80"/>
                    <a:gd name="T5" fmla="*/ 0 h 300"/>
                    <a:gd name="T6" fmla="*/ 0 60000 65536"/>
                    <a:gd name="T7" fmla="*/ 0 60000 65536"/>
                    <a:gd name="T8" fmla="*/ 0 60000 65536"/>
                    <a:gd name="T9" fmla="*/ 0 w 80"/>
                    <a:gd name="T10" fmla="*/ 0 h 300"/>
                    <a:gd name="T11" fmla="*/ 80 w 80"/>
                    <a:gd name="T12" fmla="*/ 300 h 300"/>
                  </a:gdLst>
                  <a:ahLst/>
                  <a:cxnLst>
                    <a:cxn ang="T6">
                      <a:pos x="T0" y="T1"/>
                    </a:cxn>
                    <a:cxn ang="T7">
                      <a:pos x="T2" y="T3"/>
                    </a:cxn>
                    <a:cxn ang="T8">
                      <a:pos x="T4" y="T5"/>
                    </a:cxn>
                  </a:cxnLst>
                  <a:rect l="T9" t="T10" r="T11" b="T12"/>
                  <a:pathLst>
                    <a:path w="80" h="300">
                      <a:moveTo>
                        <a:pt x="0" y="300"/>
                      </a:moveTo>
                      <a:lnTo>
                        <a:pt x="80" y="300"/>
                      </a:lnTo>
                      <a:lnTo>
                        <a:pt x="80" y="0"/>
                      </a:lnTo>
                    </a:path>
                  </a:pathLst>
                </a:custGeom>
                <a:noFill/>
                <a:ln w="9525">
                  <a:solidFill>
                    <a:srgbClr val="E4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292" name="Rectangle 44">
                <a:extLst>
                  <a:ext uri="{FF2B5EF4-FFF2-40B4-BE49-F238E27FC236}">
                    <a16:creationId xmlns:a16="http://schemas.microsoft.com/office/drawing/2014/main" id="{EDF3CEBF-6311-104C-B1C2-DDE49663E340}"/>
                  </a:ext>
                </a:extLst>
              </p:cNvPr>
              <p:cNvSpPr>
                <a:spLocks noChangeArrowheads="1"/>
              </p:cNvSpPr>
              <p:nvPr/>
            </p:nvSpPr>
            <p:spPr bwMode="auto">
              <a:xfrm>
                <a:off x="10755313" y="1054100"/>
                <a:ext cx="955675" cy="700088"/>
              </a:xfrm>
              <a:prstGeom prst="rect">
                <a:avLst/>
              </a:prstGeom>
              <a:noFill/>
              <a:ln w="9525">
                <a:solidFill>
                  <a:schemeClr val="tx1"/>
                </a:solidFill>
                <a:prstDash val="dashDot"/>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293" name="Freeform 216">
                <a:extLst>
                  <a:ext uri="{FF2B5EF4-FFF2-40B4-BE49-F238E27FC236}">
                    <a16:creationId xmlns:a16="http://schemas.microsoft.com/office/drawing/2014/main" id="{568B9560-555E-104B-962D-8C1735FCC610}"/>
                  </a:ext>
                </a:extLst>
              </p:cNvPr>
              <p:cNvSpPr>
                <a:spLocks/>
              </p:cNvSpPr>
              <p:nvPr/>
            </p:nvSpPr>
            <p:spPr bwMode="auto">
              <a:xfrm>
                <a:off x="11012488" y="1236663"/>
                <a:ext cx="330200" cy="454025"/>
              </a:xfrm>
              <a:custGeom>
                <a:avLst/>
                <a:gdLst>
                  <a:gd name="T0" fmla="*/ 0 w 318"/>
                  <a:gd name="T1" fmla="*/ 2147483647 h 412"/>
                  <a:gd name="T2" fmla="*/ 2147483647 w 318"/>
                  <a:gd name="T3" fmla="*/ 2147483647 h 412"/>
                  <a:gd name="T4" fmla="*/ 2147483647 w 318"/>
                  <a:gd name="T5" fmla="*/ 0 h 412"/>
                  <a:gd name="T6" fmla="*/ 2147483647 w 318"/>
                  <a:gd name="T7" fmla="*/ 2147483647 h 412"/>
                  <a:gd name="T8" fmla="*/ 2147483647 w 318"/>
                  <a:gd name="T9" fmla="*/ 2147483647 h 412"/>
                  <a:gd name="T10" fmla="*/ 2147483647 w 318"/>
                  <a:gd name="T11" fmla="*/ 2147483647 h 412"/>
                  <a:gd name="T12" fmla="*/ 2147483647 w 318"/>
                  <a:gd name="T13" fmla="*/ 2147483647 h 412"/>
                  <a:gd name="T14" fmla="*/ 2147483647 w 318"/>
                  <a:gd name="T15" fmla="*/ 2147483647 h 412"/>
                  <a:gd name="T16" fmla="*/ 0 w 318"/>
                  <a:gd name="T17" fmla="*/ 2147483647 h 41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18"/>
                  <a:gd name="T28" fmla="*/ 0 h 412"/>
                  <a:gd name="T29" fmla="*/ 318 w 318"/>
                  <a:gd name="T30" fmla="*/ 412 h 41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18" h="412">
                    <a:moveTo>
                      <a:pt x="0" y="412"/>
                    </a:moveTo>
                    <a:lnTo>
                      <a:pt x="3" y="1"/>
                    </a:lnTo>
                    <a:lnTo>
                      <a:pt x="74" y="0"/>
                    </a:lnTo>
                    <a:lnTo>
                      <a:pt x="254" y="111"/>
                    </a:lnTo>
                    <a:lnTo>
                      <a:pt x="318" y="115"/>
                    </a:lnTo>
                    <a:lnTo>
                      <a:pt x="318" y="308"/>
                    </a:lnTo>
                    <a:lnTo>
                      <a:pt x="246" y="308"/>
                    </a:lnTo>
                    <a:lnTo>
                      <a:pt x="74" y="412"/>
                    </a:lnTo>
                    <a:lnTo>
                      <a:pt x="0" y="412"/>
                    </a:lnTo>
                    <a:close/>
                  </a:path>
                </a:pathLst>
              </a:custGeom>
              <a:gradFill rotWithShape="1">
                <a:gsLst>
                  <a:gs pos="0">
                    <a:schemeClr val="bg1"/>
                  </a:gs>
                  <a:gs pos="99000">
                    <a:srgbClr val="E40000"/>
                  </a:gs>
                </a:gsLst>
                <a:lin ang="0" scaled="1"/>
              </a:grad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4" name="Freeform 217">
                <a:extLst>
                  <a:ext uri="{FF2B5EF4-FFF2-40B4-BE49-F238E27FC236}">
                    <a16:creationId xmlns:a16="http://schemas.microsoft.com/office/drawing/2014/main" id="{DA2971D4-FEBA-E244-9839-37C7EE346C16}"/>
                  </a:ext>
                </a:extLst>
              </p:cNvPr>
              <p:cNvSpPr>
                <a:spLocks/>
              </p:cNvSpPr>
              <p:nvPr/>
            </p:nvSpPr>
            <p:spPr bwMode="auto">
              <a:xfrm>
                <a:off x="11009842" y="1167342"/>
                <a:ext cx="366713" cy="406400"/>
              </a:xfrm>
              <a:custGeom>
                <a:avLst/>
                <a:gdLst>
                  <a:gd name="T0" fmla="*/ 0 w 353"/>
                  <a:gd name="T1" fmla="*/ 2147483647 h 369"/>
                  <a:gd name="T2" fmla="*/ 2147483647 w 353"/>
                  <a:gd name="T3" fmla="*/ 0 h 369"/>
                  <a:gd name="T4" fmla="*/ 2147483647 w 353"/>
                  <a:gd name="T5" fmla="*/ 0 h 369"/>
                  <a:gd name="T6" fmla="*/ 2147483647 w 353"/>
                  <a:gd name="T7" fmla="*/ 2147483647 h 369"/>
                  <a:gd name="T8" fmla="*/ 2147483647 w 353"/>
                  <a:gd name="T9" fmla="*/ 2147483647 h 369"/>
                  <a:gd name="T10" fmla="*/ 2147483647 w 353"/>
                  <a:gd name="T11" fmla="*/ 2147483647 h 369"/>
                  <a:gd name="T12" fmla="*/ 2147483647 w 353"/>
                  <a:gd name="T13" fmla="*/ 2147483647 h 369"/>
                  <a:gd name="T14" fmla="*/ 2147483647 w 353"/>
                  <a:gd name="T15" fmla="*/ 2147483647 h 369"/>
                  <a:gd name="T16" fmla="*/ 2147483647 w 353"/>
                  <a:gd name="T17" fmla="*/ 2147483647 h 369"/>
                  <a:gd name="T18" fmla="*/ 2147483647 w 353"/>
                  <a:gd name="T19" fmla="*/ 2147483647 h 369"/>
                  <a:gd name="T20" fmla="*/ 0 w 353"/>
                  <a:gd name="T21" fmla="*/ 2147483647 h 36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53"/>
                  <a:gd name="T34" fmla="*/ 0 h 369"/>
                  <a:gd name="T35" fmla="*/ 353 w 353"/>
                  <a:gd name="T36" fmla="*/ 369 h 36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53" h="369">
                    <a:moveTo>
                      <a:pt x="0" y="59"/>
                    </a:moveTo>
                    <a:lnTo>
                      <a:pt x="32" y="0"/>
                    </a:lnTo>
                    <a:lnTo>
                      <a:pt x="105" y="0"/>
                    </a:lnTo>
                    <a:lnTo>
                      <a:pt x="276" y="113"/>
                    </a:lnTo>
                    <a:lnTo>
                      <a:pt x="353" y="113"/>
                    </a:lnTo>
                    <a:lnTo>
                      <a:pt x="353" y="315"/>
                    </a:lnTo>
                    <a:lnTo>
                      <a:pt x="318" y="369"/>
                    </a:lnTo>
                    <a:lnTo>
                      <a:pt x="315" y="173"/>
                    </a:lnTo>
                    <a:lnTo>
                      <a:pt x="254" y="173"/>
                    </a:lnTo>
                    <a:lnTo>
                      <a:pt x="75" y="60"/>
                    </a:lnTo>
                    <a:lnTo>
                      <a:pt x="0" y="59"/>
                    </a:lnTo>
                    <a:close/>
                  </a:path>
                </a:pathLst>
              </a:custGeom>
              <a:solidFill>
                <a:srgbClr val="C00000"/>
              </a:solid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5" name="Line 218">
                <a:extLst>
                  <a:ext uri="{FF2B5EF4-FFF2-40B4-BE49-F238E27FC236}">
                    <a16:creationId xmlns:a16="http://schemas.microsoft.com/office/drawing/2014/main" id="{1BD09D89-8D3D-0A4A-892A-15FDA5DBDCFD}"/>
                  </a:ext>
                </a:extLst>
              </p:cNvPr>
              <p:cNvSpPr>
                <a:spLocks noChangeShapeType="1"/>
              </p:cNvSpPr>
              <p:nvPr/>
            </p:nvSpPr>
            <p:spPr bwMode="auto">
              <a:xfrm flipH="1">
                <a:off x="11339513" y="1295400"/>
                <a:ext cx="34925" cy="682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6" name="Line 219">
                <a:extLst>
                  <a:ext uri="{FF2B5EF4-FFF2-40B4-BE49-F238E27FC236}">
                    <a16:creationId xmlns:a16="http://schemas.microsoft.com/office/drawing/2014/main" id="{135D1CBC-9B94-1746-A89B-2A44F9EF289C}"/>
                  </a:ext>
                </a:extLst>
              </p:cNvPr>
              <p:cNvSpPr>
                <a:spLocks noChangeShapeType="1"/>
              </p:cNvSpPr>
              <p:nvPr/>
            </p:nvSpPr>
            <p:spPr bwMode="auto">
              <a:xfrm>
                <a:off x="11041063" y="1466850"/>
                <a:ext cx="268287"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7" name="Freeform 220">
                <a:extLst>
                  <a:ext uri="{FF2B5EF4-FFF2-40B4-BE49-F238E27FC236}">
                    <a16:creationId xmlns:a16="http://schemas.microsoft.com/office/drawing/2014/main" id="{68BA57F7-BBEA-274C-9D12-9DD3172CB764}"/>
                  </a:ext>
                </a:extLst>
              </p:cNvPr>
              <p:cNvSpPr>
                <a:spLocks/>
              </p:cNvSpPr>
              <p:nvPr/>
            </p:nvSpPr>
            <p:spPr bwMode="auto">
              <a:xfrm>
                <a:off x="11034713" y="1290638"/>
                <a:ext cx="274637" cy="115887"/>
              </a:xfrm>
              <a:custGeom>
                <a:avLst/>
                <a:gdLst>
                  <a:gd name="T0" fmla="*/ 0 w 264"/>
                  <a:gd name="T1" fmla="*/ 0 h 105"/>
                  <a:gd name="T2" fmla="*/ 2147483647 w 264"/>
                  <a:gd name="T3" fmla="*/ 0 h 105"/>
                  <a:gd name="T4" fmla="*/ 2147483647 w 264"/>
                  <a:gd name="T5" fmla="*/ 2147483647 h 105"/>
                  <a:gd name="T6" fmla="*/ 2147483647 w 264"/>
                  <a:gd name="T7" fmla="*/ 2147483647 h 105"/>
                  <a:gd name="T8" fmla="*/ 0 60000 65536"/>
                  <a:gd name="T9" fmla="*/ 0 60000 65536"/>
                  <a:gd name="T10" fmla="*/ 0 60000 65536"/>
                  <a:gd name="T11" fmla="*/ 0 60000 65536"/>
                  <a:gd name="T12" fmla="*/ 0 w 264"/>
                  <a:gd name="T13" fmla="*/ 0 h 105"/>
                  <a:gd name="T14" fmla="*/ 264 w 264"/>
                  <a:gd name="T15" fmla="*/ 105 h 105"/>
                </a:gdLst>
                <a:ahLst/>
                <a:cxnLst>
                  <a:cxn ang="T8">
                    <a:pos x="T0" y="T1"/>
                  </a:cxn>
                  <a:cxn ang="T9">
                    <a:pos x="T2" y="T3"/>
                  </a:cxn>
                  <a:cxn ang="T10">
                    <a:pos x="T4" y="T5"/>
                  </a:cxn>
                  <a:cxn ang="T11">
                    <a:pos x="T6" y="T7"/>
                  </a:cxn>
                </a:cxnLst>
                <a:rect l="T12" t="T13" r="T14" b="T15"/>
                <a:pathLst>
                  <a:path w="264" h="105">
                    <a:moveTo>
                      <a:pt x="0" y="0"/>
                    </a:moveTo>
                    <a:lnTo>
                      <a:pt x="52" y="0"/>
                    </a:lnTo>
                    <a:lnTo>
                      <a:pt x="207" y="105"/>
                    </a:lnTo>
                    <a:lnTo>
                      <a:pt x="264" y="105"/>
                    </a:lnTo>
                  </a:path>
                </a:pathLst>
              </a:custGeom>
              <a:noFill/>
              <a:ln w="9525">
                <a:solidFill>
                  <a:schemeClr val="tx1"/>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8" name="Freeform 221">
                <a:extLst>
                  <a:ext uri="{FF2B5EF4-FFF2-40B4-BE49-F238E27FC236}">
                    <a16:creationId xmlns:a16="http://schemas.microsoft.com/office/drawing/2014/main" id="{F332205B-8DCF-B445-AB10-02D71F7374E5}"/>
                  </a:ext>
                </a:extLst>
              </p:cNvPr>
              <p:cNvSpPr>
                <a:spLocks/>
              </p:cNvSpPr>
              <p:nvPr/>
            </p:nvSpPr>
            <p:spPr bwMode="auto">
              <a:xfrm flipV="1">
                <a:off x="11034713" y="1527175"/>
                <a:ext cx="274637" cy="114300"/>
              </a:xfrm>
              <a:custGeom>
                <a:avLst/>
                <a:gdLst>
                  <a:gd name="T0" fmla="*/ 0 w 264"/>
                  <a:gd name="T1" fmla="*/ 0 h 105"/>
                  <a:gd name="T2" fmla="*/ 2147483647 w 264"/>
                  <a:gd name="T3" fmla="*/ 0 h 105"/>
                  <a:gd name="T4" fmla="*/ 2147483647 w 264"/>
                  <a:gd name="T5" fmla="*/ 2147483647 h 105"/>
                  <a:gd name="T6" fmla="*/ 2147483647 w 264"/>
                  <a:gd name="T7" fmla="*/ 2147483647 h 105"/>
                  <a:gd name="T8" fmla="*/ 0 60000 65536"/>
                  <a:gd name="T9" fmla="*/ 0 60000 65536"/>
                  <a:gd name="T10" fmla="*/ 0 60000 65536"/>
                  <a:gd name="T11" fmla="*/ 0 60000 65536"/>
                  <a:gd name="T12" fmla="*/ 0 w 264"/>
                  <a:gd name="T13" fmla="*/ 0 h 105"/>
                  <a:gd name="T14" fmla="*/ 264 w 264"/>
                  <a:gd name="T15" fmla="*/ 105 h 105"/>
                </a:gdLst>
                <a:ahLst/>
                <a:cxnLst>
                  <a:cxn ang="T8">
                    <a:pos x="T0" y="T1"/>
                  </a:cxn>
                  <a:cxn ang="T9">
                    <a:pos x="T2" y="T3"/>
                  </a:cxn>
                  <a:cxn ang="T10">
                    <a:pos x="T4" y="T5"/>
                  </a:cxn>
                  <a:cxn ang="T11">
                    <a:pos x="T6" y="T7"/>
                  </a:cxn>
                </a:cxnLst>
                <a:rect l="T12" t="T13" r="T14" b="T15"/>
                <a:pathLst>
                  <a:path w="264" h="105">
                    <a:moveTo>
                      <a:pt x="0" y="0"/>
                    </a:moveTo>
                    <a:lnTo>
                      <a:pt x="52" y="0"/>
                    </a:lnTo>
                    <a:lnTo>
                      <a:pt x="207" y="105"/>
                    </a:lnTo>
                    <a:lnTo>
                      <a:pt x="264" y="105"/>
                    </a:lnTo>
                  </a:path>
                </a:pathLst>
              </a:custGeom>
              <a:noFill/>
              <a:ln w="9525">
                <a:solidFill>
                  <a:schemeClr val="tx1"/>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9" name="AutoShape 225">
                <a:extLst>
                  <a:ext uri="{FF2B5EF4-FFF2-40B4-BE49-F238E27FC236}">
                    <a16:creationId xmlns:a16="http://schemas.microsoft.com/office/drawing/2014/main" id="{CEA8A387-526F-5044-B9B1-E20B96341E65}"/>
                  </a:ext>
                </a:extLst>
              </p:cNvPr>
              <p:cNvSpPr>
                <a:spLocks noChangeArrowheads="1"/>
              </p:cNvSpPr>
              <p:nvPr/>
            </p:nvSpPr>
            <p:spPr bwMode="auto">
              <a:xfrm>
                <a:off x="10615613" y="790575"/>
                <a:ext cx="1206500" cy="261938"/>
              </a:xfrm>
              <a:prstGeom prst="triangle">
                <a:avLst>
                  <a:gd name="adj" fmla="val 50000"/>
                </a:avLst>
              </a:prstGeom>
              <a:noFill/>
              <a:ln w="9525">
                <a:solidFill>
                  <a:schemeClr val="tx1"/>
                </a:solidFill>
                <a:prstDash val="dashDot"/>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grpSp>
            <p:nvGrpSpPr>
              <p:cNvPr id="300" name="Group 299">
                <a:extLst>
                  <a:ext uri="{FF2B5EF4-FFF2-40B4-BE49-F238E27FC236}">
                    <a16:creationId xmlns:a16="http://schemas.microsoft.com/office/drawing/2014/main" id="{E7752F08-A19A-8444-9EA8-BB81552EC212}"/>
                  </a:ext>
                </a:extLst>
              </p:cNvPr>
              <p:cNvGrpSpPr/>
              <p:nvPr/>
            </p:nvGrpSpPr>
            <p:grpSpPr>
              <a:xfrm>
                <a:off x="8699500" y="730250"/>
                <a:ext cx="850900" cy="755650"/>
                <a:chOff x="8699500" y="730250"/>
                <a:chExt cx="850900" cy="755650"/>
              </a:xfrm>
            </p:grpSpPr>
            <p:grpSp>
              <p:nvGrpSpPr>
                <p:cNvPr id="337" name="Group 117">
                  <a:extLst>
                    <a:ext uri="{FF2B5EF4-FFF2-40B4-BE49-F238E27FC236}">
                      <a16:creationId xmlns:a16="http://schemas.microsoft.com/office/drawing/2014/main" id="{D5D8D43D-BB3B-1E46-A705-D0683F8779EE}"/>
                    </a:ext>
                  </a:extLst>
                </p:cNvPr>
                <p:cNvGrpSpPr>
                  <a:grpSpLocks/>
                </p:cNvGrpSpPr>
                <p:nvPr/>
              </p:nvGrpSpPr>
              <p:grpSpPr bwMode="auto">
                <a:xfrm>
                  <a:off x="8699500" y="730250"/>
                  <a:ext cx="850900" cy="527050"/>
                  <a:chOff x="-490" y="1664"/>
                  <a:chExt cx="1429" cy="842"/>
                </a:xfrm>
              </p:grpSpPr>
              <p:sp>
                <p:nvSpPr>
                  <p:cNvPr id="339" name="AutoShape 111">
                    <a:extLst>
                      <a:ext uri="{FF2B5EF4-FFF2-40B4-BE49-F238E27FC236}">
                        <a16:creationId xmlns:a16="http://schemas.microsoft.com/office/drawing/2014/main" id="{4E171CC9-165E-404A-82A8-88DB35A3FCC6}"/>
                      </a:ext>
                    </a:extLst>
                  </p:cNvPr>
                  <p:cNvSpPr>
                    <a:spLocks noChangeArrowheads="1"/>
                  </p:cNvSpPr>
                  <p:nvPr/>
                </p:nvSpPr>
                <p:spPr bwMode="auto">
                  <a:xfrm>
                    <a:off x="-490" y="1664"/>
                    <a:ext cx="1429" cy="294"/>
                  </a:xfrm>
                  <a:prstGeom prst="triangle">
                    <a:avLst>
                      <a:gd name="adj" fmla="val 50000"/>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grpSp>
                <p:nvGrpSpPr>
                  <p:cNvPr id="340" name="Group 116">
                    <a:extLst>
                      <a:ext uri="{FF2B5EF4-FFF2-40B4-BE49-F238E27FC236}">
                        <a16:creationId xmlns:a16="http://schemas.microsoft.com/office/drawing/2014/main" id="{4731C3F0-ADAE-4F46-8E65-7A67411D05EC}"/>
                      </a:ext>
                    </a:extLst>
                  </p:cNvPr>
                  <p:cNvGrpSpPr>
                    <a:grpSpLocks/>
                  </p:cNvGrpSpPr>
                  <p:nvPr/>
                </p:nvGrpSpPr>
                <p:grpSpPr bwMode="auto">
                  <a:xfrm>
                    <a:off x="-427" y="1737"/>
                    <a:ext cx="1217" cy="769"/>
                    <a:chOff x="-427" y="1737"/>
                    <a:chExt cx="1217" cy="769"/>
                  </a:xfrm>
                </p:grpSpPr>
                <p:sp>
                  <p:nvSpPr>
                    <p:cNvPr id="342" name="Rectangle 99">
                      <a:extLst>
                        <a:ext uri="{FF2B5EF4-FFF2-40B4-BE49-F238E27FC236}">
                          <a16:creationId xmlns:a16="http://schemas.microsoft.com/office/drawing/2014/main" id="{6A738239-04CC-EA45-B43F-0D611B5F6B2F}"/>
                        </a:ext>
                      </a:extLst>
                    </p:cNvPr>
                    <p:cNvSpPr>
                      <a:spLocks noChangeArrowheads="1"/>
                    </p:cNvSpPr>
                    <p:nvPr/>
                  </p:nvSpPr>
                  <p:spPr bwMode="auto">
                    <a:xfrm>
                      <a:off x="-338" y="1923"/>
                      <a:ext cx="1128" cy="583"/>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343" name="Line 7">
                      <a:extLst>
                        <a:ext uri="{FF2B5EF4-FFF2-40B4-BE49-F238E27FC236}">
                          <a16:creationId xmlns:a16="http://schemas.microsoft.com/office/drawing/2014/main" id="{12D690B9-43E5-984D-AB1A-C277E3A92291}"/>
                        </a:ext>
                      </a:extLst>
                    </p:cNvPr>
                    <p:cNvSpPr>
                      <a:spLocks noChangeShapeType="1"/>
                    </p:cNvSpPr>
                    <p:nvPr/>
                  </p:nvSpPr>
                  <p:spPr bwMode="auto">
                    <a:xfrm>
                      <a:off x="-150" y="2271"/>
                      <a:ext cx="673" cy="7"/>
                    </a:xfrm>
                    <a:prstGeom prst="line">
                      <a:avLst/>
                    </a:prstGeom>
                    <a:noFill/>
                    <a:ln w="9525">
                      <a:solidFill>
                        <a:srgbClr val="E4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344" name="Group 103">
                      <a:extLst>
                        <a:ext uri="{FF2B5EF4-FFF2-40B4-BE49-F238E27FC236}">
                          <a16:creationId xmlns:a16="http://schemas.microsoft.com/office/drawing/2014/main" id="{76729020-C881-2043-AA09-0BACB55C063B}"/>
                        </a:ext>
                      </a:extLst>
                    </p:cNvPr>
                    <p:cNvGrpSpPr>
                      <a:grpSpLocks/>
                    </p:cNvGrpSpPr>
                    <p:nvPr/>
                  </p:nvGrpSpPr>
                  <p:grpSpPr bwMode="auto">
                    <a:xfrm>
                      <a:off x="68" y="2192"/>
                      <a:ext cx="387" cy="139"/>
                      <a:chOff x="322" y="890"/>
                      <a:chExt cx="872" cy="339"/>
                    </a:xfrm>
                  </p:grpSpPr>
                  <p:sp>
                    <p:nvSpPr>
                      <p:cNvPr id="349" name="Rectangle 104">
                        <a:extLst>
                          <a:ext uri="{FF2B5EF4-FFF2-40B4-BE49-F238E27FC236}">
                            <a16:creationId xmlns:a16="http://schemas.microsoft.com/office/drawing/2014/main" id="{948BF2D7-6F8B-D840-B1F5-D2DDF651756A}"/>
                          </a:ext>
                        </a:extLst>
                      </p:cNvPr>
                      <p:cNvSpPr>
                        <a:spLocks noChangeArrowheads="1"/>
                      </p:cNvSpPr>
                      <p:nvPr/>
                    </p:nvSpPr>
                    <p:spPr bwMode="auto">
                      <a:xfrm>
                        <a:off x="320" y="1000"/>
                        <a:ext cx="871" cy="229"/>
                      </a:xfrm>
                      <a:prstGeom prst="rect">
                        <a:avLst/>
                      </a:prstGeom>
                      <a:solidFill>
                        <a:srgbClr val="EC86A6"/>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350" name="Rectangle 105">
                        <a:extLst>
                          <a:ext uri="{FF2B5EF4-FFF2-40B4-BE49-F238E27FC236}">
                            <a16:creationId xmlns:a16="http://schemas.microsoft.com/office/drawing/2014/main" id="{3A905019-5DD9-F745-A36A-1D482CD071E2}"/>
                          </a:ext>
                        </a:extLst>
                      </p:cNvPr>
                      <p:cNvSpPr>
                        <a:spLocks noChangeArrowheads="1"/>
                      </p:cNvSpPr>
                      <p:nvPr/>
                    </p:nvSpPr>
                    <p:spPr bwMode="auto">
                      <a:xfrm>
                        <a:off x="392" y="1074"/>
                        <a:ext cx="54" cy="5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351" name="Rectangle 106">
                        <a:extLst>
                          <a:ext uri="{FF2B5EF4-FFF2-40B4-BE49-F238E27FC236}">
                            <a16:creationId xmlns:a16="http://schemas.microsoft.com/office/drawing/2014/main" id="{4C645A2A-31FB-1246-B39B-7B7919FC739F}"/>
                          </a:ext>
                        </a:extLst>
                      </p:cNvPr>
                      <p:cNvSpPr>
                        <a:spLocks noChangeArrowheads="1"/>
                      </p:cNvSpPr>
                      <p:nvPr/>
                    </p:nvSpPr>
                    <p:spPr bwMode="auto">
                      <a:xfrm>
                        <a:off x="464" y="1074"/>
                        <a:ext cx="54" cy="56"/>
                      </a:xfrm>
                      <a:prstGeom prst="rect">
                        <a:avLst/>
                      </a:prstGeom>
                      <a:solidFill>
                        <a:srgbClr val="33CC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352" name="Rectangle 107">
                        <a:extLst>
                          <a:ext uri="{FF2B5EF4-FFF2-40B4-BE49-F238E27FC236}">
                            <a16:creationId xmlns:a16="http://schemas.microsoft.com/office/drawing/2014/main" id="{1BA77B0A-5598-544E-B486-65012F7DAB64}"/>
                          </a:ext>
                        </a:extLst>
                      </p:cNvPr>
                      <p:cNvSpPr>
                        <a:spLocks noChangeArrowheads="1"/>
                      </p:cNvSpPr>
                      <p:nvPr/>
                    </p:nvSpPr>
                    <p:spPr bwMode="auto">
                      <a:xfrm>
                        <a:off x="536" y="1068"/>
                        <a:ext cx="60" cy="5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353" name="Rectangle 108">
                        <a:extLst>
                          <a:ext uri="{FF2B5EF4-FFF2-40B4-BE49-F238E27FC236}">
                            <a16:creationId xmlns:a16="http://schemas.microsoft.com/office/drawing/2014/main" id="{195D0D72-2864-3B4F-AD0C-8D2AA5145DA2}"/>
                          </a:ext>
                        </a:extLst>
                      </p:cNvPr>
                      <p:cNvSpPr>
                        <a:spLocks noChangeArrowheads="1"/>
                      </p:cNvSpPr>
                      <p:nvPr/>
                    </p:nvSpPr>
                    <p:spPr bwMode="auto">
                      <a:xfrm>
                        <a:off x="615" y="1068"/>
                        <a:ext cx="54" cy="5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354" name="AutoShape 109">
                        <a:extLst>
                          <a:ext uri="{FF2B5EF4-FFF2-40B4-BE49-F238E27FC236}">
                            <a16:creationId xmlns:a16="http://schemas.microsoft.com/office/drawing/2014/main" id="{E55B99DE-0597-3145-81BC-98E1EC4B3FD1}"/>
                          </a:ext>
                        </a:extLst>
                      </p:cNvPr>
                      <p:cNvSpPr>
                        <a:spLocks noChangeArrowheads="1"/>
                      </p:cNvSpPr>
                      <p:nvPr/>
                    </p:nvSpPr>
                    <p:spPr bwMode="auto">
                      <a:xfrm rot="10800000" flipH="1">
                        <a:off x="322" y="890"/>
                        <a:ext cx="859" cy="110"/>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1 w 21600"/>
                          <a:gd name="T13" fmla="*/ 4516 h 21600"/>
                          <a:gd name="T14" fmla="*/ 17099 w 21600"/>
                          <a:gd name="T15" fmla="*/ 17084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chemeClr val="bg1">
                          <a:lumMod val="75000"/>
                        </a:schemeClr>
                      </a:solidFill>
                      <a:ln w="9525">
                        <a:solidFill>
                          <a:schemeClr val="tx1"/>
                        </a:solidFill>
                        <a:miter lim="800000"/>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pic>
                  <p:nvPicPr>
                    <p:cNvPr id="345" name="Picture 110" descr="desktop_computer_stylized_small">
                      <a:extLst>
                        <a:ext uri="{FF2B5EF4-FFF2-40B4-BE49-F238E27FC236}">
                          <a16:creationId xmlns:a16="http://schemas.microsoft.com/office/drawing/2014/main" id="{5FB8C145-7ACE-E648-BBB7-20201870A704}"/>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27" y="2049"/>
                      <a:ext cx="447" cy="4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6" name="Rectangle 112">
                      <a:extLst>
                        <a:ext uri="{FF2B5EF4-FFF2-40B4-BE49-F238E27FC236}">
                          <a16:creationId xmlns:a16="http://schemas.microsoft.com/office/drawing/2014/main" id="{F2003DEA-0401-1F4E-AD90-AC69AA3E7E5B}"/>
                        </a:ext>
                      </a:extLst>
                    </p:cNvPr>
                    <p:cNvSpPr>
                      <a:spLocks noChangeArrowheads="1"/>
                    </p:cNvSpPr>
                    <p:nvPr/>
                  </p:nvSpPr>
                  <p:spPr bwMode="auto">
                    <a:xfrm>
                      <a:off x="528" y="2232"/>
                      <a:ext cx="104" cy="91"/>
                    </a:xfrm>
                    <a:prstGeom prst="rect">
                      <a:avLst/>
                    </a:prstGeom>
                    <a:solidFill>
                      <a:srgbClr val="E40000"/>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347" name="Freeform 113">
                      <a:extLst>
                        <a:ext uri="{FF2B5EF4-FFF2-40B4-BE49-F238E27FC236}">
                          <a16:creationId xmlns:a16="http://schemas.microsoft.com/office/drawing/2014/main" id="{F3EA5308-B706-C143-97C3-FEBF11F1F8BB}"/>
                        </a:ext>
                      </a:extLst>
                    </p:cNvPr>
                    <p:cNvSpPr>
                      <a:spLocks/>
                    </p:cNvSpPr>
                    <p:nvPr/>
                  </p:nvSpPr>
                  <p:spPr bwMode="auto">
                    <a:xfrm>
                      <a:off x="282" y="1951"/>
                      <a:ext cx="302" cy="274"/>
                    </a:xfrm>
                    <a:custGeom>
                      <a:avLst/>
                      <a:gdLst>
                        <a:gd name="T0" fmla="*/ 14 w 381"/>
                        <a:gd name="T1" fmla="*/ 274 h 274"/>
                        <a:gd name="T2" fmla="*/ 14 w 381"/>
                        <a:gd name="T3" fmla="*/ 130 h 274"/>
                        <a:gd name="T4" fmla="*/ 0 w 381"/>
                        <a:gd name="T5" fmla="*/ 0 h 274"/>
                        <a:gd name="T6" fmla="*/ 0 60000 65536"/>
                        <a:gd name="T7" fmla="*/ 0 60000 65536"/>
                        <a:gd name="T8" fmla="*/ 0 60000 65536"/>
                        <a:gd name="T9" fmla="*/ 0 w 381"/>
                        <a:gd name="T10" fmla="*/ 0 h 274"/>
                        <a:gd name="T11" fmla="*/ 381 w 381"/>
                        <a:gd name="T12" fmla="*/ 274 h 274"/>
                      </a:gdLst>
                      <a:ahLst/>
                      <a:cxnLst>
                        <a:cxn ang="T6">
                          <a:pos x="T0" y="T1"/>
                        </a:cxn>
                        <a:cxn ang="T7">
                          <a:pos x="T2" y="T3"/>
                        </a:cxn>
                        <a:cxn ang="T8">
                          <a:pos x="T4" y="T5"/>
                        </a:cxn>
                      </a:cxnLst>
                      <a:rect l="T9" t="T10" r="T11" b="T12"/>
                      <a:pathLst>
                        <a:path w="381" h="274">
                          <a:moveTo>
                            <a:pt x="381" y="274"/>
                          </a:moveTo>
                          <a:lnTo>
                            <a:pt x="381" y="130"/>
                          </a:lnTo>
                          <a:lnTo>
                            <a:pt x="0" y="0"/>
                          </a:lnTo>
                        </a:path>
                      </a:pathLst>
                    </a:custGeom>
                    <a:noFill/>
                    <a:ln w="9525">
                      <a:solidFill>
                        <a:srgbClr val="E4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348" name="Picture 115" descr="tv">
                      <a:extLst>
                        <a:ext uri="{FF2B5EF4-FFF2-40B4-BE49-F238E27FC236}">
                          <a16:creationId xmlns:a16="http://schemas.microsoft.com/office/drawing/2014/main" id="{EABA3C7B-C202-794D-A3FB-3B29837291AE}"/>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 y="1737"/>
                      <a:ext cx="476" cy="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cxnSp>
              <p:nvCxnSpPr>
                <p:cNvPr id="338" name="Straight Connector 337">
                  <a:extLst>
                    <a:ext uri="{FF2B5EF4-FFF2-40B4-BE49-F238E27FC236}">
                      <a16:creationId xmlns:a16="http://schemas.microsoft.com/office/drawing/2014/main" id="{74AF2BF7-B943-A746-B252-2B443091B823}"/>
                    </a:ext>
                  </a:extLst>
                </p:cNvPr>
                <p:cNvCxnSpPr/>
                <p:nvPr/>
              </p:nvCxnSpPr>
              <p:spPr>
                <a:xfrm>
                  <a:off x="9334500" y="1147233"/>
                  <a:ext cx="0" cy="338667"/>
                </a:xfrm>
                <a:prstGeom prst="line">
                  <a:avLst/>
                </a:prstGeom>
                <a:ln w="9525">
                  <a:solidFill>
                    <a:srgbClr val="E40000"/>
                  </a:solidFill>
                </a:ln>
              </p:spPr>
              <p:style>
                <a:lnRef idx="1">
                  <a:schemeClr val="accent1"/>
                </a:lnRef>
                <a:fillRef idx="0">
                  <a:schemeClr val="accent1"/>
                </a:fillRef>
                <a:effectRef idx="0">
                  <a:schemeClr val="accent1"/>
                </a:effectRef>
                <a:fontRef idx="minor">
                  <a:schemeClr val="tx1"/>
                </a:fontRef>
              </p:style>
            </p:cxnSp>
          </p:grpSp>
          <p:cxnSp>
            <p:nvCxnSpPr>
              <p:cNvPr id="301" name="Straight Connector 300">
                <a:extLst>
                  <a:ext uri="{FF2B5EF4-FFF2-40B4-BE49-F238E27FC236}">
                    <a16:creationId xmlns:a16="http://schemas.microsoft.com/office/drawing/2014/main" id="{EE38AA63-EC11-9F42-9745-2278EB109853}"/>
                  </a:ext>
                </a:extLst>
              </p:cNvPr>
              <p:cNvCxnSpPr/>
              <p:nvPr/>
            </p:nvCxnSpPr>
            <p:spPr>
              <a:xfrm>
                <a:off x="8428567" y="1151466"/>
                <a:ext cx="0" cy="338667"/>
              </a:xfrm>
              <a:prstGeom prst="line">
                <a:avLst/>
              </a:prstGeom>
              <a:ln w="9525">
                <a:solidFill>
                  <a:srgbClr val="E40000"/>
                </a:solidFill>
              </a:ln>
            </p:spPr>
            <p:style>
              <a:lnRef idx="1">
                <a:schemeClr val="accent1"/>
              </a:lnRef>
              <a:fillRef idx="0">
                <a:schemeClr val="accent1"/>
              </a:fillRef>
              <a:effectRef idx="0">
                <a:schemeClr val="accent1"/>
              </a:effectRef>
              <a:fontRef idx="minor">
                <a:schemeClr val="tx1"/>
              </a:fontRef>
            </p:style>
          </p:cxnSp>
          <p:grpSp>
            <p:nvGrpSpPr>
              <p:cNvPr id="302" name="Group 301">
                <a:extLst>
                  <a:ext uri="{FF2B5EF4-FFF2-40B4-BE49-F238E27FC236}">
                    <a16:creationId xmlns:a16="http://schemas.microsoft.com/office/drawing/2014/main" id="{F319704F-B982-7B4D-9960-D57CBFDB553F}"/>
                  </a:ext>
                </a:extLst>
              </p:cNvPr>
              <p:cNvGrpSpPr/>
              <p:nvPr/>
            </p:nvGrpSpPr>
            <p:grpSpPr>
              <a:xfrm>
                <a:off x="8795279" y="1483783"/>
                <a:ext cx="850900" cy="623888"/>
                <a:chOff x="7872413" y="1479550"/>
                <a:chExt cx="850900" cy="623888"/>
              </a:xfrm>
            </p:grpSpPr>
            <p:grpSp>
              <p:nvGrpSpPr>
                <p:cNvPr id="304" name="Group 135">
                  <a:extLst>
                    <a:ext uri="{FF2B5EF4-FFF2-40B4-BE49-F238E27FC236}">
                      <a16:creationId xmlns:a16="http://schemas.microsoft.com/office/drawing/2014/main" id="{25279E9E-A15B-1F48-A106-9A2AB09A14BA}"/>
                    </a:ext>
                  </a:extLst>
                </p:cNvPr>
                <p:cNvGrpSpPr>
                  <a:grpSpLocks/>
                </p:cNvGrpSpPr>
                <p:nvPr/>
              </p:nvGrpSpPr>
              <p:grpSpPr bwMode="auto">
                <a:xfrm>
                  <a:off x="7872413" y="1576388"/>
                  <a:ext cx="850900" cy="527050"/>
                  <a:chOff x="-490" y="1664"/>
                  <a:chExt cx="1429" cy="842"/>
                </a:xfrm>
              </p:grpSpPr>
              <p:sp>
                <p:nvSpPr>
                  <p:cNvPr id="306" name="AutoShape 136">
                    <a:extLst>
                      <a:ext uri="{FF2B5EF4-FFF2-40B4-BE49-F238E27FC236}">
                        <a16:creationId xmlns:a16="http://schemas.microsoft.com/office/drawing/2014/main" id="{31F27311-5038-7743-9C67-00780D22F6CA}"/>
                      </a:ext>
                    </a:extLst>
                  </p:cNvPr>
                  <p:cNvSpPr>
                    <a:spLocks noChangeArrowheads="1"/>
                  </p:cNvSpPr>
                  <p:nvPr/>
                </p:nvSpPr>
                <p:spPr bwMode="auto">
                  <a:xfrm>
                    <a:off x="-490" y="1664"/>
                    <a:ext cx="1429" cy="294"/>
                  </a:xfrm>
                  <a:prstGeom prst="triangle">
                    <a:avLst>
                      <a:gd name="adj" fmla="val 50000"/>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grpSp>
                <p:nvGrpSpPr>
                  <p:cNvPr id="316" name="Group 137">
                    <a:extLst>
                      <a:ext uri="{FF2B5EF4-FFF2-40B4-BE49-F238E27FC236}">
                        <a16:creationId xmlns:a16="http://schemas.microsoft.com/office/drawing/2014/main" id="{0DC431F1-4E78-FF44-A0B3-E4CCCE9F61B3}"/>
                      </a:ext>
                    </a:extLst>
                  </p:cNvPr>
                  <p:cNvGrpSpPr>
                    <a:grpSpLocks/>
                  </p:cNvGrpSpPr>
                  <p:nvPr/>
                </p:nvGrpSpPr>
                <p:grpSpPr bwMode="auto">
                  <a:xfrm>
                    <a:off x="-427" y="1737"/>
                    <a:ext cx="1217" cy="769"/>
                    <a:chOff x="-427" y="1737"/>
                    <a:chExt cx="1217" cy="769"/>
                  </a:xfrm>
                </p:grpSpPr>
                <p:sp>
                  <p:nvSpPr>
                    <p:cNvPr id="324" name="Rectangle 138">
                      <a:extLst>
                        <a:ext uri="{FF2B5EF4-FFF2-40B4-BE49-F238E27FC236}">
                          <a16:creationId xmlns:a16="http://schemas.microsoft.com/office/drawing/2014/main" id="{B31BF9B4-3AD6-DB46-BEA2-A277446CE80D}"/>
                        </a:ext>
                      </a:extLst>
                    </p:cNvPr>
                    <p:cNvSpPr>
                      <a:spLocks noChangeArrowheads="1"/>
                    </p:cNvSpPr>
                    <p:nvPr/>
                  </p:nvSpPr>
                  <p:spPr bwMode="auto">
                    <a:xfrm>
                      <a:off x="-338" y="1923"/>
                      <a:ext cx="1128" cy="583"/>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325" name="Line 7">
                      <a:extLst>
                        <a:ext uri="{FF2B5EF4-FFF2-40B4-BE49-F238E27FC236}">
                          <a16:creationId xmlns:a16="http://schemas.microsoft.com/office/drawing/2014/main" id="{ED6DCD2B-F4B4-3346-9C82-FF6E1841BA88}"/>
                        </a:ext>
                      </a:extLst>
                    </p:cNvPr>
                    <p:cNvSpPr>
                      <a:spLocks noChangeShapeType="1"/>
                    </p:cNvSpPr>
                    <p:nvPr/>
                  </p:nvSpPr>
                  <p:spPr bwMode="auto">
                    <a:xfrm>
                      <a:off x="-150" y="2271"/>
                      <a:ext cx="676" cy="4"/>
                    </a:xfrm>
                    <a:prstGeom prst="line">
                      <a:avLst/>
                    </a:prstGeom>
                    <a:noFill/>
                    <a:ln w="9525">
                      <a:solidFill>
                        <a:srgbClr val="E4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326" name="Group 140">
                      <a:extLst>
                        <a:ext uri="{FF2B5EF4-FFF2-40B4-BE49-F238E27FC236}">
                          <a16:creationId xmlns:a16="http://schemas.microsoft.com/office/drawing/2014/main" id="{FE6AB543-1E1A-3F4E-BF6C-AB32B91A3EF9}"/>
                        </a:ext>
                      </a:extLst>
                    </p:cNvPr>
                    <p:cNvGrpSpPr>
                      <a:grpSpLocks/>
                    </p:cNvGrpSpPr>
                    <p:nvPr/>
                  </p:nvGrpSpPr>
                  <p:grpSpPr bwMode="auto">
                    <a:xfrm>
                      <a:off x="68" y="2192"/>
                      <a:ext cx="387" cy="139"/>
                      <a:chOff x="322" y="890"/>
                      <a:chExt cx="872" cy="339"/>
                    </a:xfrm>
                  </p:grpSpPr>
                  <p:sp>
                    <p:nvSpPr>
                      <p:cNvPr id="331" name="Rectangle 141">
                        <a:extLst>
                          <a:ext uri="{FF2B5EF4-FFF2-40B4-BE49-F238E27FC236}">
                            <a16:creationId xmlns:a16="http://schemas.microsoft.com/office/drawing/2014/main" id="{43F7A185-841B-254E-88BA-634FCF053371}"/>
                          </a:ext>
                        </a:extLst>
                      </p:cNvPr>
                      <p:cNvSpPr>
                        <a:spLocks noChangeArrowheads="1"/>
                      </p:cNvSpPr>
                      <p:nvPr/>
                    </p:nvSpPr>
                    <p:spPr bwMode="auto">
                      <a:xfrm>
                        <a:off x="320" y="1000"/>
                        <a:ext cx="871" cy="229"/>
                      </a:xfrm>
                      <a:prstGeom prst="rect">
                        <a:avLst/>
                      </a:prstGeom>
                      <a:solidFill>
                        <a:srgbClr val="EC86A6"/>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332" name="Rectangle 142">
                        <a:extLst>
                          <a:ext uri="{FF2B5EF4-FFF2-40B4-BE49-F238E27FC236}">
                            <a16:creationId xmlns:a16="http://schemas.microsoft.com/office/drawing/2014/main" id="{8A58443C-B792-E24E-AA24-833037BC1BB1}"/>
                          </a:ext>
                        </a:extLst>
                      </p:cNvPr>
                      <p:cNvSpPr>
                        <a:spLocks noChangeArrowheads="1"/>
                      </p:cNvSpPr>
                      <p:nvPr/>
                    </p:nvSpPr>
                    <p:spPr bwMode="auto">
                      <a:xfrm>
                        <a:off x="392" y="1074"/>
                        <a:ext cx="54" cy="5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333" name="Rectangle 143">
                        <a:extLst>
                          <a:ext uri="{FF2B5EF4-FFF2-40B4-BE49-F238E27FC236}">
                            <a16:creationId xmlns:a16="http://schemas.microsoft.com/office/drawing/2014/main" id="{67841AAD-A67A-984C-890C-27238DC611E7}"/>
                          </a:ext>
                        </a:extLst>
                      </p:cNvPr>
                      <p:cNvSpPr>
                        <a:spLocks noChangeArrowheads="1"/>
                      </p:cNvSpPr>
                      <p:nvPr/>
                    </p:nvSpPr>
                    <p:spPr bwMode="auto">
                      <a:xfrm>
                        <a:off x="464" y="1074"/>
                        <a:ext cx="54" cy="56"/>
                      </a:xfrm>
                      <a:prstGeom prst="rect">
                        <a:avLst/>
                      </a:prstGeom>
                      <a:solidFill>
                        <a:srgbClr val="33CC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334" name="Rectangle 144">
                        <a:extLst>
                          <a:ext uri="{FF2B5EF4-FFF2-40B4-BE49-F238E27FC236}">
                            <a16:creationId xmlns:a16="http://schemas.microsoft.com/office/drawing/2014/main" id="{99B12CCF-6A8E-4C42-8428-5EC80E492DC0}"/>
                          </a:ext>
                        </a:extLst>
                      </p:cNvPr>
                      <p:cNvSpPr>
                        <a:spLocks noChangeArrowheads="1"/>
                      </p:cNvSpPr>
                      <p:nvPr/>
                    </p:nvSpPr>
                    <p:spPr bwMode="auto">
                      <a:xfrm>
                        <a:off x="536" y="1068"/>
                        <a:ext cx="60" cy="5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335" name="Rectangle 145">
                        <a:extLst>
                          <a:ext uri="{FF2B5EF4-FFF2-40B4-BE49-F238E27FC236}">
                            <a16:creationId xmlns:a16="http://schemas.microsoft.com/office/drawing/2014/main" id="{F9E3231A-CC81-7547-98A2-FE89100B475A}"/>
                          </a:ext>
                        </a:extLst>
                      </p:cNvPr>
                      <p:cNvSpPr>
                        <a:spLocks noChangeArrowheads="1"/>
                      </p:cNvSpPr>
                      <p:nvPr/>
                    </p:nvSpPr>
                    <p:spPr bwMode="auto">
                      <a:xfrm>
                        <a:off x="615" y="1068"/>
                        <a:ext cx="54" cy="56"/>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336" name="AutoShape 146">
                        <a:extLst>
                          <a:ext uri="{FF2B5EF4-FFF2-40B4-BE49-F238E27FC236}">
                            <a16:creationId xmlns:a16="http://schemas.microsoft.com/office/drawing/2014/main" id="{5B95490B-2DF2-6741-B079-E04BA01E8EF4}"/>
                          </a:ext>
                        </a:extLst>
                      </p:cNvPr>
                      <p:cNvSpPr>
                        <a:spLocks noChangeArrowheads="1"/>
                      </p:cNvSpPr>
                      <p:nvPr/>
                    </p:nvSpPr>
                    <p:spPr bwMode="auto">
                      <a:xfrm rot="10800000" flipH="1">
                        <a:off x="322" y="890"/>
                        <a:ext cx="859" cy="110"/>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1 w 21600"/>
                          <a:gd name="T13" fmla="*/ 4516 h 21600"/>
                          <a:gd name="T14" fmla="*/ 17099 w 21600"/>
                          <a:gd name="T15" fmla="*/ 17084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chemeClr val="bg1">
                          <a:lumMod val="75000"/>
                        </a:schemeClr>
                      </a:solidFill>
                      <a:ln w="9525">
                        <a:solidFill>
                          <a:schemeClr val="tx1"/>
                        </a:solidFill>
                        <a:miter lim="800000"/>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pic>
                  <p:nvPicPr>
                    <p:cNvPr id="327" name="Picture 147" descr="desktop_computer_stylized_small">
                      <a:extLst>
                        <a:ext uri="{FF2B5EF4-FFF2-40B4-BE49-F238E27FC236}">
                          <a16:creationId xmlns:a16="http://schemas.microsoft.com/office/drawing/2014/main" id="{16BF7DB0-B14B-734E-9E1E-81765A3EE20A}"/>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27" y="2049"/>
                      <a:ext cx="447" cy="4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8" name="Rectangle 148">
                      <a:extLst>
                        <a:ext uri="{FF2B5EF4-FFF2-40B4-BE49-F238E27FC236}">
                          <a16:creationId xmlns:a16="http://schemas.microsoft.com/office/drawing/2014/main" id="{1D40FD0F-29C0-E047-B7D4-F8FE1FD0DD8A}"/>
                        </a:ext>
                      </a:extLst>
                    </p:cNvPr>
                    <p:cNvSpPr>
                      <a:spLocks noChangeArrowheads="1"/>
                    </p:cNvSpPr>
                    <p:nvPr/>
                  </p:nvSpPr>
                  <p:spPr bwMode="auto">
                    <a:xfrm>
                      <a:off x="528" y="2232"/>
                      <a:ext cx="104" cy="91"/>
                    </a:xfrm>
                    <a:prstGeom prst="rect">
                      <a:avLst/>
                    </a:prstGeom>
                    <a:solidFill>
                      <a:srgbClr val="E40000"/>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329" name="Freeform 149">
                      <a:extLst>
                        <a:ext uri="{FF2B5EF4-FFF2-40B4-BE49-F238E27FC236}">
                          <a16:creationId xmlns:a16="http://schemas.microsoft.com/office/drawing/2014/main" id="{76837186-3492-A340-AA78-C880936144C4}"/>
                        </a:ext>
                      </a:extLst>
                    </p:cNvPr>
                    <p:cNvSpPr>
                      <a:spLocks/>
                    </p:cNvSpPr>
                    <p:nvPr/>
                  </p:nvSpPr>
                  <p:spPr bwMode="auto">
                    <a:xfrm>
                      <a:off x="282" y="1951"/>
                      <a:ext cx="302" cy="274"/>
                    </a:xfrm>
                    <a:custGeom>
                      <a:avLst/>
                      <a:gdLst>
                        <a:gd name="T0" fmla="*/ 14 w 381"/>
                        <a:gd name="T1" fmla="*/ 274 h 274"/>
                        <a:gd name="T2" fmla="*/ 14 w 381"/>
                        <a:gd name="T3" fmla="*/ 130 h 274"/>
                        <a:gd name="T4" fmla="*/ 0 w 381"/>
                        <a:gd name="T5" fmla="*/ 0 h 274"/>
                        <a:gd name="T6" fmla="*/ 0 60000 65536"/>
                        <a:gd name="T7" fmla="*/ 0 60000 65536"/>
                        <a:gd name="T8" fmla="*/ 0 60000 65536"/>
                        <a:gd name="T9" fmla="*/ 0 w 381"/>
                        <a:gd name="T10" fmla="*/ 0 h 274"/>
                        <a:gd name="T11" fmla="*/ 381 w 381"/>
                        <a:gd name="T12" fmla="*/ 274 h 274"/>
                      </a:gdLst>
                      <a:ahLst/>
                      <a:cxnLst>
                        <a:cxn ang="T6">
                          <a:pos x="T0" y="T1"/>
                        </a:cxn>
                        <a:cxn ang="T7">
                          <a:pos x="T2" y="T3"/>
                        </a:cxn>
                        <a:cxn ang="T8">
                          <a:pos x="T4" y="T5"/>
                        </a:cxn>
                      </a:cxnLst>
                      <a:rect l="T9" t="T10" r="T11" b="T12"/>
                      <a:pathLst>
                        <a:path w="381" h="274">
                          <a:moveTo>
                            <a:pt x="381" y="274"/>
                          </a:moveTo>
                          <a:lnTo>
                            <a:pt x="381" y="130"/>
                          </a:lnTo>
                          <a:lnTo>
                            <a:pt x="0" y="0"/>
                          </a:lnTo>
                        </a:path>
                      </a:pathLst>
                    </a:custGeom>
                    <a:noFill/>
                    <a:ln w="9525">
                      <a:solidFill>
                        <a:srgbClr val="E4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330" name="Picture 151" descr="tv">
                      <a:extLst>
                        <a:ext uri="{FF2B5EF4-FFF2-40B4-BE49-F238E27FC236}">
                          <a16:creationId xmlns:a16="http://schemas.microsoft.com/office/drawing/2014/main" id="{188B66AB-AF8D-EE40-89A6-279EED0305B2}"/>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 y="1737"/>
                      <a:ext cx="476" cy="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sp>
              <p:nvSpPr>
                <p:cNvPr id="305" name="Freeform 209">
                  <a:extLst>
                    <a:ext uri="{FF2B5EF4-FFF2-40B4-BE49-F238E27FC236}">
                      <a16:creationId xmlns:a16="http://schemas.microsoft.com/office/drawing/2014/main" id="{0379BC1E-CE8C-9E41-9C56-6EEF0F79BA85}"/>
                    </a:ext>
                  </a:extLst>
                </p:cNvPr>
                <p:cNvSpPr>
                  <a:spLocks/>
                </p:cNvSpPr>
                <p:nvPr/>
              </p:nvSpPr>
              <p:spPr bwMode="auto">
                <a:xfrm>
                  <a:off x="8543925" y="1479550"/>
                  <a:ext cx="127000" cy="476250"/>
                </a:xfrm>
                <a:custGeom>
                  <a:avLst/>
                  <a:gdLst>
                    <a:gd name="T0" fmla="*/ 0 w 80"/>
                    <a:gd name="T1" fmla="*/ 2147483647 h 300"/>
                    <a:gd name="T2" fmla="*/ 2147483647 w 80"/>
                    <a:gd name="T3" fmla="*/ 2147483647 h 300"/>
                    <a:gd name="T4" fmla="*/ 2147483647 w 80"/>
                    <a:gd name="T5" fmla="*/ 0 h 300"/>
                    <a:gd name="T6" fmla="*/ 0 60000 65536"/>
                    <a:gd name="T7" fmla="*/ 0 60000 65536"/>
                    <a:gd name="T8" fmla="*/ 0 60000 65536"/>
                    <a:gd name="T9" fmla="*/ 0 w 80"/>
                    <a:gd name="T10" fmla="*/ 0 h 300"/>
                    <a:gd name="T11" fmla="*/ 80 w 80"/>
                    <a:gd name="T12" fmla="*/ 300 h 300"/>
                  </a:gdLst>
                  <a:ahLst/>
                  <a:cxnLst>
                    <a:cxn ang="T6">
                      <a:pos x="T0" y="T1"/>
                    </a:cxn>
                    <a:cxn ang="T7">
                      <a:pos x="T2" y="T3"/>
                    </a:cxn>
                    <a:cxn ang="T8">
                      <a:pos x="T4" y="T5"/>
                    </a:cxn>
                  </a:cxnLst>
                  <a:rect l="T9" t="T10" r="T11" b="T12"/>
                  <a:pathLst>
                    <a:path w="80" h="300">
                      <a:moveTo>
                        <a:pt x="0" y="300"/>
                      </a:moveTo>
                      <a:lnTo>
                        <a:pt x="80" y="300"/>
                      </a:lnTo>
                      <a:lnTo>
                        <a:pt x="80" y="0"/>
                      </a:lnTo>
                    </a:path>
                  </a:pathLst>
                </a:custGeom>
                <a:noFill/>
                <a:ln w="9525">
                  <a:solidFill>
                    <a:srgbClr val="E400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303" name="Text Box 204">
                <a:extLst>
                  <a:ext uri="{FF2B5EF4-FFF2-40B4-BE49-F238E27FC236}">
                    <a16:creationId xmlns:a16="http://schemas.microsoft.com/office/drawing/2014/main" id="{8B2B579D-D385-BD4B-A1C0-247155B70CCA}"/>
                  </a:ext>
                </a:extLst>
              </p:cNvPr>
              <p:cNvSpPr txBox="1">
                <a:spLocks noChangeArrowheads="1"/>
              </p:cNvSpPr>
              <p:nvPr/>
            </p:nvSpPr>
            <p:spPr bwMode="auto">
              <a:xfrm>
                <a:off x="9744075" y="1341438"/>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400" b="0" i="0" u="none" strike="noStrike" kern="1200" cap="none" spc="0" normalizeH="0" baseline="0" noProof="0" dirty="0">
                    <a:ln>
                      <a:noFill/>
                    </a:ln>
                    <a:solidFill>
                      <a:srgbClr val="969696"/>
                    </a:solidFill>
                    <a:effectLst/>
                    <a:uLnTx/>
                    <a:uFillTx/>
                    <a:latin typeface="Times New Roman" panose="02020603050405020304" pitchFamily="18" charset="0"/>
                    <a:ea typeface="ＭＳ Ｐゴシック" panose="020B0600070205080204" pitchFamily="34" charset="-128"/>
                    <a:cs typeface="+mn-cs"/>
                  </a:rPr>
                  <a:t>…</a:t>
                </a:r>
              </a:p>
            </p:txBody>
          </p:sp>
        </p:grpSp>
        <p:sp>
          <p:nvSpPr>
            <p:cNvPr id="268" name="Rectangle 267">
              <a:extLst>
                <a:ext uri="{FF2B5EF4-FFF2-40B4-BE49-F238E27FC236}">
                  <a16:creationId xmlns:a16="http://schemas.microsoft.com/office/drawing/2014/main" id="{090757EC-D70E-864B-8D4F-700F97AB7D0B}"/>
                </a:ext>
              </a:extLst>
            </p:cNvPr>
            <p:cNvSpPr/>
            <p:nvPr/>
          </p:nvSpPr>
          <p:spPr>
            <a:xfrm>
              <a:off x="9880298" y="2315290"/>
              <a:ext cx="1495922" cy="40011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Cable access</a:t>
              </a:r>
            </a:p>
          </p:txBody>
        </p:sp>
        <p:sp>
          <p:nvSpPr>
            <p:cNvPr id="269" name="Rectangle 268">
              <a:extLst>
                <a:ext uri="{FF2B5EF4-FFF2-40B4-BE49-F238E27FC236}">
                  <a16:creationId xmlns:a16="http://schemas.microsoft.com/office/drawing/2014/main" id="{CF8093FE-FD2F-B44E-8C52-4793A76CE340}"/>
                </a:ext>
              </a:extLst>
            </p:cNvPr>
            <p:cNvSpPr/>
            <p:nvPr/>
          </p:nvSpPr>
          <p:spPr>
            <a:xfrm>
              <a:off x="8838380" y="4315152"/>
              <a:ext cx="947695" cy="40011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cellular</a:t>
              </a:r>
            </a:p>
          </p:txBody>
        </p:sp>
        <p:sp>
          <p:nvSpPr>
            <p:cNvPr id="270" name="Rectangle 269">
              <a:extLst>
                <a:ext uri="{FF2B5EF4-FFF2-40B4-BE49-F238E27FC236}">
                  <a16:creationId xmlns:a16="http://schemas.microsoft.com/office/drawing/2014/main" id="{E8BF0FE3-AED7-624C-818A-35B66237BBB1}"/>
                </a:ext>
              </a:extLst>
            </p:cNvPr>
            <p:cNvSpPr/>
            <p:nvPr/>
          </p:nvSpPr>
          <p:spPr>
            <a:xfrm>
              <a:off x="8860151" y="5885806"/>
              <a:ext cx="649537" cy="40011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WiFi</a:t>
              </a:r>
            </a:p>
          </p:txBody>
        </p:sp>
        <p:sp>
          <p:nvSpPr>
            <p:cNvPr id="271" name="Rectangle 270">
              <a:extLst>
                <a:ext uri="{FF2B5EF4-FFF2-40B4-BE49-F238E27FC236}">
                  <a16:creationId xmlns:a16="http://schemas.microsoft.com/office/drawing/2014/main" id="{E76A483E-074E-EF4A-8E9D-CA190F5929FE}"/>
                </a:ext>
              </a:extLst>
            </p:cNvPr>
            <p:cNvSpPr/>
            <p:nvPr/>
          </p:nvSpPr>
          <p:spPr>
            <a:xfrm>
              <a:off x="10374820" y="5030500"/>
              <a:ext cx="1674305" cy="40011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Ethernet LANs</a:t>
              </a:r>
            </a:p>
          </p:txBody>
        </p:sp>
      </p:grpSp>
      <p:sp>
        <p:nvSpPr>
          <p:cNvPr id="7" name="Slide Number Placeholder 6">
            <a:extLst>
              <a:ext uri="{FF2B5EF4-FFF2-40B4-BE49-F238E27FC236}">
                <a16:creationId xmlns:a16="http://schemas.microsoft.com/office/drawing/2014/main" id="{0D4F203A-B923-5494-2493-49A90E8E97E4}"/>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rPr>
              <a:t>Link Layer </a:t>
            </a:r>
            <a:fld id="{C4204591-24BD-A542-B9D5-F8D8A88D2FEE}" type="slidenum">
              <a:rPr kumimoji="0" lang="en-US" sz="1100" b="0" i="0" u="none" strike="noStrike" kern="1200" cap="none" spc="0" normalizeH="0" baseline="0" noProof="0" smtClean="0">
                <a:ln>
                  <a:noFill/>
                </a:ln>
                <a:solidFill>
                  <a:prstClr val="white">
                    <a:lumMod val="50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1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178887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6">
                                            <p:txEl>
                                              <p:pRg st="2" end="2"/>
                                            </p:txEl>
                                          </p:spTgt>
                                        </p:tgtEl>
                                        <p:attrNameLst>
                                          <p:attrName>style.visibility</p:attrName>
                                        </p:attrNameLst>
                                      </p:cBhvr>
                                      <p:to>
                                        <p:strVal val="visible"/>
                                      </p:to>
                                    </p:set>
                                    <p:animEffect transition="in" filter="dissolve">
                                      <p:cBhvr>
                                        <p:cTn id="7" dur="500"/>
                                        <p:tgtEl>
                                          <p:spTgt spid="6">
                                            <p:txEl>
                                              <p:pRg st="2" end="2"/>
                                            </p:txEl>
                                          </p:spTgt>
                                        </p:tgtEl>
                                      </p:cBhvr>
                                    </p:animEffect>
                                  </p:childTnLst>
                                </p:cTn>
                              </p:par>
                              <p:par>
                                <p:cTn id="8" presetID="9" presetClass="entr" presetSubtype="0" fill="hold" nodeType="withEffect">
                                  <p:stCondLst>
                                    <p:cond delay="0"/>
                                  </p:stCondLst>
                                  <p:childTnLst>
                                    <p:set>
                                      <p:cBhvr>
                                        <p:cTn id="9" dur="1" fill="hold">
                                          <p:stCondLst>
                                            <p:cond delay="0"/>
                                          </p:stCondLst>
                                        </p:cTn>
                                        <p:tgtEl>
                                          <p:spTgt spid="6">
                                            <p:txEl>
                                              <p:pRg st="3" end="3"/>
                                            </p:txEl>
                                          </p:spTgt>
                                        </p:tgtEl>
                                        <p:attrNameLst>
                                          <p:attrName>style.visibility</p:attrName>
                                        </p:attrNameLst>
                                      </p:cBhvr>
                                      <p:to>
                                        <p:strVal val="visible"/>
                                      </p:to>
                                    </p:set>
                                    <p:animEffect transition="in" filter="dissolve">
                                      <p:cBhvr>
                                        <p:cTn id="10" dur="500"/>
                                        <p:tgtEl>
                                          <p:spTgt spid="6">
                                            <p:txEl>
                                              <p:pRg st="3" end="3"/>
                                            </p:txEl>
                                          </p:spTgt>
                                        </p:tgtEl>
                                      </p:cBhvr>
                                    </p:animEffect>
                                  </p:childTnLst>
                                </p:cTn>
                              </p:par>
                              <p:par>
                                <p:cTn id="11" presetID="9" presetClass="entr" presetSubtype="0" fill="hold" nodeType="withEffect">
                                  <p:stCondLst>
                                    <p:cond delay="0"/>
                                  </p:stCondLst>
                                  <p:childTnLst>
                                    <p:set>
                                      <p:cBhvr>
                                        <p:cTn id="12" dur="1" fill="hold">
                                          <p:stCondLst>
                                            <p:cond delay="0"/>
                                          </p:stCondLst>
                                        </p:cTn>
                                        <p:tgtEl>
                                          <p:spTgt spid="6">
                                            <p:txEl>
                                              <p:pRg st="4" end="4"/>
                                            </p:txEl>
                                          </p:spTgt>
                                        </p:tgtEl>
                                        <p:attrNameLst>
                                          <p:attrName>style.visibility</p:attrName>
                                        </p:attrNameLst>
                                      </p:cBhvr>
                                      <p:to>
                                        <p:strVal val="visible"/>
                                      </p:to>
                                    </p:set>
                                    <p:animEffect transition="in" filter="dissolve">
                                      <p:cBhvr>
                                        <p:cTn id="13" dur="500"/>
                                        <p:tgtEl>
                                          <p:spTgt spid="6">
                                            <p:txEl>
                                              <p:pRg st="4" end="4"/>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nodeType="clickEffect">
                                  <p:stCondLst>
                                    <p:cond delay="0"/>
                                  </p:stCondLst>
                                  <p:childTnLst>
                                    <p:set>
                                      <p:cBhvr>
                                        <p:cTn id="17" dur="1" fill="hold">
                                          <p:stCondLst>
                                            <p:cond delay="0"/>
                                          </p:stCondLst>
                                        </p:cTn>
                                        <p:tgtEl>
                                          <p:spTgt spid="6">
                                            <p:txEl>
                                              <p:pRg st="5" end="5"/>
                                            </p:txEl>
                                          </p:spTgt>
                                        </p:tgtEl>
                                        <p:attrNameLst>
                                          <p:attrName>style.visibility</p:attrName>
                                        </p:attrNameLst>
                                      </p:cBhvr>
                                      <p:to>
                                        <p:strVal val="visible"/>
                                      </p:to>
                                    </p:set>
                                    <p:animEffect transition="in" filter="dissolve">
                                      <p:cBhvr>
                                        <p:cTn id="18" dur="500"/>
                                        <p:tgtEl>
                                          <p:spTgt spid="6">
                                            <p:txEl>
                                              <p:pRg st="5" end="5"/>
                                            </p:txEl>
                                          </p:spTgt>
                                        </p:tgtEl>
                                      </p:cBhvr>
                                    </p:animEffect>
                                  </p:childTnLst>
                                </p:cTn>
                              </p:par>
                              <p:par>
                                <p:cTn id="19" presetID="9" presetClass="entr" presetSubtype="0" fill="hold" nodeType="withEffect">
                                  <p:stCondLst>
                                    <p:cond delay="0"/>
                                  </p:stCondLst>
                                  <p:childTnLst>
                                    <p:set>
                                      <p:cBhvr>
                                        <p:cTn id="20" dur="1" fill="hold">
                                          <p:stCondLst>
                                            <p:cond delay="0"/>
                                          </p:stCondLst>
                                        </p:cTn>
                                        <p:tgtEl>
                                          <p:spTgt spid="6">
                                            <p:txEl>
                                              <p:pRg st="6" end="6"/>
                                            </p:txEl>
                                          </p:spTgt>
                                        </p:tgtEl>
                                        <p:attrNameLst>
                                          <p:attrName>style.visibility</p:attrName>
                                        </p:attrNameLst>
                                      </p:cBhvr>
                                      <p:to>
                                        <p:strVal val="visible"/>
                                      </p:to>
                                    </p:set>
                                    <p:animEffect transition="in" filter="dissolve">
                                      <p:cBhvr>
                                        <p:cTn id="21" dur="500"/>
                                        <p:tgtEl>
                                          <p:spTgt spid="6">
                                            <p:txEl>
                                              <p:pRg st="6" end="6"/>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nodeType="clickEffect">
                                  <p:stCondLst>
                                    <p:cond delay="0"/>
                                  </p:stCondLst>
                                  <p:childTnLst>
                                    <p:set>
                                      <p:cBhvr>
                                        <p:cTn id="25" dur="1" fill="hold">
                                          <p:stCondLst>
                                            <p:cond delay="0"/>
                                          </p:stCondLst>
                                        </p:cTn>
                                        <p:tgtEl>
                                          <p:spTgt spid="6">
                                            <p:txEl>
                                              <p:pRg st="7" end="7"/>
                                            </p:txEl>
                                          </p:spTgt>
                                        </p:tgtEl>
                                        <p:attrNameLst>
                                          <p:attrName>style.visibility</p:attrName>
                                        </p:attrNameLst>
                                      </p:cBhvr>
                                      <p:to>
                                        <p:strVal val="visible"/>
                                      </p:to>
                                    </p:set>
                                    <p:animEffect transition="in" filter="dissolve">
                                      <p:cBhvr>
                                        <p:cTn id="26" dur="500"/>
                                        <p:tgtEl>
                                          <p:spTgt spid="6">
                                            <p:txEl>
                                              <p:pRg st="7" end="7"/>
                                            </p:txEl>
                                          </p:spTgt>
                                        </p:tgtEl>
                                      </p:cBhvr>
                                    </p:animEffect>
                                  </p:childTnLst>
                                </p:cTn>
                              </p:par>
                              <p:par>
                                <p:cTn id="27" presetID="9" presetClass="entr" presetSubtype="0" fill="hold" nodeType="withEffect">
                                  <p:stCondLst>
                                    <p:cond delay="0"/>
                                  </p:stCondLst>
                                  <p:childTnLst>
                                    <p:set>
                                      <p:cBhvr>
                                        <p:cTn id="28" dur="1" fill="hold">
                                          <p:stCondLst>
                                            <p:cond delay="0"/>
                                          </p:stCondLst>
                                        </p:cTn>
                                        <p:tgtEl>
                                          <p:spTgt spid="6">
                                            <p:txEl>
                                              <p:pRg st="8" end="8"/>
                                            </p:txEl>
                                          </p:spTgt>
                                        </p:tgtEl>
                                        <p:attrNameLst>
                                          <p:attrName>style.visibility</p:attrName>
                                        </p:attrNameLst>
                                      </p:cBhvr>
                                      <p:to>
                                        <p:strVal val="visible"/>
                                      </p:to>
                                    </p:set>
                                    <p:animEffect transition="in" filter="dissolve">
                                      <p:cBhvr>
                                        <p:cTn id="29" dur="500"/>
                                        <p:tgtEl>
                                          <p:spTgt spid="6">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910936" y="362678"/>
            <a:ext cx="10515600" cy="894622"/>
          </a:xfrm>
        </p:spPr>
        <p:txBody>
          <a:bodyPr>
            <a:normAutofit/>
          </a:bodyPr>
          <a:lstStyle/>
          <a:p>
            <a:r>
              <a:rPr lang="en-US" altLang="en-US" sz="4800" dirty="0">
                <a:cs typeface="Calibri" panose="020F0502020204030204" pitchFamily="34" charset="0"/>
              </a:rPr>
              <a:t>Host link-layer implementation</a:t>
            </a:r>
            <a:endParaRPr lang="en-US" sz="4800" dirty="0"/>
          </a:p>
        </p:txBody>
      </p:sp>
      <p:sp>
        <p:nvSpPr>
          <p:cNvPr id="259" name="Rectangle 3">
            <a:extLst>
              <a:ext uri="{FF2B5EF4-FFF2-40B4-BE49-F238E27FC236}">
                <a16:creationId xmlns:a16="http://schemas.microsoft.com/office/drawing/2014/main" id="{A48F2D8E-D82E-0A4C-8783-B2F84E2BA4F6}"/>
              </a:ext>
            </a:extLst>
          </p:cNvPr>
          <p:cNvSpPr txBox="1">
            <a:spLocks noChangeArrowheads="1"/>
          </p:cNvSpPr>
          <p:nvPr/>
        </p:nvSpPr>
        <p:spPr>
          <a:xfrm>
            <a:off x="943030" y="1692296"/>
            <a:ext cx="6185557" cy="4659312"/>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84163"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rPr>
              <a:t>in each-and-every host</a:t>
            </a:r>
          </a:p>
          <a:p>
            <a:pPr marL="352425" marR="0" lvl="0" indent="-284163"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rPr>
              <a:t>link layer implemented on-chip or in network interface card (NIC) </a:t>
            </a:r>
          </a:p>
          <a:p>
            <a:pPr marL="695325" marR="0" lvl="1" indent="-231775" algn="l" defTabSz="914400" rtl="0" eaLnBrk="1" fontAlgn="auto" latinLnBrk="0" hangingPunct="1">
              <a:lnSpc>
                <a:spcPct val="100000"/>
              </a:lnSpc>
              <a:spcBef>
                <a:spcPts val="500"/>
              </a:spcBef>
              <a:spcAft>
                <a:spcPts val="0"/>
              </a:spcAft>
              <a:buClr>
                <a:srgbClr val="0000A8"/>
              </a:buClr>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implements link, physical layer</a:t>
            </a:r>
          </a:p>
          <a:p>
            <a:pPr marL="352425" marR="0" lvl="0" indent="-284163"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rPr>
              <a:t>attaches into host’s system buses</a:t>
            </a:r>
          </a:p>
          <a:p>
            <a:pPr marL="352425" marR="0" lvl="0" indent="-284163"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rPr>
              <a:t>combination of hardware, software, firmware</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endParaRPr kumimoji="0" lang="en-US" sz="2400" b="0" i="0" u="none" strike="noStrike" kern="1200" cap="none" spc="0" normalizeH="0" baseline="0" noProof="0" dirty="0">
              <a:ln>
                <a:noFill/>
              </a:ln>
              <a:solidFill>
                <a:prstClr val="black"/>
              </a:solidFill>
              <a:effectLst/>
              <a:uLnTx/>
              <a:uFillTx/>
              <a:latin typeface="Gill Sans MT" charset="0"/>
              <a:ea typeface="+mn-ea"/>
              <a:cs typeface="+mn-cs"/>
            </a:endParaRPr>
          </a:p>
        </p:txBody>
      </p:sp>
      <p:sp>
        <p:nvSpPr>
          <p:cNvPr id="339" name="Freeform 92">
            <a:extLst>
              <a:ext uri="{FF2B5EF4-FFF2-40B4-BE49-F238E27FC236}">
                <a16:creationId xmlns:a16="http://schemas.microsoft.com/office/drawing/2014/main" id="{E4A9915D-6AEE-C449-9BB3-5A3FF82FE7DA}"/>
              </a:ext>
            </a:extLst>
          </p:cNvPr>
          <p:cNvSpPr>
            <a:spLocks/>
          </p:cNvSpPr>
          <p:nvPr/>
        </p:nvSpPr>
        <p:spPr bwMode="auto">
          <a:xfrm>
            <a:off x="8482590" y="5121168"/>
            <a:ext cx="2308225" cy="797490"/>
          </a:xfrm>
          <a:custGeom>
            <a:avLst/>
            <a:gdLst>
              <a:gd name="T0" fmla="*/ 0 w 1454"/>
              <a:gd name="T1" fmla="*/ 2743200 h 1908"/>
              <a:gd name="T2" fmla="*/ 31750 w 1454"/>
              <a:gd name="T3" fmla="*/ 2668588 h 1908"/>
              <a:gd name="T4" fmla="*/ 446088 w 1454"/>
              <a:gd name="T5" fmla="*/ 0 h 1908"/>
              <a:gd name="T6" fmla="*/ 1978025 w 1454"/>
              <a:gd name="T7" fmla="*/ 477838 h 1908"/>
              <a:gd name="T8" fmla="*/ 2308225 w 1454"/>
              <a:gd name="T9" fmla="*/ 2370138 h 1908"/>
              <a:gd name="T10" fmla="*/ 393700 w 1454"/>
              <a:gd name="T11" fmla="*/ 3028950 h 1908"/>
              <a:gd name="T12" fmla="*/ 0 w 1454"/>
              <a:gd name="T13" fmla="*/ 2743200 h 1908"/>
              <a:gd name="T14" fmla="*/ 0 60000 65536"/>
              <a:gd name="T15" fmla="*/ 0 60000 65536"/>
              <a:gd name="T16" fmla="*/ 0 60000 65536"/>
              <a:gd name="T17" fmla="*/ 0 60000 65536"/>
              <a:gd name="T18" fmla="*/ 0 60000 65536"/>
              <a:gd name="T19" fmla="*/ 0 60000 65536"/>
              <a:gd name="T20" fmla="*/ 0 60000 65536"/>
              <a:gd name="connsiteX0" fmla="*/ 0 w 10000"/>
              <a:gd name="connsiteY0" fmla="*/ 7479 h 8422"/>
              <a:gd name="connsiteX1" fmla="*/ 138 w 10000"/>
              <a:gd name="connsiteY1" fmla="*/ 7232 h 8422"/>
              <a:gd name="connsiteX2" fmla="*/ 1933 w 10000"/>
              <a:gd name="connsiteY2" fmla="*/ 6289 h 8422"/>
              <a:gd name="connsiteX3" fmla="*/ 8569 w 10000"/>
              <a:gd name="connsiteY3" fmla="*/ 0 h 8422"/>
              <a:gd name="connsiteX4" fmla="*/ 10000 w 10000"/>
              <a:gd name="connsiteY4" fmla="*/ 6247 h 8422"/>
              <a:gd name="connsiteX5" fmla="*/ 1706 w 10000"/>
              <a:gd name="connsiteY5" fmla="*/ 8422 h 8422"/>
              <a:gd name="connsiteX6" fmla="*/ 0 w 10000"/>
              <a:gd name="connsiteY6" fmla="*/ 7479 h 8422"/>
              <a:gd name="connsiteX0" fmla="*/ 0 w 10000"/>
              <a:gd name="connsiteY0" fmla="*/ 1463 h 2583"/>
              <a:gd name="connsiteX1" fmla="*/ 138 w 10000"/>
              <a:gd name="connsiteY1" fmla="*/ 1170 h 2583"/>
              <a:gd name="connsiteX2" fmla="*/ 1933 w 10000"/>
              <a:gd name="connsiteY2" fmla="*/ 50 h 2583"/>
              <a:gd name="connsiteX3" fmla="*/ 6408 w 10000"/>
              <a:gd name="connsiteY3" fmla="*/ 241 h 2583"/>
              <a:gd name="connsiteX4" fmla="*/ 10000 w 10000"/>
              <a:gd name="connsiteY4" fmla="*/ 0 h 2583"/>
              <a:gd name="connsiteX5" fmla="*/ 1706 w 10000"/>
              <a:gd name="connsiteY5" fmla="*/ 2583 h 2583"/>
              <a:gd name="connsiteX6" fmla="*/ 0 w 10000"/>
              <a:gd name="connsiteY6" fmla="*/ 1463 h 2583"/>
              <a:gd name="connsiteX0" fmla="*/ 0 w 10000"/>
              <a:gd name="connsiteY0" fmla="*/ 5664 h 14626"/>
              <a:gd name="connsiteX1" fmla="*/ 138 w 10000"/>
              <a:gd name="connsiteY1" fmla="*/ 4530 h 14626"/>
              <a:gd name="connsiteX2" fmla="*/ 1933 w 10000"/>
              <a:gd name="connsiteY2" fmla="*/ 194 h 14626"/>
              <a:gd name="connsiteX3" fmla="*/ 6408 w 10000"/>
              <a:gd name="connsiteY3" fmla="*/ 933 h 14626"/>
              <a:gd name="connsiteX4" fmla="*/ 10000 w 10000"/>
              <a:gd name="connsiteY4" fmla="*/ 0 h 14626"/>
              <a:gd name="connsiteX5" fmla="*/ 1526 w 10000"/>
              <a:gd name="connsiteY5" fmla="*/ 14626 h 14626"/>
              <a:gd name="connsiteX6" fmla="*/ 0 w 10000"/>
              <a:gd name="connsiteY6" fmla="*/ 5664 h 14626"/>
              <a:gd name="connsiteX0" fmla="*/ 0 w 10000"/>
              <a:gd name="connsiteY0" fmla="*/ 5664 h 12103"/>
              <a:gd name="connsiteX1" fmla="*/ 138 w 10000"/>
              <a:gd name="connsiteY1" fmla="*/ 4530 h 12103"/>
              <a:gd name="connsiteX2" fmla="*/ 1933 w 10000"/>
              <a:gd name="connsiteY2" fmla="*/ 194 h 12103"/>
              <a:gd name="connsiteX3" fmla="*/ 6408 w 10000"/>
              <a:gd name="connsiteY3" fmla="*/ 933 h 12103"/>
              <a:gd name="connsiteX4" fmla="*/ 10000 w 10000"/>
              <a:gd name="connsiteY4" fmla="*/ 0 h 12103"/>
              <a:gd name="connsiteX5" fmla="*/ 1286 w 10000"/>
              <a:gd name="connsiteY5" fmla="*/ 12103 h 12103"/>
              <a:gd name="connsiteX6" fmla="*/ 0 w 10000"/>
              <a:gd name="connsiteY6" fmla="*/ 5664 h 121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00" h="12103">
                <a:moveTo>
                  <a:pt x="0" y="5664"/>
                </a:moveTo>
                <a:cubicBezTo>
                  <a:pt x="103" y="4603"/>
                  <a:pt x="28" y="4917"/>
                  <a:pt x="138" y="4530"/>
                </a:cubicBezTo>
                <a:lnTo>
                  <a:pt x="1933" y="194"/>
                </a:lnTo>
                <a:lnTo>
                  <a:pt x="6408" y="933"/>
                </a:lnTo>
                <a:lnTo>
                  <a:pt x="10000" y="0"/>
                </a:lnTo>
                <a:lnTo>
                  <a:pt x="1286" y="12103"/>
                </a:lnTo>
                <a:lnTo>
                  <a:pt x="0" y="5664"/>
                </a:lnTo>
                <a:close/>
              </a:path>
            </a:pathLst>
          </a:custGeom>
          <a:gradFill rotWithShape="1">
            <a:gsLst>
              <a:gs pos="0">
                <a:schemeClr val="bg1"/>
              </a:gs>
              <a:gs pos="100000">
                <a:schemeClr val="bg1">
                  <a:lumMod val="85000"/>
                </a:schemeClr>
              </a:gs>
            </a:gsLst>
            <a:lin ang="189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340" name="Rectangle 42">
            <a:extLst>
              <a:ext uri="{FF2B5EF4-FFF2-40B4-BE49-F238E27FC236}">
                <a16:creationId xmlns:a16="http://schemas.microsoft.com/office/drawing/2014/main" id="{08D16DCA-2F81-3142-8787-DCBB82571FB9}"/>
              </a:ext>
            </a:extLst>
          </p:cNvPr>
          <p:cNvSpPr>
            <a:spLocks noChangeArrowheads="1"/>
          </p:cNvSpPr>
          <p:nvPr/>
        </p:nvSpPr>
        <p:spPr bwMode="auto">
          <a:xfrm>
            <a:off x="8955665" y="2749550"/>
            <a:ext cx="1836737" cy="2401887"/>
          </a:xfrm>
          <a:prstGeom prst="rect">
            <a:avLst/>
          </a:prstGeom>
          <a:solidFill>
            <a:srgbClr val="FFFFFF"/>
          </a:solidFill>
          <a:ln w="9525">
            <a:solidFill>
              <a:srgbClr val="000000"/>
            </a:solidFill>
            <a:miter lim="800000"/>
            <a:headEnd/>
            <a:tailEnd/>
          </a:ln>
          <a:effectLst>
            <a:outerShdw blurRad="50800" dist="38100" dir="18900000" algn="bl" rotWithShape="0">
              <a:prstClr val="black">
                <a:alpha val="40000"/>
              </a:prstClr>
            </a:outerShdw>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342" name="Rectangle 44">
            <a:extLst>
              <a:ext uri="{FF2B5EF4-FFF2-40B4-BE49-F238E27FC236}">
                <a16:creationId xmlns:a16="http://schemas.microsoft.com/office/drawing/2014/main" id="{4292A8DC-1EBA-E346-AA85-38C6822CAA62}"/>
              </a:ext>
            </a:extLst>
          </p:cNvPr>
          <p:cNvSpPr>
            <a:spLocks noChangeArrowheads="1"/>
          </p:cNvSpPr>
          <p:nvPr/>
        </p:nvSpPr>
        <p:spPr bwMode="auto">
          <a:xfrm>
            <a:off x="9404927" y="4687887"/>
            <a:ext cx="666750" cy="282575"/>
          </a:xfrm>
          <a:prstGeom prst="rect">
            <a:avLst/>
          </a:prstGeom>
          <a:solidFill>
            <a:srgbClr val="FFFFFF"/>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343" name="Rectangle 45">
            <a:extLst>
              <a:ext uri="{FF2B5EF4-FFF2-40B4-BE49-F238E27FC236}">
                <a16:creationId xmlns:a16="http://schemas.microsoft.com/office/drawing/2014/main" id="{9AD0BC31-6A50-984F-86A3-3CA27EA7CD26}"/>
              </a:ext>
            </a:extLst>
          </p:cNvPr>
          <p:cNvSpPr>
            <a:spLocks noChangeArrowheads="1"/>
          </p:cNvSpPr>
          <p:nvPr/>
        </p:nvSpPr>
        <p:spPr bwMode="auto">
          <a:xfrm>
            <a:off x="9404927" y="4100512"/>
            <a:ext cx="657225" cy="519113"/>
          </a:xfrm>
          <a:prstGeom prst="rect">
            <a:avLst/>
          </a:prstGeom>
          <a:solidFill>
            <a:srgbClr val="FFFFFF"/>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Arial" charset="0"/>
                <a:ea typeface="ＭＳ Ｐゴシック" charset="0"/>
                <a:cs typeface="+mn-cs"/>
              </a:rPr>
              <a:t>controller</a:t>
            </a:r>
          </a:p>
        </p:txBody>
      </p:sp>
      <p:sp>
        <p:nvSpPr>
          <p:cNvPr id="344" name="Text Box 46">
            <a:extLst>
              <a:ext uri="{FF2B5EF4-FFF2-40B4-BE49-F238E27FC236}">
                <a16:creationId xmlns:a16="http://schemas.microsoft.com/office/drawing/2014/main" id="{0B7C150F-CB12-034D-8895-A7245A5D606B}"/>
              </a:ext>
            </a:extLst>
          </p:cNvPr>
          <p:cNvSpPr txBox="1">
            <a:spLocks noChangeArrowheads="1"/>
          </p:cNvSpPr>
          <p:nvPr/>
        </p:nvSpPr>
        <p:spPr bwMode="auto">
          <a:xfrm>
            <a:off x="9360720" y="4697412"/>
            <a:ext cx="737702" cy="46166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Arial" charset="0"/>
                <a:ea typeface="ＭＳ Ｐゴシック" charset="0"/>
                <a:cs typeface="+mn-cs"/>
              </a:rPr>
              <a:t>physical</a:t>
            </a:r>
          </a:p>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Arial" charset="0"/>
              <a:ea typeface="ＭＳ Ｐゴシック" charset="0"/>
              <a:cs typeface="+mn-cs"/>
            </a:endParaRPr>
          </a:p>
        </p:txBody>
      </p:sp>
      <p:sp>
        <p:nvSpPr>
          <p:cNvPr id="345" name="Freeform 47">
            <a:extLst>
              <a:ext uri="{FF2B5EF4-FFF2-40B4-BE49-F238E27FC236}">
                <a16:creationId xmlns:a16="http://schemas.microsoft.com/office/drawing/2014/main" id="{793E17F7-22E2-FF4D-8509-E82EDBE2D5AA}"/>
              </a:ext>
            </a:extLst>
          </p:cNvPr>
          <p:cNvSpPr>
            <a:spLocks/>
          </p:cNvSpPr>
          <p:nvPr/>
        </p:nvSpPr>
        <p:spPr bwMode="auto">
          <a:xfrm>
            <a:off x="9457315" y="3619500"/>
            <a:ext cx="200025" cy="460375"/>
          </a:xfrm>
          <a:custGeom>
            <a:avLst/>
            <a:gdLst>
              <a:gd name="T0" fmla="*/ 0 w 361"/>
              <a:gd name="T1" fmla="*/ 0 h 478"/>
              <a:gd name="T2" fmla="*/ 0 w 361"/>
              <a:gd name="T3" fmla="*/ 2147483647 h 478"/>
              <a:gd name="T4" fmla="*/ 2147483647 w 361"/>
              <a:gd name="T5" fmla="*/ 2147483647 h 478"/>
              <a:gd name="T6" fmla="*/ 2147483647 w 361"/>
              <a:gd name="T7" fmla="*/ 2147483647 h 47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61" h="478">
                <a:moveTo>
                  <a:pt x="0" y="0"/>
                </a:moveTo>
                <a:lnTo>
                  <a:pt x="0" y="230"/>
                </a:lnTo>
                <a:lnTo>
                  <a:pt x="361" y="230"/>
                </a:lnTo>
                <a:lnTo>
                  <a:pt x="359" y="478"/>
                </a:lnTo>
              </a:path>
            </a:pathLst>
          </a:custGeom>
          <a:noFill/>
          <a:ln w="38100" cmpd="sng">
            <a:solidFill>
              <a:srgbClr val="0000A8"/>
            </a:solidFill>
            <a:round/>
            <a:headEnd type="triangle" w="med" len="med"/>
            <a:tailEnd type="triangle" w="med" len="me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346" name="Line 48">
            <a:extLst>
              <a:ext uri="{FF2B5EF4-FFF2-40B4-BE49-F238E27FC236}">
                <a16:creationId xmlns:a16="http://schemas.microsoft.com/office/drawing/2014/main" id="{07601B60-F87E-2F49-8A8E-1FF14E515D33}"/>
              </a:ext>
            </a:extLst>
          </p:cNvPr>
          <p:cNvSpPr>
            <a:spLocks noChangeShapeType="1"/>
          </p:cNvSpPr>
          <p:nvPr/>
        </p:nvSpPr>
        <p:spPr bwMode="auto">
          <a:xfrm>
            <a:off x="9322377" y="3792537"/>
            <a:ext cx="1358900" cy="0"/>
          </a:xfrm>
          <a:prstGeom prst="line">
            <a:avLst/>
          </a:prstGeom>
          <a:noFill/>
          <a:ln w="2857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347" name="Line 49">
            <a:extLst>
              <a:ext uri="{FF2B5EF4-FFF2-40B4-BE49-F238E27FC236}">
                <a16:creationId xmlns:a16="http://schemas.microsoft.com/office/drawing/2014/main" id="{A28FA316-5FFA-F44A-BA99-AC0415DFF79C}"/>
              </a:ext>
            </a:extLst>
          </p:cNvPr>
          <p:cNvSpPr>
            <a:spLocks noChangeShapeType="1"/>
          </p:cNvSpPr>
          <p:nvPr/>
        </p:nvSpPr>
        <p:spPr bwMode="auto">
          <a:xfrm flipV="1">
            <a:off x="9717665" y="3800475"/>
            <a:ext cx="0" cy="300037"/>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348" name="Rectangle 50">
            <a:extLst>
              <a:ext uri="{FF2B5EF4-FFF2-40B4-BE49-F238E27FC236}">
                <a16:creationId xmlns:a16="http://schemas.microsoft.com/office/drawing/2014/main" id="{A634403E-4499-294B-99AD-E3A86D96C08B}"/>
              </a:ext>
            </a:extLst>
          </p:cNvPr>
          <p:cNvSpPr>
            <a:spLocks noChangeArrowheads="1"/>
          </p:cNvSpPr>
          <p:nvPr/>
        </p:nvSpPr>
        <p:spPr bwMode="auto">
          <a:xfrm>
            <a:off x="9211252" y="3101975"/>
            <a:ext cx="657225" cy="519112"/>
          </a:xfrm>
          <a:prstGeom prst="rect">
            <a:avLst/>
          </a:prstGeom>
          <a:solidFill>
            <a:srgbClr val="FFFFFF"/>
          </a:solidFill>
          <a:ln w="28575">
            <a:solidFill>
              <a:srgbClr val="FF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Arial" charset="0"/>
                <a:ea typeface="ＭＳ Ｐゴシック" charset="0"/>
                <a:cs typeface="+mn-cs"/>
              </a:rPr>
              <a:t>cpu</a:t>
            </a:r>
          </a:p>
        </p:txBody>
      </p:sp>
      <p:sp>
        <p:nvSpPr>
          <p:cNvPr id="349" name="Rectangle 51">
            <a:extLst>
              <a:ext uri="{FF2B5EF4-FFF2-40B4-BE49-F238E27FC236}">
                <a16:creationId xmlns:a16="http://schemas.microsoft.com/office/drawing/2014/main" id="{82C997D8-021F-0245-9B73-2C5E048B65DC}"/>
              </a:ext>
            </a:extLst>
          </p:cNvPr>
          <p:cNvSpPr>
            <a:spLocks noChangeArrowheads="1"/>
          </p:cNvSpPr>
          <p:nvPr/>
        </p:nvSpPr>
        <p:spPr bwMode="auto">
          <a:xfrm>
            <a:off x="10030402" y="3103562"/>
            <a:ext cx="657225" cy="519113"/>
          </a:xfrm>
          <a:prstGeom prst="rect">
            <a:avLst/>
          </a:prstGeom>
          <a:solidFill>
            <a:srgbClr val="FFFFFF"/>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Arial" charset="0"/>
                <a:ea typeface="ＭＳ Ｐゴシック" charset="0"/>
                <a:cs typeface="+mn-cs"/>
              </a:rPr>
              <a:t>memory</a:t>
            </a:r>
          </a:p>
        </p:txBody>
      </p:sp>
      <p:sp>
        <p:nvSpPr>
          <p:cNvPr id="350" name="Line 52">
            <a:extLst>
              <a:ext uri="{FF2B5EF4-FFF2-40B4-BE49-F238E27FC236}">
                <a16:creationId xmlns:a16="http://schemas.microsoft.com/office/drawing/2014/main" id="{D74D41F5-3112-6646-9892-D00D36377E62}"/>
              </a:ext>
            </a:extLst>
          </p:cNvPr>
          <p:cNvSpPr>
            <a:spLocks noChangeShapeType="1"/>
          </p:cNvSpPr>
          <p:nvPr/>
        </p:nvSpPr>
        <p:spPr bwMode="auto">
          <a:xfrm flipH="1" flipV="1">
            <a:off x="9514465" y="3622675"/>
            <a:ext cx="1587" cy="169862"/>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351" name="Line 53">
            <a:extLst>
              <a:ext uri="{FF2B5EF4-FFF2-40B4-BE49-F238E27FC236}">
                <a16:creationId xmlns:a16="http://schemas.microsoft.com/office/drawing/2014/main" id="{AA1745EF-4026-E54D-9775-040F79E5D154}"/>
              </a:ext>
            </a:extLst>
          </p:cNvPr>
          <p:cNvSpPr>
            <a:spLocks noChangeShapeType="1"/>
          </p:cNvSpPr>
          <p:nvPr/>
        </p:nvSpPr>
        <p:spPr bwMode="auto">
          <a:xfrm flipH="1" flipV="1">
            <a:off x="10387590" y="3624262"/>
            <a:ext cx="1587" cy="171450"/>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352" name="Text Box 54">
            <a:extLst>
              <a:ext uri="{FF2B5EF4-FFF2-40B4-BE49-F238E27FC236}">
                <a16:creationId xmlns:a16="http://schemas.microsoft.com/office/drawing/2014/main" id="{2B134A77-7C20-734B-9A65-D56BD3B34127}"/>
              </a:ext>
            </a:extLst>
          </p:cNvPr>
          <p:cNvSpPr txBox="1">
            <a:spLocks noChangeArrowheads="1"/>
          </p:cNvSpPr>
          <p:nvPr/>
        </p:nvSpPr>
        <p:spPr bwMode="auto">
          <a:xfrm>
            <a:off x="10835265" y="3921125"/>
            <a:ext cx="1038388" cy="46166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1" u="none" strike="noStrike" kern="1200" cap="none" spc="0" normalizeH="0" baseline="0" noProof="0" dirty="0">
                <a:ln>
                  <a:noFill/>
                </a:ln>
                <a:solidFill>
                  <a:srgbClr val="000000"/>
                </a:solidFill>
                <a:effectLst/>
                <a:uLnTx/>
                <a:uFillTx/>
                <a:latin typeface="Arial" charset="0"/>
                <a:ea typeface="ＭＳ Ｐゴシック" charset="0"/>
                <a:cs typeface="+mn-cs"/>
              </a:rPr>
              <a:t>host bus </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1" u="none" strike="noStrike" kern="1200" cap="none" spc="0" normalizeH="0" baseline="0" noProof="0" dirty="0">
                <a:ln>
                  <a:noFill/>
                </a:ln>
                <a:solidFill>
                  <a:srgbClr val="000000"/>
                </a:solidFill>
                <a:effectLst/>
                <a:uLnTx/>
                <a:uFillTx/>
                <a:latin typeface="Arial" charset="0"/>
                <a:ea typeface="ＭＳ Ｐゴシック" charset="0"/>
                <a:cs typeface="+mn-cs"/>
              </a:rPr>
              <a:t>(e.g., PCI)</a:t>
            </a:r>
          </a:p>
        </p:txBody>
      </p:sp>
      <p:sp>
        <p:nvSpPr>
          <p:cNvPr id="353" name="Line 55">
            <a:extLst>
              <a:ext uri="{FF2B5EF4-FFF2-40B4-BE49-F238E27FC236}">
                <a16:creationId xmlns:a16="http://schemas.microsoft.com/office/drawing/2014/main" id="{159E9A7C-2C1B-CC40-B1B4-760AFE091B0E}"/>
              </a:ext>
            </a:extLst>
          </p:cNvPr>
          <p:cNvSpPr>
            <a:spLocks noChangeShapeType="1"/>
          </p:cNvSpPr>
          <p:nvPr/>
        </p:nvSpPr>
        <p:spPr bwMode="auto">
          <a:xfrm>
            <a:off x="9730365" y="4408487"/>
            <a:ext cx="3944" cy="340991"/>
          </a:xfrm>
          <a:prstGeom prst="line">
            <a:avLst/>
          </a:prstGeom>
          <a:noFill/>
          <a:ln w="38100">
            <a:solidFill>
              <a:srgbClr val="0000A8"/>
            </a:solidFill>
            <a:round/>
            <a:headEnd type="triangle" w="med" len="me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354" name="Line 56">
            <a:extLst>
              <a:ext uri="{FF2B5EF4-FFF2-40B4-BE49-F238E27FC236}">
                <a16:creationId xmlns:a16="http://schemas.microsoft.com/office/drawing/2014/main" id="{52214380-92AB-E048-BEDD-B0110B2E837D}"/>
              </a:ext>
            </a:extLst>
          </p:cNvPr>
          <p:cNvSpPr>
            <a:spLocks noChangeShapeType="1"/>
          </p:cNvSpPr>
          <p:nvPr/>
        </p:nvSpPr>
        <p:spPr bwMode="auto">
          <a:xfrm>
            <a:off x="9719463" y="4992686"/>
            <a:ext cx="0" cy="366713"/>
          </a:xfrm>
          <a:prstGeom prst="line">
            <a:avLst/>
          </a:prstGeom>
          <a:noFill/>
          <a:ln w="38100">
            <a:solidFill>
              <a:srgbClr val="0000A8"/>
            </a:solidFill>
            <a:round/>
            <a:headEnd type="triangle" w="med" len="me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355" name="Line 57">
            <a:extLst>
              <a:ext uri="{FF2B5EF4-FFF2-40B4-BE49-F238E27FC236}">
                <a16:creationId xmlns:a16="http://schemas.microsoft.com/office/drawing/2014/main" id="{DF140DC0-F2C1-704D-A310-3786A5A5C84E}"/>
              </a:ext>
            </a:extLst>
          </p:cNvPr>
          <p:cNvSpPr>
            <a:spLocks noChangeShapeType="1"/>
          </p:cNvSpPr>
          <p:nvPr/>
        </p:nvSpPr>
        <p:spPr bwMode="auto">
          <a:xfrm flipH="1" flipV="1">
            <a:off x="10513002" y="3797300"/>
            <a:ext cx="382588" cy="268287"/>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356" name="Text Box 58">
            <a:extLst>
              <a:ext uri="{FF2B5EF4-FFF2-40B4-BE49-F238E27FC236}">
                <a16:creationId xmlns:a16="http://schemas.microsoft.com/office/drawing/2014/main" id="{8134E125-6FFA-2245-A695-F469578E2397}"/>
              </a:ext>
            </a:extLst>
          </p:cNvPr>
          <p:cNvSpPr txBox="1">
            <a:spLocks noChangeArrowheads="1"/>
          </p:cNvSpPr>
          <p:nvPr/>
        </p:nvSpPr>
        <p:spPr bwMode="auto">
          <a:xfrm>
            <a:off x="10122477" y="5491162"/>
            <a:ext cx="1353256" cy="276999"/>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1" u="none" strike="noStrike" kern="1200" cap="none" spc="0" normalizeH="0" baseline="0" noProof="0" dirty="0">
                <a:ln>
                  <a:noFill/>
                </a:ln>
                <a:solidFill>
                  <a:srgbClr val="000000"/>
                </a:solidFill>
                <a:effectLst/>
                <a:uLnTx/>
                <a:uFillTx/>
                <a:latin typeface="Arial" charset="0"/>
                <a:ea typeface="ＭＳ Ｐゴシック" charset="0"/>
                <a:cs typeface="+mn-cs"/>
              </a:rPr>
              <a:t>network interface</a:t>
            </a:r>
          </a:p>
        </p:txBody>
      </p:sp>
      <p:sp>
        <p:nvSpPr>
          <p:cNvPr id="357" name="Line 59">
            <a:extLst>
              <a:ext uri="{FF2B5EF4-FFF2-40B4-BE49-F238E27FC236}">
                <a16:creationId xmlns:a16="http://schemas.microsoft.com/office/drawing/2014/main" id="{23B10271-25ED-6947-A1F2-08B5CDCE8968}"/>
              </a:ext>
            </a:extLst>
          </p:cNvPr>
          <p:cNvSpPr>
            <a:spLocks noChangeShapeType="1"/>
          </p:cNvSpPr>
          <p:nvPr/>
        </p:nvSpPr>
        <p:spPr bwMode="auto">
          <a:xfrm flipH="1" flipV="1">
            <a:off x="10330440" y="4814887"/>
            <a:ext cx="271462" cy="750888"/>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358" name="Rectangle 43">
            <a:extLst>
              <a:ext uri="{FF2B5EF4-FFF2-40B4-BE49-F238E27FC236}">
                <a16:creationId xmlns:a16="http://schemas.microsoft.com/office/drawing/2014/main" id="{D2E8D72A-74A0-8047-B32B-E6CC292FCAA2}"/>
              </a:ext>
            </a:extLst>
          </p:cNvPr>
          <p:cNvSpPr>
            <a:spLocks noChangeArrowheads="1"/>
          </p:cNvSpPr>
          <p:nvPr/>
        </p:nvSpPr>
        <p:spPr bwMode="auto">
          <a:xfrm>
            <a:off x="9158625" y="4012536"/>
            <a:ext cx="1122362" cy="1082675"/>
          </a:xfrm>
          <a:prstGeom prst="rect">
            <a:avLst/>
          </a:prstGeom>
          <a:noFill/>
          <a:ln w="28575">
            <a:solidFill>
              <a:srgbClr val="FF0000"/>
            </a:solidFill>
            <a:prstDash val="sysDash"/>
            <a:miter lim="800000"/>
            <a:headEnd/>
            <a:tailEnd/>
          </a:ln>
          <a:effectLst/>
          <a:extLst>
            <a:ext uri="{909E8E84-426E-40dd-AFC4-6F175D3DCCD1}">
              <a14:hiddenFill xmlns="" xmlns:a14="http://schemas.microsoft.com/office/drawing/2010/main">
                <a:solidFill>
                  <a:schemeClr val="bg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charset="0"/>
              <a:ea typeface="ＭＳ Ｐゴシック" charset="0"/>
              <a:cs typeface="+mn-cs"/>
            </a:endParaRPr>
          </a:p>
        </p:txBody>
      </p:sp>
      <p:grpSp>
        <p:nvGrpSpPr>
          <p:cNvPr id="360" name="Group 84">
            <a:extLst>
              <a:ext uri="{FF2B5EF4-FFF2-40B4-BE49-F238E27FC236}">
                <a16:creationId xmlns:a16="http://schemas.microsoft.com/office/drawing/2014/main" id="{F87BAAC8-00DB-C64F-B18B-456E80F15B7F}"/>
              </a:ext>
            </a:extLst>
          </p:cNvPr>
          <p:cNvGrpSpPr>
            <a:grpSpLocks/>
          </p:cNvGrpSpPr>
          <p:nvPr/>
        </p:nvGrpSpPr>
        <p:grpSpPr bwMode="auto">
          <a:xfrm>
            <a:off x="7926967" y="2941636"/>
            <a:ext cx="1470026" cy="2035175"/>
            <a:chOff x="2695" y="1742"/>
            <a:chExt cx="926" cy="1282"/>
          </a:xfrm>
        </p:grpSpPr>
        <p:sp>
          <p:nvSpPr>
            <p:cNvPr id="361" name="Freeform 62">
              <a:extLst>
                <a:ext uri="{FF2B5EF4-FFF2-40B4-BE49-F238E27FC236}">
                  <a16:creationId xmlns:a16="http://schemas.microsoft.com/office/drawing/2014/main" id="{9DAAFB2F-E3C8-FB46-A22A-E065E7053752}"/>
                </a:ext>
              </a:extLst>
            </p:cNvPr>
            <p:cNvSpPr>
              <a:spLocks/>
            </p:cNvSpPr>
            <p:nvPr/>
          </p:nvSpPr>
          <p:spPr bwMode="auto">
            <a:xfrm>
              <a:off x="3228" y="2488"/>
              <a:ext cx="393" cy="536"/>
            </a:xfrm>
            <a:custGeom>
              <a:avLst/>
              <a:gdLst>
                <a:gd name="T0" fmla="*/ 390 w 390"/>
                <a:gd name="T1" fmla="*/ 0 h 520"/>
                <a:gd name="T2" fmla="*/ 0 w 390"/>
                <a:gd name="T3" fmla="*/ 221 h 520"/>
                <a:gd name="T4" fmla="*/ 3 w 390"/>
                <a:gd name="T5" fmla="*/ 433 h 520"/>
                <a:gd name="T6" fmla="*/ 388 w 390"/>
                <a:gd name="T7" fmla="*/ 520 h 520"/>
                <a:gd name="T8" fmla="*/ 390 w 390"/>
                <a:gd name="T9" fmla="*/ 0 h 520"/>
                <a:gd name="T10" fmla="*/ 0 60000 65536"/>
                <a:gd name="T11" fmla="*/ 0 60000 65536"/>
                <a:gd name="T12" fmla="*/ 0 60000 65536"/>
                <a:gd name="T13" fmla="*/ 0 60000 65536"/>
                <a:gd name="T14" fmla="*/ 0 60000 65536"/>
                <a:gd name="connsiteX0" fmla="*/ 9933 w 9933"/>
                <a:gd name="connsiteY0" fmla="*/ 0 h 10000"/>
                <a:gd name="connsiteX1" fmla="*/ 0 w 9933"/>
                <a:gd name="connsiteY1" fmla="*/ 1944 h 10000"/>
                <a:gd name="connsiteX2" fmla="*/ 10 w 9933"/>
                <a:gd name="connsiteY2" fmla="*/ 8327 h 10000"/>
                <a:gd name="connsiteX3" fmla="*/ 9882 w 9933"/>
                <a:gd name="connsiteY3" fmla="*/ 10000 h 10000"/>
                <a:gd name="connsiteX4" fmla="*/ 9933 w 9933"/>
                <a:gd name="connsiteY4" fmla="*/ 0 h 10000"/>
                <a:gd name="connsiteX0" fmla="*/ 10067 w 10067"/>
                <a:gd name="connsiteY0" fmla="*/ 2667 h 8056"/>
                <a:gd name="connsiteX1" fmla="*/ 0 w 10067"/>
                <a:gd name="connsiteY1" fmla="*/ 0 h 8056"/>
                <a:gd name="connsiteX2" fmla="*/ 10 w 10067"/>
                <a:gd name="connsiteY2" fmla="*/ 6383 h 8056"/>
                <a:gd name="connsiteX3" fmla="*/ 9949 w 10067"/>
                <a:gd name="connsiteY3" fmla="*/ 8056 h 8056"/>
                <a:gd name="connsiteX4" fmla="*/ 10067 w 10067"/>
                <a:gd name="connsiteY4" fmla="*/ 2667 h 8056"/>
                <a:gd name="connsiteX0" fmla="*/ 10134 w 10134"/>
                <a:gd name="connsiteY0" fmla="*/ 2191 h 10000"/>
                <a:gd name="connsiteX1" fmla="*/ 0 w 10134"/>
                <a:gd name="connsiteY1" fmla="*/ 0 h 10000"/>
                <a:gd name="connsiteX2" fmla="*/ 10 w 10134"/>
                <a:gd name="connsiteY2" fmla="*/ 7923 h 10000"/>
                <a:gd name="connsiteX3" fmla="*/ 9883 w 10134"/>
                <a:gd name="connsiteY3" fmla="*/ 10000 h 10000"/>
                <a:gd name="connsiteX4" fmla="*/ 10134 w 10134"/>
                <a:gd name="connsiteY4" fmla="*/ 2191 h 10000"/>
                <a:gd name="connsiteX0" fmla="*/ 10134 w 10134"/>
                <a:gd name="connsiteY0" fmla="*/ 1569 h 10000"/>
                <a:gd name="connsiteX1" fmla="*/ 0 w 10134"/>
                <a:gd name="connsiteY1" fmla="*/ 0 h 10000"/>
                <a:gd name="connsiteX2" fmla="*/ 10 w 10134"/>
                <a:gd name="connsiteY2" fmla="*/ 7923 h 10000"/>
                <a:gd name="connsiteX3" fmla="*/ 9883 w 10134"/>
                <a:gd name="connsiteY3" fmla="*/ 10000 h 10000"/>
                <a:gd name="connsiteX4" fmla="*/ 10134 w 10134"/>
                <a:gd name="connsiteY4" fmla="*/ 1569 h 10000"/>
                <a:gd name="connsiteX0" fmla="*/ 10134 w 10134"/>
                <a:gd name="connsiteY0" fmla="*/ 1569 h 9876"/>
                <a:gd name="connsiteX1" fmla="*/ 0 w 10134"/>
                <a:gd name="connsiteY1" fmla="*/ 0 h 9876"/>
                <a:gd name="connsiteX2" fmla="*/ 10 w 10134"/>
                <a:gd name="connsiteY2" fmla="*/ 7923 h 9876"/>
                <a:gd name="connsiteX3" fmla="*/ 10084 w 10134"/>
                <a:gd name="connsiteY3" fmla="*/ 9876 h 9876"/>
                <a:gd name="connsiteX4" fmla="*/ 10134 w 10134"/>
                <a:gd name="connsiteY4" fmla="*/ 1569 h 9876"/>
                <a:gd name="connsiteX0" fmla="*/ 9934 w 9954"/>
                <a:gd name="connsiteY0" fmla="*/ 0 h 12944"/>
                <a:gd name="connsiteX1" fmla="*/ 0 w 9954"/>
                <a:gd name="connsiteY1" fmla="*/ 2944 h 12944"/>
                <a:gd name="connsiteX2" fmla="*/ 10 w 9954"/>
                <a:gd name="connsiteY2" fmla="*/ 10966 h 12944"/>
                <a:gd name="connsiteX3" fmla="*/ 9951 w 9954"/>
                <a:gd name="connsiteY3" fmla="*/ 12944 h 12944"/>
                <a:gd name="connsiteX4" fmla="*/ 9934 w 9954"/>
                <a:gd name="connsiteY4" fmla="*/ 0 h 129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54" h="12944">
                  <a:moveTo>
                    <a:pt x="9934" y="0"/>
                  </a:moveTo>
                  <a:lnTo>
                    <a:pt x="0" y="2944"/>
                  </a:lnTo>
                  <a:cubicBezTo>
                    <a:pt x="3" y="5619"/>
                    <a:pt x="7" y="8292"/>
                    <a:pt x="10" y="10966"/>
                  </a:cubicBezTo>
                  <a:lnTo>
                    <a:pt x="9951" y="12944"/>
                  </a:lnTo>
                  <a:cubicBezTo>
                    <a:pt x="9967" y="8755"/>
                    <a:pt x="9917" y="4189"/>
                    <a:pt x="9934" y="0"/>
                  </a:cubicBezTo>
                  <a:close/>
                </a:path>
              </a:pathLst>
            </a:custGeom>
            <a:gradFill rotWithShape="1">
              <a:gsLst>
                <a:gs pos="0">
                  <a:schemeClr val="bg1">
                    <a:lumMod val="75000"/>
                  </a:schemeClr>
                </a:gs>
                <a:gs pos="100000">
                  <a:srgbClr val="FFFF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381" name="Rectangle 73">
              <a:extLst>
                <a:ext uri="{FF2B5EF4-FFF2-40B4-BE49-F238E27FC236}">
                  <a16:creationId xmlns:a16="http://schemas.microsoft.com/office/drawing/2014/main" id="{D34E92F6-E00A-9E48-8EEE-3793F53BE448}"/>
                </a:ext>
              </a:extLst>
            </p:cNvPr>
            <p:cNvSpPr>
              <a:spLocks noChangeArrowheads="1"/>
            </p:cNvSpPr>
            <p:nvPr/>
          </p:nvSpPr>
          <p:spPr bwMode="auto">
            <a:xfrm>
              <a:off x="2737" y="2678"/>
              <a:ext cx="489" cy="262"/>
            </a:xfrm>
            <a:prstGeom prst="rect">
              <a:avLst/>
            </a:prstGeom>
            <a:solidFill>
              <a:srgbClr val="FFFFFF"/>
            </a:solidFill>
            <a:ln w="9525">
              <a:solidFill>
                <a:srgbClr val="E40000"/>
              </a:solidFill>
              <a:miter lim="800000"/>
              <a:headEnd/>
              <a:tailEnd/>
            </a:ln>
            <a:effectLst>
              <a:outerShdw blurRad="50800" dist="38100" dir="8100000" algn="tr" rotWithShape="0">
                <a:prstClr val="black">
                  <a:alpha val="40000"/>
                </a:prstClr>
              </a:outerShdw>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362" name="Freeform 63">
              <a:extLst>
                <a:ext uri="{FF2B5EF4-FFF2-40B4-BE49-F238E27FC236}">
                  <a16:creationId xmlns:a16="http://schemas.microsoft.com/office/drawing/2014/main" id="{BB2C5787-9CAC-D84A-B4B9-64FEECE12BED}"/>
                </a:ext>
              </a:extLst>
            </p:cNvPr>
            <p:cNvSpPr>
              <a:spLocks/>
            </p:cNvSpPr>
            <p:nvPr/>
          </p:nvSpPr>
          <p:spPr bwMode="auto">
            <a:xfrm>
              <a:off x="3222" y="1767"/>
              <a:ext cx="275" cy="443"/>
            </a:xfrm>
            <a:custGeom>
              <a:avLst/>
              <a:gdLst>
                <a:gd name="T0" fmla="*/ 264 w 275"/>
                <a:gd name="T1" fmla="*/ 108 h 443"/>
                <a:gd name="T2" fmla="*/ 0 w 275"/>
                <a:gd name="T3" fmla="*/ 0 h 443"/>
                <a:gd name="T4" fmla="*/ 2 w 275"/>
                <a:gd name="T5" fmla="*/ 443 h 443"/>
                <a:gd name="T6" fmla="*/ 275 w 275"/>
                <a:gd name="T7" fmla="*/ 412 h 443"/>
                <a:gd name="T8" fmla="*/ 264 w 275"/>
                <a:gd name="T9" fmla="*/ 108 h 44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443">
                  <a:moveTo>
                    <a:pt x="264" y="108"/>
                  </a:moveTo>
                  <a:lnTo>
                    <a:pt x="0" y="0"/>
                  </a:lnTo>
                  <a:lnTo>
                    <a:pt x="2" y="443"/>
                  </a:lnTo>
                  <a:lnTo>
                    <a:pt x="275" y="412"/>
                  </a:lnTo>
                  <a:lnTo>
                    <a:pt x="264" y="108"/>
                  </a:lnTo>
                  <a:close/>
                </a:path>
              </a:pathLst>
            </a:custGeom>
            <a:gradFill rotWithShape="1">
              <a:gsLst>
                <a:gs pos="0">
                  <a:schemeClr val="bg1">
                    <a:lumMod val="65000"/>
                  </a:schemeClr>
                </a:gs>
                <a:gs pos="100000">
                  <a:srgbClr val="FFFF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390" name="Rectangle 82">
              <a:extLst>
                <a:ext uri="{FF2B5EF4-FFF2-40B4-BE49-F238E27FC236}">
                  <a16:creationId xmlns:a16="http://schemas.microsoft.com/office/drawing/2014/main" id="{059501C9-A68B-2743-A02C-0C5FBC61B122}"/>
                </a:ext>
              </a:extLst>
            </p:cNvPr>
            <p:cNvSpPr>
              <a:spLocks noChangeArrowheads="1"/>
            </p:cNvSpPr>
            <p:nvPr/>
          </p:nvSpPr>
          <p:spPr bwMode="auto">
            <a:xfrm>
              <a:off x="2734" y="1764"/>
              <a:ext cx="490" cy="463"/>
            </a:xfrm>
            <a:prstGeom prst="rect">
              <a:avLst/>
            </a:prstGeom>
            <a:solidFill>
              <a:srgbClr val="FFFFFF"/>
            </a:solidFill>
            <a:ln w="12700">
              <a:solidFill>
                <a:srgbClr val="FF0000"/>
              </a:solidFill>
              <a:miter lim="800000"/>
              <a:headEnd/>
              <a:tailEnd/>
            </a:ln>
            <a:effectLst>
              <a:outerShdw blurRad="50800" dist="38100" dir="18900000" algn="bl" rotWithShape="0">
                <a:prstClr val="black">
                  <a:alpha val="40000"/>
                </a:prstClr>
              </a:outerShdw>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366" name="Text Box 65">
              <a:extLst>
                <a:ext uri="{FF2B5EF4-FFF2-40B4-BE49-F238E27FC236}">
                  <a16:creationId xmlns:a16="http://schemas.microsoft.com/office/drawing/2014/main" id="{6AAE7E3E-6438-C244-82B8-2B86F8F44741}"/>
                </a:ext>
              </a:extLst>
            </p:cNvPr>
            <p:cNvSpPr txBox="1">
              <a:spLocks noChangeArrowheads="1"/>
            </p:cNvSpPr>
            <p:nvPr/>
          </p:nvSpPr>
          <p:spPr bwMode="auto">
            <a:xfrm>
              <a:off x="2703" y="1742"/>
              <a:ext cx="553" cy="52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application</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transport</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network</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link</a:t>
              </a:r>
            </a:p>
          </p:txBody>
        </p:sp>
        <p:sp>
          <p:nvSpPr>
            <p:cNvPr id="374" name="Line 66">
              <a:extLst>
                <a:ext uri="{FF2B5EF4-FFF2-40B4-BE49-F238E27FC236}">
                  <a16:creationId xmlns:a16="http://schemas.microsoft.com/office/drawing/2014/main" id="{9A080B16-B360-474F-B6FE-AF8100600C71}"/>
                </a:ext>
              </a:extLst>
            </p:cNvPr>
            <p:cNvSpPr>
              <a:spLocks noChangeShapeType="1"/>
            </p:cNvSpPr>
            <p:nvPr/>
          </p:nvSpPr>
          <p:spPr bwMode="auto">
            <a:xfrm>
              <a:off x="2737" y="1898"/>
              <a:ext cx="489" cy="0"/>
            </a:xfrm>
            <a:prstGeom prst="line">
              <a:avLst/>
            </a:prstGeom>
            <a:noFill/>
            <a:ln w="9525">
              <a:solidFill>
                <a:srgbClr val="E4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375" name="Line 67">
              <a:extLst>
                <a:ext uri="{FF2B5EF4-FFF2-40B4-BE49-F238E27FC236}">
                  <a16:creationId xmlns:a16="http://schemas.microsoft.com/office/drawing/2014/main" id="{6F15818C-975A-E24C-A5EF-48346108B897}"/>
                </a:ext>
              </a:extLst>
            </p:cNvPr>
            <p:cNvSpPr>
              <a:spLocks noChangeShapeType="1"/>
            </p:cNvSpPr>
            <p:nvPr/>
          </p:nvSpPr>
          <p:spPr bwMode="auto">
            <a:xfrm>
              <a:off x="2737" y="2001"/>
              <a:ext cx="489" cy="0"/>
            </a:xfrm>
            <a:prstGeom prst="line">
              <a:avLst/>
            </a:prstGeom>
            <a:noFill/>
            <a:ln w="9525">
              <a:solidFill>
                <a:srgbClr val="E4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376" name="Line 68">
              <a:extLst>
                <a:ext uri="{FF2B5EF4-FFF2-40B4-BE49-F238E27FC236}">
                  <a16:creationId xmlns:a16="http://schemas.microsoft.com/office/drawing/2014/main" id="{FD65879D-0360-2B41-B483-1A5D93371234}"/>
                </a:ext>
              </a:extLst>
            </p:cNvPr>
            <p:cNvSpPr>
              <a:spLocks noChangeShapeType="1"/>
            </p:cNvSpPr>
            <p:nvPr/>
          </p:nvSpPr>
          <p:spPr bwMode="auto">
            <a:xfrm>
              <a:off x="2735" y="2110"/>
              <a:ext cx="489" cy="0"/>
            </a:xfrm>
            <a:prstGeom prst="line">
              <a:avLst/>
            </a:prstGeom>
            <a:noFill/>
            <a:ln w="9525">
              <a:solidFill>
                <a:srgbClr val="FF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378" name="Rectangle 70">
              <a:extLst>
                <a:ext uri="{FF2B5EF4-FFF2-40B4-BE49-F238E27FC236}">
                  <a16:creationId xmlns:a16="http://schemas.microsoft.com/office/drawing/2014/main" id="{38B2F785-6155-1E4B-8594-95B2271DAD7F}"/>
                </a:ext>
              </a:extLst>
            </p:cNvPr>
            <p:cNvSpPr>
              <a:spLocks noChangeArrowheads="1"/>
            </p:cNvSpPr>
            <p:nvPr/>
          </p:nvSpPr>
          <p:spPr bwMode="auto">
            <a:xfrm>
              <a:off x="2695" y="2212"/>
              <a:ext cx="552" cy="115"/>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379" name="Line 71">
              <a:extLst>
                <a:ext uri="{FF2B5EF4-FFF2-40B4-BE49-F238E27FC236}">
                  <a16:creationId xmlns:a16="http://schemas.microsoft.com/office/drawing/2014/main" id="{C451312B-40CC-7A40-B679-7AE554491DAE}"/>
                </a:ext>
              </a:extLst>
            </p:cNvPr>
            <p:cNvSpPr>
              <a:spLocks noChangeShapeType="1"/>
            </p:cNvSpPr>
            <p:nvPr/>
          </p:nvSpPr>
          <p:spPr bwMode="auto">
            <a:xfrm>
              <a:off x="2734" y="2224"/>
              <a:ext cx="0" cy="65"/>
            </a:xfrm>
            <a:prstGeom prst="line">
              <a:avLst/>
            </a:prstGeom>
            <a:noFill/>
            <a:ln w="9525">
              <a:solidFill>
                <a:srgbClr val="E40000"/>
              </a:solidFill>
              <a:prstDash val="dash"/>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380" name="Line 72">
              <a:extLst>
                <a:ext uri="{FF2B5EF4-FFF2-40B4-BE49-F238E27FC236}">
                  <a16:creationId xmlns:a16="http://schemas.microsoft.com/office/drawing/2014/main" id="{E2DC1FE8-5DB9-EA46-8800-4241D6DEF57F}"/>
                </a:ext>
              </a:extLst>
            </p:cNvPr>
            <p:cNvSpPr>
              <a:spLocks noChangeShapeType="1"/>
            </p:cNvSpPr>
            <p:nvPr/>
          </p:nvSpPr>
          <p:spPr bwMode="auto">
            <a:xfrm>
              <a:off x="3225" y="2218"/>
              <a:ext cx="0" cy="64"/>
            </a:xfrm>
            <a:prstGeom prst="line">
              <a:avLst/>
            </a:prstGeom>
            <a:noFill/>
            <a:ln w="9525">
              <a:solidFill>
                <a:srgbClr val="E40000"/>
              </a:solidFill>
              <a:prstDash val="dash"/>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382" name="Text Box 74">
              <a:extLst>
                <a:ext uri="{FF2B5EF4-FFF2-40B4-BE49-F238E27FC236}">
                  <a16:creationId xmlns:a16="http://schemas.microsoft.com/office/drawing/2014/main" id="{C6254BFE-8FC8-864C-911D-A03B8EB5CCF6}"/>
                </a:ext>
              </a:extLst>
            </p:cNvPr>
            <p:cNvSpPr txBox="1">
              <a:spLocks noChangeArrowheads="1"/>
            </p:cNvSpPr>
            <p:nvPr/>
          </p:nvSpPr>
          <p:spPr bwMode="auto">
            <a:xfrm>
              <a:off x="2755" y="2653"/>
              <a:ext cx="431" cy="29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link</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physical</a:t>
              </a:r>
            </a:p>
          </p:txBody>
        </p:sp>
        <p:sp>
          <p:nvSpPr>
            <p:cNvPr id="386" name="Line 78">
              <a:extLst>
                <a:ext uri="{FF2B5EF4-FFF2-40B4-BE49-F238E27FC236}">
                  <a16:creationId xmlns:a16="http://schemas.microsoft.com/office/drawing/2014/main" id="{B46866E9-0690-6D43-9964-01804A72D617}"/>
                </a:ext>
              </a:extLst>
            </p:cNvPr>
            <p:cNvSpPr>
              <a:spLocks noChangeShapeType="1"/>
            </p:cNvSpPr>
            <p:nvPr/>
          </p:nvSpPr>
          <p:spPr bwMode="auto">
            <a:xfrm>
              <a:off x="2736" y="2803"/>
              <a:ext cx="489" cy="0"/>
            </a:xfrm>
            <a:prstGeom prst="line">
              <a:avLst/>
            </a:prstGeom>
            <a:noFill/>
            <a:ln w="9525">
              <a:solidFill>
                <a:srgbClr val="E4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388" name="Line 80">
              <a:extLst>
                <a:ext uri="{FF2B5EF4-FFF2-40B4-BE49-F238E27FC236}">
                  <a16:creationId xmlns:a16="http://schemas.microsoft.com/office/drawing/2014/main" id="{431126D1-7D41-174B-9A00-15B64D7CFD0A}"/>
                </a:ext>
              </a:extLst>
            </p:cNvPr>
            <p:cNvSpPr>
              <a:spLocks noChangeShapeType="1"/>
            </p:cNvSpPr>
            <p:nvPr/>
          </p:nvSpPr>
          <p:spPr bwMode="auto">
            <a:xfrm>
              <a:off x="2737" y="2614"/>
              <a:ext cx="0" cy="65"/>
            </a:xfrm>
            <a:prstGeom prst="line">
              <a:avLst/>
            </a:prstGeom>
            <a:noFill/>
            <a:ln w="9525">
              <a:solidFill>
                <a:srgbClr val="E40000"/>
              </a:solidFill>
              <a:prstDash val="dash"/>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389" name="Line 81">
              <a:extLst>
                <a:ext uri="{FF2B5EF4-FFF2-40B4-BE49-F238E27FC236}">
                  <a16:creationId xmlns:a16="http://schemas.microsoft.com/office/drawing/2014/main" id="{E451146C-AD0C-394A-B9D7-786E8388A5AB}"/>
                </a:ext>
              </a:extLst>
            </p:cNvPr>
            <p:cNvSpPr>
              <a:spLocks noChangeShapeType="1"/>
            </p:cNvSpPr>
            <p:nvPr/>
          </p:nvSpPr>
          <p:spPr bwMode="auto">
            <a:xfrm>
              <a:off x="3226" y="2614"/>
              <a:ext cx="0" cy="64"/>
            </a:xfrm>
            <a:prstGeom prst="line">
              <a:avLst/>
            </a:prstGeom>
            <a:noFill/>
            <a:ln w="9525">
              <a:solidFill>
                <a:srgbClr val="E40000"/>
              </a:solidFill>
              <a:prstDash val="dash"/>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grpSp>
      <p:pic>
        <p:nvPicPr>
          <p:cNvPr id="409" name="Picture 87">
            <a:extLst>
              <a:ext uri="{FF2B5EF4-FFF2-40B4-BE49-F238E27FC236}">
                <a16:creationId xmlns:a16="http://schemas.microsoft.com/office/drawing/2014/main" id="{6B897852-0519-9143-BDE1-7222839FAB7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24086" y="1396579"/>
            <a:ext cx="1143000" cy="11715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pic>
      <p:grpSp>
        <p:nvGrpSpPr>
          <p:cNvPr id="410" name="Group 89">
            <a:extLst>
              <a:ext uri="{FF2B5EF4-FFF2-40B4-BE49-F238E27FC236}">
                <a16:creationId xmlns:a16="http://schemas.microsoft.com/office/drawing/2014/main" id="{9321D1B2-41ED-6A42-B25B-B7F04C3C1339}"/>
              </a:ext>
            </a:extLst>
          </p:cNvPr>
          <p:cNvGrpSpPr>
            <a:grpSpLocks/>
          </p:cNvGrpSpPr>
          <p:nvPr/>
        </p:nvGrpSpPr>
        <p:grpSpPr bwMode="auto">
          <a:xfrm>
            <a:off x="7888865" y="5386387"/>
            <a:ext cx="1109662" cy="820449"/>
            <a:chOff x="-44" y="1473"/>
            <a:chExt cx="981" cy="1105"/>
          </a:xfrm>
        </p:grpSpPr>
        <p:pic>
          <p:nvPicPr>
            <p:cNvPr id="411" name="Picture 90" descr="desktop_computer_stylized_medium">
              <a:extLst>
                <a:ext uri="{FF2B5EF4-FFF2-40B4-BE49-F238E27FC236}">
                  <a16:creationId xmlns:a16="http://schemas.microsoft.com/office/drawing/2014/main" id="{E89A12BD-E0D6-A949-9CB5-05BA66E33DE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413" name="Freeform 91">
              <a:extLst>
                <a:ext uri="{FF2B5EF4-FFF2-40B4-BE49-F238E27FC236}">
                  <a16:creationId xmlns:a16="http://schemas.microsoft.com/office/drawing/2014/main" id="{C0A77030-4BC2-C44C-AD1F-5FB48849AB14}"/>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grpSp>
      <p:pic>
        <p:nvPicPr>
          <p:cNvPr id="1026" name="Picture 2" descr="Broadcom chip image">
            <a:extLst>
              <a:ext uri="{FF2B5EF4-FFF2-40B4-BE49-F238E27FC236}">
                <a16:creationId xmlns:a16="http://schemas.microsoft.com/office/drawing/2014/main" id="{33C0D5A2-E836-0E42-91D7-80B5B9B538F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790404" y="1556656"/>
            <a:ext cx="921139" cy="921139"/>
          </a:xfrm>
          <a:prstGeom prst="rect">
            <a:avLst/>
          </a:prstGeom>
          <a:noFill/>
          <a:extLst>
            <a:ext uri="{909E8E84-426E-40DD-AFC4-6F175D3DCCD1}">
              <a14:hiddenFill xmlns:a14="http://schemas.microsoft.com/office/drawing/2010/main">
                <a:solidFill>
                  <a:srgbClr val="FFFFFF"/>
                </a:solidFill>
              </a14:hiddenFill>
            </a:ext>
          </a:extLst>
        </p:spPr>
      </p:pic>
      <p:sp>
        <p:nvSpPr>
          <p:cNvPr id="6" name="Slide Number Placeholder 5">
            <a:extLst>
              <a:ext uri="{FF2B5EF4-FFF2-40B4-BE49-F238E27FC236}">
                <a16:creationId xmlns:a16="http://schemas.microsoft.com/office/drawing/2014/main" id="{130DEE50-E835-5A34-3454-09DC17FB2644}"/>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rPr>
              <a:t>Link Layer </a:t>
            </a:r>
            <a:fld id="{C4204591-24BD-A542-B9D5-F8D8A88D2FEE}" type="slidenum">
              <a:rPr kumimoji="0" lang="en-US" sz="1100" b="0" i="0" u="none" strike="noStrike" kern="1200" cap="none" spc="0" normalizeH="0" baseline="0" noProof="0" smtClean="0">
                <a:ln>
                  <a:noFill/>
                </a:ln>
                <a:solidFill>
                  <a:prstClr val="white">
                    <a:lumMod val="50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1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598334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59">
                                            <p:txEl>
                                              <p:pRg st="1" end="1"/>
                                            </p:txEl>
                                          </p:spTgt>
                                        </p:tgtEl>
                                        <p:attrNameLst>
                                          <p:attrName>style.visibility</p:attrName>
                                        </p:attrNameLst>
                                      </p:cBhvr>
                                      <p:to>
                                        <p:strVal val="visible"/>
                                      </p:to>
                                    </p:set>
                                    <p:animEffect transition="in" filter="dissolve">
                                      <p:cBhvr>
                                        <p:cTn id="7" dur="500"/>
                                        <p:tgtEl>
                                          <p:spTgt spid="259">
                                            <p:txEl>
                                              <p:pRg st="1" end="1"/>
                                            </p:txEl>
                                          </p:spTgt>
                                        </p:tgtEl>
                                      </p:cBhvr>
                                    </p:animEffect>
                                  </p:childTnLst>
                                </p:cTn>
                              </p:par>
                              <p:par>
                                <p:cTn id="8" presetID="9" presetClass="entr" presetSubtype="0" fill="hold" nodeType="withEffect">
                                  <p:stCondLst>
                                    <p:cond delay="0"/>
                                  </p:stCondLst>
                                  <p:childTnLst>
                                    <p:set>
                                      <p:cBhvr>
                                        <p:cTn id="9" dur="1" fill="hold">
                                          <p:stCondLst>
                                            <p:cond delay="0"/>
                                          </p:stCondLst>
                                        </p:cTn>
                                        <p:tgtEl>
                                          <p:spTgt spid="259">
                                            <p:txEl>
                                              <p:pRg st="2" end="2"/>
                                            </p:txEl>
                                          </p:spTgt>
                                        </p:tgtEl>
                                        <p:attrNameLst>
                                          <p:attrName>style.visibility</p:attrName>
                                        </p:attrNameLst>
                                      </p:cBhvr>
                                      <p:to>
                                        <p:strVal val="visible"/>
                                      </p:to>
                                    </p:set>
                                    <p:animEffect transition="in" filter="dissolve">
                                      <p:cBhvr>
                                        <p:cTn id="10" dur="500"/>
                                        <p:tgtEl>
                                          <p:spTgt spid="259">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nodeType="clickEffect">
                                  <p:stCondLst>
                                    <p:cond delay="0"/>
                                  </p:stCondLst>
                                  <p:childTnLst>
                                    <p:set>
                                      <p:cBhvr>
                                        <p:cTn id="14" dur="1" fill="hold">
                                          <p:stCondLst>
                                            <p:cond delay="0"/>
                                          </p:stCondLst>
                                        </p:cTn>
                                        <p:tgtEl>
                                          <p:spTgt spid="259">
                                            <p:txEl>
                                              <p:pRg st="3" end="3"/>
                                            </p:txEl>
                                          </p:spTgt>
                                        </p:tgtEl>
                                        <p:attrNameLst>
                                          <p:attrName>style.visibility</p:attrName>
                                        </p:attrNameLst>
                                      </p:cBhvr>
                                      <p:to>
                                        <p:strVal val="visible"/>
                                      </p:to>
                                    </p:set>
                                    <p:animEffect transition="in" filter="dissolve">
                                      <p:cBhvr>
                                        <p:cTn id="15" dur="500"/>
                                        <p:tgtEl>
                                          <p:spTgt spid="259">
                                            <p:txEl>
                                              <p:pRg st="3" end="3"/>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nodeType="clickEffect">
                                  <p:stCondLst>
                                    <p:cond delay="0"/>
                                  </p:stCondLst>
                                  <p:childTnLst>
                                    <p:set>
                                      <p:cBhvr>
                                        <p:cTn id="19" dur="1" fill="hold">
                                          <p:stCondLst>
                                            <p:cond delay="0"/>
                                          </p:stCondLst>
                                        </p:cTn>
                                        <p:tgtEl>
                                          <p:spTgt spid="259">
                                            <p:txEl>
                                              <p:pRg st="4" end="4"/>
                                            </p:txEl>
                                          </p:spTgt>
                                        </p:tgtEl>
                                        <p:attrNameLst>
                                          <p:attrName>style.visibility</p:attrName>
                                        </p:attrNameLst>
                                      </p:cBhvr>
                                      <p:to>
                                        <p:strVal val="visible"/>
                                      </p:to>
                                    </p:set>
                                    <p:animEffect transition="in" filter="dissolve">
                                      <p:cBhvr>
                                        <p:cTn id="20" dur="500"/>
                                        <p:tgtEl>
                                          <p:spTgt spid="259">
                                            <p:txEl>
                                              <p:pRg st="4" end="4"/>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2" fill="hold" nodeType="clickEffect">
                                  <p:stCondLst>
                                    <p:cond delay="0"/>
                                  </p:stCondLst>
                                  <p:childTnLst>
                                    <p:set>
                                      <p:cBhvr>
                                        <p:cTn id="24" dur="1" fill="hold">
                                          <p:stCondLst>
                                            <p:cond delay="0"/>
                                          </p:stCondLst>
                                        </p:cTn>
                                        <p:tgtEl>
                                          <p:spTgt spid="360"/>
                                        </p:tgtEl>
                                        <p:attrNameLst>
                                          <p:attrName>style.visibility</p:attrName>
                                        </p:attrNameLst>
                                      </p:cBhvr>
                                      <p:to>
                                        <p:strVal val="visible"/>
                                      </p:to>
                                    </p:set>
                                    <p:animEffect transition="in" filter="wipe(right)">
                                      <p:cBhvr>
                                        <p:cTn id="25" dur="1000"/>
                                        <p:tgtEl>
                                          <p:spTgt spid="3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6" name="Group 115">
            <a:extLst>
              <a:ext uri="{FF2B5EF4-FFF2-40B4-BE49-F238E27FC236}">
                <a16:creationId xmlns:a16="http://schemas.microsoft.com/office/drawing/2014/main" id="{672F9AB0-BFC2-5542-A40C-5E7B5EB25F2B}"/>
              </a:ext>
            </a:extLst>
          </p:cNvPr>
          <p:cNvGrpSpPr/>
          <p:nvPr/>
        </p:nvGrpSpPr>
        <p:grpSpPr>
          <a:xfrm>
            <a:off x="6859466" y="1579642"/>
            <a:ext cx="1654101" cy="2401887"/>
            <a:chOff x="3457903" y="1592254"/>
            <a:chExt cx="1654101" cy="2401887"/>
          </a:xfrm>
        </p:grpSpPr>
        <p:sp>
          <p:nvSpPr>
            <p:cNvPr id="117" name="Rectangle 42">
              <a:extLst>
                <a:ext uri="{FF2B5EF4-FFF2-40B4-BE49-F238E27FC236}">
                  <a16:creationId xmlns:a16="http://schemas.microsoft.com/office/drawing/2014/main" id="{1AEEBA61-14FC-154D-88CA-B447B035949D}"/>
                </a:ext>
              </a:extLst>
            </p:cNvPr>
            <p:cNvSpPr>
              <a:spLocks noChangeArrowheads="1"/>
            </p:cNvSpPr>
            <p:nvPr/>
          </p:nvSpPr>
          <p:spPr bwMode="auto">
            <a:xfrm>
              <a:off x="3457903" y="1592254"/>
              <a:ext cx="1654101" cy="2401887"/>
            </a:xfrm>
            <a:prstGeom prst="rect">
              <a:avLst/>
            </a:prstGeom>
            <a:solidFill>
              <a:srgbClr val="FFFFFF"/>
            </a:solidFill>
            <a:ln w="9525">
              <a:solidFill>
                <a:srgbClr val="000000"/>
              </a:solidFill>
              <a:miter lim="800000"/>
              <a:headEnd/>
              <a:tailEnd/>
            </a:ln>
            <a:effectLst>
              <a:outerShdw blurRad="50800" dist="38100" dir="18900000" algn="bl" rotWithShape="0">
                <a:prstClr val="black">
                  <a:alpha val="40000"/>
                </a:prstClr>
              </a:outerShdw>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118" name="Rectangle 44">
              <a:extLst>
                <a:ext uri="{FF2B5EF4-FFF2-40B4-BE49-F238E27FC236}">
                  <a16:creationId xmlns:a16="http://schemas.microsoft.com/office/drawing/2014/main" id="{D0D47B06-FE3D-DA4E-A18A-5F4609A0AA92}"/>
                </a:ext>
              </a:extLst>
            </p:cNvPr>
            <p:cNvSpPr>
              <a:spLocks noChangeArrowheads="1"/>
            </p:cNvSpPr>
            <p:nvPr/>
          </p:nvSpPr>
          <p:spPr bwMode="auto">
            <a:xfrm>
              <a:off x="3992843" y="3517620"/>
              <a:ext cx="666750" cy="282575"/>
            </a:xfrm>
            <a:prstGeom prst="rect">
              <a:avLst/>
            </a:prstGeom>
            <a:solidFill>
              <a:srgbClr val="FFFFFF"/>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119" name="Rectangle 45">
              <a:extLst>
                <a:ext uri="{FF2B5EF4-FFF2-40B4-BE49-F238E27FC236}">
                  <a16:creationId xmlns:a16="http://schemas.microsoft.com/office/drawing/2014/main" id="{2220353A-A27E-5C4B-B042-109D641001A1}"/>
                </a:ext>
              </a:extLst>
            </p:cNvPr>
            <p:cNvSpPr>
              <a:spLocks noChangeArrowheads="1"/>
            </p:cNvSpPr>
            <p:nvPr/>
          </p:nvSpPr>
          <p:spPr bwMode="auto">
            <a:xfrm>
              <a:off x="3996418" y="2936730"/>
              <a:ext cx="657225" cy="519113"/>
            </a:xfrm>
            <a:prstGeom prst="rect">
              <a:avLst/>
            </a:prstGeom>
            <a:solidFill>
              <a:srgbClr val="FFFFFF"/>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Arial" charset="0"/>
                  <a:ea typeface="ＭＳ Ｐゴシック" charset="0"/>
                  <a:cs typeface="+mn-cs"/>
                </a:rPr>
                <a:t>controller</a:t>
              </a:r>
            </a:p>
          </p:txBody>
        </p:sp>
        <p:sp>
          <p:nvSpPr>
            <p:cNvPr id="120" name="Text Box 46">
              <a:extLst>
                <a:ext uri="{FF2B5EF4-FFF2-40B4-BE49-F238E27FC236}">
                  <a16:creationId xmlns:a16="http://schemas.microsoft.com/office/drawing/2014/main" id="{000F374E-6915-074D-8BA8-C296E4FB3100}"/>
                </a:ext>
              </a:extLst>
            </p:cNvPr>
            <p:cNvSpPr txBox="1">
              <a:spLocks noChangeArrowheads="1"/>
            </p:cNvSpPr>
            <p:nvPr/>
          </p:nvSpPr>
          <p:spPr bwMode="auto">
            <a:xfrm>
              <a:off x="3963393" y="3514379"/>
              <a:ext cx="737702" cy="46166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Arial" charset="0"/>
                  <a:ea typeface="ＭＳ Ｐゴシック" charset="0"/>
                  <a:cs typeface="+mn-cs"/>
                </a:rPr>
                <a:t>physical</a:t>
              </a:r>
            </a:p>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Arial" charset="0"/>
                <a:ea typeface="ＭＳ Ｐゴシック" charset="0"/>
                <a:cs typeface="+mn-cs"/>
              </a:endParaRPr>
            </a:p>
          </p:txBody>
        </p:sp>
        <p:sp>
          <p:nvSpPr>
            <p:cNvPr id="121" name="Freeform 47">
              <a:extLst>
                <a:ext uri="{FF2B5EF4-FFF2-40B4-BE49-F238E27FC236}">
                  <a16:creationId xmlns:a16="http://schemas.microsoft.com/office/drawing/2014/main" id="{5722F489-9C55-474B-AD7B-3596A67F9C53}"/>
                </a:ext>
              </a:extLst>
            </p:cNvPr>
            <p:cNvSpPr>
              <a:spLocks/>
            </p:cNvSpPr>
            <p:nvPr/>
          </p:nvSpPr>
          <p:spPr bwMode="auto">
            <a:xfrm flipH="1">
              <a:off x="4297726" y="2473508"/>
              <a:ext cx="291334" cy="460375"/>
            </a:xfrm>
            <a:custGeom>
              <a:avLst/>
              <a:gdLst>
                <a:gd name="T0" fmla="*/ 0 w 361"/>
                <a:gd name="T1" fmla="*/ 0 h 478"/>
                <a:gd name="T2" fmla="*/ 0 w 361"/>
                <a:gd name="T3" fmla="*/ 2147483647 h 478"/>
                <a:gd name="T4" fmla="*/ 2147483647 w 361"/>
                <a:gd name="T5" fmla="*/ 2147483647 h 478"/>
                <a:gd name="T6" fmla="*/ 2147483647 w 361"/>
                <a:gd name="T7" fmla="*/ 2147483647 h 47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61" h="478">
                  <a:moveTo>
                    <a:pt x="0" y="0"/>
                  </a:moveTo>
                  <a:lnTo>
                    <a:pt x="0" y="230"/>
                  </a:lnTo>
                  <a:lnTo>
                    <a:pt x="361" y="230"/>
                  </a:lnTo>
                  <a:lnTo>
                    <a:pt x="359" y="478"/>
                  </a:lnTo>
                </a:path>
              </a:pathLst>
            </a:custGeom>
            <a:noFill/>
            <a:ln w="38100" cmpd="sng">
              <a:solidFill>
                <a:srgbClr val="0000A8"/>
              </a:solidFill>
              <a:round/>
              <a:headEnd type="triangle" w="med" len="med"/>
              <a:tailEnd type="triangle" w="med" len="me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122" name="Line 48">
              <a:extLst>
                <a:ext uri="{FF2B5EF4-FFF2-40B4-BE49-F238E27FC236}">
                  <a16:creationId xmlns:a16="http://schemas.microsoft.com/office/drawing/2014/main" id="{11921392-3DC2-E44B-9184-34A0E05D1A51}"/>
                </a:ext>
              </a:extLst>
            </p:cNvPr>
            <p:cNvSpPr>
              <a:spLocks noChangeShapeType="1"/>
            </p:cNvSpPr>
            <p:nvPr/>
          </p:nvSpPr>
          <p:spPr bwMode="auto">
            <a:xfrm>
              <a:off x="3643959" y="2628755"/>
              <a:ext cx="1358900" cy="0"/>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123" name="Line 49">
              <a:extLst>
                <a:ext uri="{FF2B5EF4-FFF2-40B4-BE49-F238E27FC236}">
                  <a16:creationId xmlns:a16="http://schemas.microsoft.com/office/drawing/2014/main" id="{BAFE9A46-B07B-0D46-BF9D-A127CF0FC1F6}"/>
                </a:ext>
              </a:extLst>
            </p:cNvPr>
            <p:cNvSpPr>
              <a:spLocks noChangeShapeType="1"/>
            </p:cNvSpPr>
            <p:nvPr/>
          </p:nvSpPr>
          <p:spPr bwMode="auto">
            <a:xfrm flipV="1">
              <a:off x="4182165" y="2631881"/>
              <a:ext cx="0" cy="300037"/>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124" name="Rectangle 50">
              <a:extLst>
                <a:ext uri="{FF2B5EF4-FFF2-40B4-BE49-F238E27FC236}">
                  <a16:creationId xmlns:a16="http://schemas.microsoft.com/office/drawing/2014/main" id="{B42296AE-5EDB-CB41-A8A8-F256FE98406B}"/>
                </a:ext>
              </a:extLst>
            </p:cNvPr>
            <p:cNvSpPr>
              <a:spLocks noChangeArrowheads="1"/>
            </p:cNvSpPr>
            <p:nvPr/>
          </p:nvSpPr>
          <p:spPr bwMode="auto">
            <a:xfrm>
              <a:off x="3536392" y="1927519"/>
              <a:ext cx="657225" cy="519112"/>
            </a:xfrm>
            <a:prstGeom prst="rect">
              <a:avLst/>
            </a:prstGeom>
            <a:solidFill>
              <a:srgbClr val="FFFFFF"/>
            </a:solidFill>
            <a:ln w="12700">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Arial" charset="0"/>
                  <a:ea typeface="ＭＳ Ｐゴシック" charset="0"/>
                  <a:cs typeface="+mn-cs"/>
                </a:rPr>
                <a:t>memory</a:t>
              </a:r>
            </a:p>
          </p:txBody>
        </p:sp>
        <p:sp>
          <p:nvSpPr>
            <p:cNvPr id="125" name="Rectangle 51">
              <a:extLst>
                <a:ext uri="{FF2B5EF4-FFF2-40B4-BE49-F238E27FC236}">
                  <a16:creationId xmlns:a16="http://schemas.microsoft.com/office/drawing/2014/main" id="{A0530BD1-8578-7749-A8F2-514C1E6AFDF1}"/>
                </a:ext>
              </a:extLst>
            </p:cNvPr>
            <p:cNvSpPr>
              <a:spLocks noChangeArrowheads="1"/>
            </p:cNvSpPr>
            <p:nvPr/>
          </p:nvSpPr>
          <p:spPr bwMode="auto">
            <a:xfrm>
              <a:off x="4351984" y="1939780"/>
              <a:ext cx="657225" cy="519113"/>
            </a:xfrm>
            <a:prstGeom prst="rect">
              <a:avLst/>
            </a:prstGeom>
            <a:solidFill>
              <a:srgbClr val="FFFFFF"/>
            </a:solidFill>
            <a:ln w="28575">
              <a:solidFill>
                <a:srgbClr val="E4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Arial" charset="0"/>
                  <a:ea typeface="ＭＳ Ｐゴシック" charset="0"/>
                  <a:cs typeface="+mn-cs"/>
                </a:rPr>
                <a:t>CPU</a:t>
              </a:r>
            </a:p>
          </p:txBody>
        </p:sp>
        <p:sp>
          <p:nvSpPr>
            <p:cNvPr id="126" name="Line 52">
              <a:extLst>
                <a:ext uri="{FF2B5EF4-FFF2-40B4-BE49-F238E27FC236}">
                  <a16:creationId xmlns:a16="http://schemas.microsoft.com/office/drawing/2014/main" id="{A3C7A151-EBC5-7E44-A73B-EC7BF250A222}"/>
                </a:ext>
              </a:extLst>
            </p:cNvPr>
            <p:cNvSpPr>
              <a:spLocks noChangeShapeType="1"/>
            </p:cNvSpPr>
            <p:nvPr/>
          </p:nvSpPr>
          <p:spPr bwMode="auto">
            <a:xfrm flipH="1" flipV="1">
              <a:off x="3836047" y="2458893"/>
              <a:ext cx="1587" cy="169862"/>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127" name="Line 53">
              <a:extLst>
                <a:ext uri="{FF2B5EF4-FFF2-40B4-BE49-F238E27FC236}">
                  <a16:creationId xmlns:a16="http://schemas.microsoft.com/office/drawing/2014/main" id="{C4B99840-0FB7-CE42-8D34-DEC52118C37C}"/>
                </a:ext>
              </a:extLst>
            </p:cNvPr>
            <p:cNvSpPr>
              <a:spLocks noChangeShapeType="1"/>
            </p:cNvSpPr>
            <p:nvPr/>
          </p:nvSpPr>
          <p:spPr bwMode="auto">
            <a:xfrm flipH="1" flipV="1">
              <a:off x="4709172" y="2460480"/>
              <a:ext cx="1587" cy="171450"/>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128" name="Line 55">
              <a:extLst>
                <a:ext uri="{FF2B5EF4-FFF2-40B4-BE49-F238E27FC236}">
                  <a16:creationId xmlns:a16="http://schemas.microsoft.com/office/drawing/2014/main" id="{68A743ED-4B58-E94D-83B1-E54D12545A09}"/>
                </a:ext>
              </a:extLst>
            </p:cNvPr>
            <p:cNvSpPr>
              <a:spLocks noChangeShapeType="1"/>
            </p:cNvSpPr>
            <p:nvPr/>
          </p:nvSpPr>
          <p:spPr bwMode="auto">
            <a:xfrm flipH="1">
              <a:off x="4308787" y="3249620"/>
              <a:ext cx="4474" cy="356262"/>
            </a:xfrm>
            <a:prstGeom prst="line">
              <a:avLst/>
            </a:prstGeom>
            <a:noFill/>
            <a:ln w="38100">
              <a:solidFill>
                <a:srgbClr val="0000A8"/>
              </a:solidFill>
              <a:round/>
              <a:headEnd type="triangle" w="med" len="me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129" name="Rectangle 43">
              <a:extLst>
                <a:ext uri="{FF2B5EF4-FFF2-40B4-BE49-F238E27FC236}">
                  <a16:creationId xmlns:a16="http://schemas.microsoft.com/office/drawing/2014/main" id="{0EC4FEFF-71C3-204E-942F-DF941FB471F2}"/>
                </a:ext>
              </a:extLst>
            </p:cNvPr>
            <p:cNvSpPr>
              <a:spLocks noChangeArrowheads="1"/>
            </p:cNvSpPr>
            <p:nvPr/>
          </p:nvSpPr>
          <p:spPr bwMode="auto">
            <a:xfrm>
              <a:off x="3718524" y="2820792"/>
              <a:ext cx="1122362" cy="1082675"/>
            </a:xfrm>
            <a:prstGeom prst="rect">
              <a:avLst/>
            </a:prstGeom>
            <a:noFill/>
            <a:ln w="28575">
              <a:solidFill>
                <a:srgbClr val="FF0000"/>
              </a:solidFill>
              <a:prstDash val="dash"/>
              <a:miter lim="800000"/>
              <a:headEnd/>
              <a:tailEnd/>
            </a:ln>
            <a:effectLst/>
            <a:extLst>
              <a:ext uri="{909E8E84-426E-40dd-AFC4-6F175D3DCCD1}">
                <a14:hiddenFill xmlns="" xmlns:a14="http://schemas.microsoft.com/office/drawing/2010/main">
                  <a:solidFill>
                    <a:schemeClr val="bg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charset="0"/>
                <a:ea typeface="ＭＳ Ｐゴシック" charset="0"/>
                <a:cs typeface="+mn-cs"/>
              </a:endParaRPr>
            </a:p>
          </p:txBody>
        </p:sp>
      </p:grpSp>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938646" y="362678"/>
            <a:ext cx="10515600" cy="894622"/>
          </a:xfrm>
        </p:spPr>
        <p:txBody>
          <a:bodyPr>
            <a:normAutofit/>
          </a:bodyPr>
          <a:lstStyle/>
          <a:p>
            <a:r>
              <a:rPr lang="en-US" altLang="en-US" sz="5400" dirty="0">
                <a:cs typeface="Calibri" panose="020F0502020204030204" pitchFamily="34" charset="0"/>
              </a:rPr>
              <a:t>Interfaces communicating</a:t>
            </a:r>
            <a:endParaRPr lang="en-US" sz="5400" dirty="0"/>
          </a:p>
        </p:txBody>
      </p:sp>
      <p:grpSp>
        <p:nvGrpSpPr>
          <p:cNvPr id="10" name="Group 9">
            <a:extLst>
              <a:ext uri="{FF2B5EF4-FFF2-40B4-BE49-F238E27FC236}">
                <a16:creationId xmlns:a16="http://schemas.microsoft.com/office/drawing/2014/main" id="{2EA5E3C2-990E-9C41-AAAA-45311F46F06D}"/>
              </a:ext>
            </a:extLst>
          </p:cNvPr>
          <p:cNvGrpSpPr/>
          <p:nvPr/>
        </p:nvGrpSpPr>
        <p:grpSpPr>
          <a:xfrm>
            <a:off x="3386648" y="1585768"/>
            <a:ext cx="1709144" cy="2401887"/>
            <a:chOff x="3386648" y="1585768"/>
            <a:chExt cx="1709144" cy="2401887"/>
          </a:xfrm>
        </p:grpSpPr>
        <p:sp>
          <p:nvSpPr>
            <p:cNvPr id="340" name="Rectangle 42">
              <a:extLst>
                <a:ext uri="{FF2B5EF4-FFF2-40B4-BE49-F238E27FC236}">
                  <a16:creationId xmlns:a16="http://schemas.microsoft.com/office/drawing/2014/main" id="{08D16DCA-2F81-3142-8787-DCBB82571FB9}"/>
                </a:ext>
              </a:extLst>
            </p:cNvPr>
            <p:cNvSpPr>
              <a:spLocks noChangeArrowheads="1"/>
            </p:cNvSpPr>
            <p:nvPr/>
          </p:nvSpPr>
          <p:spPr bwMode="auto">
            <a:xfrm>
              <a:off x="3386648" y="1585768"/>
              <a:ext cx="1709144" cy="2401887"/>
            </a:xfrm>
            <a:prstGeom prst="rect">
              <a:avLst/>
            </a:prstGeom>
            <a:solidFill>
              <a:srgbClr val="FFFFFF"/>
            </a:solidFill>
            <a:ln w="9525">
              <a:solidFill>
                <a:srgbClr val="000000"/>
              </a:solidFill>
              <a:miter lim="800000"/>
              <a:headEnd/>
              <a:tailEnd/>
            </a:ln>
            <a:effectLst>
              <a:outerShdw blurRad="50800" dist="38100" dir="18900000" algn="bl" rotWithShape="0">
                <a:prstClr val="black">
                  <a:alpha val="40000"/>
                </a:prstClr>
              </a:outerShdw>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342" name="Rectangle 44">
              <a:extLst>
                <a:ext uri="{FF2B5EF4-FFF2-40B4-BE49-F238E27FC236}">
                  <a16:creationId xmlns:a16="http://schemas.microsoft.com/office/drawing/2014/main" id="{4292A8DC-1EBA-E346-AA85-38C6822CAA62}"/>
                </a:ext>
              </a:extLst>
            </p:cNvPr>
            <p:cNvSpPr>
              <a:spLocks noChangeArrowheads="1"/>
            </p:cNvSpPr>
            <p:nvPr/>
          </p:nvSpPr>
          <p:spPr bwMode="auto">
            <a:xfrm>
              <a:off x="3837201" y="3524105"/>
              <a:ext cx="666750" cy="282575"/>
            </a:xfrm>
            <a:prstGeom prst="rect">
              <a:avLst/>
            </a:prstGeom>
            <a:solidFill>
              <a:srgbClr val="FFFFFF"/>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343" name="Rectangle 45">
              <a:extLst>
                <a:ext uri="{FF2B5EF4-FFF2-40B4-BE49-F238E27FC236}">
                  <a16:creationId xmlns:a16="http://schemas.microsoft.com/office/drawing/2014/main" id="{9AD0BC31-6A50-984F-86A3-3CA27EA7CD26}"/>
                </a:ext>
              </a:extLst>
            </p:cNvPr>
            <p:cNvSpPr>
              <a:spLocks noChangeArrowheads="1"/>
            </p:cNvSpPr>
            <p:nvPr/>
          </p:nvSpPr>
          <p:spPr bwMode="auto">
            <a:xfrm>
              <a:off x="3856453" y="2936730"/>
              <a:ext cx="657225" cy="519113"/>
            </a:xfrm>
            <a:prstGeom prst="rect">
              <a:avLst/>
            </a:prstGeom>
            <a:solidFill>
              <a:srgbClr val="FFFFFF"/>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Arial" charset="0"/>
                  <a:ea typeface="ＭＳ Ｐゴシック" charset="0"/>
                  <a:cs typeface="+mn-cs"/>
                </a:rPr>
                <a:t>controller</a:t>
              </a:r>
            </a:p>
          </p:txBody>
        </p:sp>
        <p:sp>
          <p:nvSpPr>
            <p:cNvPr id="344" name="Text Box 46">
              <a:extLst>
                <a:ext uri="{FF2B5EF4-FFF2-40B4-BE49-F238E27FC236}">
                  <a16:creationId xmlns:a16="http://schemas.microsoft.com/office/drawing/2014/main" id="{0B7C150F-CB12-034D-8895-A7245A5D606B}"/>
                </a:ext>
              </a:extLst>
            </p:cNvPr>
            <p:cNvSpPr txBox="1">
              <a:spLocks noChangeArrowheads="1"/>
            </p:cNvSpPr>
            <p:nvPr/>
          </p:nvSpPr>
          <p:spPr bwMode="auto">
            <a:xfrm>
              <a:off x="3792993" y="3514379"/>
              <a:ext cx="737702" cy="46166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Arial" charset="0"/>
                  <a:ea typeface="ＭＳ Ｐゴシック" charset="0"/>
                  <a:cs typeface="+mn-cs"/>
                </a:rPr>
                <a:t>physical</a:t>
              </a:r>
            </a:p>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Arial" charset="0"/>
                <a:ea typeface="ＭＳ Ｐゴシック" charset="0"/>
                <a:cs typeface="+mn-cs"/>
              </a:endParaRPr>
            </a:p>
          </p:txBody>
        </p:sp>
        <p:sp>
          <p:nvSpPr>
            <p:cNvPr id="345" name="Freeform 47">
              <a:extLst>
                <a:ext uri="{FF2B5EF4-FFF2-40B4-BE49-F238E27FC236}">
                  <a16:creationId xmlns:a16="http://schemas.microsoft.com/office/drawing/2014/main" id="{793E17F7-22E2-FF4D-8509-E82EDBE2D5AA}"/>
                </a:ext>
              </a:extLst>
            </p:cNvPr>
            <p:cNvSpPr>
              <a:spLocks/>
            </p:cNvSpPr>
            <p:nvPr/>
          </p:nvSpPr>
          <p:spPr bwMode="auto">
            <a:xfrm>
              <a:off x="3778897" y="2455718"/>
              <a:ext cx="326278" cy="460375"/>
            </a:xfrm>
            <a:custGeom>
              <a:avLst/>
              <a:gdLst>
                <a:gd name="T0" fmla="*/ 0 w 361"/>
                <a:gd name="T1" fmla="*/ 0 h 478"/>
                <a:gd name="T2" fmla="*/ 0 w 361"/>
                <a:gd name="T3" fmla="*/ 2147483647 h 478"/>
                <a:gd name="T4" fmla="*/ 2147483647 w 361"/>
                <a:gd name="T5" fmla="*/ 2147483647 h 478"/>
                <a:gd name="T6" fmla="*/ 2147483647 w 361"/>
                <a:gd name="T7" fmla="*/ 2147483647 h 47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61" h="478">
                  <a:moveTo>
                    <a:pt x="0" y="0"/>
                  </a:moveTo>
                  <a:lnTo>
                    <a:pt x="0" y="230"/>
                  </a:lnTo>
                  <a:lnTo>
                    <a:pt x="361" y="230"/>
                  </a:lnTo>
                  <a:lnTo>
                    <a:pt x="359" y="478"/>
                  </a:lnTo>
                </a:path>
              </a:pathLst>
            </a:custGeom>
            <a:noFill/>
            <a:ln w="38100" cmpd="sng">
              <a:solidFill>
                <a:srgbClr val="0000A8"/>
              </a:solidFill>
              <a:round/>
              <a:headEnd type="triangle" w="med" len="med"/>
              <a:tailEnd type="triangle" w="med" len="me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346" name="Line 48">
              <a:extLst>
                <a:ext uri="{FF2B5EF4-FFF2-40B4-BE49-F238E27FC236}">
                  <a16:creationId xmlns:a16="http://schemas.microsoft.com/office/drawing/2014/main" id="{07601B60-F87E-2F49-8A8E-1FF14E515D33}"/>
                </a:ext>
              </a:extLst>
            </p:cNvPr>
            <p:cNvSpPr>
              <a:spLocks noChangeShapeType="1"/>
            </p:cNvSpPr>
            <p:nvPr/>
          </p:nvSpPr>
          <p:spPr bwMode="auto">
            <a:xfrm>
              <a:off x="3643959" y="2628755"/>
              <a:ext cx="1358900" cy="0"/>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347" name="Line 49">
              <a:extLst>
                <a:ext uri="{FF2B5EF4-FFF2-40B4-BE49-F238E27FC236}">
                  <a16:creationId xmlns:a16="http://schemas.microsoft.com/office/drawing/2014/main" id="{A28FA316-5FFA-F44A-BA99-AC0415DFF79C}"/>
                </a:ext>
              </a:extLst>
            </p:cNvPr>
            <p:cNvSpPr>
              <a:spLocks noChangeShapeType="1"/>
            </p:cNvSpPr>
            <p:nvPr/>
          </p:nvSpPr>
          <p:spPr bwMode="auto">
            <a:xfrm flipV="1">
              <a:off x="4164375" y="2631881"/>
              <a:ext cx="0" cy="300037"/>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348" name="Rectangle 50">
              <a:extLst>
                <a:ext uri="{FF2B5EF4-FFF2-40B4-BE49-F238E27FC236}">
                  <a16:creationId xmlns:a16="http://schemas.microsoft.com/office/drawing/2014/main" id="{A634403E-4499-294B-99AD-E3A86D96C08B}"/>
                </a:ext>
              </a:extLst>
            </p:cNvPr>
            <p:cNvSpPr>
              <a:spLocks noChangeArrowheads="1"/>
            </p:cNvSpPr>
            <p:nvPr/>
          </p:nvSpPr>
          <p:spPr bwMode="auto">
            <a:xfrm>
              <a:off x="3532834" y="1938193"/>
              <a:ext cx="657225" cy="519112"/>
            </a:xfrm>
            <a:prstGeom prst="rect">
              <a:avLst/>
            </a:prstGeom>
            <a:solidFill>
              <a:srgbClr val="FFFFFF"/>
            </a:solidFill>
            <a:ln w="28575">
              <a:solidFill>
                <a:srgbClr val="FF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Arial" charset="0"/>
                  <a:ea typeface="ＭＳ Ｐゴシック" charset="0"/>
                  <a:cs typeface="+mn-cs"/>
                </a:rPr>
                <a:t>cpu</a:t>
              </a:r>
            </a:p>
          </p:txBody>
        </p:sp>
        <p:sp>
          <p:nvSpPr>
            <p:cNvPr id="349" name="Rectangle 51">
              <a:extLst>
                <a:ext uri="{FF2B5EF4-FFF2-40B4-BE49-F238E27FC236}">
                  <a16:creationId xmlns:a16="http://schemas.microsoft.com/office/drawing/2014/main" id="{82C997D8-021F-0245-9B73-2C5E048B65DC}"/>
                </a:ext>
              </a:extLst>
            </p:cNvPr>
            <p:cNvSpPr>
              <a:spLocks noChangeArrowheads="1"/>
            </p:cNvSpPr>
            <p:nvPr/>
          </p:nvSpPr>
          <p:spPr bwMode="auto">
            <a:xfrm>
              <a:off x="4351984" y="1939780"/>
              <a:ext cx="657225" cy="519113"/>
            </a:xfrm>
            <a:prstGeom prst="rect">
              <a:avLst/>
            </a:prstGeom>
            <a:solidFill>
              <a:srgbClr val="FFFFFF"/>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Arial" charset="0"/>
                  <a:ea typeface="ＭＳ Ｐゴシック" charset="0"/>
                  <a:cs typeface="+mn-cs"/>
                </a:rPr>
                <a:t>memory</a:t>
              </a:r>
            </a:p>
          </p:txBody>
        </p:sp>
        <p:sp>
          <p:nvSpPr>
            <p:cNvPr id="350" name="Line 52">
              <a:extLst>
                <a:ext uri="{FF2B5EF4-FFF2-40B4-BE49-F238E27FC236}">
                  <a16:creationId xmlns:a16="http://schemas.microsoft.com/office/drawing/2014/main" id="{D74D41F5-3112-6646-9892-D00D36377E62}"/>
                </a:ext>
              </a:extLst>
            </p:cNvPr>
            <p:cNvSpPr>
              <a:spLocks noChangeShapeType="1"/>
            </p:cNvSpPr>
            <p:nvPr/>
          </p:nvSpPr>
          <p:spPr bwMode="auto">
            <a:xfrm flipH="1" flipV="1">
              <a:off x="3836047" y="2458893"/>
              <a:ext cx="1587" cy="169862"/>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351" name="Line 53">
              <a:extLst>
                <a:ext uri="{FF2B5EF4-FFF2-40B4-BE49-F238E27FC236}">
                  <a16:creationId xmlns:a16="http://schemas.microsoft.com/office/drawing/2014/main" id="{AA1745EF-4026-E54D-9775-040F79E5D154}"/>
                </a:ext>
              </a:extLst>
            </p:cNvPr>
            <p:cNvSpPr>
              <a:spLocks noChangeShapeType="1"/>
            </p:cNvSpPr>
            <p:nvPr/>
          </p:nvSpPr>
          <p:spPr bwMode="auto">
            <a:xfrm flipH="1" flipV="1">
              <a:off x="4709172" y="2460480"/>
              <a:ext cx="1587" cy="171450"/>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353" name="Line 55">
              <a:extLst>
                <a:ext uri="{FF2B5EF4-FFF2-40B4-BE49-F238E27FC236}">
                  <a16:creationId xmlns:a16="http://schemas.microsoft.com/office/drawing/2014/main" id="{159E9A7C-2C1B-CC40-B1B4-760AFE091B0E}"/>
                </a:ext>
              </a:extLst>
            </p:cNvPr>
            <p:cNvSpPr>
              <a:spLocks noChangeShapeType="1"/>
            </p:cNvSpPr>
            <p:nvPr/>
          </p:nvSpPr>
          <p:spPr bwMode="auto">
            <a:xfrm flipH="1">
              <a:off x="4172601" y="3239892"/>
              <a:ext cx="4474" cy="356262"/>
            </a:xfrm>
            <a:prstGeom prst="line">
              <a:avLst/>
            </a:prstGeom>
            <a:noFill/>
            <a:ln w="38100">
              <a:solidFill>
                <a:srgbClr val="0000A8"/>
              </a:solidFill>
              <a:round/>
              <a:headEnd type="triangle" w="med" len="me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358" name="Rectangle 43">
              <a:extLst>
                <a:ext uri="{FF2B5EF4-FFF2-40B4-BE49-F238E27FC236}">
                  <a16:creationId xmlns:a16="http://schemas.microsoft.com/office/drawing/2014/main" id="{D2E8D72A-74A0-8047-B32B-E6CC292FCAA2}"/>
                </a:ext>
              </a:extLst>
            </p:cNvPr>
            <p:cNvSpPr>
              <a:spLocks noChangeArrowheads="1"/>
            </p:cNvSpPr>
            <p:nvPr/>
          </p:nvSpPr>
          <p:spPr bwMode="auto">
            <a:xfrm>
              <a:off x="3643876" y="2820792"/>
              <a:ext cx="1122362" cy="1082675"/>
            </a:xfrm>
            <a:prstGeom prst="rect">
              <a:avLst/>
            </a:prstGeom>
            <a:noFill/>
            <a:ln w="28575">
              <a:solidFill>
                <a:srgbClr val="FF0000"/>
              </a:solidFill>
              <a:prstDash val="dash"/>
              <a:miter lim="800000"/>
              <a:headEnd/>
              <a:tailEnd/>
            </a:ln>
            <a:effectLst/>
            <a:extLst>
              <a:ext uri="{909E8E84-426E-40dd-AFC4-6F175D3DCCD1}">
                <a14:hiddenFill xmlns="" xmlns:a14="http://schemas.microsoft.com/office/drawing/2010/main">
                  <a:solidFill>
                    <a:schemeClr val="bg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charset="0"/>
                <a:ea typeface="ＭＳ Ｐゴシック" charset="0"/>
                <a:cs typeface="+mn-cs"/>
              </a:endParaRPr>
            </a:p>
          </p:txBody>
        </p:sp>
      </p:grpSp>
      <p:grpSp>
        <p:nvGrpSpPr>
          <p:cNvPr id="360" name="Group 84">
            <a:extLst>
              <a:ext uri="{FF2B5EF4-FFF2-40B4-BE49-F238E27FC236}">
                <a16:creationId xmlns:a16="http://schemas.microsoft.com/office/drawing/2014/main" id="{F87BAAC8-00DB-C64F-B18B-456E80F15B7F}"/>
              </a:ext>
            </a:extLst>
          </p:cNvPr>
          <p:cNvGrpSpPr>
            <a:grpSpLocks/>
          </p:cNvGrpSpPr>
          <p:nvPr/>
        </p:nvGrpSpPr>
        <p:grpSpPr bwMode="auto">
          <a:xfrm>
            <a:off x="2300585" y="1777854"/>
            <a:ext cx="1508125" cy="2035175"/>
            <a:chOff x="2695" y="1742"/>
            <a:chExt cx="950" cy="1282"/>
          </a:xfrm>
        </p:grpSpPr>
        <p:sp>
          <p:nvSpPr>
            <p:cNvPr id="361" name="Freeform 62">
              <a:extLst>
                <a:ext uri="{FF2B5EF4-FFF2-40B4-BE49-F238E27FC236}">
                  <a16:creationId xmlns:a16="http://schemas.microsoft.com/office/drawing/2014/main" id="{9DAAFB2F-E3C8-FB46-A22A-E065E7053752}"/>
                </a:ext>
              </a:extLst>
            </p:cNvPr>
            <p:cNvSpPr>
              <a:spLocks/>
            </p:cNvSpPr>
            <p:nvPr/>
          </p:nvSpPr>
          <p:spPr bwMode="auto">
            <a:xfrm>
              <a:off x="3228" y="2488"/>
              <a:ext cx="417" cy="536"/>
            </a:xfrm>
            <a:custGeom>
              <a:avLst/>
              <a:gdLst>
                <a:gd name="T0" fmla="*/ 390 w 390"/>
                <a:gd name="T1" fmla="*/ 0 h 520"/>
                <a:gd name="T2" fmla="*/ 0 w 390"/>
                <a:gd name="T3" fmla="*/ 221 h 520"/>
                <a:gd name="T4" fmla="*/ 3 w 390"/>
                <a:gd name="T5" fmla="*/ 433 h 520"/>
                <a:gd name="T6" fmla="*/ 388 w 390"/>
                <a:gd name="T7" fmla="*/ 520 h 520"/>
                <a:gd name="T8" fmla="*/ 390 w 390"/>
                <a:gd name="T9" fmla="*/ 0 h 520"/>
                <a:gd name="T10" fmla="*/ 0 60000 65536"/>
                <a:gd name="T11" fmla="*/ 0 60000 65536"/>
                <a:gd name="T12" fmla="*/ 0 60000 65536"/>
                <a:gd name="T13" fmla="*/ 0 60000 65536"/>
                <a:gd name="T14" fmla="*/ 0 60000 65536"/>
                <a:gd name="connsiteX0" fmla="*/ 9933 w 9933"/>
                <a:gd name="connsiteY0" fmla="*/ 0 h 10000"/>
                <a:gd name="connsiteX1" fmla="*/ 0 w 9933"/>
                <a:gd name="connsiteY1" fmla="*/ 1944 h 10000"/>
                <a:gd name="connsiteX2" fmla="*/ 10 w 9933"/>
                <a:gd name="connsiteY2" fmla="*/ 8327 h 10000"/>
                <a:gd name="connsiteX3" fmla="*/ 9882 w 9933"/>
                <a:gd name="connsiteY3" fmla="*/ 10000 h 10000"/>
                <a:gd name="connsiteX4" fmla="*/ 9933 w 9933"/>
                <a:gd name="connsiteY4" fmla="*/ 0 h 10000"/>
                <a:gd name="connsiteX0" fmla="*/ 10067 w 10067"/>
                <a:gd name="connsiteY0" fmla="*/ 2667 h 8056"/>
                <a:gd name="connsiteX1" fmla="*/ 0 w 10067"/>
                <a:gd name="connsiteY1" fmla="*/ 0 h 8056"/>
                <a:gd name="connsiteX2" fmla="*/ 10 w 10067"/>
                <a:gd name="connsiteY2" fmla="*/ 6383 h 8056"/>
                <a:gd name="connsiteX3" fmla="*/ 9949 w 10067"/>
                <a:gd name="connsiteY3" fmla="*/ 8056 h 8056"/>
                <a:gd name="connsiteX4" fmla="*/ 10067 w 10067"/>
                <a:gd name="connsiteY4" fmla="*/ 2667 h 8056"/>
                <a:gd name="connsiteX0" fmla="*/ 10134 w 10134"/>
                <a:gd name="connsiteY0" fmla="*/ 2191 h 10000"/>
                <a:gd name="connsiteX1" fmla="*/ 0 w 10134"/>
                <a:gd name="connsiteY1" fmla="*/ 0 h 10000"/>
                <a:gd name="connsiteX2" fmla="*/ 10 w 10134"/>
                <a:gd name="connsiteY2" fmla="*/ 7923 h 10000"/>
                <a:gd name="connsiteX3" fmla="*/ 9883 w 10134"/>
                <a:gd name="connsiteY3" fmla="*/ 10000 h 10000"/>
                <a:gd name="connsiteX4" fmla="*/ 10134 w 10134"/>
                <a:gd name="connsiteY4" fmla="*/ 2191 h 10000"/>
                <a:gd name="connsiteX0" fmla="*/ 10134 w 10134"/>
                <a:gd name="connsiteY0" fmla="*/ 1569 h 10000"/>
                <a:gd name="connsiteX1" fmla="*/ 0 w 10134"/>
                <a:gd name="connsiteY1" fmla="*/ 0 h 10000"/>
                <a:gd name="connsiteX2" fmla="*/ 10 w 10134"/>
                <a:gd name="connsiteY2" fmla="*/ 7923 h 10000"/>
                <a:gd name="connsiteX3" fmla="*/ 9883 w 10134"/>
                <a:gd name="connsiteY3" fmla="*/ 10000 h 10000"/>
                <a:gd name="connsiteX4" fmla="*/ 10134 w 10134"/>
                <a:gd name="connsiteY4" fmla="*/ 1569 h 10000"/>
                <a:gd name="connsiteX0" fmla="*/ 10134 w 10134"/>
                <a:gd name="connsiteY0" fmla="*/ 1569 h 9876"/>
                <a:gd name="connsiteX1" fmla="*/ 0 w 10134"/>
                <a:gd name="connsiteY1" fmla="*/ 0 h 9876"/>
                <a:gd name="connsiteX2" fmla="*/ 10 w 10134"/>
                <a:gd name="connsiteY2" fmla="*/ 7923 h 9876"/>
                <a:gd name="connsiteX3" fmla="*/ 10084 w 10134"/>
                <a:gd name="connsiteY3" fmla="*/ 9876 h 9876"/>
                <a:gd name="connsiteX4" fmla="*/ 10134 w 10134"/>
                <a:gd name="connsiteY4" fmla="*/ 1569 h 9876"/>
                <a:gd name="connsiteX0" fmla="*/ 9934 w 9954"/>
                <a:gd name="connsiteY0" fmla="*/ 0 h 12944"/>
                <a:gd name="connsiteX1" fmla="*/ 0 w 9954"/>
                <a:gd name="connsiteY1" fmla="*/ 2944 h 12944"/>
                <a:gd name="connsiteX2" fmla="*/ 10 w 9954"/>
                <a:gd name="connsiteY2" fmla="*/ 10966 h 12944"/>
                <a:gd name="connsiteX3" fmla="*/ 9951 w 9954"/>
                <a:gd name="connsiteY3" fmla="*/ 12944 h 12944"/>
                <a:gd name="connsiteX4" fmla="*/ 9934 w 9954"/>
                <a:gd name="connsiteY4" fmla="*/ 0 h 129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54" h="12944">
                  <a:moveTo>
                    <a:pt x="9934" y="0"/>
                  </a:moveTo>
                  <a:lnTo>
                    <a:pt x="0" y="2944"/>
                  </a:lnTo>
                  <a:cubicBezTo>
                    <a:pt x="3" y="5619"/>
                    <a:pt x="7" y="8292"/>
                    <a:pt x="10" y="10966"/>
                  </a:cubicBezTo>
                  <a:lnTo>
                    <a:pt x="9951" y="12944"/>
                  </a:lnTo>
                  <a:cubicBezTo>
                    <a:pt x="9967" y="8755"/>
                    <a:pt x="9917" y="4189"/>
                    <a:pt x="9934" y="0"/>
                  </a:cubicBezTo>
                  <a:close/>
                </a:path>
              </a:pathLst>
            </a:custGeom>
            <a:gradFill rotWithShape="1">
              <a:gsLst>
                <a:gs pos="0">
                  <a:schemeClr val="bg1">
                    <a:lumMod val="75000"/>
                  </a:schemeClr>
                </a:gs>
                <a:gs pos="100000">
                  <a:srgbClr val="FFFFFF">
                    <a:alpha val="74000"/>
                  </a:srgbClr>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381" name="Rectangle 73">
              <a:extLst>
                <a:ext uri="{FF2B5EF4-FFF2-40B4-BE49-F238E27FC236}">
                  <a16:creationId xmlns:a16="http://schemas.microsoft.com/office/drawing/2014/main" id="{D34E92F6-E00A-9E48-8EEE-3793F53BE448}"/>
                </a:ext>
              </a:extLst>
            </p:cNvPr>
            <p:cNvSpPr>
              <a:spLocks noChangeArrowheads="1"/>
            </p:cNvSpPr>
            <p:nvPr/>
          </p:nvSpPr>
          <p:spPr bwMode="auto">
            <a:xfrm>
              <a:off x="2737" y="2678"/>
              <a:ext cx="489" cy="262"/>
            </a:xfrm>
            <a:prstGeom prst="rect">
              <a:avLst/>
            </a:prstGeom>
            <a:solidFill>
              <a:srgbClr val="FFFFFF"/>
            </a:solidFill>
            <a:ln w="9525">
              <a:solidFill>
                <a:srgbClr val="E40000"/>
              </a:solidFill>
              <a:miter lim="800000"/>
              <a:headEnd/>
              <a:tailEnd/>
            </a:ln>
            <a:effectLst>
              <a:outerShdw blurRad="50800" dist="38100" dir="8100000" algn="tr" rotWithShape="0">
                <a:prstClr val="black">
                  <a:alpha val="40000"/>
                </a:prstClr>
              </a:outerShdw>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362" name="Freeform 63">
              <a:extLst>
                <a:ext uri="{FF2B5EF4-FFF2-40B4-BE49-F238E27FC236}">
                  <a16:creationId xmlns:a16="http://schemas.microsoft.com/office/drawing/2014/main" id="{BB2C5787-9CAC-D84A-B4B9-64FEECE12BED}"/>
                </a:ext>
              </a:extLst>
            </p:cNvPr>
            <p:cNvSpPr>
              <a:spLocks/>
            </p:cNvSpPr>
            <p:nvPr/>
          </p:nvSpPr>
          <p:spPr bwMode="auto">
            <a:xfrm>
              <a:off x="3222" y="1767"/>
              <a:ext cx="244" cy="443"/>
            </a:xfrm>
            <a:custGeom>
              <a:avLst/>
              <a:gdLst>
                <a:gd name="T0" fmla="*/ 264 w 275"/>
                <a:gd name="T1" fmla="*/ 108 h 443"/>
                <a:gd name="T2" fmla="*/ 0 w 275"/>
                <a:gd name="T3" fmla="*/ 0 h 443"/>
                <a:gd name="T4" fmla="*/ 2 w 275"/>
                <a:gd name="T5" fmla="*/ 443 h 443"/>
                <a:gd name="T6" fmla="*/ 275 w 275"/>
                <a:gd name="T7" fmla="*/ 412 h 443"/>
                <a:gd name="T8" fmla="*/ 264 w 275"/>
                <a:gd name="T9" fmla="*/ 108 h 44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443">
                  <a:moveTo>
                    <a:pt x="264" y="108"/>
                  </a:moveTo>
                  <a:lnTo>
                    <a:pt x="0" y="0"/>
                  </a:lnTo>
                  <a:lnTo>
                    <a:pt x="2" y="443"/>
                  </a:lnTo>
                  <a:lnTo>
                    <a:pt x="275" y="412"/>
                  </a:lnTo>
                  <a:lnTo>
                    <a:pt x="264" y="108"/>
                  </a:lnTo>
                  <a:close/>
                </a:path>
              </a:pathLst>
            </a:custGeom>
            <a:gradFill rotWithShape="1">
              <a:gsLst>
                <a:gs pos="0">
                  <a:schemeClr val="bg1">
                    <a:lumMod val="65000"/>
                  </a:schemeClr>
                </a:gs>
                <a:gs pos="99000">
                  <a:srgbClr val="FFFFFF">
                    <a:alpha val="66000"/>
                  </a:srgbClr>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390" name="Rectangle 82">
              <a:extLst>
                <a:ext uri="{FF2B5EF4-FFF2-40B4-BE49-F238E27FC236}">
                  <a16:creationId xmlns:a16="http://schemas.microsoft.com/office/drawing/2014/main" id="{059501C9-A68B-2743-A02C-0C5FBC61B122}"/>
                </a:ext>
              </a:extLst>
            </p:cNvPr>
            <p:cNvSpPr>
              <a:spLocks noChangeArrowheads="1"/>
            </p:cNvSpPr>
            <p:nvPr/>
          </p:nvSpPr>
          <p:spPr bwMode="auto">
            <a:xfrm>
              <a:off x="2734" y="1764"/>
              <a:ext cx="490" cy="463"/>
            </a:xfrm>
            <a:prstGeom prst="rect">
              <a:avLst/>
            </a:prstGeom>
            <a:solidFill>
              <a:srgbClr val="FFFFFF"/>
            </a:solidFill>
            <a:ln w="12700">
              <a:solidFill>
                <a:srgbClr val="FF0000"/>
              </a:solidFill>
              <a:miter lim="800000"/>
              <a:headEnd/>
              <a:tailEnd/>
            </a:ln>
            <a:effectLst>
              <a:outerShdw blurRad="50800" dist="38100" dir="18900000" algn="bl" rotWithShape="0">
                <a:prstClr val="black">
                  <a:alpha val="40000"/>
                </a:prstClr>
              </a:outerShdw>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366" name="Text Box 65">
              <a:extLst>
                <a:ext uri="{FF2B5EF4-FFF2-40B4-BE49-F238E27FC236}">
                  <a16:creationId xmlns:a16="http://schemas.microsoft.com/office/drawing/2014/main" id="{6AAE7E3E-6438-C244-82B8-2B86F8F44741}"/>
                </a:ext>
              </a:extLst>
            </p:cNvPr>
            <p:cNvSpPr txBox="1">
              <a:spLocks noChangeArrowheads="1"/>
            </p:cNvSpPr>
            <p:nvPr/>
          </p:nvSpPr>
          <p:spPr bwMode="auto">
            <a:xfrm>
              <a:off x="2703" y="1742"/>
              <a:ext cx="553" cy="52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application</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transport</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network</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link</a:t>
              </a:r>
            </a:p>
          </p:txBody>
        </p:sp>
        <p:sp>
          <p:nvSpPr>
            <p:cNvPr id="374" name="Line 66">
              <a:extLst>
                <a:ext uri="{FF2B5EF4-FFF2-40B4-BE49-F238E27FC236}">
                  <a16:creationId xmlns:a16="http://schemas.microsoft.com/office/drawing/2014/main" id="{9A080B16-B360-474F-B6FE-AF8100600C71}"/>
                </a:ext>
              </a:extLst>
            </p:cNvPr>
            <p:cNvSpPr>
              <a:spLocks noChangeShapeType="1"/>
            </p:cNvSpPr>
            <p:nvPr/>
          </p:nvSpPr>
          <p:spPr bwMode="auto">
            <a:xfrm>
              <a:off x="2737" y="1898"/>
              <a:ext cx="489" cy="0"/>
            </a:xfrm>
            <a:prstGeom prst="line">
              <a:avLst/>
            </a:prstGeom>
            <a:noFill/>
            <a:ln w="9525">
              <a:solidFill>
                <a:srgbClr val="E4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375" name="Line 67">
              <a:extLst>
                <a:ext uri="{FF2B5EF4-FFF2-40B4-BE49-F238E27FC236}">
                  <a16:creationId xmlns:a16="http://schemas.microsoft.com/office/drawing/2014/main" id="{6F15818C-975A-E24C-A5EF-48346108B897}"/>
                </a:ext>
              </a:extLst>
            </p:cNvPr>
            <p:cNvSpPr>
              <a:spLocks noChangeShapeType="1"/>
            </p:cNvSpPr>
            <p:nvPr/>
          </p:nvSpPr>
          <p:spPr bwMode="auto">
            <a:xfrm>
              <a:off x="2737" y="2001"/>
              <a:ext cx="489" cy="0"/>
            </a:xfrm>
            <a:prstGeom prst="line">
              <a:avLst/>
            </a:prstGeom>
            <a:noFill/>
            <a:ln w="9525">
              <a:solidFill>
                <a:srgbClr val="E4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376" name="Line 68">
              <a:extLst>
                <a:ext uri="{FF2B5EF4-FFF2-40B4-BE49-F238E27FC236}">
                  <a16:creationId xmlns:a16="http://schemas.microsoft.com/office/drawing/2014/main" id="{FD65879D-0360-2B41-B483-1A5D93371234}"/>
                </a:ext>
              </a:extLst>
            </p:cNvPr>
            <p:cNvSpPr>
              <a:spLocks noChangeShapeType="1"/>
            </p:cNvSpPr>
            <p:nvPr/>
          </p:nvSpPr>
          <p:spPr bwMode="auto">
            <a:xfrm>
              <a:off x="2735" y="2110"/>
              <a:ext cx="489" cy="0"/>
            </a:xfrm>
            <a:prstGeom prst="line">
              <a:avLst/>
            </a:prstGeom>
            <a:noFill/>
            <a:ln w="9525">
              <a:solidFill>
                <a:srgbClr val="FF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378" name="Rectangle 70">
              <a:extLst>
                <a:ext uri="{FF2B5EF4-FFF2-40B4-BE49-F238E27FC236}">
                  <a16:creationId xmlns:a16="http://schemas.microsoft.com/office/drawing/2014/main" id="{38B2F785-6155-1E4B-8594-95B2271DAD7F}"/>
                </a:ext>
              </a:extLst>
            </p:cNvPr>
            <p:cNvSpPr>
              <a:spLocks noChangeArrowheads="1"/>
            </p:cNvSpPr>
            <p:nvPr/>
          </p:nvSpPr>
          <p:spPr bwMode="auto">
            <a:xfrm>
              <a:off x="2695" y="2212"/>
              <a:ext cx="552" cy="115"/>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379" name="Line 71">
              <a:extLst>
                <a:ext uri="{FF2B5EF4-FFF2-40B4-BE49-F238E27FC236}">
                  <a16:creationId xmlns:a16="http://schemas.microsoft.com/office/drawing/2014/main" id="{C451312B-40CC-7A40-B679-7AE554491DAE}"/>
                </a:ext>
              </a:extLst>
            </p:cNvPr>
            <p:cNvSpPr>
              <a:spLocks noChangeShapeType="1"/>
            </p:cNvSpPr>
            <p:nvPr/>
          </p:nvSpPr>
          <p:spPr bwMode="auto">
            <a:xfrm>
              <a:off x="2734" y="2224"/>
              <a:ext cx="0" cy="65"/>
            </a:xfrm>
            <a:prstGeom prst="line">
              <a:avLst/>
            </a:prstGeom>
            <a:noFill/>
            <a:ln w="9525">
              <a:solidFill>
                <a:srgbClr val="E40000"/>
              </a:solidFill>
              <a:prstDash val="dash"/>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380" name="Line 72">
              <a:extLst>
                <a:ext uri="{FF2B5EF4-FFF2-40B4-BE49-F238E27FC236}">
                  <a16:creationId xmlns:a16="http://schemas.microsoft.com/office/drawing/2014/main" id="{E2DC1FE8-5DB9-EA46-8800-4241D6DEF57F}"/>
                </a:ext>
              </a:extLst>
            </p:cNvPr>
            <p:cNvSpPr>
              <a:spLocks noChangeShapeType="1"/>
            </p:cNvSpPr>
            <p:nvPr/>
          </p:nvSpPr>
          <p:spPr bwMode="auto">
            <a:xfrm>
              <a:off x="3225" y="2218"/>
              <a:ext cx="0" cy="64"/>
            </a:xfrm>
            <a:prstGeom prst="line">
              <a:avLst/>
            </a:prstGeom>
            <a:noFill/>
            <a:ln w="9525">
              <a:solidFill>
                <a:srgbClr val="E40000"/>
              </a:solidFill>
              <a:prstDash val="dash"/>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382" name="Text Box 74">
              <a:extLst>
                <a:ext uri="{FF2B5EF4-FFF2-40B4-BE49-F238E27FC236}">
                  <a16:creationId xmlns:a16="http://schemas.microsoft.com/office/drawing/2014/main" id="{C6254BFE-8FC8-864C-911D-A03B8EB5CCF6}"/>
                </a:ext>
              </a:extLst>
            </p:cNvPr>
            <p:cNvSpPr txBox="1">
              <a:spLocks noChangeArrowheads="1"/>
            </p:cNvSpPr>
            <p:nvPr/>
          </p:nvSpPr>
          <p:spPr bwMode="auto">
            <a:xfrm>
              <a:off x="2755" y="2653"/>
              <a:ext cx="431" cy="29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link</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physical</a:t>
              </a:r>
            </a:p>
          </p:txBody>
        </p:sp>
        <p:sp>
          <p:nvSpPr>
            <p:cNvPr id="386" name="Line 78">
              <a:extLst>
                <a:ext uri="{FF2B5EF4-FFF2-40B4-BE49-F238E27FC236}">
                  <a16:creationId xmlns:a16="http://schemas.microsoft.com/office/drawing/2014/main" id="{B46866E9-0690-6D43-9964-01804A72D617}"/>
                </a:ext>
              </a:extLst>
            </p:cNvPr>
            <p:cNvSpPr>
              <a:spLocks noChangeShapeType="1"/>
            </p:cNvSpPr>
            <p:nvPr/>
          </p:nvSpPr>
          <p:spPr bwMode="auto">
            <a:xfrm>
              <a:off x="2736" y="2803"/>
              <a:ext cx="489" cy="0"/>
            </a:xfrm>
            <a:prstGeom prst="line">
              <a:avLst/>
            </a:prstGeom>
            <a:noFill/>
            <a:ln w="9525">
              <a:solidFill>
                <a:srgbClr val="E4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388" name="Line 80">
              <a:extLst>
                <a:ext uri="{FF2B5EF4-FFF2-40B4-BE49-F238E27FC236}">
                  <a16:creationId xmlns:a16="http://schemas.microsoft.com/office/drawing/2014/main" id="{431126D1-7D41-174B-9A00-15B64D7CFD0A}"/>
                </a:ext>
              </a:extLst>
            </p:cNvPr>
            <p:cNvSpPr>
              <a:spLocks noChangeShapeType="1"/>
            </p:cNvSpPr>
            <p:nvPr/>
          </p:nvSpPr>
          <p:spPr bwMode="auto">
            <a:xfrm>
              <a:off x="2737" y="2614"/>
              <a:ext cx="0" cy="65"/>
            </a:xfrm>
            <a:prstGeom prst="line">
              <a:avLst/>
            </a:prstGeom>
            <a:noFill/>
            <a:ln w="9525">
              <a:solidFill>
                <a:srgbClr val="E40000"/>
              </a:solidFill>
              <a:prstDash val="dash"/>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389" name="Line 81">
              <a:extLst>
                <a:ext uri="{FF2B5EF4-FFF2-40B4-BE49-F238E27FC236}">
                  <a16:creationId xmlns:a16="http://schemas.microsoft.com/office/drawing/2014/main" id="{E451146C-AD0C-394A-B9D7-786E8388A5AB}"/>
                </a:ext>
              </a:extLst>
            </p:cNvPr>
            <p:cNvSpPr>
              <a:spLocks noChangeShapeType="1"/>
            </p:cNvSpPr>
            <p:nvPr/>
          </p:nvSpPr>
          <p:spPr bwMode="auto">
            <a:xfrm>
              <a:off x="3226" y="2614"/>
              <a:ext cx="0" cy="64"/>
            </a:xfrm>
            <a:prstGeom prst="line">
              <a:avLst/>
            </a:prstGeom>
            <a:noFill/>
            <a:ln w="9525">
              <a:solidFill>
                <a:srgbClr val="E40000"/>
              </a:solidFill>
              <a:prstDash val="dash"/>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grpSp>
      <p:grpSp>
        <p:nvGrpSpPr>
          <p:cNvPr id="11" name="Group 10">
            <a:extLst>
              <a:ext uri="{FF2B5EF4-FFF2-40B4-BE49-F238E27FC236}">
                <a16:creationId xmlns:a16="http://schemas.microsoft.com/office/drawing/2014/main" id="{F0940C5E-A452-394D-9303-5A0908ACF414}"/>
              </a:ext>
            </a:extLst>
          </p:cNvPr>
          <p:cNvGrpSpPr/>
          <p:nvPr/>
        </p:nvGrpSpPr>
        <p:grpSpPr>
          <a:xfrm>
            <a:off x="8154574" y="1741034"/>
            <a:ext cx="1453373" cy="2053837"/>
            <a:chOff x="9730606" y="1055376"/>
            <a:chExt cx="1453373" cy="2053837"/>
          </a:xfrm>
        </p:grpSpPr>
        <p:sp>
          <p:nvSpPr>
            <p:cNvPr id="62" name="Freeform 62">
              <a:extLst>
                <a:ext uri="{FF2B5EF4-FFF2-40B4-BE49-F238E27FC236}">
                  <a16:creationId xmlns:a16="http://schemas.microsoft.com/office/drawing/2014/main" id="{01B01F1E-124F-BC43-A974-ABF83467E862}"/>
                </a:ext>
              </a:extLst>
            </p:cNvPr>
            <p:cNvSpPr>
              <a:spLocks/>
            </p:cNvSpPr>
            <p:nvPr/>
          </p:nvSpPr>
          <p:spPr bwMode="auto">
            <a:xfrm flipH="1">
              <a:off x="9730606" y="2258313"/>
              <a:ext cx="623888" cy="850900"/>
            </a:xfrm>
            <a:custGeom>
              <a:avLst/>
              <a:gdLst>
                <a:gd name="T0" fmla="*/ 390 w 390"/>
                <a:gd name="T1" fmla="*/ 0 h 520"/>
                <a:gd name="T2" fmla="*/ 0 w 390"/>
                <a:gd name="T3" fmla="*/ 221 h 520"/>
                <a:gd name="T4" fmla="*/ 3 w 390"/>
                <a:gd name="T5" fmla="*/ 433 h 520"/>
                <a:gd name="T6" fmla="*/ 388 w 390"/>
                <a:gd name="T7" fmla="*/ 520 h 520"/>
                <a:gd name="T8" fmla="*/ 390 w 390"/>
                <a:gd name="T9" fmla="*/ 0 h 520"/>
                <a:gd name="T10" fmla="*/ 0 60000 65536"/>
                <a:gd name="T11" fmla="*/ 0 60000 65536"/>
                <a:gd name="T12" fmla="*/ 0 60000 65536"/>
                <a:gd name="T13" fmla="*/ 0 60000 65536"/>
                <a:gd name="T14" fmla="*/ 0 60000 65536"/>
                <a:gd name="connsiteX0" fmla="*/ 9933 w 9933"/>
                <a:gd name="connsiteY0" fmla="*/ 0 h 10000"/>
                <a:gd name="connsiteX1" fmla="*/ 0 w 9933"/>
                <a:gd name="connsiteY1" fmla="*/ 1944 h 10000"/>
                <a:gd name="connsiteX2" fmla="*/ 10 w 9933"/>
                <a:gd name="connsiteY2" fmla="*/ 8327 h 10000"/>
                <a:gd name="connsiteX3" fmla="*/ 9882 w 9933"/>
                <a:gd name="connsiteY3" fmla="*/ 10000 h 10000"/>
                <a:gd name="connsiteX4" fmla="*/ 9933 w 9933"/>
                <a:gd name="connsiteY4" fmla="*/ 0 h 10000"/>
                <a:gd name="connsiteX0" fmla="*/ 10067 w 10067"/>
                <a:gd name="connsiteY0" fmla="*/ 2667 h 8056"/>
                <a:gd name="connsiteX1" fmla="*/ 0 w 10067"/>
                <a:gd name="connsiteY1" fmla="*/ 0 h 8056"/>
                <a:gd name="connsiteX2" fmla="*/ 10 w 10067"/>
                <a:gd name="connsiteY2" fmla="*/ 6383 h 8056"/>
                <a:gd name="connsiteX3" fmla="*/ 9949 w 10067"/>
                <a:gd name="connsiteY3" fmla="*/ 8056 h 8056"/>
                <a:gd name="connsiteX4" fmla="*/ 10067 w 10067"/>
                <a:gd name="connsiteY4" fmla="*/ 2667 h 8056"/>
                <a:gd name="connsiteX0" fmla="*/ 10134 w 10134"/>
                <a:gd name="connsiteY0" fmla="*/ 2191 h 10000"/>
                <a:gd name="connsiteX1" fmla="*/ 0 w 10134"/>
                <a:gd name="connsiteY1" fmla="*/ 0 h 10000"/>
                <a:gd name="connsiteX2" fmla="*/ 10 w 10134"/>
                <a:gd name="connsiteY2" fmla="*/ 7923 h 10000"/>
                <a:gd name="connsiteX3" fmla="*/ 9883 w 10134"/>
                <a:gd name="connsiteY3" fmla="*/ 10000 h 10000"/>
                <a:gd name="connsiteX4" fmla="*/ 10134 w 10134"/>
                <a:gd name="connsiteY4" fmla="*/ 2191 h 10000"/>
                <a:gd name="connsiteX0" fmla="*/ 10134 w 10134"/>
                <a:gd name="connsiteY0" fmla="*/ 1569 h 10000"/>
                <a:gd name="connsiteX1" fmla="*/ 0 w 10134"/>
                <a:gd name="connsiteY1" fmla="*/ 0 h 10000"/>
                <a:gd name="connsiteX2" fmla="*/ 10 w 10134"/>
                <a:gd name="connsiteY2" fmla="*/ 7923 h 10000"/>
                <a:gd name="connsiteX3" fmla="*/ 9883 w 10134"/>
                <a:gd name="connsiteY3" fmla="*/ 10000 h 10000"/>
                <a:gd name="connsiteX4" fmla="*/ 10134 w 10134"/>
                <a:gd name="connsiteY4" fmla="*/ 1569 h 10000"/>
                <a:gd name="connsiteX0" fmla="*/ 10134 w 10134"/>
                <a:gd name="connsiteY0" fmla="*/ 1569 h 9876"/>
                <a:gd name="connsiteX1" fmla="*/ 0 w 10134"/>
                <a:gd name="connsiteY1" fmla="*/ 0 h 9876"/>
                <a:gd name="connsiteX2" fmla="*/ 10 w 10134"/>
                <a:gd name="connsiteY2" fmla="*/ 7923 h 9876"/>
                <a:gd name="connsiteX3" fmla="*/ 10084 w 10134"/>
                <a:gd name="connsiteY3" fmla="*/ 9876 h 9876"/>
                <a:gd name="connsiteX4" fmla="*/ 10134 w 10134"/>
                <a:gd name="connsiteY4" fmla="*/ 1569 h 9876"/>
                <a:gd name="connsiteX0" fmla="*/ 9934 w 9954"/>
                <a:gd name="connsiteY0" fmla="*/ 0 h 12944"/>
                <a:gd name="connsiteX1" fmla="*/ 0 w 9954"/>
                <a:gd name="connsiteY1" fmla="*/ 2944 h 12944"/>
                <a:gd name="connsiteX2" fmla="*/ 10 w 9954"/>
                <a:gd name="connsiteY2" fmla="*/ 10966 h 12944"/>
                <a:gd name="connsiteX3" fmla="*/ 9951 w 9954"/>
                <a:gd name="connsiteY3" fmla="*/ 12944 h 12944"/>
                <a:gd name="connsiteX4" fmla="*/ 9934 w 9954"/>
                <a:gd name="connsiteY4" fmla="*/ 0 h 129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54" h="12944">
                  <a:moveTo>
                    <a:pt x="9934" y="0"/>
                  </a:moveTo>
                  <a:lnTo>
                    <a:pt x="0" y="2944"/>
                  </a:lnTo>
                  <a:cubicBezTo>
                    <a:pt x="3" y="5619"/>
                    <a:pt x="7" y="8292"/>
                    <a:pt x="10" y="10966"/>
                  </a:cubicBezTo>
                  <a:lnTo>
                    <a:pt x="9951" y="12944"/>
                  </a:lnTo>
                  <a:cubicBezTo>
                    <a:pt x="9967" y="8755"/>
                    <a:pt x="9917" y="4189"/>
                    <a:pt x="9934" y="0"/>
                  </a:cubicBezTo>
                  <a:close/>
                </a:path>
              </a:pathLst>
            </a:custGeom>
            <a:gradFill rotWithShape="1">
              <a:gsLst>
                <a:gs pos="0">
                  <a:schemeClr val="bg1">
                    <a:lumMod val="75000"/>
                  </a:schemeClr>
                </a:gs>
                <a:gs pos="100000">
                  <a:srgbClr val="FFFFFF">
                    <a:alpha val="82000"/>
                  </a:srgbClr>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63" name="Rectangle 73">
              <a:extLst>
                <a:ext uri="{FF2B5EF4-FFF2-40B4-BE49-F238E27FC236}">
                  <a16:creationId xmlns:a16="http://schemas.microsoft.com/office/drawing/2014/main" id="{E45D8FA9-172B-4349-9201-C855690CD8C7}"/>
                </a:ext>
              </a:extLst>
            </p:cNvPr>
            <p:cNvSpPr>
              <a:spLocks noChangeArrowheads="1"/>
            </p:cNvSpPr>
            <p:nvPr/>
          </p:nvSpPr>
          <p:spPr bwMode="auto">
            <a:xfrm>
              <a:off x="10360066" y="2541276"/>
              <a:ext cx="776288" cy="415925"/>
            </a:xfrm>
            <a:prstGeom prst="rect">
              <a:avLst/>
            </a:prstGeom>
            <a:solidFill>
              <a:srgbClr val="FFFFFF"/>
            </a:solidFill>
            <a:ln w="9525">
              <a:solidFill>
                <a:srgbClr val="E40000"/>
              </a:solidFill>
              <a:miter lim="800000"/>
              <a:headEnd/>
              <a:tailEnd/>
            </a:ln>
            <a:effectLst>
              <a:outerShdw blurRad="50800" dist="38100" dir="8100000" algn="tr" rotWithShape="0">
                <a:prstClr val="black">
                  <a:alpha val="40000"/>
                </a:prstClr>
              </a:outerShdw>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64" name="Freeform 63">
              <a:extLst>
                <a:ext uri="{FF2B5EF4-FFF2-40B4-BE49-F238E27FC236}">
                  <a16:creationId xmlns:a16="http://schemas.microsoft.com/office/drawing/2014/main" id="{D6688D65-8859-3543-A395-35CEEDEDD0DE}"/>
                </a:ext>
              </a:extLst>
            </p:cNvPr>
            <p:cNvSpPr>
              <a:spLocks/>
            </p:cNvSpPr>
            <p:nvPr/>
          </p:nvSpPr>
          <p:spPr bwMode="auto">
            <a:xfrm flipH="1">
              <a:off x="9935685" y="1076403"/>
              <a:ext cx="436563" cy="703263"/>
            </a:xfrm>
            <a:custGeom>
              <a:avLst/>
              <a:gdLst>
                <a:gd name="T0" fmla="*/ 264 w 275"/>
                <a:gd name="T1" fmla="*/ 108 h 443"/>
                <a:gd name="T2" fmla="*/ 0 w 275"/>
                <a:gd name="T3" fmla="*/ 0 h 443"/>
                <a:gd name="T4" fmla="*/ 2 w 275"/>
                <a:gd name="T5" fmla="*/ 443 h 443"/>
                <a:gd name="T6" fmla="*/ 275 w 275"/>
                <a:gd name="T7" fmla="*/ 412 h 443"/>
                <a:gd name="T8" fmla="*/ 264 w 275"/>
                <a:gd name="T9" fmla="*/ 108 h 44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5" h="443">
                  <a:moveTo>
                    <a:pt x="264" y="108"/>
                  </a:moveTo>
                  <a:lnTo>
                    <a:pt x="0" y="0"/>
                  </a:lnTo>
                  <a:lnTo>
                    <a:pt x="2" y="443"/>
                  </a:lnTo>
                  <a:lnTo>
                    <a:pt x="275" y="412"/>
                  </a:lnTo>
                  <a:lnTo>
                    <a:pt x="264" y="108"/>
                  </a:lnTo>
                  <a:close/>
                </a:path>
              </a:pathLst>
            </a:custGeom>
            <a:gradFill rotWithShape="1">
              <a:gsLst>
                <a:gs pos="0">
                  <a:schemeClr val="bg1">
                    <a:lumMod val="65000"/>
                  </a:schemeClr>
                </a:gs>
                <a:gs pos="100000">
                  <a:srgbClr val="FFFFFF">
                    <a:alpha val="81000"/>
                  </a:srgbClr>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65" name="Rectangle 82">
              <a:extLst>
                <a:ext uri="{FF2B5EF4-FFF2-40B4-BE49-F238E27FC236}">
                  <a16:creationId xmlns:a16="http://schemas.microsoft.com/office/drawing/2014/main" id="{06D41716-A543-3F4F-9489-BC4A00085E88}"/>
                </a:ext>
              </a:extLst>
            </p:cNvPr>
            <p:cNvSpPr>
              <a:spLocks noChangeArrowheads="1"/>
            </p:cNvSpPr>
            <p:nvPr/>
          </p:nvSpPr>
          <p:spPr bwMode="auto">
            <a:xfrm>
              <a:off x="10355304" y="1090301"/>
              <a:ext cx="777876" cy="735013"/>
            </a:xfrm>
            <a:prstGeom prst="rect">
              <a:avLst/>
            </a:prstGeom>
            <a:solidFill>
              <a:srgbClr val="FFFFFF"/>
            </a:solidFill>
            <a:ln w="12700">
              <a:solidFill>
                <a:srgbClr val="FF0000"/>
              </a:solidFill>
              <a:miter lim="800000"/>
              <a:headEnd/>
              <a:tailEnd/>
            </a:ln>
            <a:effectLst>
              <a:outerShdw blurRad="50800" dist="38100" dir="18900000" algn="bl" rotWithShape="0">
                <a:prstClr val="black">
                  <a:alpha val="40000"/>
                </a:prstClr>
              </a:outerShdw>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66" name="Text Box 65">
              <a:extLst>
                <a:ext uri="{FF2B5EF4-FFF2-40B4-BE49-F238E27FC236}">
                  <a16:creationId xmlns:a16="http://schemas.microsoft.com/office/drawing/2014/main" id="{2D82B720-E5DF-4F4F-8FBA-8D31F068A355}"/>
                </a:ext>
              </a:extLst>
            </p:cNvPr>
            <p:cNvSpPr txBox="1">
              <a:spLocks noChangeArrowheads="1"/>
            </p:cNvSpPr>
            <p:nvPr/>
          </p:nvSpPr>
          <p:spPr bwMode="auto">
            <a:xfrm>
              <a:off x="10306091" y="1055376"/>
              <a:ext cx="877888" cy="83026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application</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transport</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network</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link</a:t>
              </a:r>
            </a:p>
          </p:txBody>
        </p:sp>
        <p:sp>
          <p:nvSpPr>
            <p:cNvPr id="67" name="Line 66">
              <a:extLst>
                <a:ext uri="{FF2B5EF4-FFF2-40B4-BE49-F238E27FC236}">
                  <a16:creationId xmlns:a16="http://schemas.microsoft.com/office/drawing/2014/main" id="{D80B677C-0558-AA49-9BC2-C865179CDED6}"/>
                </a:ext>
              </a:extLst>
            </p:cNvPr>
            <p:cNvSpPr>
              <a:spLocks noChangeShapeType="1"/>
            </p:cNvSpPr>
            <p:nvPr/>
          </p:nvSpPr>
          <p:spPr bwMode="auto">
            <a:xfrm>
              <a:off x="10360066" y="1303026"/>
              <a:ext cx="776288" cy="0"/>
            </a:xfrm>
            <a:prstGeom prst="line">
              <a:avLst/>
            </a:prstGeom>
            <a:noFill/>
            <a:ln w="9525">
              <a:solidFill>
                <a:srgbClr val="E4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68" name="Line 67">
              <a:extLst>
                <a:ext uri="{FF2B5EF4-FFF2-40B4-BE49-F238E27FC236}">
                  <a16:creationId xmlns:a16="http://schemas.microsoft.com/office/drawing/2014/main" id="{96ECD29D-6AC3-3C4A-8B76-C6CE4E7094C2}"/>
                </a:ext>
              </a:extLst>
            </p:cNvPr>
            <p:cNvSpPr>
              <a:spLocks noChangeShapeType="1"/>
            </p:cNvSpPr>
            <p:nvPr/>
          </p:nvSpPr>
          <p:spPr bwMode="auto">
            <a:xfrm>
              <a:off x="10360066" y="1466539"/>
              <a:ext cx="776288" cy="0"/>
            </a:xfrm>
            <a:prstGeom prst="line">
              <a:avLst/>
            </a:prstGeom>
            <a:noFill/>
            <a:ln w="9525">
              <a:solidFill>
                <a:srgbClr val="E4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69" name="Line 68">
              <a:extLst>
                <a:ext uri="{FF2B5EF4-FFF2-40B4-BE49-F238E27FC236}">
                  <a16:creationId xmlns:a16="http://schemas.microsoft.com/office/drawing/2014/main" id="{93393447-F152-0A41-B307-A690875EC8D8}"/>
                </a:ext>
              </a:extLst>
            </p:cNvPr>
            <p:cNvSpPr>
              <a:spLocks noChangeShapeType="1"/>
            </p:cNvSpPr>
            <p:nvPr/>
          </p:nvSpPr>
          <p:spPr bwMode="auto">
            <a:xfrm>
              <a:off x="10356891" y="1639576"/>
              <a:ext cx="776288" cy="0"/>
            </a:xfrm>
            <a:prstGeom prst="line">
              <a:avLst/>
            </a:prstGeom>
            <a:noFill/>
            <a:ln w="9525">
              <a:solidFill>
                <a:srgbClr val="FF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70" name="Rectangle 70">
              <a:extLst>
                <a:ext uri="{FF2B5EF4-FFF2-40B4-BE49-F238E27FC236}">
                  <a16:creationId xmlns:a16="http://schemas.microsoft.com/office/drawing/2014/main" id="{34836D0F-96F1-C74D-BB52-0007C90AE400}"/>
                </a:ext>
              </a:extLst>
            </p:cNvPr>
            <p:cNvSpPr>
              <a:spLocks noChangeArrowheads="1"/>
            </p:cNvSpPr>
            <p:nvPr/>
          </p:nvSpPr>
          <p:spPr bwMode="auto">
            <a:xfrm>
              <a:off x="10293391" y="1801501"/>
              <a:ext cx="876301" cy="182563"/>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71" name="Line 71">
              <a:extLst>
                <a:ext uri="{FF2B5EF4-FFF2-40B4-BE49-F238E27FC236}">
                  <a16:creationId xmlns:a16="http://schemas.microsoft.com/office/drawing/2014/main" id="{B826D465-956C-AC42-A034-8ACCE0186508}"/>
                </a:ext>
              </a:extLst>
            </p:cNvPr>
            <p:cNvSpPr>
              <a:spLocks noChangeShapeType="1"/>
            </p:cNvSpPr>
            <p:nvPr/>
          </p:nvSpPr>
          <p:spPr bwMode="auto">
            <a:xfrm>
              <a:off x="10355304" y="1820551"/>
              <a:ext cx="0" cy="103188"/>
            </a:xfrm>
            <a:prstGeom prst="line">
              <a:avLst/>
            </a:prstGeom>
            <a:noFill/>
            <a:ln w="9525">
              <a:solidFill>
                <a:srgbClr val="E40000"/>
              </a:solidFill>
              <a:prstDash val="dash"/>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72" name="Line 72">
              <a:extLst>
                <a:ext uri="{FF2B5EF4-FFF2-40B4-BE49-F238E27FC236}">
                  <a16:creationId xmlns:a16="http://schemas.microsoft.com/office/drawing/2014/main" id="{18797742-2033-0E42-BF7B-CC2F3B1166C8}"/>
                </a:ext>
              </a:extLst>
            </p:cNvPr>
            <p:cNvSpPr>
              <a:spLocks noChangeShapeType="1"/>
            </p:cNvSpPr>
            <p:nvPr/>
          </p:nvSpPr>
          <p:spPr bwMode="auto">
            <a:xfrm>
              <a:off x="11134767" y="1811026"/>
              <a:ext cx="0" cy="101600"/>
            </a:xfrm>
            <a:prstGeom prst="line">
              <a:avLst/>
            </a:prstGeom>
            <a:noFill/>
            <a:ln w="9525">
              <a:solidFill>
                <a:srgbClr val="E40000"/>
              </a:solidFill>
              <a:prstDash val="dash"/>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73" name="Text Box 74">
              <a:extLst>
                <a:ext uri="{FF2B5EF4-FFF2-40B4-BE49-F238E27FC236}">
                  <a16:creationId xmlns:a16="http://schemas.microsoft.com/office/drawing/2014/main" id="{6CAFE6BE-3638-874A-B141-EDEE018D60F4}"/>
                </a:ext>
              </a:extLst>
            </p:cNvPr>
            <p:cNvSpPr txBox="1">
              <a:spLocks noChangeArrowheads="1"/>
            </p:cNvSpPr>
            <p:nvPr/>
          </p:nvSpPr>
          <p:spPr bwMode="auto">
            <a:xfrm>
              <a:off x="10388641" y="2501589"/>
              <a:ext cx="684213" cy="46196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link</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physical</a:t>
              </a:r>
            </a:p>
          </p:txBody>
        </p:sp>
        <p:sp>
          <p:nvSpPr>
            <p:cNvPr id="74" name="Line 78">
              <a:extLst>
                <a:ext uri="{FF2B5EF4-FFF2-40B4-BE49-F238E27FC236}">
                  <a16:creationId xmlns:a16="http://schemas.microsoft.com/office/drawing/2014/main" id="{84E322A3-E89B-AC48-B4B3-233C598CB6DD}"/>
                </a:ext>
              </a:extLst>
            </p:cNvPr>
            <p:cNvSpPr>
              <a:spLocks noChangeShapeType="1"/>
            </p:cNvSpPr>
            <p:nvPr/>
          </p:nvSpPr>
          <p:spPr bwMode="auto">
            <a:xfrm>
              <a:off x="10358479" y="2739714"/>
              <a:ext cx="776288" cy="0"/>
            </a:xfrm>
            <a:prstGeom prst="line">
              <a:avLst/>
            </a:prstGeom>
            <a:noFill/>
            <a:ln w="9525">
              <a:solidFill>
                <a:srgbClr val="E4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75" name="Line 80">
              <a:extLst>
                <a:ext uri="{FF2B5EF4-FFF2-40B4-BE49-F238E27FC236}">
                  <a16:creationId xmlns:a16="http://schemas.microsoft.com/office/drawing/2014/main" id="{B2BA3CCE-9278-934F-8020-A9A3C0BDAD18}"/>
                </a:ext>
              </a:extLst>
            </p:cNvPr>
            <p:cNvSpPr>
              <a:spLocks noChangeShapeType="1"/>
            </p:cNvSpPr>
            <p:nvPr/>
          </p:nvSpPr>
          <p:spPr bwMode="auto">
            <a:xfrm>
              <a:off x="10360066" y="2439676"/>
              <a:ext cx="0" cy="103188"/>
            </a:xfrm>
            <a:prstGeom prst="line">
              <a:avLst/>
            </a:prstGeom>
            <a:noFill/>
            <a:ln w="9525">
              <a:solidFill>
                <a:srgbClr val="E40000"/>
              </a:solidFill>
              <a:prstDash val="dash"/>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76" name="Line 81">
              <a:extLst>
                <a:ext uri="{FF2B5EF4-FFF2-40B4-BE49-F238E27FC236}">
                  <a16:creationId xmlns:a16="http://schemas.microsoft.com/office/drawing/2014/main" id="{5AB37789-637D-C443-B20A-F54499BB7D18}"/>
                </a:ext>
              </a:extLst>
            </p:cNvPr>
            <p:cNvSpPr>
              <a:spLocks noChangeShapeType="1"/>
            </p:cNvSpPr>
            <p:nvPr/>
          </p:nvSpPr>
          <p:spPr bwMode="auto">
            <a:xfrm>
              <a:off x="11136354" y="2439676"/>
              <a:ext cx="0" cy="101600"/>
            </a:xfrm>
            <a:prstGeom prst="line">
              <a:avLst/>
            </a:prstGeom>
            <a:noFill/>
            <a:ln w="9525">
              <a:solidFill>
                <a:srgbClr val="E40000"/>
              </a:solidFill>
              <a:prstDash val="dash"/>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grpSp>
      <p:sp>
        <p:nvSpPr>
          <p:cNvPr id="5" name="Freeform 4">
            <a:extLst>
              <a:ext uri="{FF2B5EF4-FFF2-40B4-BE49-F238E27FC236}">
                <a16:creationId xmlns:a16="http://schemas.microsoft.com/office/drawing/2014/main" id="{40BD8E7B-C44D-C64B-8B42-1AB6A22BDEC2}"/>
              </a:ext>
            </a:extLst>
          </p:cNvPr>
          <p:cNvSpPr/>
          <p:nvPr/>
        </p:nvSpPr>
        <p:spPr>
          <a:xfrm>
            <a:off x="4153301" y="3785951"/>
            <a:ext cx="3591390" cy="522811"/>
          </a:xfrm>
          <a:custGeom>
            <a:avLst/>
            <a:gdLst>
              <a:gd name="connsiteX0" fmla="*/ 0 w 5874327"/>
              <a:gd name="connsiteY0" fmla="*/ 0 h 277091"/>
              <a:gd name="connsiteX1" fmla="*/ 0 w 5874327"/>
              <a:gd name="connsiteY1" fmla="*/ 277091 h 277091"/>
              <a:gd name="connsiteX2" fmla="*/ 5874327 w 5874327"/>
              <a:gd name="connsiteY2" fmla="*/ 277091 h 277091"/>
              <a:gd name="connsiteX3" fmla="*/ 5874327 w 5874327"/>
              <a:gd name="connsiteY3" fmla="*/ 41564 h 277091"/>
              <a:gd name="connsiteX4" fmla="*/ 5874327 w 5874327"/>
              <a:gd name="connsiteY4" fmla="*/ 41564 h 277091"/>
              <a:gd name="connsiteX0" fmla="*/ 0 w 5881026"/>
              <a:gd name="connsiteY0" fmla="*/ 0 h 277091"/>
              <a:gd name="connsiteX1" fmla="*/ 0 w 5881026"/>
              <a:gd name="connsiteY1" fmla="*/ 277091 h 277091"/>
              <a:gd name="connsiteX2" fmla="*/ 5874327 w 5881026"/>
              <a:gd name="connsiteY2" fmla="*/ 277091 h 277091"/>
              <a:gd name="connsiteX3" fmla="*/ 5874327 w 5881026"/>
              <a:gd name="connsiteY3" fmla="*/ 41564 h 277091"/>
              <a:gd name="connsiteX4" fmla="*/ 5881026 w 5881026"/>
              <a:gd name="connsiteY4" fmla="*/ 48806 h 277091"/>
              <a:gd name="connsiteX0" fmla="*/ 0 w 5881026"/>
              <a:gd name="connsiteY0" fmla="*/ 0 h 277091"/>
              <a:gd name="connsiteX1" fmla="*/ 0 w 5881026"/>
              <a:gd name="connsiteY1" fmla="*/ 277091 h 277091"/>
              <a:gd name="connsiteX2" fmla="*/ 5874327 w 5881026"/>
              <a:gd name="connsiteY2" fmla="*/ 277091 h 277091"/>
              <a:gd name="connsiteX3" fmla="*/ 5874327 w 5881026"/>
              <a:gd name="connsiteY3" fmla="*/ 41564 h 277091"/>
              <a:gd name="connsiteX4" fmla="*/ 5881026 w 5881026"/>
              <a:gd name="connsiteY4" fmla="*/ 30701 h 277091"/>
              <a:gd name="connsiteX0" fmla="*/ 0 w 5874327"/>
              <a:gd name="connsiteY0" fmla="*/ 0 h 277091"/>
              <a:gd name="connsiteX1" fmla="*/ 0 w 5874327"/>
              <a:gd name="connsiteY1" fmla="*/ 277091 h 277091"/>
              <a:gd name="connsiteX2" fmla="*/ 5874327 w 5874327"/>
              <a:gd name="connsiteY2" fmla="*/ 277091 h 277091"/>
              <a:gd name="connsiteX3" fmla="*/ 5874327 w 5874327"/>
              <a:gd name="connsiteY3" fmla="*/ 41564 h 277091"/>
              <a:gd name="connsiteX0" fmla="*/ 0 w 5874327"/>
              <a:gd name="connsiteY0" fmla="*/ 5510 h 282601"/>
              <a:gd name="connsiteX1" fmla="*/ 0 w 5874327"/>
              <a:gd name="connsiteY1" fmla="*/ 282601 h 282601"/>
              <a:gd name="connsiteX2" fmla="*/ 5874327 w 5874327"/>
              <a:gd name="connsiteY2" fmla="*/ 282601 h 282601"/>
              <a:gd name="connsiteX3" fmla="*/ 5864278 w 5874327"/>
              <a:gd name="connsiteY3" fmla="*/ 0 h 282601"/>
            </a:gdLst>
            <a:ahLst/>
            <a:cxnLst>
              <a:cxn ang="0">
                <a:pos x="connsiteX0" y="connsiteY0"/>
              </a:cxn>
              <a:cxn ang="0">
                <a:pos x="connsiteX1" y="connsiteY1"/>
              </a:cxn>
              <a:cxn ang="0">
                <a:pos x="connsiteX2" y="connsiteY2"/>
              </a:cxn>
              <a:cxn ang="0">
                <a:pos x="connsiteX3" y="connsiteY3"/>
              </a:cxn>
            </a:cxnLst>
            <a:rect l="l" t="t" r="r" b="b"/>
            <a:pathLst>
              <a:path w="5874327" h="282601">
                <a:moveTo>
                  <a:pt x="0" y="5510"/>
                </a:moveTo>
                <a:lnTo>
                  <a:pt x="0" y="282601"/>
                </a:lnTo>
                <a:lnTo>
                  <a:pt x="5874327" y="282601"/>
                </a:lnTo>
                <a:cubicBezTo>
                  <a:pt x="5874327" y="204092"/>
                  <a:pt x="5863162" y="41065"/>
                  <a:pt x="5864278" y="0"/>
                </a:cubicBezTo>
              </a:path>
            </a:pathLst>
          </a:custGeom>
          <a:noFill/>
          <a:ln w="34925">
            <a:solidFill>
              <a:srgbClr val="0000A8"/>
            </a:solidFill>
            <a:headEnd type="triangle"/>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1" name="Rectangle 3">
            <a:extLst>
              <a:ext uri="{FF2B5EF4-FFF2-40B4-BE49-F238E27FC236}">
                <a16:creationId xmlns:a16="http://schemas.microsoft.com/office/drawing/2014/main" id="{18B56FA4-5E06-734B-8CCA-520BDE95A7B2}"/>
              </a:ext>
            </a:extLst>
          </p:cNvPr>
          <p:cNvSpPr txBox="1">
            <a:spLocks noChangeArrowheads="1"/>
          </p:cNvSpPr>
          <p:nvPr/>
        </p:nvSpPr>
        <p:spPr bwMode="auto">
          <a:xfrm>
            <a:off x="1181424" y="4590175"/>
            <a:ext cx="5247083" cy="193516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lnSpc>
                <a:spcPct val="85000"/>
              </a:lnSpc>
              <a:spcBef>
                <a:spcPct val="20000"/>
              </a:spcBef>
              <a:spcAft>
                <a:spcPct val="0"/>
              </a:spcAft>
              <a:buClr>
                <a:srgbClr val="000099"/>
              </a:buClr>
              <a:buSzPct val="100000"/>
              <a:buFont typeface="Wingdings" charset="2"/>
              <a:buChar char="§"/>
              <a:defRPr sz="2800">
                <a:solidFill>
                  <a:schemeClr val="tx1"/>
                </a:solidFill>
                <a:latin typeface="+mn-lt"/>
                <a:ea typeface="ＭＳ Ｐゴシック" charset="0"/>
                <a:cs typeface="ＭＳ Ｐゴシック" charset="0"/>
              </a:defRPr>
            </a:lvl1pPr>
            <a:lvl2pPr marL="742950" indent="-285750" algn="l" rtl="0" eaLnBrk="0" fontAlgn="base" hangingPunct="0">
              <a:lnSpc>
                <a:spcPct val="85000"/>
              </a:lnSpc>
              <a:spcBef>
                <a:spcPct val="20000"/>
              </a:spcBef>
              <a:spcAft>
                <a:spcPct val="0"/>
              </a:spcAft>
              <a:buClr>
                <a:srgbClr val="000099"/>
              </a:buClr>
              <a:buFont typeface="Arial"/>
              <a:buChar char="•"/>
              <a:defRPr sz="2400">
                <a:solidFill>
                  <a:schemeClr val="tx1"/>
                </a:solidFill>
                <a:latin typeface="+mn-lt"/>
                <a:ea typeface="ＭＳ Ｐゴシック" charset="0"/>
              </a:defRPr>
            </a:lvl2pPr>
            <a:lvl3pPr marL="1143000" indent="-228600" algn="l" rtl="0" eaLnBrk="0" fontAlgn="base" hangingPunct="0">
              <a:spcBef>
                <a:spcPct val="20000"/>
              </a:spcBef>
              <a:spcAft>
                <a:spcPct val="0"/>
              </a:spcAft>
              <a:buChar char="•"/>
              <a:defRPr sz="2000">
                <a:solidFill>
                  <a:schemeClr val="tx1"/>
                </a:solidFill>
                <a:latin typeface="Comic Sans MS" pitchFamily="66" charset="0"/>
                <a:ea typeface="ＭＳ Ｐゴシック" charset="0"/>
              </a:defRPr>
            </a:lvl3pPr>
            <a:lvl4pPr marL="16002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4pPr>
            <a:lvl5pPr marL="20574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5pPr>
            <a:lvl6pPr marL="2514600" indent="-228600" algn="l" rtl="0" eaLnBrk="0" fontAlgn="base" hangingPunct="0">
              <a:spcBef>
                <a:spcPct val="20000"/>
              </a:spcBef>
              <a:spcAft>
                <a:spcPct val="0"/>
              </a:spcAft>
              <a:buChar char="»"/>
              <a:defRPr sz="1800">
                <a:solidFill>
                  <a:schemeClr val="tx1"/>
                </a:solidFill>
                <a:latin typeface="Times New Roman" pitchFamily="-109" charset="0"/>
              </a:defRPr>
            </a:lvl6pPr>
            <a:lvl7pPr marL="2971800" indent="-228600" algn="l" rtl="0" eaLnBrk="0" fontAlgn="base" hangingPunct="0">
              <a:spcBef>
                <a:spcPct val="20000"/>
              </a:spcBef>
              <a:spcAft>
                <a:spcPct val="0"/>
              </a:spcAft>
              <a:buChar char="»"/>
              <a:defRPr sz="1800">
                <a:solidFill>
                  <a:schemeClr val="tx1"/>
                </a:solidFill>
                <a:latin typeface="Times New Roman" pitchFamily="-109" charset="0"/>
              </a:defRPr>
            </a:lvl7pPr>
            <a:lvl8pPr marL="3429000" indent="-228600" algn="l" rtl="0" eaLnBrk="0" fontAlgn="base" hangingPunct="0">
              <a:spcBef>
                <a:spcPct val="20000"/>
              </a:spcBef>
              <a:spcAft>
                <a:spcPct val="0"/>
              </a:spcAft>
              <a:buChar char="»"/>
              <a:defRPr sz="1800">
                <a:solidFill>
                  <a:schemeClr val="tx1"/>
                </a:solidFill>
                <a:latin typeface="Times New Roman" pitchFamily="-109" charset="0"/>
              </a:defRPr>
            </a:lvl8pPr>
            <a:lvl9pPr marL="3886200" indent="-228600" algn="l" rtl="0" eaLnBrk="0" fontAlgn="base" hangingPunct="0">
              <a:spcBef>
                <a:spcPct val="20000"/>
              </a:spcBef>
              <a:spcAft>
                <a:spcPct val="0"/>
              </a:spcAft>
              <a:buChar char="»"/>
              <a:defRPr sz="1800">
                <a:solidFill>
                  <a:schemeClr val="tx1"/>
                </a:solidFill>
                <a:latin typeface="Times New Roman" pitchFamily="-109" charset="0"/>
              </a:defRPr>
            </a:lvl9pPr>
          </a:lstStyle>
          <a:p>
            <a:pPr marL="0" marR="0" lvl="0" indent="0" algn="l" defTabSz="914400" rtl="0" eaLnBrk="0" fontAlgn="base" latinLnBrk="0" hangingPunct="0">
              <a:lnSpc>
                <a:spcPct val="85000"/>
              </a:lnSpc>
              <a:spcBef>
                <a:spcPct val="20000"/>
              </a:spcBef>
              <a:spcAft>
                <a:spcPct val="0"/>
              </a:spcAft>
              <a:buClr>
                <a:srgbClr val="000099"/>
              </a:buClr>
              <a:buSzPct val="100000"/>
              <a:buFont typeface="Wingdings" charset="2"/>
              <a:buNone/>
              <a:tabLst/>
              <a:defRPr/>
            </a:pPr>
            <a:r>
              <a:rPr kumimoji="0" lang="en-US" sz="2400" b="0" i="0" u="none" strike="noStrike" kern="0" cap="none" spc="0" normalizeH="0" baseline="0" noProof="0" dirty="0">
                <a:ln>
                  <a:noFill/>
                </a:ln>
                <a:solidFill>
                  <a:prstClr val="black"/>
                </a:solidFill>
                <a:effectLst/>
                <a:uLnTx/>
                <a:uFillTx/>
                <a:latin typeface="Calibri" panose="020F0502020204030204"/>
                <a:ea typeface="ＭＳ Ｐゴシック" charset="0"/>
                <a:cs typeface="+mn-cs"/>
              </a:rPr>
              <a:t>sending side:</a:t>
            </a:r>
          </a:p>
          <a:p>
            <a:pPr marL="400050" marR="0" lvl="0" indent="-276225" algn="l" defTabSz="914400" rtl="0" eaLnBrk="0" fontAlgn="base" latinLnBrk="0" hangingPunct="0">
              <a:lnSpc>
                <a:spcPct val="85000"/>
              </a:lnSpc>
              <a:spcBef>
                <a:spcPct val="20000"/>
              </a:spcBef>
              <a:spcAft>
                <a:spcPct val="0"/>
              </a:spcAft>
              <a:buClr>
                <a:srgbClr val="000099"/>
              </a:buClr>
              <a:buSzPct val="100000"/>
              <a:buFont typeface="Wingdings" charset="2"/>
              <a:buChar char="§"/>
              <a:tabLst/>
              <a:defRPr/>
            </a:pPr>
            <a:r>
              <a:rPr kumimoji="0" lang="en-US" sz="2400" b="0" i="0" u="none" strike="noStrike" kern="0" cap="none" spc="0" normalizeH="0" baseline="0" noProof="0" dirty="0">
                <a:ln>
                  <a:noFill/>
                </a:ln>
                <a:solidFill>
                  <a:prstClr val="black"/>
                </a:solidFill>
                <a:effectLst/>
                <a:uLnTx/>
                <a:uFillTx/>
                <a:latin typeface="Calibri" panose="020F0502020204030204"/>
                <a:ea typeface="ＭＳ Ｐゴシック" charset="0"/>
              </a:rPr>
              <a:t>encapsulates datagram in frame</a:t>
            </a:r>
          </a:p>
          <a:p>
            <a:pPr marL="400050" marR="0" lvl="0" indent="-276225" algn="l" defTabSz="914400" rtl="0" eaLnBrk="0" fontAlgn="base" latinLnBrk="0" hangingPunct="0">
              <a:lnSpc>
                <a:spcPct val="85000"/>
              </a:lnSpc>
              <a:spcBef>
                <a:spcPct val="20000"/>
              </a:spcBef>
              <a:spcAft>
                <a:spcPct val="0"/>
              </a:spcAft>
              <a:buClr>
                <a:srgbClr val="000099"/>
              </a:buClr>
              <a:buSzPct val="100000"/>
              <a:buFont typeface="Wingdings" charset="2"/>
              <a:buChar char="§"/>
              <a:tabLst/>
              <a:defRPr/>
            </a:pPr>
            <a:r>
              <a:rPr kumimoji="0" lang="en-US" sz="2400" b="0" i="0" u="none" strike="noStrike" kern="0" cap="none" spc="0" normalizeH="0" baseline="0" noProof="0" dirty="0">
                <a:ln>
                  <a:noFill/>
                </a:ln>
                <a:solidFill>
                  <a:prstClr val="black"/>
                </a:solidFill>
                <a:effectLst/>
                <a:uLnTx/>
                <a:uFillTx/>
                <a:latin typeface="Calibri" panose="020F0502020204030204"/>
                <a:ea typeface="ＭＳ Ｐゴシック" charset="0"/>
              </a:rPr>
              <a:t>adds error checking bits, reliable data transfer, flow control, etc.</a:t>
            </a:r>
          </a:p>
        </p:txBody>
      </p:sp>
      <p:sp>
        <p:nvSpPr>
          <p:cNvPr id="82" name="Rectangle 4">
            <a:extLst>
              <a:ext uri="{FF2B5EF4-FFF2-40B4-BE49-F238E27FC236}">
                <a16:creationId xmlns:a16="http://schemas.microsoft.com/office/drawing/2014/main" id="{CE6ED78C-4BB6-A242-9D70-6F08129C21FF}"/>
              </a:ext>
            </a:extLst>
          </p:cNvPr>
          <p:cNvSpPr txBox="1">
            <a:spLocks noChangeArrowheads="1"/>
          </p:cNvSpPr>
          <p:nvPr/>
        </p:nvSpPr>
        <p:spPr bwMode="auto">
          <a:xfrm>
            <a:off x="6683664" y="4606063"/>
            <a:ext cx="4829464" cy="18510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lnSpc>
                <a:spcPct val="85000"/>
              </a:lnSpc>
              <a:spcBef>
                <a:spcPct val="20000"/>
              </a:spcBef>
              <a:spcAft>
                <a:spcPct val="0"/>
              </a:spcAft>
              <a:buClr>
                <a:srgbClr val="000099"/>
              </a:buClr>
              <a:buSzPct val="100000"/>
              <a:buFont typeface="Wingdings" charset="2"/>
              <a:buChar char="§"/>
              <a:defRPr sz="2800">
                <a:solidFill>
                  <a:schemeClr val="tx1"/>
                </a:solidFill>
                <a:latin typeface="+mn-lt"/>
                <a:ea typeface="ＭＳ Ｐゴシック" charset="0"/>
                <a:cs typeface="ＭＳ Ｐゴシック" charset="0"/>
              </a:defRPr>
            </a:lvl1pPr>
            <a:lvl2pPr marL="742950" indent="-285750" algn="l" rtl="0" eaLnBrk="0" fontAlgn="base" hangingPunct="0">
              <a:lnSpc>
                <a:spcPct val="85000"/>
              </a:lnSpc>
              <a:spcBef>
                <a:spcPct val="20000"/>
              </a:spcBef>
              <a:spcAft>
                <a:spcPct val="0"/>
              </a:spcAft>
              <a:buClr>
                <a:srgbClr val="000099"/>
              </a:buClr>
              <a:buFont typeface="Arial"/>
              <a:buChar char="•"/>
              <a:defRPr sz="2400">
                <a:solidFill>
                  <a:schemeClr val="tx1"/>
                </a:solidFill>
                <a:latin typeface="+mn-lt"/>
                <a:ea typeface="ＭＳ Ｐゴシック" charset="0"/>
              </a:defRPr>
            </a:lvl2pPr>
            <a:lvl3pPr marL="1143000" indent="-228600" algn="l" rtl="0" eaLnBrk="0" fontAlgn="base" hangingPunct="0">
              <a:spcBef>
                <a:spcPct val="20000"/>
              </a:spcBef>
              <a:spcAft>
                <a:spcPct val="0"/>
              </a:spcAft>
              <a:buChar char="•"/>
              <a:defRPr sz="2000">
                <a:solidFill>
                  <a:schemeClr val="tx1"/>
                </a:solidFill>
                <a:latin typeface="Comic Sans MS" pitchFamily="66" charset="0"/>
                <a:ea typeface="ＭＳ Ｐゴシック" charset="0"/>
              </a:defRPr>
            </a:lvl3pPr>
            <a:lvl4pPr marL="16002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4pPr>
            <a:lvl5pPr marL="2057400" indent="-228600" algn="l" rtl="0" eaLnBrk="0" fontAlgn="base" hangingPunct="0">
              <a:spcBef>
                <a:spcPct val="20000"/>
              </a:spcBef>
              <a:spcAft>
                <a:spcPct val="0"/>
              </a:spcAft>
              <a:buChar char="»"/>
              <a:defRPr sz="1800">
                <a:solidFill>
                  <a:schemeClr val="tx1"/>
                </a:solidFill>
                <a:latin typeface="Times New Roman" pitchFamily="-109" charset="0"/>
                <a:ea typeface="ＭＳ Ｐゴシック" charset="0"/>
              </a:defRPr>
            </a:lvl5pPr>
            <a:lvl6pPr marL="2514600" indent="-228600" algn="l" rtl="0" eaLnBrk="0" fontAlgn="base" hangingPunct="0">
              <a:spcBef>
                <a:spcPct val="20000"/>
              </a:spcBef>
              <a:spcAft>
                <a:spcPct val="0"/>
              </a:spcAft>
              <a:buChar char="»"/>
              <a:defRPr sz="1800">
                <a:solidFill>
                  <a:schemeClr val="tx1"/>
                </a:solidFill>
                <a:latin typeface="Times New Roman" pitchFamily="-109" charset="0"/>
              </a:defRPr>
            </a:lvl6pPr>
            <a:lvl7pPr marL="2971800" indent="-228600" algn="l" rtl="0" eaLnBrk="0" fontAlgn="base" hangingPunct="0">
              <a:spcBef>
                <a:spcPct val="20000"/>
              </a:spcBef>
              <a:spcAft>
                <a:spcPct val="0"/>
              </a:spcAft>
              <a:buChar char="»"/>
              <a:defRPr sz="1800">
                <a:solidFill>
                  <a:schemeClr val="tx1"/>
                </a:solidFill>
                <a:latin typeface="Times New Roman" pitchFamily="-109" charset="0"/>
              </a:defRPr>
            </a:lvl7pPr>
            <a:lvl8pPr marL="3429000" indent="-228600" algn="l" rtl="0" eaLnBrk="0" fontAlgn="base" hangingPunct="0">
              <a:spcBef>
                <a:spcPct val="20000"/>
              </a:spcBef>
              <a:spcAft>
                <a:spcPct val="0"/>
              </a:spcAft>
              <a:buChar char="»"/>
              <a:defRPr sz="1800">
                <a:solidFill>
                  <a:schemeClr val="tx1"/>
                </a:solidFill>
                <a:latin typeface="Times New Roman" pitchFamily="-109" charset="0"/>
              </a:defRPr>
            </a:lvl8pPr>
            <a:lvl9pPr marL="3886200" indent="-228600" algn="l" rtl="0" eaLnBrk="0" fontAlgn="base" hangingPunct="0">
              <a:spcBef>
                <a:spcPct val="20000"/>
              </a:spcBef>
              <a:spcAft>
                <a:spcPct val="0"/>
              </a:spcAft>
              <a:buChar char="»"/>
              <a:defRPr sz="1800">
                <a:solidFill>
                  <a:schemeClr val="tx1"/>
                </a:solidFill>
                <a:latin typeface="Times New Roman" pitchFamily="-109" charset="0"/>
              </a:defRPr>
            </a:lvl9pPr>
          </a:lstStyle>
          <a:p>
            <a:pPr marL="0" marR="0" lvl="0" indent="0" algn="l" defTabSz="914400" rtl="0" eaLnBrk="0" fontAlgn="base" latinLnBrk="0" hangingPunct="0">
              <a:lnSpc>
                <a:spcPct val="85000"/>
              </a:lnSpc>
              <a:spcBef>
                <a:spcPct val="20000"/>
              </a:spcBef>
              <a:spcAft>
                <a:spcPct val="0"/>
              </a:spcAft>
              <a:buClr>
                <a:srgbClr val="000099"/>
              </a:buClr>
              <a:buSzPct val="100000"/>
              <a:buFont typeface="Wingdings" charset="2"/>
              <a:buNone/>
              <a:tabLst/>
              <a:defRPr/>
            </a:pPr>
            <a:r>
              <a:rPr kumimoji="0" lang="en-US" sz="2400" b="0" i="0" u="none" strike="noStrike" kern="0" cap="none" spc="0" normalizeH="0" baseline="0" noProof="0" dirty="0">
                <a:ln>
                  <a:noFill/>
                </a:ln>
                <a:solidFill>
                  <a:prstClr val="black"/>
                </a:solidFill>
                <a:effectLst/>
                <a:uLnTx/>
                <a:uFillTx/>
                <a:latin typeface="Calibri" panose="020F0502020204030204"/>
                <a:ea typeface="ＭＳ Ｐゴシック" charset="0"/>
                <a:cs typeface="+mn-cs"/>
              </a:rPr>
              <a:t>receiving side:</a:t>
            </a:r>
          </a:p>
          <a:p>
            <a:pPr marL="400050" marR="0" lvl="0" indent="-276225" algn="l" defTabSz="914400" rtl="0" eaLnBrk="0" fontAlgn="base" latinLnBrk="0" hangingPunct="0">
              <a:lnSpc>
                <a:spcPct val="85000"/>
              </a:lnSpc>
              <a:spcBef>
                <a:spcPct val="20000"/>
              </a:spcBef>
              <a:spcAft>
                <a:spcPct val="0"/>
              </a:spcAft>
              <a:buClr>
                <a:srgbClr val="000099"/>
              </a:buClr>
              <a:buSzPct val="100000"/>
              <a:buFont typeface="Wingdings" charset="2"/>
              <a:buChar char="§"/>
              <a:tabLst/>
              <a:defRPr/>
            </a:pPr>
            <a:r>
              <a:rPr kumimoji="0" lang="en-US" sz="2400" b="0" i="0" u="none" strike="noStrike" kern="0" cap="none" spc="0" normalizeH="0" baseline="0" noProof="0" dirty="0">
                <a:ln>
                  <a:noFill/>
                </a:ln>
                <a:solidFill>
                  <a:prstClr val="black"/>
                </a:solidFill>
                <a:effectLst/>
                <a:uLnTx/>
                <a:uFillTx/>
                <a:latin typeface="Calibri" panose="020F0502020204030204"/>
                <a:ea typeface="ＭＳ Ｐゴシック" charset="0"/>
              </a:rPr>
              <a:t>looks for errors, reliable data transfer, flow control, etc.</a:t>
            </a:r>
          </a:p>
          <a:p>
            <a:pPr marL="400050" marR="0" lvl="0" indent="-276225" algn="l" defTabSz="914400" rtl="0" eaLnBrk="0" fontAlgn="base" latinLnBrk="0" hangingPunct="0">
              <a:lnSpc>
                <a:spcPct val="85000"/>
              </a:lnSpc>
              <a:spcBef>
                <a:spcPct val="20000"/>
              </a:spcBef>
              <a:spcAft>
                <a:spcPct val="0"/>
              </a:spcAft>
              <a:buClr>
                <a:srgbClr val="000099"/>
              </a:buClr>
              <a:buSzPct val="100000"/>
              <a:buFont typeface="Wingdings" charset="2"/>
              <a:buChar char="§"/>
              <a:tabLst/>
              <a:defRPr/>
            </a:pPr>
            <a:r>
              <a:rPr kumimoji="0" lang="en-US" sz="2400" b="0" i="0" u="none" strike="noStrike" kern="0" cap="none" spc="0" normalizeH="0" baseline="0" noProof="0" dirty="0">
                <a:ln>
                  <a:noFill/>
                </a:ln>
                <a:solidFill>
                  <a:prstClr val="black"/>
                </a:solidFill>
                <a:effectLst/>
                <a:uLnTx/>
                <a:uFillTx/>
                <a:latin typeface="Calibri" panose="020F0502020204030204"/>
                <a:ea typeface="ＭＳ Ｐゴシック" charset="0"/>
              </a:rPr>
              <a:t>extracts datagram, passes to upper layer at receiving side</a:t>
            </a:r>
          </a:p>
        </p:txBody>
      </p:sp>
      <p:grpSp>
        <p:nvGrpSpPr>
          <p:cNvPr id="8" name="Group 7">
            <a:extLst>
              <a:ext uri="{FF2B5EF4-FFF2-40B4-BE49-F238E27FC236}">
                <a16:creationId xmlns:a16="http://schemas.microsoft.com/office/drawing/2014/main" id="{537C4F57-1245-0842-89E6-D0D42B4637B1}"/>
              </a:ext>
            </a:extLst>
          </p:cNvPr>
          <p:cNvGrpSpPr/>
          <p:nvPr/>
        </p:nvGrpSpPr>
        <p:grpSpPr>
          <a:xfrm>
            <a:off x="957300" y="3054812"/>
            <a:ext cx="1569900" cy="338554"/>
            <a:chOff x="946500" y="2082812"/>
            <a:chExt cx="1569900" cy="338554"/>
          </a:xfrm>
          <a:effectLst>
            <a:outerShdw blurRad="50800" dist="38100" dir="18900000" algn="bl" rotWithShape="0">
              <a:prstClr val="black">
                <a:alpha val="40000"/>
              </a:prstClr>
            </a:outerShdw>
          </a:effectLst>
        </p:grpSpPr>
        <p:sp>
          <p:nvSpPr>
            <p:cNvPr id="104" name="Rectangle 103">
              <a:extLst>
                <a:ext uri="{FF2B5EF4-FFF2-40B4-BE49-F238E27FC236}">
                  <a16:creationId xmlns:a16="http://schemas.microsoft.com/office/drawing/2014/main" id="{9EDCCCEE-3CB2-1846-BBAC-01DB77CF94E9}"/>
                </a:ext>
              </a:extLst>
            </p:cNvPr>
            <p:cNvSpPr/>
            <p:nvPr/>
          </p:nvSpPr>
          <p:spPr>
            <a:xfrm>
              <a:off x="977194" y="2096985"/>
              <a:ext cx="1539206" cy="311415"/>
            </a:xfrm>
            <a:prstGeom prst="rect">
              <a:avLst/>
            </a:prstGeom>
            <a:solidFill>
              <a:schemeClr val="bg1"/>
            </a:solidFill>
            <a:ln w="254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05" name="TextBox 104">
              <a:extLst>
                <a:ext uri="{FF2B5EF4-FFF2-40B4-BE49-F238E27FC236}">
                  <a16:creationId xmlns:a16="http://schemas.microsoft.com/office/drawing/2014/main" id="{0B6EC950-6D21-8943-AD9A-1A9BA731F563}"/>
                </a:ext>
              </a:extLst>
            </p:cNvPr>
            <p:cNvSpPr txBox="1"/>
            <p:nvPr/>
          </p:nvSpPr>
          <p:spPr>
            <a:xfrm>
              <a:off x="946500" y="2082812"/>
              <a:ext cx="61590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link</a:t>
              </a:r>
              <a:r>
                <a:rPr kumimoji="0" lang="en-US" sz="1600" b="0" i="0" u="none" strike="noStrike" kern="1200" cap="none" spc="0" normalizeH="0" baseline="-25000" noProof="0" dirty="0">
                  <a:ln>
                    <a:noFill/>
                  </a:ln>
                  <a:solidFill>
                    <a:prstClr val="black"/>
                  </a:solidFill>
                  <a:effectLst/>
                  <a:uLnTx/>
                  <a:uFillTx/>
                  <a:latin typeface="Calibri"/>
                  <a:ea typeface="+mn-ea"/>
                  <a:cs typeface="+mn-cs"/>
                </a:rPr>
                <a:t>h</a:t>
              </a:r>
            </a:p>
          </p:txBody>
        </p:sp>
      </p:grpSp>
      <p:grpSp>
        <p:nvGrpSpPr>
          <p:cNvPr id="9" name="Group 8">
            <a:extLst>
              <a:ext uri="{FF2B5EF4-FFF2-40B4-BE49-F238E27FC236}">
                <a16:creationId xmlns:a16="http://schemas.microsoft.com/office/drawing/2014/main" id="{3974AB8B-EB99-0441-9682-66840F3A7F92}"/>
              </a:ext>
            </a:extLst>
          </p:cNvPr>
          <p:cNvGrpSpPr/>
          <p:nvPr/>
        </p:nvGrpSpPr>
        <p:grpSpPr>
          <a:xfrm>
            <a:off x="955870" y="3055124"/>
            <a:ext cx="1642179" cy="339427"/>
            <a:chOff x="8795014" y="27710"/>
            <a:chExt cx="1642179" cy="339427"/>
          </a:xfrm>
        </p:grpSpPr>
        <p:grpSp>
          <p:nvGrpSpPr>
            <p:cNvPr id="108" name="Group 107">
              <a:extLst>
                <a:ext uri="{FF2B5EF4-FFF2-40B4-BE49-F238E27FC236}">
                  <a16:creationId xmlns:a16="http://schemas.microsoft.com/office/drawing/2014/main" id="{3F4BB85F-69FB-5247-9776-577109762BF8}"/>
                </a:ext>
              </a:extLst>
            </p:cNvPr>
            <p:cNvGrpSpPr/>
            <p:nvPr/>
          </p:nvGrpSpPr>
          <p:grpSpPr>
            <a:xfrm>
              <a:off x="8795014" y="28583"/>
              <a:ext cx="1569900" cy="338554"/>
              <a:chOff x="946500" y="2082812"/>
              <a:chExt cx="1569900" cy="338554"/>
            </a:xfrm>
            <a:effectLst>
              <a:outerShdw blurRad="50800" dist="38100" dir="18900000" algn="bl" rotWithShape="0">
                <a:prstClr val="black">
                  <a:alpha val="40000"/>
                </a:prstClr>
              </a:outerShdw>
            </a:effectLst>
          </p:grpSpPr>
          <p:sp>
            <p:nvSpPr>
              <p:cNvPr id="109" name="Rectangle 108">
                <a:extLst>
                  <a:ext uri="{FF2B5EF4-FFF2-40B4-BE49-F238E27FC236}">
                    <a16:creationId xmlns:a16="http://schemas.microsoft.com/office/drawing/2014/main" id="{DBC16E38-D878-DA40-BBB8-6FB0CDBAC30B}"/>
                  </a:ext>
                </a:extLst>
              </p:cNvPr>
              <p:cNvSpPr/>
              <p:nvPr/>
            </p:nvSpPr>
            <p:spPr>
              <a:xfrm>
                <a:off x="977194" y="2096985"/>
                <a:ext cx="1539206" cy="311415"/>
              </a:xfrm>
              <a:prstGeom prst="rect">
                <a:avLst/>
              </a:prstGeom>
              <a:solidFill>
                <a:schemeClr val="bg1"/>
              </a:solidFill>
              <a:ln w="254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10" name="TextBox 109">
                <a:extLst>
                  <a:ext uri="{FF2B5EF4-FFF2-40B4-BE49-F238E27FC236}">
                    <a16:creationId xmlns:a16="http://schemas.microsoft.com/office/drawing/2014/main" id="{1A787236-15FA-7C49-9EC5-8D58F317FD53}"/>
                  </a:ext>
                </a:extLst>
              </p:cNvPr>
              <p:cNvSpPr txBox="1"/>
              <p:nvPr/>
            </p:nvSpPr>
            <p:spPr>
              <a:xfrm>
                <a:off x="946500" y="2082812"/>
                <a:ext cx="61590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link</a:t>
                </a:r>
                <a:r>
                  <a:rPr kumimoji="0" lang="en-US" sz="1600" b="0" i="0" u="none" strike="noStrike" kern="1200" cap="none" spc="0" normalizeH="0" baseline="-25000" noProof="0" dirty="0">
                    <a:ln>
                      <a:noFill/>
                    </a:ln>
                    <a:solidFill>
                      <a:prstClr val="black"/>
                    </a:solidFill>
                    <a:effectLst/>
                    <a:uLnTx/>
                    <a:uFillTx/>
                    <a:latin typeface="Calibri"/>
                    <a:ea typeface="+mn-ea"/>
                    <a:cs typeface="+mn-cs"/>
                  </a:rPr>
                  <a:t>h</a:t>
                </a:r>
              </a:p>
            </p:txBody>
          </p:sp>
        </p:grpSp>
        <p:grpSp>
          <p:nvGrpSpPr>
            <p:cNvPr id="111" name="Group 110">
              <a:extLst>
                <a:ext uri="{FF2B5EF4-FFF2-40B4-BE49-F238E27FC236}">
                  <a16:creationId xmlns:a16="http://schemas.microsoft.com/office/drawing/2014/main" id="{C005BFB6-442F-8B4F-A9BE-E9EA4B39C815}"/>
                </a:ext>
              </a:extLst>
            </p:cNvPr>
            <p:cNvGrpSpPr/>
            <p:nvPr/>
          </p:nvGrpSpPr>
          <p:grpSpPr>
            <a:xfrm>
              <a:off x="9386857" y="27710"/>
              <a:ext cx="1050336" cy="338554"/>
              <a:chOff x="1551732" y="2084406"/>
              <a:chExt cx="1050336" cy="338554"/>
            </a:xfrm>
          </p:grpSpPr>
          <p:sp>
            <p:nvSpPr>
              <p:cNvPr id="112" name="Rectangle 111">
                <a:extLst>
                  <a:ext uri="{FF2B5EF4-FFF2-40B4-BE49-F238E27FC236}">
                    <a16:creationId xmlns:a16="http://schemas.microsoft.com/office/drawing/2014/main" id="{D71FB187-96E4-244B-AF15-E9CD3D0042E1}"/>
                  </a:ext>
                </a:extLst>
              </p:cNvPr>
              <p:cNvSpPr/>
              <p:nvPr/>
            </p:nvSpPr>
            <p:spPr>
              <a:xfrm>
                <a:off x="1568121" y="2133017"/>
                <a:ext cx="925841" cy="246705"/>
              </a:xfrm>
              <a:prstGeom prst="rect">
                <a:avLst/>
              </a:prstGeom>
              <a:solidFill>
                <a:schemeClr val="bg1"/>
              </a:solidFill>
              <a:ln w="12700">
                <a:solidFill>
                  <a:srgbClr val="0070C0"/>
                </a:solidFill>
              </a:ln>
              <a:effectLst>
                <a:outerShdw blurRad="50800" dist="381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13" name="TextBox 112">
                <a:extLst>
                  <a:ext uri="{FF2B5EF4-FFF2-40B4-BE49-F238E27FC236}">
                    <a16:creationId xmlns:a16="http://schemas.microsoft.com/office/drawing/2014/main" id="{B0772B65-2D38-BD48-890B-AE81492D2152}"/>
                  </a:ext>
                </a:extLst>
              </p:cNvPr>
              <p:cNvSpPr txBox="1"/>
              <p:nvPr/>
            </p:nvSpPr>
            <p:spPr>
              <a:xfrm>
                <a:off x="1551732" y="2084406"/>
                <a:ext cx="1050336" cy="338554"/>
              </a:xfrm>
              <a:prstGeom prst="rect">
                <a:avLst/>
              </a:prstGeom>
              <a:noFill/>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datagram</a:t>
                </a:r>
              </a:p>
            </p:txBody>
          </p:sp>
        </p:grpSp>
      </p:grpSp>
      <p:grpSp>
        <p:nvGrpSpPr>
          <p:cNvPr id="7" name="Group 6">
            <a:extLst>
              <a:ext uri="{FF2B5EF4-FFF2-40B4-BE49-F238E27FC236}">
                <a16:creationId xmlns:a16="http://schemas.microsoft.com/office/drawing/2014/main" id="{496E2B94-DB9A-7246-AFC8-1AF4BF171909}"/>
              </a:ext>
            </a:extLst>
          </p:cNvPr>
          <p:cNvGrpSpPr/>
          <p:nvPr/>
        </p:nvGrpSpPr>
        <p:grpSpPr>
          <a:xfrm>
            <a:off x="1551732" y="2080806"/>
            <a:ext cx="1050336" cy="338554"/>
            <a:chOff x="1551732" y="2084406"/>
            <a:chExt cx="1050336" cy="338554"/>
          </a:xfrm>
        </p:grpSpPr>
        <p:sp>
          <p:nvSpPr>
            <p:cNvPr id="97" name="Rectangle 96">
              <a:extLst>
                <a:ext uri="{FF2B5EF4-FFF2-40B4-BE49-F238E27FC236}">
                  <a16:creationId xmlns:a16="http://schemas.microsoft.com/office/drawing/2014/main" id="{0FE69BAF-1146-6E49-A666-E323A3E57C63}"/>
                </a:ext>
              </a:extLst>
            </p:cNvPr>
            <p:cNvSpPr/>
            <p:nvPr/>
          </p:nvSpPr>
          <p:spPr>
            <a:xfrm>
              <a:off x="1568121" y="2133017"/>
              <a:ext cx="925841" cy="246705"/>
            </a:xfrm>
            <a:prstGeom prst="rect">
              <a:avLst/>
            </a:prstGeom>
            <a:solidFill>
              <a:schemeClr val="bg1"/>
            </a:solidFill>
            <a:ln w="12700">
              <a:solidFill>
                <a:srgbClr val="0070C0"/>
              </a:solidFill>
            </a:ln>
            <a:effectLst>
              <a:outerShdw blurRad="50800" dist="381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98" name="TextBox 97">
              <a:extLst>
                <a:ext uri="{FF2B5EF4-FFF2-40B4-BE49-F238E27FC236}">
                  <a16:creationId xmlns:a16="http://schemas.microsoft.com/office/drawing/2014/main" id="{16546C0F-2F99-5D49-9B71-D806E1F4AC4B}"/>
                </a:ext>
              </a:extLst>
            </p:cNvPr>
            <p:cNvSpPr txBox="1"/>
            <p:nvPr/>
          </p:nvSpPr>
          <p:spPr>
            <a:xfrm>
              <a:off x="1551732" y="2084406"/>
              <a:ext cx="1050336" cy="338554"/>
            </a:xfrm>
            <a:prstGeom prst="rect">
              <a:avLst/>
            </a:prstGeom>
            <a:noFill/>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datagram</a:t>
              </a:r>
            </a:p>
          </p:txBody>
        </p:sp>
      </p:grpSp>
      <p:grpSp>
        <p:nvGrpSpPr>
          <p:cNvPr id="12" name="Group 11">
            <a:extLst>
              <a:ext uri="{FF2B5EF4-FFF2-40B4-BE49-F238E27FC236}">
                <a16:creationId xmlns:a16="http://schemas.microsoft.com/office/drawing/2014/main" id="{AE4DCBCE-E716-334C-BD5E-3775F82A2DA5}"/>
              </a:ext>
            </a:extLst>
          </p:cNvPr>
          <p:cNvGrpSpPr/>
          <p:nvPr/>
        </p:nvGrpSpPr>
        <p:grpSpPr>
          <a:xfrm>
            <a:off x="9888337" y="3037360"/>
            <a:ext cx="1050336" cy="338554"/>
            <a:chOff x="309834" y="1124253"/>
            <a:chExt cx="1050336" cy="338554"/>
          </a:xfrm>
        </p:grpSpPr>
        <p:sp>
          <p:nvSpPr>
            <p:cNvPr id="132" name="Rectangle 131">
              <a:extLst>
                <a:ext uri="{FF2B5EF4-FFF2-40B4-BE49-F238E27FC236}">
                  <a16:creationId xmlns:a16="http://schemas.microsoft.com/office/drawing/2014/main" id="{E80854FB-94FB-5641-A2CE-545956B45415}"/>
                </a:ext>
              </a:extLst>
            </p:cNvPr>
            <p:cNvSpPr/>
            <p:nvPr/>
          </p:nvSpPr>
          <p:spPr>
            <a:xfrm>
              <a:off x="326223" y="1172864"/>
              <a:ext cx="925841" cy="246705"/>
            </a:xfrm>
            <a:prstGeom prst="rect">
              <a:avLst/>
            </a:prstGeom>
            <a:solidFill>
              <a:schemeClr val="bg1"/>
            </a:solidFill>
            <a:ln w="12700">
              <a:solidFill>
                <a:srgbClr val="0070C0"/>
              </a:solidFill>
            </a:ln>
            <a:effectLst>
              <a:outerShdw blurRad="50800" dist="381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33" name="TextBox 132">
              <a:extLst>
                <a:ext uri="{FF2B5EF4-FFF2-40B4-BE49-F238E27FC236}">
                  <a16:creationId xmlns:a16="http://schemas.microsoft.com/office/drawing/2014/main" id="{D9C16815-500B-C54D-BE20-C80213A27D36}"/>
                </a:ext>
              </a:extLst>
            </p:cNvPr>
            <p:cNvSpPr txBox="1"/>
            <p:nvPr/>
          </p:nvSpPr>
          <p:spPr>
            <a:xfrm>
              <a:off x="309834" y="1124253"/>
              <a:ext cx="1050336" cy="338554"/>
            </a:xfrm>
            <a:prstGeom prst="rect">
              <a:avLst/>
            </a:prstGeom>
            <a:noFill/>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datagram</a:t>
              </a:r>
            </a:p>
          </p:txBody>
        </p:sp>
      </p:grpSp>
      <p:sp>
        <p:nvSpPr>
          <p:cNvPr id="13" name="Slide Number Placeholder 12">
            <a:extLst>
              <a:ext uri="{FF2B5EF4-FFF2-40B4-BE49-F238E27FC236}">
                <a16:creationId xmlns:a16="http://schemas.microsoft.com/office/drawing/2014/main" id="{DD8BEED3-9945-748A-AAE6-7AC49BE4C4F1}"/>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rPr>
              <a:t>Link Layer </a:t>
            </a:r>
            <a:fld id="{C4204591-24BD-A542-B9D5-F8D8A88D2FEE}" type="slidenum">
              <a:rPr kumimoji="0" lang="en-US" sz="1100" b="0" i="0" u="none" strike="noStrike" kern="1200" cap="none" spc="0" normalizeH="0" baseline="0" noProof="0" smtClean="0">
                <a:ln>
                  <a:noFill/>
                </a:ln>
                <a:solidFill>
                  <a:prstClr val="white">
                    <a:lumMod val="50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1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275950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nodeType="clickEffect">
                                  <p:stCondLst>
                                    <p:cond delay="0"/>
                                  </p:stCondLst>
                                  <p:childTnLst>
                                    <p:animMotion origin="layout" path="M -2.5E-6 7.40741E-7 L -2.5E-6 0.14236 " pathEditMode="relative" rAng="0" ptsTypes="AA">
                                      <p:cBhvr>
                                        <p:cTn id="6" dur="2000" fill="hold"/>
                                        <p:tgtEl>
                                          <p:spTgt spid="7"/>
                                        </p:tgtEl>
                                        <p:attrNameLst>
                                          <p:attrName>ppt_x</p:attrName>
                                          <p:attrName>ppt_y</p:attrName>
                                        </p:attrNameLst>
                                      </p:cBhvr>
                                      <p:rCtr x="0" y="7106"/>
                                    </p:animMotion>
                                  </p:childTnLst>
                                </p:cTn>
                              </p:par>
                            </p:childTnLst>
                          </p:cTn>
                        </p:par>
                        <p:par>
                          <p:cTn id="7" fill="hold">
                            <p:stCondLst>
                              <p:cond delay="2000"/>
                            </p:stCondLst>
                            <p:childTnLst>
                              <p:par>
                                <p:cTn id="8" presetID="9" presetClass="entr" presetSubtype="0" fill="hold" nodeType="after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dissolve">
                                      <p:cBhvr>
                                        <p:cTn id="10" dur="500"/>
                                        <p:tgtEl>
                                          <p:spTgt spid="8"/>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81"/>
                                        </p:tgtEl>
                                        <p:attrNameLst>
                                          <p:attrName>style.visibility</p:attrName>
                                        </p:attrNameLst>
                                      </p:cBhvr>
                                      <p:to>
                                        <p:strVal val="visible"/>
                                      </p:to>
                                    </p:set>
                                    <p:animEffect transition="in" filter="dissolve">
                                      <p:cBhvr>
                                        <p:cTn id="13" dur="500"/>
                                        <p:tgtEl>
                                          <p:spTgt spid="81"/>
                                        </p:tgtEl>
                                      </p:cBhvr>
                                    </p:animEffect>
                                  </p:childTnLst>
                                </p:cTn>
                              </p:par>
                            </p:childTnLst>
                          </p:cTn>
                        </p:par>
                      </p:childTnLst>
                    </p:cTn>
                  </p:par>
                  <p:par>
                    <p:cTn id="14" fill="hold">
                      <p:stCondLst>
                        <p:cond delay="indefinite"/>
                      </p:stCondLst>
                      <p:childTnLst>
                        <p:par>
                          <p:cTn id="15" fill="hold">
                            <p:stCondLst>
                              <p:cond delay="0"/>
                            </p:stCondLst>
                            <p:childTnLst>
                              <p:par>
                                <p:cTn id="16" presetID="9" presetClass="exit" presetSubtype="0" fill="hold" nodeType="clickEffect">
                                  <p:stCondLst>
                                    <p:cond delay="0"/>
                                  </p:stCondLst>
                                  <p:childTnLst>
                                    <p:animEffect transition="out" filter="dissolve">
                                      <p:cBhvr>
                                        <p:cTn id="17" dur="500"/>
                                        <p:tgtEl>
                                          <p:spTgt spid="7"/>
                                        </p:tgtEl>
                                      </p:cBhvr>
                                    </p:animEffect>
                                    <p:set>
                                      <p:cBhvr>
                                        <p:cTn id="18" dur="1" fill="hold">
                                          <p:stCondLst>
                                            <p:cond delay="499"/>
                                          </p:stCondLst>
                                        </p:cTn>
                                        <p:tgtEl>
                                          <p:spTgt spid="7"/>
                                        </p:tgtEl>
                                        <p:attrNameLst>
                                          <p:attrName>style.visibility</p:attrName>
                                        </p:attrNameLst>
                                      </p:cBhvr>
                                      <p:to>
                                        <p:strVal val="hidden"/>
                                      </p:to>
                                    </p:set>
                                  </p:childTnLst>
                                </p:cTn>
                              </p:par>
                              <p:par>
                                <p:cTn id="19" presetID="9" presetClass="exit" presetSubtype="0" fill="hold" nodeType="withEffect">
                                  <p:stCondLst>
                                    <p:cond delay="0"/>
                                  </p:stCondLst>
                                  <p:childTnLst>
                                    <p:animEffect transition="out" filter="dissolve">
                                      <p:cBhvr>
                                        <p:cTn id="20" dur="500"/>
                                        <p:tgtEl>
                                          <p:spTgt spid="8"/>
                                        </p:tgtEl>
                                      </p:cBhvr>
                                    </p:animEffect>
                                    <p:set>
                                      <p:cBhvr>
                                        <p:cTn id="21" dur="1" fill="hold">
                                          <p:stCondLst>
                                            <p:cond delay="499"/>
                                          </p:stCondLst>
                                        </p:cTn>
                                        <p:tgtEl>
                                          <p:spTgt spid="8"/>
                                        </p:tgtEl>
                                        <p:attrNameLst>
                                          <p:attrName>style.visibility</p:attrName>
                                        </p:attrNameLst>
                                      </p:cBhvr>
                                      <p:to>
                                        <p:strVal val="hidden"/>
                                      </p:to>
                                    </p:set>
                                  </p:childTnLst>
                                </p:cTn>
                              </p:par>
                              <p:par>
                                <p:cTn id="22" presetID="9" presetClass="entr" presetSubtype="0" fill="hold" nodeType="with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dissolve">
                                      <p:cBhvr>
                                        <p:cTn id="24" dur="500"/>
                                        <p:tgtEl>
                                          <p:spTgt spid="9"/>
                                        </p:tgtEl>
                                      </p:cBhvr>
                                    </p:animEffect>
                                  </p:childTnLst>
                                </p:cTn>
                              </p:par>
                            </p:childTnLst>
                          </p:cTn>
                        </p:par>
                        <p:par>
                          <p:cTn id="25" fill="hold">
                            <p:stCondLst>
                              <p:cond delay="500"/>
                            </p:stCondLst>
                            <p:childTnLst>
                              <p:par>
                                <p:cTn id="26" presetID="0" presetClass="path" presetSubtype="0" accel="50000" decel="50000" fill="hold" nodeType="afterEffect">
                                  <p:stCondLst>
                                    <p:cond delay="0"/>
                                  </p:stCondLst>
                                  <p:childTnLst>
                                    <p:animMotion origin="layout" path="M -3.125E-6 -0.00023 C 0.00078 0.05555 0.0017 0.11111 0.00261 0.1669 L 0.68633 0.17477 L 0.68633 -0.00301 " pathEditMode="relative" rAng="0" ptsTypes="AAAA">
                                      <p:cBhvr>
                                        <p:cTn id="27" dur="2000" fill="hold"/>
                                        <p:tgtEl>
                                          <p:spTgt spid="9"/>
                                        </p:tgtEl>
                                        <p:attrNameLst>
                                          <p:attrName>ppt_x</p:attrName>
                                          <p:attrName>ppt_y</p:attrName>
                                        </p:attrNameLst>
                                      </p:cBhvr>
                                      <p:rCtr x="34310" y="8611"/>
                                    </p:animMotion>
                                  </p:childTnLst>
                                </p:cTn>
                              </p:par>
                            </p:childTnLst>
                          </p:cTn>
                        </p:par>
                        <p:par>
                          <p:cTn id="28" fill="hold">
                            <p:stCondLst>
                              <p:cond delay="2500"/>
                            </p:stCondLst>
                            <p:childTnLst>
                              <p:par>
                                <p:cTn id="29" presetID="9" presetClass="entr" presetSubtype="0" fill="hold" grpId="0" nodeType="afterEffect">
                                  <p:stCondLst>
                                    <p:cond delay="0"/>
                                  </p:stCondLst>
                                  <p:childTnLst>
                                    <p:set>
                                      <p:cBhvr>
                                        <p:cTn id="30" dur="1" fill="hold">
                                          <p:stCondLst>
                                            <p:cond delay="0"/>
                                          </p:stCondLst>
                                        </p:cTn>
                                        <p:tgtEl>
                                          <p:spTgt spid="82"/>
                                        </p:tgtEl>
                                        <p:attrNameLst>
                                          <p:attrName>style.visibility</p:attrName>
                                        </p:attrNameLst>
                                      </p:cBhvr>
                                      <p:to>
                                        <p:strVal val="visible"/>
                                      </p:to>
                                    </p:set>
                                    <p:animEffect transition="in" filter="dissolve">
                                      <p:cBhvr>
                                        <p:cTn id="31" dur="500"/>
                                        <p:tgtEl>
                                          <p:spTgt spid="82"/>
                                        </p:tgtEl>
                                      </p:cBhvr>
                                    </p:animEffect>
                                  </p:childTnLst>
                                </p:cTn>
                              </p:par>
                            </p:childTnLst>
                          </p:cTn>
                        </p:par>
                      </p:childTnLst>
                    </p:cTn>
                  </p:par>
                  <p:par>
                    <p:cTn id="32" fill="hold">
                      <p:stCondLst>
                        <p:cond delay="indefinite"/>
                      </p:stCondLst>
                      <p:childTnLst>
                        <p:par>
                          <p:cTn id="33" fill="hold">
                            <p:stCondLst>
                              <p:cond delay="0"/>
                            </p:stCondLst>
                            <p:childTnLst>
                              <p:par>
                                <p:cTn id="34" presetID="9" presetClass="exit" presetSubtype="0" fill="hold" nodeType="clickEffect">
                                  <p:stCondLst>
                                    <p:cond delay="0"/>
                                  </p:stCondLst>
                                  <p:childTnLst>
                                    <p:animEffect transition="out" filter="dissolve">
                                      <p:cBhvr>
                                        <p:cTn id="35" dur="500"/>
                                        <p:tgtEl>
                                          <p:spTgt spid="9"/>
                                        </p:tgtEl>
                                      </p:cBhvr>
                                    </p:animEffect>
                                    <p:set>
                                      <p:cBhvr>
                                        <p:cTn id="36" dur="1" fill="hold">
                                          <p:stCondLst>
                                            <p:cond delay="499"/>
                                          </p:stCondLst>
                                        </p:cTn>
                                        <p:tgtEl>
                                          <p:spTgt spid="9"/>
                                        </p:tgtEl>
                                        <p:attrNameLst>
                                          <p:attrName>style.visibility</p:attrName>
                                        </p:attrNameLst>
                                      </p:cBhvr>
                                      <p:to>
                                        <p:strVal val="hidden"/>
                                      </p:to>
                                    </p:set>
                                  </p:childTnLst>
                                </p:cTn>
                              </p:par>
                              <p:par>
                                <p:cTn id="37" presetID="9" presetClass="entr" presetSubtype="0" fill="hold" nodeType="withEffect">
                                  <p:stCondLst>
                                    <p:cond delay="0"/>
                                  </p:stCondLst>
                                  <p:childTnLst>
                                    <p:set>
                                      <p:cBhvr>
                                        <p:cTn id="38" dur="1" fill="hold">
                                          <p:stCondLst>
                                            <p:cond delay="0"/>
                                          </p:stCondLst>
                                        </p:cTn>
                                        <p:tgtEl>
                                          <p:spTgt spid="12"/>
                                        </p:tgtEl>
                                        <p:attrNameLst>
                                          <p:attrName>style.visibility</p:attrName>
                                        </p:attrNameLst>
                                      </p:cBhvr>
                                      <p:to>
                                        <p:strVal val="visible"/>
                                      </p:to>
                                    </p:set>
                                    <p:animEffect transition="in" filter="dissolve">
                                      <p:cBhvr>
                                        <p:cTn id="39" dur="500"/>
                                        <p:tgtEl>
                                          <p:spTgt spid="12"/>
                                        </p:tgtEl>
                                      </p:cBhvr>
                                    </p:animEffect>
                                  </p:childTnLst>
                                </p:cTn>
                              </p:par>
                            </p:childTnLst>
                          </p:cTn>
                        </p:par>
                        <p:par>
                          <p:cTn id="40" fill="hold">
                            <p:stCondLst>
                              <p:cond delay="500"/>
                            </p:stCondLst>
                            <p:childTnLst>
                              <p:par>
                                <p:cTn id="41" presetID="0" presetClass="path" presetSubtype="0" accel="50000" decel="50000" fill="hold" nodeType="afterEffect">
                                  <p:stCondLst>
                                    <p:cond delay="0"/>
                                  </p:stCondLst>
                                  <p:childTnLst>
                                    <p:animMotion origin="layout" path="M 0.00052 -0.00023 L -0.00039 -0.13842 " pathEditMode="relative" rAng="0" ptsTypes="AA">
                                      <p:cBhvr>
                                        <p:cTn id="42" dur="2000" fill="hold"/>
                                        <p:tgtEl>
                                          <p:spTgt spid="12"/>
                                        </p:tgtEl>
                                        <p:attrNameLst>
                                          <p:attrName>ppt_x</p:attrName>
                                          <p:attrName>ppt_y</p:attrName>
                                        </p:attrNameLst>
                                      </p:cBhvr>
                                      <p:rCtr x="-52" y="-6921"/>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 grpId="0"/>
      <p:bldP spid="8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1" y="289325"/>
            <a:ext cx="10515600" cy="894622"/>
          </a:xfrm>
        </p:spPr>
        <p:txBody>
          <a:bodyPr>
            <a:normAutofit/>
          </a:bodyPr>
          <a:lstStyle/>
          <a:p>
            <a:r>
              <a:rPr lang="en-US" altLang="en-US" dirty="0">
                <a:cs typeface="Calibri" panose="020F0502020204030204" pitchFamily="34" charset="0"/>
              </a:rPr>
              <a:t>Link layer, LANs: roadmap</a:t>
            </a:r>
            <a:endParaRPr lang="en-US" sz="4400" dirty="0"/>
          </a:p>
        </p:txBody>
      </p:sp>
      <p:pic>
        <p:nvPicPr>
          <p:cNvPr id="6" name="Picture 5" descr="A train crossing a bridge over a body of water&#10;&#10;Description automatically generated">
            <a:extLst>
              <a:ext uri="{FF2B5EF4-FFF2-40B4-BE49-F238E27FC236}">
                <a16:creationId xmlns:a16="http://schemas.microsoft.com/office/drawing/2014/main" id="{8B05C88C-8150-3A41-8E34-0D407B652F32}"/>
              </a:ext>
            </a:extLst>
          </p:cNvPr>
          <p:cNvPicPr>
            <a:picLocks noChangeAspect="1"/>
          </p:cNvPicPr>
          <p:nvPr/>
        </p:nvPicPr>
        <p:blipFill>
          <a:blip r:embed="rId3"/>
          <a:stretch>
            <a:fillRect/>
          </a:stretch>
        </p:blipFill>
        <p:spPr>
          <a:xfrm>
            <a:off x="7239434" y="1891814"/>
            <a:ext cx="3102316" cy="2326737"/>
          </a:xfrm>
          <a:prstGeom prst="rect">
            <a:avLst/>
          </a:prstGeom>
          <a:effectLst>
            <a:outerShdw blurRad="50800" dist="38100" dir="18900000" algn="bl" rotWithShape="0">
              <a:prstClr val="black">
                <a:alpha val="40000"/>
              </a:prstClr>
            </a:outerShdw>
          </a:effectLst>
        </p:spPr>
      </p:pic>
      <p:sp>
        <p:nvSpPr>
          <p:cNvPr id="7" name="Rectangle 4">
            <a:extLst>
              <a:ext uri="{FF2B5EF4-FFF2-40B4-BE49-F238E27FC236}">
                <a16:creationId xmlns:a16="http://schemas.microsoft.com/office/drawing/2014/main" id="{F3A4FBDA-F3DE-F640-AAEE-CE557E67DD69}"/>
              </a:ext>
            </a:extLst>
          </p:cNvPr>
          <p:cNvSpPr txBox="1">
            <a:spLocks noChangeArrowheads="1"/>
          </p:cNvSpPr>
          <p:nvPr/>
        </p:nvSpPr>
        <p:spPr>
          <a:xfrm>
            <a:off x="6553857" y="4906563"/>
            <a:ext cx="5066531" cy="981619"/>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333375">
              <a:buClr>
                <a:schemeClr val="bg1">
                  <a:lumMod val="75000"/>
                </a:schemeClr>
              </a:buClr>
              <a:defRPr/>
            </a:pPr>
            <a:r>
              <a:rPr lang="en-US" dirty="0">
                <a:solidFill>
                  <a:schemeClr val="bg1">
                    <a:lumMod val="75000"/>
                  </a:schemeClr>
                </a:solidFill>
              </a:rPr>
              <a:t>a day in the life of a web request</a:t>
            </a:r>
          </a:p>
          <a:p>
            <a:pPr lvl="1"/>
            <a:endParaRPr lang="en-US" altLang="en-US" dirty="0"/>
          </a:p>
        </p:txBody>
      </p:sp>
      <p:sp>
        <p:nvSpPr>
          <p:cNvPr id="10" name="Rectangle 4">
            <a:extLst>
              <a:ext uri="{FF2B5EF4-FFF2-40B4-BE49-F238E27FC236}">
                <a16:creationId xmlns:a16="http://schemas.microsoft.com/office/drawing/2014/main" id="{2935D8EE-730D-3846-8ED3-CF147CA4A373}"/>
              </a:ext>
            </a:extLst>
          </p:cNvPr>
          <p:cNvSpPr txBox="1">
            <a:spLocks noChangeArrowheads="1"/>
          </p:cNvSpPr>
          <p:nvPr/>
        </p:nvSpPr>
        <p:spPr>
          <a:xfrm>
            <a:off x="1006769" y="1374867"/>
            <a:ext cx="5571867" cy="5039185"/>
          </a:xfrm>
          <a:prstGeom prst="rect">
            <a:avLst/>
          </a:prstGeom>
        </p:spPr>
        <p:txBody>
          <a:bodyPr vert="horz" lIns="91440" tIns="45720" rIns="91440" bIns="45720" rtlCol="0">
            <a:no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74638">
              <a:spcBef>
                <a:spcPts val="600"/>
              </a:spcBef>
              <a:buClr>
                <a:schemeClr val="bg1">
                  <a:lumMod val="75000"/>
                </a:schemeClr>
              </a:buClr>
            </a:pPr>
            <a:r>
              <a:rPr lang="en-US" altLang="en-US" dirty="0">
                <a:solidFill>
                  <a:schemeClr val="bg1">
                    <a:lumMod val="75000"/>
                  </a:schemeClr>
                </a:solidFill>
                <a:ea typeface="ＭＳ Ｐゴシック" panose="020B0600070205080204" pitchFamily="34" charset="-128"/>
                <a:cs typeface="Arial" panose="020B0604020202020204" pitchFamily="34" charset="0"/>
              </a:rPr>
              <a:t>introduction</a:t>
            </a:r>
          </a:p>
          <a:p>
            <a:pPr marL="285750" indent="-274638">
              <a:spcBef>
                <a:spcPts val="600"/>
              </a:spcBef>
              <a:buClr>
                <a:schemeClr val="bg1">
                  <a:lumMod val="75000"/>
                </a:schemeClr>
              </a:buClr>
            </a:pPr>
            <a:r>
              <a:rPr lang="en-US" altLang="en-US" dirty="0">
                <a:solidFill>
                  <a:schemeClr val="bg1">
                    <a:lumMod val="75000"/>
                  </a:schemeClr>
                </a:solidFill>
                <a:ea typeface="ＭＳ Ｐゴシック" panose="020B0600070205080204" pitchFamily="34" charset="-128"/>
                <a:cs typeface="Arial" panose="020B0604020202020204" pitchFamily="34" charset="0"/>
              </a:rPr>
              <a:t>error detection, correction </a:t>
            </a:r>
          </a:p>
          <a:p>
            <a:pPr marL="285750" indent="-274638">
              <a:spcBef>
                <a:spcPts val="600"/>
              </a:spcBef>
              <a:buClr>
                <a:schemeClr val="bg1">
                  <a:lumMod val="75000"/>
                </a:schemeClr>
              </a:buClr>
            </a:pPr>
            <a:r>
              <a:rPr lang="en-US" altLang="en-US" dirty="0">
                <a:solidFill>
                  <a:schemeClr val="bg1">
                    <a:lumMod val="75000"/>
                  </a:schemeClr>
                </a:solidFill>
                <a:ea typeface="ＭＳ Ｐゴシック" panose="020B0600070205080204" pitchFamily="34" charset="-128"/>
                <a:cs typeface="Arial" panose="020B0604020202020204" pitchFamily="34" charset="0"/>
              </a:rPr>
              <a:t>multiple access protocols</a:t>
            </a:r>
          </a:p>
          <a:p>
            <a:pPr marL="285750" indent="-274638">
              <a:spcBef>
                <a:spcPts val="600"/>
              </a:spcBef>
              <a:buClr>
                <a:srgbClr val="0000A8"/>
              </a:buClr>
            </a:pPr>
            <a:r>
              <a:rPr lang="en-US" altLang="en-US" sz="3200" dirty="0">
                <a:solidFill>
                  <a:srgbClr val="C00000"/>
                </a:solidFill>
                <a:ea typeface="ＭＳ Ｐゴシック" panose="020B0600070205080204" pitchFamily="34" charset="-128"/>
                <a:cs typeface="Arial" panose="020B0604020202020204" pitchFamily="34" charset="0"/>
              </a:rPr>
              <a:t>LANs</a:t>
            </a:r>
          </a:p>
          <a:p>
            <a:pPr marL="628650" lvl="1" indent="-274638">
              <a:spcBef>
                <a:spcPts val="600"/>
              </a:spcBef>
            </a:pPr>
            <a:r>
              <a:rPr lang="en-US" altLang="en-US" sz="2800" dirty="0">
                <a:solidFill>
                  <a:srgbClr val="C00000"/>
                </a:solidFill>
                <a:ea typeface="ＭＳ Ｐゴシック" panose="020B0600070205080204" pitchFamily="34" charset="-128"/>
                <a:cs typeface="Arial" panose="020B0604020202020204" pitchFamily="34" charset="0"/>
              </a:rPr>
              <a:t>addressing, ARP</a:t>
            </a:r>
          </a:p>
          <a:p>
            <a:pPr marL="628650" lvl="1" indent="-274638">
              <a:spcBef>
                <a:spcPts val="600"/>
              </a:spcBef>
            </a:pPr>
            <a:r>
              <a:rPr lang="en-US" altLang="en-US" sz="2800" dirty="0">
                <a:ea typeface="ＭＳ Ｐゴシック" panose="020B0600070205080204" pitchFamily="34" charset="-128"/>
                <a:cs typeface="Arial" panose="020B0604020202020204" pitchFamily="34" charset="0"/>
              </a:rPr>
              <a:t>Ethernet</a:t>
            </a:r>
          </a:p>
          <a:p>
            <a:pPr marL="628650" lvl="1" indent="-274638">
              <a:spcBef>
                <a:spcPts val="600"/>
              </a:spcBef>
            </a:pPr>
            <a:r>
              <a:rPr lang="en-US" altLang="en-US" sz="2800" dirty="0">
                <a:ea typeface="ＭＳ Ｐゴシック" panose="020B0600070205080204" pitchFamily="34" charset="-128"/>
                <a:cs typeface="Arial" panose="020B0604020202020204" pitchFamily="34" charset="0"/>
              </a:rPr>
              <a:t>switches</a:t>
            </a:r>
          </a:p>
          <a:p>
            <a:pPr marL="628650" lvl="1" indent="-274638">
              <a:spcBef>
                <a:spcPts val="600"/>
              </a:spcBef>
            </a:pPr>
            <a:r>
              <a:rPr lang="en-US" altLang="en-US" sz="2800" dirty="0">
                <a:ea typeface="ＭＳ Ｐゴシック" panose="020B0600070205080204" pitchFamily="34" charset="-128"/>
                <a:cs typeface="Arial" panose="020B0604020202020204" pitchFamily="34" charset="0"/>
              </a:rPr>
              <a:t>VLANs</a:t>
            </a:r>
          </a:p>
          <a:p>
            <a:pPr marL="285750" indent="-274638">
              <a:spcBef>
                <a:spcPts val="600"/>
              </a:spcBef>
              <a:buClr>
                <a:schemeClr val="bg1">
                  <a:lumMod val="75000"/>
                </a:schemeClr>
              </a:buClr>
            </a:pPr>
            <a:r>
              <a:rPr lang="en-US" altLang="en-US" dirty="0">
                <a:solidFill>
                  <a:schemeClr val="bg1">
                    <a:lumMod val="75000"/>
                  </a:schemeClr>
                </a:solidFill>
                <a:ea typeface="ＭＳ Ｐゴシック" panose="020B0600070205080204" pitchFamily="34" charset="-128"/>
                <a:cs typeface="Arial" panose="020B0604020202020204" pitchFamily="34" charset="0"/>
              </a:rPr>
              <a:t>link virtualization: MPLS</a:t>
            </a:r>
          </a:p>
          <a:p>
            <a:pPr marL="285750" indent="-274638">
              <a:spcBef>
                <a:spcPts val="600"/>
              </a:spcBef>
              <a:buClr>
                <a:schemeClr val="bg1">
                  <a:lumMod val="75000"/>
                </a:schemeClr>
              </a:buClr>
            </a:pPr>
            <a:r>
              <a:rPr lang="en-US" altLang="en-US" dirty="0">
                <a:solidFill>
                  <a:schemeClr val="bg1">
                    <a:lumMod val="75000"/>
                  </a:schemeClr>
                </a:solidFill>
                <a:ea typeface="ＭＳ Ｐゴシック" panose="020B0600070205080204" pitchFamily="34" charset="-128"/>
                <a:cs typeface="Arial" panose="020B0604020202020204" pitchFamily="34" charset="0"/>
              </a:rPr>
              <a:t>data center networking</a:t>
            </a:r>
          </a:p>
          <a:p>
            <a:pPr marL="285750" indent="-274638">
              <a:spcBef>
                <a:spcPts val="600"/>
              </a:spcBef>
            </a:pPr>
            <a:endParaRPr lang="en-US" altLang="en-US" sz="3200" dirty="0">
              <a:ea typeface="ＭＳ Ｐゴシック" panose="020B0600070205080204" pitchFamily="34" charset="-128"/>
              <a:cs typeface="Arial" panose="020B0604020202020204" pitchFamily="34" charset="0"/>
            </a:endParaRPr>
          </a:p>
          <a:p>
            <a:pPr marL="628650" lvl="1" indent="-274638">
              <a:spcBef>
                <a:spcPts val="600"/>
              </a:spcBef>
            </a:pPr>
            <a:endParaRPr lang="en-US" altLang="en-US" sz="2800" dirty="0">
              <a:ea typeface="ＭＳ Ｐゴシック" panose="020B0600070205080204" pitchFamily="34" charset="-128"/>
              <a:cs typeface="Arial" panose="020B0604020202020204" pitchFamily="34" charset="0"/>
            </a:endParaRPr>
          </a:p>
        </p:txBody>
      </p:sp>
      <p:sp>
        <p:nvSpPr>
          <p:cNvPr id="8" name="Slide Number Placeholder 4">
            <a:extLst>
              <a:ext uri="{FF2B5EF4-FFF2-40B4-BE49-F238E27FC236}">
                <a16:creationId xmlns:a16="http://schemas.microsoft.com/office/drawing/2014/main" id="{A780E6DF-6C7C-1345-9369-EDA38A723E9E}"/>
              </a:ext>
            </a:extLst>
          </p:cNvPr>
          <p:cNvSpPr>
            <a:spLocks noGrp="1"/>
          </p:cNvSpPr>
          <p:nvPr>
            <p:ph type="sldNum" sz="quarter" idx="4"/>
          </p:nvPr>
        </p:nvSpPr>
        <p:spPr>
          <a:xfrm>
            <a:off x="9219616" y="6443089"/>
            <a:ext cx="2743200" cy="365125"/>
          </a:xfrm>
        </p:spPr>
        <p:txBody>
          <a:bodyPr/>
          <a:lstStyle/>
          <a:p>
            <a:r>
              <a:rPr lang="en-US" dirty="0"/>
              <a:t>Link Layer: 6-</a:t>
            </a:r>
            <a:fld id="{C4204591-24BD-A542-B9D5-F8D8A88D2FEE}" type="slidenum">
              <a:rPr lang="en-US" smtClean="0"/>
              <a:pPr/>
              <a:t>11</a:t>
            </a:fld>
            <a:endParaRPr lang="en-US" dirty="0"/>
          </a:p>
        </p:txBody>
      </p:sp>
    </p:spTree>
    <p:extLst>
      <p:ext uri="{BB962C8B-B14F-4D97-AF65-F5344CB8AC3E}">
        <p14:creationId xmlns:p14="http://schemas.microsoft.com/office/powerpoint/2010/main" val="340657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800100" y="349426"/>
            <a:ext cx="10515600" cy="894622"/>
          </a:xfrm>
        </p:spPr>
        <p:txBody>
          <a:bodyPr>
            <a:normAutofit/>
          </a:bodyPr>
          <a:lstStyle/>
          <a:p>
            <a:r>
              <a:rPr lang="en-US" b="0" kern="0" dirty="0">
                <a:solidFill>
                  <a:srgbClr val="000099"/>
                </a:solidFill>
                <a:latin typeface="+mn-lt"/>
                <a:ea typeface="ＭＳ Ｐゴシック" charset="0"/>
              </a:rPr>
              <a:t>MAC addresses</a:t>
            </a:r>
            <a:endParaRPr lang="en-US" sz="4400" b="0" dirty="0">
              <a:latin typeface="+mn-lt"/>
            </a:endParaRPr>
          </a:p>
        </p:txBody>
      </p:sp>
      <p:sp>
        <p:nvSpPr>
          <p:cNvPr id="439" name="Slide Number Placeholder 4">
            <a:extLst>
              <a:ext uri="{FF2B5EF4-FFF2-40B4-BE49-F238E27FC236}">
                <a16:creationId xmlns:a16="http://schemas.microsoft.com/office/drawing/2014/main" id="{C87F3257-E91D-E144-BA13-B0DD96B23FDC}"/>
              </a:ext>
            </a:extLst>
          </p:cNvPr>
          <p:cNvSpPr>
            <a:spLocks noGrp="1"/>
          </p:cNvSpPr>
          <p:nvPr>
            <p:ph type="sldNum" sz="quarter" idx="4"/>
          </p:nvPr>
        </p:nvSpPr>
        <p:spPr>
          <a:xfrm>
            <a:off x="9219616" y="6443089"/>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rPr>
              <a:t>Link Layer: 6-</a:t>
            </a:r>
            <a:fld id="{C4204591-24BD-A542-B9D5-F8D8A88D2FEE}" type="slidenum">
              <a:rPr kumimoji="0" lang="en-US" sz="1100" b="0" i="0" u="none" strike="noStrike" kern="1200" cap="none" spc="0" normalizeH="0" baseline="0" noProof="0" smtClean="0">
                <a:ln>
                  <a:noFill/>
                </a:ln>
                <a:solidFill>
                  <a:prstClr val="white">
                    <a:lumMod val="50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1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endParaRPr>
          </a:p>
        </p:txBody>
      </p:sp>
      <p:sp>
        <p:nvSpPr>
          <p:cNvPr id="5" name="Rectangle 3">
            <a:extLst>
              <a:ext uri="{FF2B5EF4-FFF2-40B4-BE49-F238E27FC236}">
                <a16:creationId xmlns:a16="http://schemas.microsoft.com/office/drawing/2014/main" id="{1EBB3351-6E63-CD4D-9FD2-D6498F65C79A}"/>
              </a:ext>
            </a:extLst>
          </p:cNvPr>
          <p:cNvSpPr txBox="1">
            <a:spLocks noChangeArrowheads="1"/>
          </p:cNvSpPr>
          <p:nvPr/>
        </p:nvSpPr>
        <p:spPr>
          <a:xfrm>
            <a:off x="877956" y="1480930"/>
            <a:ext cx="10903227" cy="1981798"/>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339725"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rPr>
              <a:t>32-bit IP address: </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sz="2800" b="0" i="1" u="none" strike="noStrike" kern="1200" cap="none" spc="0" normalizeH="0" baseline="0" noProof="0" dirty="0">
                <a:ln>
                  <a:noFill/>
                </a:ln>
                <a:solidFill>
                  <a:prstClr val="black"/>
                </a:solidFill>
                <a:effectLst/>
                <a:uLnTx/>
                <a:uFillTx/>
                <a:latin typeface="Calibri" panose="020F0502020204030204"/>
                <a:ea typeface="+mn-ea"/>
                <a:cs typeface="+mn-cs"/>
              </a:rPr>
              <a:t>network-layer</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address for interface</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used for layer 3 (network layer) forwarding</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e.g.: 128.119.40.136</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endParaRPr kumimoji="0" lang="en-US" sz="2400" b="0" i="0" u="none" strike="noStrike" kern="1200" cap="none" spc="0" normalizeH="0" baseline="0" noProof="0" dirty="0">
              <a:ln>
                <a:noFill/>
              </a:ln>
              <a:solidFill>
                <a:prstClr val="black"/>
              </a:solidFill>
              <a:effectLst/>
              <a:uLnTx/>
              <a:uFillTx/>
              <a:latin typeface="Gill Sans MT" charset="0"/>
              <a:ea typeface="+mn-ea"/>
              <a:cs typeface="+mn-cs"/>
            </a:endParaRPr>
          </a:p>
        </p:txBody>
      </p:sp>
      <p:sp>
        <p:nvSpPr>
          <p:cNvPr id="8" name="Rectangle 3">
            <a:extLst>
              <a:ext uri="{FF2B5EF4-FFF2-40B4-BE49-F238E27FC236}">
                <a16:creationId xmlns:a16="http://schemas.microsoft.com/office/drawing/2014/main" id="{2F51F861-D4AD-CD46-A67F-018CCE6A2B4D}"/>
              </a:ext>
            </a:extLst>
          </p:cNvPr>
          <p:cNvSpPr txBox="1">
            <a:spLocks noChangeArrowheads="1"/>
          </p:cNvSpPr>
          <p:nvPr/>
        </p:nvSpPr>
        <p:spPr>
          <a:xfrm>
            <a:off x="925425" y="3402170"/>
            <a:ext cx="10903227" cy="2264112"/>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339725"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rPr>
              <a:t>MAC (or LAN or physical or Ethernet) address:</a:t>
            </a:r>
            <a:r>
              <a:rPr kumimoji="0" lang="en-US" sz="3200" b="0" i="0" u="none" strike="noStrike" kern="1200" cap="none" spc="0" normalizeH="0" baseline="0" noProof="0" dirty="0">
                <a:ln>
                  <a:noFill/>
                </a:ln>
                <a:solidFill>
                  <a:srgbClr val="FF0000"/>
                </a:solidFill>
                <a:effectLst/>
                <a:uLnTx/>
                <a:uFillTx/>
                <a:latin typeface="Calibri" panose="020F0502020204030204"/>
                <a:ea typeface="+mn-ea"/>
                <a:cs typeface="+mn-cs"/>
              </a:rPr>
              <a:t> </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function:</a:t>
            </a:r>
            <a:r>
              <a:rPr kumimoji="0" lang="en-US" sz="2800" b="0" i="0" u="none" strike="noStrike" kern="1200" cap="none" spc="0" normalizeH="0" baseline="0" noProof="0" dirty="0">
                <a:ln>
                  <a:noFill/>
                </a:ln>
                <a:solidFill>
                  <a:srgbClr val="ED7D31"/>
                </a:solidFill>
                <a:effectLst/>
                <a:uLnTx/>
                <a:uFillTx/>
                <a:latin typeface="Calibri" panose="020F0502020204030204"/>
                <a:ea typeface="+mn-ea"/>
                <a:cs typeface="+mn-cs"/>
              </a:rPr>
              <a:t> </a:t>
            </a:r>
            <a:r>
              <a:rPr kumimoji="0" lang="en-US" sz="2800" b="0" i="0" u="none" strike="noStrike" kern="1200" cap="none" spc="0" normalizeH="0" baseline="0" noProof="0" dirty="0">
                <a:ln>
                  <a:noFill/>
                </a:ln>
                <a:solidFill>
                  <a:srgbClr val="0000A8"/>
                </a:solidFill>
                <a:effectLst/>
                <a:uLnTx/>
                <a:uFillTx/>
                <a:latin typeface="Calibri" panose="020F0502020204030204"/>
                <a:ea typeface="+mn-ea"/>
                <a:cs typeface="+mn-cs"/>
              </a:rPr>
              <a:t>used “locally” to get frame from one interface to another physically-connected interface (same subnet, in IP-addressing sense)</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48-bit MAC address (for most LANs) burned in NIC ROM, also sometimes software settable</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endParaRPr kumimoji="0" lang="en-US" sz="2400" b="0" i="0" u="none" strike="noStrike" kern="1200" cap="none" spc="0" normalizeH="0" baseline="0" noProof="0" dirty="0">
              <a:ln>
                <a:noFill/>
              </a:ln>
              <a:solidFill>
                <a:prstClr val="black"/>
              </a:solidFill>
              <a:effectLst/>
              <a:uLnTx/>
              <a:uFillTx/>
              <a:latin typeface="Gill Sans MT" charset="0"/>
              <a:ea typeface="+mn-ea"/>
              <a:cs typeface="+mn-cs"/>
            </a:endParaRPr>
          </a:p>
        </p:txBody>
      </p:sp>
      <p:grpSp>
        <p:nvGrpSpPr>
          <p:cNvPr id="3" name="Group 2">
            <a:extLst>
              <a:ext uri="{FF2B5EF4-FFF2-40B4-BE49-F238E27FC236}">
                <a16:creationId xmlns:a16="http://schemas.microsoft.com/office/drawing/2014/main" id="{CA3974C1-45B4-5341-A96C-26EFA0BC954B}"/>
              </a:ext>
            </a:extLst>
          </p:cNvPr>
          <p:cNvGrpSpPr/>
          <p:nvPr/>
        </p:nvGrpSpPr>
        <p:grpSpPr>
          <a:xfrm>
            <a:off x="912934" y="5533272"/>
            <a:ext cx="10903227" cy="903016"/>
            <a:chOff x="912934" y="5533272"/>
            <a:chExt cx="10903227" cy="903016"/>
          </a:xfrm>
        </p:grpSpPr>
        <p:sp>
          <p:nvSpPr>
            <p:cNvPr id="6" name="Text Box 6">
              <a:extLst>
                <a:ext uri="{FF2B5EF4-FFF2-40B4-BE49-F238E27FC236}">
                  <a16:creationId xmlns:a16="http://schemas.microsoft.com/office/drawing/2014/main" id="{4108502E-90D7-684B-A7CF-A0EB238E3E78}"/>
                </a:ext>
              </a:extLst>
            </p:cNvPr>
            <p:cNvSpPr txBox="1">
              <a:spLocks noChangeArrowheads="1"/>
            </p:cNvSpPr>
            <p:nvPr/>
          </p:nvSpPr>
          <p:spPr bwMode="auto">
            <a:xfrm>
              <a:off x="5649171" y="5789957"/>
              <a:ext cx="3388685" cy="6463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1" u="none" strike="noStrike" kern="1200" cap="none" spc="0" normalizeH="0" baseline="0" noProof="0" dirty="0">
                  <a:ln>
                    <a:noFill/>
                  </a:ln>
                  <a:solidFill>
                    <a:srgbClr val="000099"/>
                  </a:solidFill>
                  <a:effectLst/>
                  <a:uLnTx/>
                  <a:uFillTx/>
                  <a:latin typeface="Calibri" panose="020F0502020204030204"/>
                  <a:ea typeface="ＭＳ Ｐゴシック" charset="0"/>
                  <a:cs typeface="+mn-cs"/>
                </a:rPr>
                <a:t>hexadecimal (base 16) notation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1" u="none" strike="noStrike" kern="1200" cap="none" spc="0" normalizeH="0" baseline="0" noProof="0" dirty="0">
                  <a:ln>
                    <a:noFill/>
                  </a:ln>
                  <a:solidFill>
                    <a:srgbClr val="000099"/>
                  </a:solidFill>
                  <a:effectLst/>
                  <a:uLnTx/>
                  <a:uFillTx/>
                  <a:latin typeface="Calibri" panose="020F0502020204030204"/>
                  <a:ea typeface="ＭＳ Ｐゴシック" charset="0"/>
                  <a:cs typeface="+mn-cs"/>
                </a:rPr>
                <a:t>(each “numeral” represents 4 bits)</a:t>
              </a:r>
            </a:p>
          </p:txBody>
        </p:sp>
        <p:sp>
          <p:nvSpPr>
            <p:cNvPr id="7" name="Line 7">
              <a:extLst>
                <a:ext uri="{FF2B5EF4-FFF2-40B4-BE49-F238E27FC236}">
                  <a16:creationId xmlns:a16="http://schemas.microsoft.com/office/drawing/2014/main" id="{F3EB23B5-9722-524B-A947-6BAB90B5BF10}"/>
                </a:ext>
              </a:extLst>
            </p:cNvPr>
            <p:cNvSpPr>
              <a:spLocks noChangeShapeType="1"/>
            </p:cNvSpPr>
            <p:nvPr/>
          </p:nvSpPr>
          <p:spPr bwMode="auto">
            <a:xfrm flipH="1" flipV="1">
              <a:off x="5021744" y="5895906"/>
              <a:ext cx="623681" cy="213346"/>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Rectangle 3">
              <a:extLst>
                <a:ext uri="{FF2B5EF4-FFF2-40B4-BE49-F238E27FC236}">
                  <a16:creationId xmlns:a16="http://schemas.microsoft.com/office/drawing/2014/main" id="{D04D30B9-A03D-3D4E-82B8-D739C54E39F8}"/>
                </a:ext>
              </a:extLst>
            </p:cNvPr>
            <p:cNvSpPr txBox="1">
              <a:spLocks noChangeArrowheads="1"/>
            </p:cNvSpPr>
            <p:nvPr/>
          </p:nvSpPr>
          <p:spPr>
            <a:xfrm>
              <a:off x="912934" y="5533272"/>
              <a:ext cx="10903227" cy="582715"/>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e.g.: 1A-2F-BB-76-09-AD</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endParaRPr kumimoji="0" lang="en-US" sz="2400" b="0" i="0" u="none" strike="noStrike" kern="1200" cap="none" spc="0" normalizeH="0" baseline="0" noProof="0" dirty="0">
                <a:ln>
                  <a:noFill/>
                </a:ln>
                <a:solidFill>
                  <a:prstClr val="black"/>
                </a:solidFill>
                <a:effectLst/>
                <a:uLnTx/>
                <a:uFillTx/>
                <a:latin typeface="Gill Sans MT" charset="0"/>
                <a:ea typeface="+mn-ea"/>
                <a:cs typeface="+mn-cs"/>
              </a:endParaRPr>
            </a:p>
          </p:txBody>
        </p:sp>
      </p:grpSp>
    </p:spTree>
    <p:extLst>
      <p:ext uri="{BB962C8B-B14F-4D97-AF65-F5344CB8AC3E}">
        <p14:creationId xmlns:p14="http://schemas.microsoft.com/office/powerpoint/2010/main" val="15505123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dissolv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dissolve">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Line 19">
            <a:extLst>
              <a:ext uri="{FF2B5EF4-FFF2-40B4-BE49-F238E27FC236}">
                <a16:creationId xmlns:a16="http://schemas.microsoft.com/office/drawing/2014/main" id="{F64820FD-43AE-524F-92B3-2C996E99E036}"/>
              </a:ext>
            </a:extLst>
          </p:cNvPr>
          <p:cNvSpPr>
            <a:spLocks noChangeShapeType="1"/>
          </p:cNvSpPr>
          <p:nvPr/>
        </p:nvSpPr>
        <p:spPr bwMode="auto">
          <a:xfrm>
            <a:off x="4798734" y="4271477"/>
            <a:ext cx="901700" cy="0"/>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49" name="Line 20">
            <a:extLst>
              <a:ext uri="{FF2B5EF4-FFF2-40B4-BE49-F238E27FC236}">
                <a16:creationId xmlns:a16="http://schemas.microsoft.com/office/drawing/2014/main" id="{671BEEC6-B648-BD41-8A64-91771D85E6AF}"/>
              </a:ext>
            </a:extLst>
          </p:cNvPr>
          <p:cNvSpPr>
            <a:spLocks noChangeShapeType="1"/>
          </p:cNvSpPr>
          <p:nvPr/>
        </p:nvSpPr>
        <p:spPr bwMode="auto">
          <a:xfrm>
            <a:off x="6583225" y="3351624"/>
            <a:ext cx="0" cy="655637"/>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51" name="Line 22">
            <a:extLst>
              <a:ext uri="{FF2B5EF4-FFF2-40B4-BE49-F238E27FC236}">
                <a16:creationId xmlns:a16="http://schemas.microsoft.com/office/drawing/2014/main" id="{4BD049D1-92B4-8841-8329-453013A739F7}"/>
              </a:ext>
            </a:extLst>
          </p:cNvPr>
          <p:cNvSpPr>
            <a:spLocks noChangeShapeType="1"/>
          </p:cNvSpPr>
          <p:nvPr/>
        </p:nvSpPr>
        <p:spPr bwMode="auto">
          <a:xfrm flipV="1">
            <a:off x="6359594" y="5298866"/>
            <a:ext cx="0" cy="438150"/>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800100" y="349426"/>
            <a:ext cx="10515600" cy="894622"/>
          </a:xfrm>
        </p:spPr>
        <p:txBody>
          <a:bodyPr>
            <a:normAutofit/>
          </a:bodyPr>
          <a:lstStyle/>
          <a:p>
            <a:r>
              <a:rPr lang="en-US" b="0" kern="0" dirty="0">
                <a:solidFill>
                  <a:srgbClr val="000099"/>
                </a:solidFill>
                <a:latin typeface="+mn-lt"/>
                <a:ea typeface="ＭＳ Ｐゴシック" charset="0"/>
              </a:rPr>
              <a:t>MAC addresses</a:t>
            </a:r>
            <a:endParaRPr lang="en-US" sz="4400" b="0" dirty="0">
              <a:latin typeface="+mn-lt"/>
            </a:endParaRPr>
          </a:p>
        </p:txBody>
      </p:sp>
      <p:sp>
        <p:nvSpPr>
          <p:cNvPr id="439" name="Slide Number Placeholder 4">
            <a:extLst>
              <a:ext uri="{FF2B5EF4-FFF2-40B4-BE49-F238E27FC236}">
                <a16:creationId xmlns:a16="http://schemas.microsoft.com/office/drawing/2014/main" id="{C87F3257-E91D-E144-BA13-B0DD96B23FDC}"/>
              </a:ext>
            </a:extLst>
          </p:cNvPr>
          <p:cNvSpPr>
            <a:spLocks noGrp="1"/>
          </p:cNvSpPr>
          <p:nvPr>
            <p:ph type="sldNum" sz="quarter" idx="4"/>
          </p:nvPr>
        </p:nvSpPr>
        <p:spPr>
          <a:xfrm>
            <a:off x="9219616" y="6443089"/>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rPr>
              <a:t>Link Layer: 6-</a:t>
            </a:r>
            <a:fld id="{C4204591-24BD-A542-B9D5-F8D8A88D2FEE}" type="slidenum">
              <a:rPr kumimoji="0" lang="en-US" sz="1100" b="0" i="0" u="none" strike="noStrike" kern="1200" cap="none" spc="0" normalizeH="0" baseline="0" noProof="0" smtClean="0">
                <a:ln>
                  <a:noFill/>
                </a:ln>
                <a:solidFill>
                  <a:prstClr val="white">
                    <a:lumMod val="50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1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endParaRPr>
          </a:p>
        </p:txBody>
      </p:sp>
      <p:sp>
        <p:nvSpPr>
          <p:cNvPr id="45" name="Text Box 4">
            <a:extLst>
              <a:ext uri="{FF2B5EF4-FFF2-40B4-BE49-F238E27FC236}">
                <a16:creationId xmlns:a16="http://schemas.microsoft.com/office/drawing/2014/main" id="{639A8D23-CDBF-2646-8186-B3743129919D}"/>
              </a:ext>
            </a:extLst>
          </p:cNvPr>
          <p:cNvSpPr txBox="1">
            <a:spLocks noChangeArrowheads="1"/>
          </p:cNvSpPr>
          <p:nvPr/>
        </p:nvSpPr>
        <p:spPr bwMode="auto">
          <a:xfrm>
            <a:off x="1219200" y="1216922"/>
            <a:ext cx="8331255" cy="138499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8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rPr>
              <a:t>each interface on LAN </a:t>
            </a:r>
          </a:p>
          <a:p>
            <a:pPr marL="457200" marR="0" lvl="0" indent="-274638" algn="l" defTabSz="914400" rtl="0" eaLnBrk="0" fontAlgn="base" latinLnBrk="0" hangingPunct="0">
              <a:lnSpc>
                <a:spcPct val="100000"/>
              </a:lnSpc>
              <a:spcBef>
                <a:spcPct val="0"/>
              </a:spcBef>
              <a:spcAft>
                <a:spcPct val="0"/>
              </a:spcAft>
              <a:buClr>
                <a:srgbClr val="0000A8"/>
              </a:buClr>
              <a:buSzTx/>
              <a:buFont typeface="Wingdings" pitchFamily="2" charset="2"/>
              <a:buChar char="§"/>
              <a:tabLst/>
              <a:defRPr/>
            </a:pPr>
            <a:r>
              <a:rPr kumimoji="0" lang="en-US" sz="28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rPr>
              <a:t>has unique 48-bit </a:t>
            </a:r>
            <a:r>
              <a:rPr kumimoji="0" lang="en-US" sz="2800" b="0" i="0" u="none" strike="noStrike" kern="1200" cap="none" spc="0" normalizeH="0" baseline="0" noProof="0" dirty="0">
                <a:ln>
                  <a:noFill/>
                </a:ln>
                <a:solidFill>
                  <a:srgbClr val="0000A8"/>
                </a:solidFill>
                <a:effectLst/>
                <a:uLnTx/>
                <a:uFillTx/>
                <a:latin typeface="Calibri" panose="020F0502020204030204"/>
                <a:ea typeface="ＭＳ Ｐゴシック" charset="0"/>
                <a:cs typeface="+mn-cs"/>
              </a:rPr>
              <a:t>MAC</a:t>
            </a:r>
            <a:r>
              <a:rPr kumimoji="0" lang="en-US" sz="28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rPr>
              <a:t> address</a:t>
            </a:r>
          </a:p>
          <a:p>
            <a:pPr marL="457200" marR="0" lvl="0" indent="-274638" algn="l" defTabSz="914400" rtl="0" eaLnBrk="0" fontAlgn="base" latinLnBrk="0" hangingPunct="0">
              <a:lnSpc>
                <a:spcPct val="100000"/>
              </a:lnSpc>
              <a:spcBef>
                <a:spcPct val="0"/>
              </a:spcBef>
              <a:spcAft>
                <a:spcPct val="0"/>
              </a:spcAft>
              <a:buClr>
                <a:srgbClr val="0000A8"/>
              </a:buClr>
              <a:buSzTx/>
              <a:buFont typeface="Wingdings" pitchFamily="2" charset="2"/>
              <a:buChar char="§"/>
              <a:tabLst/>
              <a:defRPr/>
            </a:pPr>
            <a:r>
              <a:rPr kumimoji="0" lang="en-US" sz="28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rPr>
              <a:t>has a locally unique 32-bit IP address (as we’ve seen)</a:t>
            </a:r>
          </a:p>
        </p:txBody>
      </p:sp>
      <p:sp>
        <p:nvSpPr>
          <p:cNvPr id="47" name="Freeform 8">
            <a:extLst>
              <a:ext uri="{FF2B5EF4-FFF2-40B4-BE49-F238E27FC236}">
                <a16:creationId xmlns:a16="http://schemas.microsoft.com/office/drawing/2014/main" id="{F57007A4-9929-8C47-B54D-D1B70F2B48AD}"/>
              </a:ext>
            </a:extLst>
          </p:cNvPr>
          <p:cNvSpPr>
            <a:spLocks/>
          </p:cNvSpPr>
          <p:nvPr/>
        </p:nvSpPr>
        <p:spPr bwMode="auto">
          <a:xfrm>
            <a:off x="5425937" y="3593615"/>
            <a:ext cx="2046288" cy="2049462"/>
          </a:xfrm>
          <a:custGeom>
            <a:avLst/>
            <a:gdLst>
              <a:gd name="T0" fmla="*/ 2147483647 w 1292"/>
              <a:gd name="T1" fmla="*/ 2147483647 h 1255"/>
              <a:gd name="T2" fmla="*/ 2147483647 w 1292"/>
              <a:gd name="T3" fmla="*/ 2147483647 h 1255"/>
              <a:gd name="T4" fmla="*/ 2147483647 w 1292"/>
              <a:gd name="T5" fmla="*/ 2147483647 h 1255"/>
              <a:gd name="T6" fmla="*/ 2147483647 w 1292"/>
              <a:gd name="T7" fmla="*/ 2147483647 h 1255"/>
              <a:gd name="T8" fmla="*/ 2147483647 w 1292"/>
              <a:gd name="T9" fmla="*/ 2147483647 h 1255"/>
              <a:gd name="T10" fmla="*/ 2147483647 w 1292"/>
              <a:gd name="T11" fmla="*/ 2147483647 h 1255"/>
              <a:gd name="T12" fmla="*/ 2147483647 w 1292"/>
              <a:gd name="T13" fmla="*/ 2147483647 h 1255"/>
              <a:gd name="T14" fmla="*/ 2147483647 w 1292"/>
              <a:gd name="T15" fmla="*/ 2147483647 h 1255"/>
              <a:gd name="T16" fmla="*/ 2147483647 w 1292"/>
              <a:gd name="T17" fmla="*/ 2147483647 h 1255"/>
              <a:gd name="T18" fmla="*/ 2147483647 w 1292"/>
              <a:gd name="T19" fmla="*/ 2147483647 h 1255"/>
              <a:gd name="T20" fmla="*/ 2147483647 w 1292"/>
              <a:gd name="T21" fmla="*/ 2147483647 h 1255"/>
              <a:gd name="T22" fmla="*/ 2147483647 w 1292"/>
              <a:gd name="T23" fmla="*/ 2147483647 h 125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292" h="1255">
                <a:moveTo>
                  <a:pt x="239" y="7"/>
                </a:moveTo>
                <a:cubicBezTo>
                  <a:pt x="120" y="14"/>
                  <a:pt x="70" y="71"/>
                  <a:pt x="35" y="157"/>
                </a:cubicBezTo>
                <a:cubicBezTo>
                  <a:pt x="0" y="243"/>
                  <a:pt x="26" y="411"/>
                  <a:pt x="29" y="523"/>
                </a:cubicBezTo>
                <a:cubicBezTo>
                  <a:pt x="32" y="635"/>
                  <a:pt x="17" y="771"/>
                  <a:pt x="53" y="829"/>
                </a:cubicBezTo>
                <a:cubicBezTo>
                  <a:pt x="89" y="887"/>
                  <a:pt x="146" y="821"/>
                  <a:pt x="245" y="871"/>
                </a:cubicBezTo>
                <a:cubicBezTo>
                  <a:pt x="344" y="921"/>
                  <a:pt x="522" y="1068"/>
                  <a:pt x="647" y="1129"/>
                </a:cubicBezTo>
                <a:cubicBezTo>
                  <a:pt x="772" y="1190"/>
                  <a:pt x="903" y="1255"/>
                  <a:pt x="995" y="1237"/>
                </a:cubicBezTo>
                <a:cubicBezTo>
                  <a:pt x="1087" y="1219"/>
                  <a:pt x="1153" y="1153"/>
                  <a:pt x="1199" y="1021"/>
                </a:cubicBezTo>
                <a:cubicBezTo>
                  <a:pt x="1245" y="889"/>
                  <a:pt x="1270" y="580"/>
                  <a:pt x="1271" y="445"/>
                </a:cubicBezTo>
                <a:cubicBezTo>
                  <a:pt x="1272" y="310"/>
                  <a:pt x="1292" y="266"/>
                  <a:pt x="1205" y="211"/>
                </a:cubicBezTo>
                <a:cubicBezTo>
                  <a:pt x="1118" y="156"/>
                  <a:pt x="908" y="150"/>
                  <a:pt x="749" y="115"/>
                </a:cubicBezTo>
                <a:cubicBezTo>
                  <a:pt x="590" y="80"/>
                  <a:pt x="358" y="0"/>
                  <a:pt x="239" y="7"/>
                </a:cubicBezTo>
                <a:close/>
              </a:path>
            </a:pathLst>
          </a:custGeom>
          <a:solidFill>
            <a:srgbClr val="9CE0FA"/>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charset="0"/>
              <a:ea typeface="ＭＳ Ｐゴシック" charset="0"/>
              <a:cs typeface="+mn-cs"/>
            </a:endParaRPr>
          </a:p>
        </p:txBody>
      </p:sp>
      <p:sp>
        <p:nvSpPr>
          <p:cNvPr id="50" name="Line 21">
            <a:extLst>
              <a:ext uri="{FF2B5EF4-FFF2-40B4-BE49-F238E27FC236}">
                <a16:creationId xmlns:a16="http://schemas.microsoft.com/office/drawing/2014/main" id="{8EE12B75-B162-D046-8610-F469FA2F14C7}"/>
              </a:ext>
            </a:extLst>
          </p:cNvPr>
          <p:cNvSpPr>
            <a:spLocks noChangeShapeType="1"/>
          </p:cNvSpPr>
          <p:nvPr/>
        </p:nvSpPr>
        <p:spPr bwMode="auto">
          <a:xfrm flipH="1">
            <a:off x="7446825" y="4320484"/>
            <a:ext cx="796925" cy="0"/>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52" name="Text Box 24">
            <a:extLst>
              <a:ext uri="{FF2B5EF4-FFF2-40B4-BE49-F238E27FC236}">
                <a16:creationId xmlns:a16="http://schemas.microsoft.com/office/drawing/2014/main" id="{0B96A29F-FA92-4046-A8C4-553BE3BB408B}"/>
              </a:ext>
            </a:extLst>
          </p:cNvPr>
          <p:cNvSpPr txBox="1">
            <a:spLocks noChangeArrowheads="1"/>
          </p:cNvSpPr>
          <p:nvPr/>
        </p:nvSpPr>
        <p:spPr bwMode="auto">
          <a:xfrm>
            <a:off x="6890648" y="3308137"/>
            <a:ext cx="1781175" cy="3048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Arial" charset="0"/>
                <a:ea typeface="ＭＳ Ｐゴシック" charset="0"/>
                <a:cs typeface="+mn-cs"/>
              </a:rPr>
              <a:t>1A-2F-BB-76-09-AD</a:t>
            </a:r>
          </a:p>
        </p:txBody>
      </p:sp>
      <p:sp>
        <p:nvSpPr>
          <p:cNvPr id="54" name="Line 26">
            <a:extLst>
              <a:ext uri="{FF2B5EF4-FFF2-40B4-BE49-F238E27FC236}">
                <a16:creationId xmlns:a16="http://schemas.microsoft.com/office/drawing/2014/main" id="{D34196EA-878C-BD4B-B367-A871F347D705}"/>
              </a:ext>
            </a:extLst>
          </p:cNvPr>
          <p:cNvSpPr>
            <a:spLocks noChangeShapeType="1"/>
          </p:cNvSpPr>
          <p:nvPr/>
        </p:nvSpPr>
        <p:spPr bwMode="auto">
          <a:xfrm flipV="1">
            <a:off x="8005327" y="4436502"/>
            <a:ext cx="0" cy="373063"/>
          </a:xfrm>
          <a:prstGeom prst="line">
            <a:avLst/>
          </a:prstGeom>
          <a:noFill/>
          <a:ln w="9525">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55" name="Text Box 27">
            <a:extLst>
              <a:ext uri="{FF2B5EF4-FFF2-40B4-BE49-F238E27FC236}">
                <a16:creationId xmlns:a16="http://schemas.microsoft.com/office/drawing/2014/main" id="{9E6E8FDA-5A5E-0F42-B9A3-C2819201F1EA}"/>
              </a:ext>
            </a:extLst>
          </p:cNvPr>
          <p:cNvSpPr txBox="1">
            <a:spLocks noChangeArrowheads="1"/>
          </p:cNvSpPr>
          <p:nvPr/>
        </p:nvSpPr>
        <p:spPr bwMode="auto">
          <a:xfrm>
            <a:off x="7909197" y="4779066"/>
            <a:ext cx="1739900" cy="3048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Arial" charset="0"/>
                <a:ea typeface="ＭＳ Ｐゴシック" charset="0"/>
                <a:cs typeface="+mn-cs"/>
              </a:rPr>
              <a:t>58-23-D7-FA-20-B0</a:t>
            </a:r>
          </a:p>
        </p:txBody>
      </p:sp>
      <p:sp>
        <p:nvSpPr>
          <p:cNvPr id="56" name="Line 28">
            <a:extLst>
              <a:ext uri="{FF2B5EF4-FFF2-40B4-BE49-F238E27FC236}">
                <a16:creationId xmlns:a16="http://schemas.microsoft.com/office/drawing/2014/main" id="{75320AB1-33FB-E441-96FA-8A3695961F8E}"/>
              </a:ext>
            </a:extLst>
          </p:cNvPr>
          <p:cNvSpPr>
            <a:spLocks noChangeShapeType="1"/>
          </p:cNvSpPr>
          <p:nvPr/>
        </p:nvSpPr>
        <p:spPr bwMode="auto">
          <a:xfrm flipH="1">
            <a:off x="6462781" y="5733635"/>
            <a:ext cx="360363" cy="0"/>
          </a:xfrm>
          <a:prstGeom prst="line">
            <a:avLst/>
          </a:prstGeom>
          <a:noFill/>
          <a:ln w="9525">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57" name="Text Box 29">
            <a:extLst>
              <a:ext uri="{FF2B5EF4-FFF2-40B4-BE49-F238E27FC236}">
                <a16:creationId xmlns:a16="http://schemas.microsoft.com/office/drawing/2014/main" id="{5200AA6C-1F84-3F41-9A67-F6A4557B0A51}"/>
              </a:ext>
            </a:extLst>
          </p:cNvPr>
          <p:cNvSpPr txBox="1">
            <a:spLocks noChangeArrowheads="1"/>
          </p:cNvSpPr>
          <p:nvPr/>
        </p:nvSpPr>
        <p:spPr bwMode="auto">
          <a:xfrm>
            <a:off x="6785122" y="5577774"/>
            <a:ext cx="1749425" cy="3048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Arial" charset="0"/>
                <a:ea typeface="ＭＳ Ｐゴシック" charset="0"/>
                <a:cs typeface="+mn-cs"/>
              </a:rPr>
              <a:t>0C-C4-11-6F-E3-98</a:t>
            </a:r>
          </a:p>
        </p:txBody>
      </p:sp>
      <p:sp>
        <p:nvSpPr>
          <p:cNvPr id="58" name="Line 30">
            <a:extLst>
              <a:ext uri="{FF2B5EF4-FFF2-40B4-BE49-F238E27FC236}">
                <a16:creationId xmlns:a16="http://schemas.microsoft.com/office/drawing/2014/main" id="{A3219F56-0BCF-1141-92E9-42AADFF29250}"/>
              </a:ext>
            </a:extLst>
          </p:cNvPr>
          <p:cNvSpPr>
            <a:spLocks noChangeShapeType="1"/>
          </p:cNvSpPr>
          <p:nvPr/>
        </p:nvSpPr>
        <p:spPr bwMode="auto">
          <a:xfrm flipV="1">
            <a:off x="4735234" y="4427052"/>
            <a:ext cx="0" cy="373063"/>
          </a:xfrm>
          <a:prstGeom prst="line">
            <a:avLst/>
          </a:prstGeom>
          <a:noFill/>
          <a:ln w="9525">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59" name="Text Box 31">
            <a:extLst>
              <a:ext uri="{FF2B5EF4-FFF2-40B4-BE49-F238E27FC236}">
                <a16:creationId xmlns:a16="http://schemas.microsoft.com/office/drawing/2014/main" id="{2EFE11A4-7F50-BB42-A3B3-7827175F341F}"/>
              </a:ext>
            </a:extLst>
          </p:cNvPr>
          <p:cNvSpPr txBox="1">
            <a:spLocks noChangeArrowheads="1"/>
          </p:cNvSpPr>
          <p:nvPr/>
        </p:nvSpPr>
        <p:spPr bwMode="auto">
          <a:xfrm>
            <a:off x="3817659" y="4801702"/>
            <a:ext cx="1689100" cy="3048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Arial" charset="0"/>
                <a:ea typeface="ＭＳ Ｐゴシック" charset="0"/>
                <a:cs typeface="+mn-cs"/>
              </a:rPr>
              <a:t>71-65-F7-2B-08-53</a:t>
            </a:r>
          </a:p>
        </p:txBody>
      </p:sp>
      <p:sp>
        <p:nvSpPr>
          <p:cNvPr id="60" name="Text Box 32">
            <a:extLst>
              <a:ext uri="{FF2B5EF4-FFF2-40B4-BE49-F238E27FC236}">
                <a16:creationId xmlns:a16="http://schemas.microsoft.com/office/drawing/2014/main" id="{4D80277F-6853-7C4B-8A3B-77BAE9A5AE2F}"/>
              </a:ext>
            </a:extLst>
          </p:cNvPr>
          <p:cNvSpPr txBox="1">
            <a:spLocks noChangeArrowheads="1"/>
          </p:cNvSpPr>
          <p:nvPr/>
        </p:nvSpPr>
        <p:spPr bwMode="auto">
          <a:xfrm>
            <a:off x="5327374" y="3992146"/>
            <a:ext cx="2173357" cy="86177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charset="0"/>
                <a:ea typeface="ＭＳ Ｐゴシック" charset="0"/>
                <a:cs typeface="+mn-cs"/>
              </a:rPr>
              <a:t>   </a:t>
            </a:r>
            <a:r>
              <a:rPr kumimoji="0" lang="en-US" sz="18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rPr>
              <a:t>LAN</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rPr>
              <a:t>(wired or wireless)</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rPr>
              <a:t>137.196.7/24</a:t>
            </a:r>
            <a:endParaRPr kumimoji="0" lang="en-US" sz="18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endParaRPr>
          </a:p>
        </p:txBody>
      </p:sp>
      <p:sp>
        <p:nvSpPr>
          <p:cNvPr id="61" name="Rectangle 37">
            <a:extLst>
              <a:ext uri="{FF2B5EF4-FFF2-40B4-BE49-F238E27FC236}">
                <a16:creationId xmlns:a16="http://schemas.microsoft.com/office/drawing/2014/main" id="{BD959ED9-514E-BB43-A03D-9610B0A43397}"/>
              </a:ext>
            </a:extLst>
          </p:cNvPr>
          <p:cNvSpPr>
            <a:spLocks noChangeArrowheads="1"/>
          </p:cNvSpPr>
          <p:nvPr/>
        </p:nvSpPr>
        <p:spPr bwMode="auto">
          <a:xfrm>
            <a:off x="6488853" y="3353446"/>
            <a:ext cx="160338" cy="255587"/>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Comic Sans MS" pitchFamily="66" charset="0"/>
              <a:ea typeface="ＭＳ Ｐゴシック" charset="0"/>
              <a:cs typeface="+mn-cs"/>
            </a:endParaRPr>
          </a:p>
        </p:txBody>
      </p:sp>
      <p:grpSp>
        <p:nvGrpSpPr>
          <p:cNvPr id="74" name="Group 44">
            <a:extLst>
              <a:ext uri="{FF2B5EF4-FFF2-40B4-BE49-F238E27FC236}">
                <a16:creationId xmlns:a16="http://schemas.microsoft.com/office/drawing/2014/main" id="{F28A69E5-B425-D84E-A92A-1BF2AE27083E}"/>
              </a:ext>
            </a:extLst>
          </p:cNvPr>
          <p:cNvGrpSpPr>
            <a:grpSpLocks/>
          </p:cNvGrpSpPr>
          <p:nvPr/>
        </p:nvGrpSpPr>
        <p:grpSpPr bwMode="auto">
          <a:xfrm>
            <a:off x="6030223" y="2820774"/>
            <a:ext cx="812800" cy="658813"/>
            <a:chOff x="-44" y="1473"/>
            <a:chExt cx="981" cy="1105"/>
          </a:xfrm>
        </p:grpSpPr>
        <p:pic>
          <p:nvPicPr>
            <p:cNvPr id="75" name="Picture 45" descr="desktop_computer_stylized_medium">
              <a:extLst>
                <a:ext uri="{FF2B5EF4-FFF2-40B4-BE49-F238E27FC236}">
                  <a16:creationId xmlns:a16="http://schemas.microsoft.com/office/drawing/2014/main" id="{28306720-28D9-9C4C-8C6D-B304BB9A449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76" name="Freeform 46">
              <a:extLst>
                <a:ext uri="{FF2B5EF4-FFF2-40B4-BE49-F238E27FC236}">
                  <a16:creationId xmlns:a16="http://schemas.microsoft.com/office/drawing/2014/main" id="{12165CA3-A696-A94F-A6BA-D9ECFB265DBA}"/>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grpSp>
      <p:sp>
        <p:nvSpPr>
          <p:cNvPr id="83" name="Rectangle 37">
            <a:extLst>
              <a:ext uri="{FF2B5EF4-FFF2-40B4-BE49-F238E27FC236}">
                <a16:creationId xmlns:a16="http://schemas.microsoft.com/office/drawing/2014/main" id="{CD202D37-460B-D748-8210-605E1AE082D0}"/>
              </a:ext>
            </a:extLst>
          </p:cNvPr>
          <p:cNvSpPr>
            <a:spLocks noChangeArrowheads="1"/>
          </p:cNvSpPr>
          <p:nvPr/>
        </p:nvSpPr>
        <p:spPr bwMode="auto">
          <a:xfrm rot="5400000">
            <a:off x="4597155" y="4139781"/>
            <a:ext cx="160338" cy="255587"/>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Comic Sans MS" pitchFamily="66" charset="0"/>
              <a:ea typeface="ＭＳ Ｐゴシック" charset="0"/>
              <a:cs typeface="+mn-cs"/>
            </a:endParaRPr>
          </a:p>
        </p:txBody>
      </p:sp>
      <p:sp>
        <p:nvSpPr>
          <p:cNvPr id="84" name="Rectangle 37">
            <a:extLst>
              <a:ext uri="{FF2B5EF4-FFF2-40B4-BE49-F238E27FC236}">
                <a16:creationId xmlns:a16="http://schemas.microsoft.com/office/drawing/2014/main" id="{820D05A1-5D97-6B44-A956-45C339CD6EC7}"/>
              </a:ext>
            </a:extLst>
          </p:cNvPr>
          <p:cNvSpPr>
            <a:spLocks noChangeArrowheads="1"/>
          </p:cNvSpPr>
          <p:nvPr/>
        </p:nvSpPr>
        <p:spPr bwMode="auto">
          <a:xfrm>
            <a:off x="6287678" y="5606756"/>
            <a:ext cx="160338" cy="255587"/>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Comic Sans MS" pitchFamily="66" charset="0"/>
              <a:ea typeface="ＭＳ Ｐゴシック" charset="0"/>
              <a:cs typeface="+mn-cs"/>
            </a:endParaRPr>
          </a:p>
        </p:txBody>
      </p:sp>
      <p:sp>
        <p:nvSpPr>
          <p:cNvPr id="85" name="Rectangle 37">
            <a:extLst>
              <a:ext uri="{FF2B5EF4-FFF2-40B4-BE49-F238E27FC236}">
                <a16:creationId xmlns:a16="http://schemas.microsoft.com/office/drawing/2014/main" id="{95FE12BC-DAAC-5848-8DA7-F4CB324AD8A0}"/>
              </a:ext>
            </a:extLst>
          </p:cNvPr>
          <p:cNvSpPr>
            <a:spLocks noChangeArrowheads="1"/>
          </p:cNvSpPr>
          <p:nvPr/>
        </p:nvSpPr>
        <p:spPr bwMode="auto">
          <a:xfrm rot="5400000">
            <a:off x="8031860" y="4201701"/>
            <a:ext cx="160338" cy="255587"/>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Comic Sans MS" pitchFamily="66" charset="0"/>
              <a:ea typeface="ＭＳ Ｐゴシック" charset="0"/>
              <a:cs typeface="+mn-cs"/>
            </a:endParaRPr>
          </a:p>
        </p:txBody>
      </p:sp>
      <p:grpSp>
        <p:nvGrpSpPr>
          <p:cNvPr id="64" name="Group 38">
            <a:extLst>
              <a:ext uri="{FF2B5EF4-FFF2-40B4-BE49-F238E27FC236}">
                <a16:creationId xmlns:a16="http://schemas.microsoft.com/office/drawing/2014/main" id="{90CD0E16-8B92-9A4D-9A85-FA76287C25CA}"/>
              </a:ext>
            </a:extLst>
          </p:cNvPr>
          <p:cNvGrpSpPr>
            <a:grpSpLocks/>
          </p:cNvGrpSpPr>
          <p:nvPr/>
        </p:nvGrpSpPr>
        <p:grpSpPr bwMode="auto">
          <a:xfrm>
            <a:off x="3922434" y="3893652"/>
            <a:ext cx="812800" cy="658813"/>
            <a:chOff x="-44" y="1473"/>
            <a:chExt cx="981" cy="1105"/>
          </a:xfrm>
        </p:grpSpPr>
        <p:pic>
          <p:nvPicPr>
            <p:cNvPr id="65" name="Picture 39" descr="desktop_computer_stylized_medium">
              <a:extLst>
                <a:ext uri="{FF2B5EF4-FFF2-40B4-BE49-F238E27FC236}">
                  <a16:creationId xmlns:a16="http://schemas.microsoft.com/office/drawing/2014/main" id="{8751C04C-5F67-E747-BB72-C6A175F351E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66" name="Freeform 40">
              <a:extLst>
                <a:ext uri="{FF2B5EF4-FFF2-40B4-BE49-F238E27FC236}">
                  <a16:creationId xmlns:a16="http://schemas.microsoft.com/office/drawing/2014/main" id="{42DD46F7-3C85-0143-8A1D-B7410F2B0D09}"/>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grpSp>
      <p:grpSp>
        <p:nvGrpSpPr>
          <p:cNvPr id="79" name="Group 47">
            <a:extLst>
              <a:ext uri="{FF2B5EF4-FFF2-40B4-BE49-F238E27FC236}">
                <a16:creationId xmlns:a16="http://schemas.microsoft.com/office/drawing/2014/main" id="{44746C07-410E-1F4F-91B6-1B430F3CFA31}"/>
              </a:ext>
            </a:extLst>
          </p:cNvPr>
          <p:cNvGrpSpPr>
            <a:grpSpLocks/>
          </p:cNvGrpSpPr>
          <p:nvPr/>
        </p:nvGrpSpPr>
        <p:grpSpPr bwMode="auto">
          <a:xfrm>
            <a:off x="7880069" y="4049022"/>
            <a:ext cx="812800" cy="658812"/>
            <a:chOff x="-26" y="1473"/>
            <a:chExt cx="981" cy="1105"/>
          </a:xfrm>
        </p:grpSpPr>
        <p:pic>
          <p:nvPicPr>
            <p:cNvPr id="80" name="Picture 48" descr="desktop_computer_stylized_medium">
              <a:extLst>
                <a:ext uri="{FF2B5EF4-FFF2-40B4-BE49-F238E27FC236}">
                  <a16:creationId xmlns:a16="http://schemas.microsoft.com/office/drawing/2014/main" id="{3B33B5E2-E8CC-3C46-9F6A-AA84F471943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26" y="1473"/>
              <a:ext cx="981" cy="1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81" name="Freeform 49">
              <a:extLst>
                <a:ext uri="{FF2B5EF4-FFF2-40B4-BE49-F238E27FC236}">
                  <a16:creationId xmlns:a16="http://schemas.microsoft.com/office/drawing/2014/main" id="{7DA23775-D4E8-F544-B835-C7A71FAB6CEF}"/>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grpSp>
      <p:cxnSp>
        <p:nvCxnSpPr>
          <p:cNvPr id="4" name="Straight Arrow Connector 3">
            <a:extLst>
              <a:ext uri="{FF2B5EF4-FFF2-40B4-BE49-F238E27FC236}">
                <a16:creationId xmlns:a16="http://schemas.microsoft.com/office/drawing/2014/main" id="{104DD163-DABA-C240-A6C6-E33234DB2F4D}"/>
              </a:ext>
            </a:extLst>
          </p:cNvPr>
          <p:cNvCxnSpPr/>
          <p:nvPr/>
        </p:nvCxnSpPr>
        <p:spPr>
          <a:xfrm flipH="1">
            <a:off x="6719722" y="3486836"/>
            <a:ext cx="254833" cy="0"/>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69" name="Group 41">
            <a:extLst>
              <a:ext uri="{FF2B5EF4-FFF2-40B4-BE49-F238E27FC236}">
                <a16:creationId xmlns:a16="http://schemas.microsoft.com/office/drawing/2014/main" id="{27B89BCB-87CA-7640-BC2D-65A05B519E96}"/>
              </a:ext>
            </a:extLst>
          </p:cNvPr>
          <p:cNvGrpSpPr>
            <a:grpSpLocks/>
          </p:cNvGrpSpPr>
          <p:nvPr/>
        </p:nvGrpSpPr>
        <p:grpSpPr bwMode="auto">
          <a:xfrm>
            <a:off x="5832544" y="5800310"/>
            <a:ext cx="812800" cy="658813"/>
            <a:chOff x="-44" y="1473"/>
            <a:chExt cx="981" cy="1105"/>
          </a:xfrm>
        </p:grpSpPr>
        <p:pic>
          <p:nvPicPr>
            <p:cNvPr id="70" name="Picture 42" descr="desktop_computer_stylized_medium">
              <a:extLst>
                <a:ext uri="{FF2B5EF4-FFF2-40B4-BE49-F238E27FC236}">
                  <a16:creationId xmlns:a16="http://schemas.microsoft.com/office/drawing/2014/main" id="{0C82CFB4-3428-8647-99DD-3B6C59F3E2E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71" name="Freeform 43">
              <a:extLst>
                <a:ext uri="{FF2B5EF4-FFF2-40B4-BE49-F238E27FC236}">
                  <a16:creationId xmlns:a16="http://schemas.microsoft.com/office/drawing/2014/main" id="{04A0D4C8-54E1-0E46-B711-36765520B5FF}"/>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grpSp>
      <p:sp>
        <p:nvSpPr>
          <p:cNvPr id="87" name="Text Box 33">
            <a:extLst>
              <a:ext uri="{FF2B5EF4-FFF2-40B4-BE49-F238E27FC236}">
                <a16:creationId xmlns:a16="http://schemas.microsoft.com/office/drawing/2014/main" id="{4D60F09C-EEAE-8949-89C9-70CE657C87F3}"/>
              </a:ext>
            </a:extLst>
          </p:cNvPr>
          <p:cNvSpPr txBox="1">
            <a:spLocks noChangeArrowheads="1"/>
          </p:cNvSpPr>
          <p:nvPr/>
        </p:nvSpPr>
        <p:spPr bwMode="auto">
          <a:xfrm>
            <a:off x="6867458" y="3093691"/>
            <a:ext cx="1217612" cy="3048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Arial" charset="0"/>
                <a:ea typeface="ＭＳ Ｐゴシック" charset="0"/>
                <a:cs typeface="+mn-cs"/>
              </a:rPr>
              <a:t>137.196.7.78</a:t>
            </a:r>
          </a:p>
        </p:txBody>
      </p:sp>
      <p:sp>
        <p:nvSpPr>
          <p:cNvPr id="88" name="Text Box 36">
            <a:extLst>
              <a:ext uri="{FF2B5EF4-FFF2-40B4-BE49-F238E27FC236}">
                <a16:creationId xmlns:a16="http://schemas.microsoft.com/office/drawing/2014/main" id="{DD4B55F8-6951-BB48-93B1-8A8C712F3DFA}"/>
              </a:ext>
            </a:extLst>
          </p:cNvPr>
          <p:cNvSpPr txBox="1">
            <a:spLocks noChangeArrowheads="1"/>
          </p:cNvSpPr>
          <p:nvPr/>
        </p:nvSpPr>
        <p:spPr bwMode="auto">
          <a:xfrm>
            <a:off x="7903609" y="4977848"/>
            <a:ext cx="1217612" cy="3048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Arial" charset="0"/>
                <a:ea typeface="ＭＳ Ｐゴシック" charset="0"/>
                <a:cs typeface="+mn-cs"/>
              </a:rPr>
              <a:t>137.196.7.14</a:t>
            </a:r>
          </a:p>
        </p:txBody>
      </p:sp>
      <p:sp>
        <p:nvSpPr>
          <p:cNvPr id="89" name="Text Box 39">
            <a:extLst>
              <a:ext uri="{FF2B5EF4-FFF2-40B4-BE49-F238E27FC236}">
                <a16:creationId xmlns:a16="http://schemas.microsoft.com/office/drawing/2014/main" id="{2D84C91A-F7A7-644A-9323-5E12ED7E9513}"/>
              </a:ext>
            </a:extLst>
          </p:cNvPr>
          <p:cNvSpPr txBox="1">
            <a:spLocks noChangeArrowheads="1"/>
          </p:cNvSpPr>
          <p:nvPr/>
        </p:nvSpPr>
        <p:spPr bwMode="auto">
          <a:xfrm>
            <a:off x="6746875" y="5795342"/>
            <a:ext cx="1217613" cy="3048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Arial" charset="0"/>
                <a:ea typeface="ＭＳ Ｐゴシック" charset="0"/>
                <a:cs typeface="+mn-cs"/>
              </a:rPr>
              <a:t>137.196.7.88</a:t>
            </a:r>
          </a:p>
        </p:txBody>
      </p:sp>
      <p:sp>
        <p:nvSpPr>
          <p:cNvPr id="90" name="Text Box 31">
            <a:extLst>
              <a:ext uri="{FF2B5EF4-FFF2-40B4-BE49-F238E27FC236}">
                <a16:creationId xmlns:a16="http://schemas.microsoft.com/office/drawing/2014/main" id="{CD5A8CEC-3E57-A944-A0C6-256AED094136}"/>
              </a:ext>
            </a:extLst>
          </p:cNvPr>
          <p:cNvSpPr txBox="1">
            <a:spLocks noChangeArrowheads="1"/>
          </p:cNvSpPr>
          <p:nvPr/>
        </p:nvSpPr>
        <p:spPr bwMode="auto">
          <a:xfrm>
            <a:off x="3822352" y="5017604"/>
            <a:ext cx="1217612" cy="3048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Arial" charset="0"/>
                <a:ea typeface="ＭＳ Ｐゴシック" charset="0"/>
                <a:cs typeface="+mn-cs"/>
              </a:rPr>
              <a:t>137.196.7.23</a:t>
            </a:r>
          </a:p>
        </p:txBody>
      </p:sp>
    </p:spTree>
    <p:extLst>
      <p:ext uri="{BB962C8B-B14F-4D97-AF65-F5344CB8AC3E}">
        <p14:creationId xmlns:p14="http://schemas.microsoft.com/office/powerpoint/2010/main" val="36909719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800100" y="349426"/>
            <a:ext cx="10515600" cy="894622"/>
          </a:xfrm>
        </p:spPr>
        <p:txBody>
          <a:bodyPr>
            <a:normAutofit/>
          </a:bodyPr>
          <a:lstStyle/>
          <a:p>
            <a:r>
              <a:rPr lang="en-US" b="0" kern="0" dirty="0">
                <a:solidFill>
                  <a:srgbClr val="000099"/>
                </a:solidFill>
                <a:latin typeface="+mn-lt"/>
                <a:ea typeface="ＭＳ Ｐゴシック" charset="0"/>
              </a:rPr>
              <a:t>MAC addresses</a:t>
            </a:r>
            <a:endParaRPr lang="en-US" sz="4400" b="0" dirty="0">
              <a:latin typeface="+mn-lt"/>
            </a:endParaRPr>
          </a:p>
        </p:txBody>
      </p:sp>
      <p:sp>
        <p:nvSpPr>
          <p:cNvPr id="439" name="Slide Number Placeholder 4">
            <a:extLst>
              <a:ext uri="{FF2B5EF4-FFF2-40B4-BE49-F238E27FC236}">
                <a16:creationId xmlns:a16="http://schemas.microsoft.com/office/drawing/2014/main" id="{C87F3257-E91D-E144-BA13-B0DD96B23FDC}"/>
              </a:ext>
            </a:extLst>
          </p:cNvPr>
          <p:cNvSpPr>
            <a:spLocks noGrp="1"/>
          </p:cNvSpPr>
          <p:nvPr>
            <p:ph type="sldNum" sz="quarter" idx="4"/>
          </p:nvPr>
        </p:nvSpPr>
        <p:spPr>
          <a:xfrm>
            <a:off x="9219616" y="6443089"/>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rPr>
              <a:t>Link Layer: 6-</a:t>
            </a:r>
            <a:fld id="{C4204591-24BD-A542-B9D5-F8D8A88D2FEE}" type="slidenum">
              <a:rPr kumimoji="0" lang="en-US" sz="1100" b="0" i="0" u="none" strike="noStrike" kern="1200" cap="none" spc="0" normalizeH="0" baseline="0" noProof="0" smtClean="0">
                <a:ln>
                  <a:noFill/>
                </a:ln>
                <a:solidFill>
                  <a:prstClr val="white">
                    <a:lumMod val="50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1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endParaRPr>
          </a:p>
        </p:txBody>
      </p:sp>
      <p:sp>
        <p:nvSpPr>
          <p:cNvPr id="36" name="Rectangle 3">
            <a:extLst>
              <a:ext uri="{FF2B5EF4-FFF2-40B4-BE49-F238E27FC236}">
                <a16:creationId xmlns:a16="http://schemas.microsoft.com/office/drawing/2014/main" id="{B986A0BA-C01E-D148-B175-80505AC80C09}"/>
              </a:ext>
            </a:extLst>
          </p:cNvPr>
          <p:cNvSpPr txBox="1">
            <a:spLocks noChangeArrowheads="1"/>
          </p:cNvSpPr>
          <p:nvPr/>
        </p:nvSpPr>
        <p:spPr>
          <a:xfrm>
            <a:off x="1010477" y="1441173"/>
            <a:ext cx="10028583" cy="5012635"/>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04813" marR="0" lvl="0" indent="-274638"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rPr>
              <a:t>MAC address allocation administered by IEEE</a:t>
            </a:r>
          </a:p>
          <a:p>
            <a:pPr marL="404813" marR="0" lvl="0" indent="-274638"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rPr>
              <a:t>manufacturer buys portion of MAC address space (to assure uniqueness)</a:t>
            </a:r>
          </a:p>
          <a:p>
            <a:pPr marL="404813" marR="0" lvl="0" indent="-274638"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rPr>
              <a:t>analogy:</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MAC address: like Social Security Number</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IP address: like postal address</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rPr>
              <a:t> MAC flat address: portability </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can move interface from one LAN to another</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recall IP address </a:t>
            </a:r>
            <a:r>
              <a:rPr kumimoji="0" lang="en-US" sz="2800" b="0" i="1" u="none" strike="noStrike" kern="1200" cap="none" spc="0" normalizeH="0" baseline="0" noProof="0" dirty="0">
                <a:ln>
                  <a:noFill/>
                </a:ln>
                <a:solidFill>
                  <a:prstClr val="black"/>
                </a:solidFill>
                <a:effectLst/>
                <a:uLnTx/>
                <a:uFillTx/>
                <a:latin typeface="Calibri" panose="020F0502020204030204"/>
                <a:ea typeface="+mn-ea"/>
                <a:cs typeface="+mn-cs"/>
              </a:rPr>
              <a:t>not</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portable: depends on IP subnet to which node is attached</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endParaRPr kumimoji="0" lang="en-US" sz="3200" b="0" i="0" u="none" strike="noStrike" kern="1200" cap="none" spc="0" normalizeH="0" baseline="0" noProof="0" dirty="0">
              <a:ln>
                <a:noFill/>
              </a:ln>
              <a:solidFill>
                <a:prstClr val="black"/>
              </a:solidFill>
              <a:effectLst/>
              <a:uLnTx/>
              <a:uFillTx/>
              <a:latin typeface="Gill Sans MT" charset="0"/>
              <a:ea typeface="+mn-ea"/>
              <a:cs typeface="+mn-cs"/>
            </a:endParaRPr>
          </a:p>
        </p:txBody>
      </p:sp>
    </p:spTree>
    <p:extLst>
      <p:ext uri="{BB962C8B-B14F-4D97-AF65-F5344CB8AC3E}">
        <p14:creationId xmlns:p14="http://schemas.microsoft.com/office/powerpoint/2010/main" val="4976119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6">
                                            <p:txEl>
                                              <p:pRg st="0" end="0"/>
                                            </p:txEl>
                                          </p:spTgt>
                                        </p:tgtEl>
                                        <p:attrNameLst>
                                          <p:attrName>style.visibility</p:attrName>
                                        </p:attrNameLst>
                                      </p:cBhvr>
                                      <p:to>
                                        <p:strVal val="visible"/>
                                      </p:to>
                                    </p:set>
                                    <p:animEffect transition="in" filter="dissolve">
                                      <p:cBhvr>
                                        <p:cTn id="7" dur="500"/>
                                        <p:tgtEl>
                                          <p:spTgt spid="36">
                                            <p:txEl>
                                              <p:pRg st="0" end="0"/>
                                            </p:txEl>
                                          </p:spTgt>
                                        </p:tgtEl>
                                      </p:cBhvr>
                                    </p:animEffect>
                                  </p:childTnLst>
                                </p:cTn>
                              </p:par>
                              <p:par>
                                <p:cTn id="8" presetID="9" presetClass="entr" presetSubtype="0" fill="hold" nodeType="withEffect">
                                  <p:stCondLst>
                                    <p:cond delay="0"/>
                                  </p:stCondLst>
                                  <p:childTnLst>
                                    <p:set>
                                      <p:cBhvr>
                                        <p:cTn id="9" dur="1" fill="hold">
                                          <p:stCondLst>
                                            <p:cond delay="0"/>
                                          </p:stCondLst>
                                        </p:cTn>
                                        <p:tgtEl>
                                          <p:spTgt spid="36">
                                            <p:txEl>
                                              <p:pRg st="1" end="1"/>
                                            </p:txEl>
                                          </p:spTgt>
                                        </p:tgtEl>
                                        <p:attrNameLst>
                                          <p:attrName>style.visibility</p:attrName>
                                        </p:attrNameLst>
                                      </p:cBhvr>
                                      <p:to>
                                        <p:strVal val="visible"/>
                                      </p:to>
                                    </p:set>
                                    <p:animEffect transition="in" filter="dissolve">
                                      <p:cBhvr>
                                        <p:cTn id="10" dur="500"/>
                                        <p:tgtEl>
                                          <p:spTgt spid="36">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nodeType="clickEffect">
                                  <p:stCondLst>
                                    <p:cond delay="0"/>
                                  </p:stCondLst>
                                  <p:childTnLst>
                                    <p:set>
                                      <p:cBhvr>
                                        <p:cTn id="14" dur="1" fill="hold">
                                          <p:stCondLst>
                                            <p:cond delay="0"/>
                                          </p:stCondLst>
                                        </p:cTn>
                                        <p:tgtEl>
                                          <p:spTgt spid="36">
                                            <p:txEl>
                                              <p:pRg st="2" end="2"/>
                                            </p:txEl>
                                          </p:spTgt>
                                        </p:tgtEl>
                                        <p:attrNameLst>
                                          <p:attrName>style.visibility</p:attrName>
                                        </p:attrNameLst>
                                      </p:cBhvr>
                                      <p:to>
                                        <p:strVal val="visible"/>
                                      </p:to>
                                    </p:set>
                                    <p:animEffect transition="in" filter="dissolve">
                                      <p:cBhvr>
                                        <p:cTn id="15" dur="500"/>
                                        <p:tgtEl>
                                          <p:spTgt spid="36">
                                            <p:txEl>
                                              <p:pRg st="2" end="2"/>
                                            </p:txEl>
                                          </p:spTgt>
                                        </p:tgtEl>
                                      </p:cBhvr>
                                    </p:animEffect>
                                  </p:childTnLst>
                                </p:cTn>
                              </p:par>
                              <p:par>
                                <p:cTn id="16" presetID="9" presetClass="entr" presetSubtype="0" fill="hold" nodeType="withEffect">
                                  <p:stCondLst>
                                    <p:cond delay="0"/>
                                  </p:stCondLst>
                                  <p:childTnLst>
                                    <p:set>
                                      <p:cBhvr>
                                        <p:cTn id="17" dur="1" fill="hold">
                                          <p:stCondLst>
                                            <p:cond delay="0"/>
                                          </p:stCondLst>
                                        </p:cTn>
                                        <p:tgtEl>
                                          <p:spTgt spid="36">
                                            <p:txEl>
                                              <p:pRg st="3" end="3"/>
                                            </p:txEl>
                                          </p:spTgt>
                                        </p:tgtEl>
                                        <p:attrNameLst>
                                          <p:attrName>style.visibility</p:attrName>
                                        </p:attrNameLst>
                                      </p:cBhvr>
                                      <p:to>
                                        <p:strVal val="visible"/>
                                      </p:to>
                                    </p:set>
                                    <p:animEffect transition="in" filter="dissolve">
                                      <p:cBhvr>
                                        <p:cTn id="18" dur="500"/>
                                        <p:tgtEl>
                                          <p:spTgt spid="36">
                                            <p:txEl>
                                              <p:pRg st="3" end="3"/>
                                            </p:txEl>
                                          </p:spTgt>
                                        </p:tgtEl>
                                      </p:cBhvr>
                                    </p:animEffect>
                                  </p:childTnLst>
                                </p:cTn>
                              </p:par>
                              <p:par>
                                <p:cTn id="19" presetID="9" presetClass="entr" presetSubtype="0" fill="hold" nodeType="withEffect">
                                  <p:stCondLst>
                                    <p:cond delay="0"/>
                                  </p:stCondLst>
                                  <p:childTnLst>
                                    <p:set>
                                      <p:cBhvr>
                                        <p:cTn id="20" dur="1" fill="hold">
                                          <p:stCondLst>
                                            <p:cond delay="0"/>
                                          </p:stCondLst>
                                        </p:cTn>
                                        <p:tgtEl>
                                          <p:spTgt spid="36">
                                            <p:txEl>
                                              <p:pRg st="4" end="4"/>
                                            </p:txEl>
                                          </p:spTgt>
                                        </p:tgtEl>
                                        <p:attrNameLst>
                                          <p:attrName>style.visibility</p:attrName>
                                        </p:attrNameLst>
                                      </p:cBhvr>
                                      <p:to>
                                        <p:strVal val="visible"/>
                                      </p:to>
                                    </p:set>
                                    <p:animEffect transition="in" filter="dissolve">
                                      <p:cBhvr>
                                        <p:cTn id="21" dur="500"/>
                                        <p:tgtEl>
                                          <p:spTgt spid="36">
                                            <p:txEl>
                                              <p:pRg st="4" end="4"/>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nodeType="clickEffect">
                                  <p:stCondLst>
                                    <p:cond delay="0"/>
                                  </p:stCondLst>
                                  <p:childTnLst>
                                    <p:set>
                                      <p:cBhvr>
                                        <p:cTn id="25" dur="1" fill="hold">
                                          <p:stCondLst>
                                            <p:cond delay="0"/>
                                          </p:stCondLst>
                                        </p:cTn>
                                        <p:tgtEl>
                                          <p:spTgt spid="36">
                                            <p:txEl>
                                              <p:pRg st="5" end="5"/>
                                            </p:txEl>
                                          </p:spTgt>
                                        </p:tgtEl>
                                        <p:attrNameLst>
                                          <p:attrName>style.visibility</p:attrName>
                                        </p:attrNameLst>
                                      </p:cBhvr>
                                      <p:to>
                                        <p:strVal val="visible"/>
                                      </p:to>
                                    </p:set>
                                    <p:animEffect transition="in" filter="dissolve">
                                      <p:cBhvr>
                                        <p:cTn id="26" dur="500"/>
                                        <p:tgtEl>
                                          <p:spTgt spid="36">
                                            <p:txEl>
                                              <p:pRg st="5" end="5"/>
                                            </p:txEl>
                                          </p:spTgt>
                                        </p:tgtEl>
                                      </p:cBhvr>
                                    </p:animEffect>
                                  </p:childTnLst>
                                </p:cTn>
                              </p:par>
                              <p:par>
                                <p:cTn id="27" presetID="9" presetClass="entr" presetSubtype="0" fill="hold" nodeType="withEffect">
                                  <p:stCondLst>
                                    <p:cond delay="0"/>
                                  </p:stCondLst>
                                  <p:childTnLst>
                                    <p:set>
                                      <p:cBhvr>
                                        <p:cTn id="28" dur="1" fill="hold">
                                          <p:stCondLst>
                                            <p:cond delay="0"/>
                                          </p:stCondLst>
                                        </p:cTn>
                                        <p:tgtEl>
                                          <p:spTgt spid="36">
                                            <p:txEl>
                                              <p:pRg st="6" end="6"/>
                                            </p:txEl>
                                          </p:spTgt>
                                        </p:tgtEl>
                                        <p:attrNameLst>
                                          <p:attrName>style.visibility</p:attrName>
                                        </p:attrNameLst>
                                      </p:cBhvr>
                                      <p:to>
                                        <p:strVal val="visible"/>
                                      </p:to>
                                    </p:set>
                                    <p:animEffect transition="in" filter="dissolve">
                                      <p:cBhvr>
                                        <p:cTn id="29" dur="500"/>
                                        <p:tgtEl>
                                          <p:spTgt spid="36">
                                            <p:txEl>
                                              <p:pRg st="6" end="6"/>
                                            </p:txEl>
                                          </p:spTgt>
                                        </p:tgtEl>
                                      </p:cBhvr>
                                    </p:animEffect>
                                  </p:childTnLst>
                                </p:cTn>
                              </p:par>
                              <p:par>
                                <p:cTn id="30" presetID="9" presetClass="entr" presetSubtype="0" fill="hold" nodeType="withEffect">
                                  <p:stCondLst>
                                    <p:cond delay="0"/>
                                  </p:stCondLst>
                                  <p:childTnLst>
                                    <p:set>
                                      <p:cBhvr>
                                        <p:cTn id="31" dur="1" fill="hold">
                                          <p:stCondLst>
                                            <p:cond delay="0"/>
                                          </p:stCondLst>
                                        </p:cTn>
                                        <p:tgtEl>
                                          <p:spTgt spid="36">
                                            <p:txEl>
                                              <p:pRg st="7" end="7"/>
                                            </p:txEl>
                                          </p:spTgt>
                                        </p:tgtEl>
                                        <p:attrNameLst>
                                          <p:attrName>style.visibility</p:attrName>
                                        </p:attrNameLst>
                                      </p:cBhvr>
                                      <p:to>
                                        <p:strVal val="visible"/>
                                      </p:to>
                                    </p:set>
                                    <p:animEffect transition="in" filter="dissolve">
                                      <p:cBhvr>
                                        <p:cTn id="32" dur="500"/>
                                        <p:tgtEl>
                                          <p:spTgt spid="36">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800100" y="349426"/>
            <a:ext cx="10515600" cy="894622"/>
          </a:xfrm>
        </p:spPr>
        <p:txBody>
          <a:bodyPr>
            <a:normAutofit/>
          </a:bodyPr>
          <a:lstStyle/>
          <a:p>
            <a:r>
              <a:rPr lang="en-US" b="0" kern="0" dirty="0">
                <a:solidFill>
                  <a:srgbClr val="000099"/>
                </a:solidFill>
                <a:latin typeface="+mn-lt"/>
                <a:ea typeface="ＭＳ Ｐゴシック" charset="0"/>
              </a:rPr>
              <a:t>ARP: address resolution protocol</a:t>
            </a:r>
            <a:endParaRPr lang="en-US" sz="4400" b="0" dirty="0">
              <a:latin typeface="+mn-lt"/>
            </a:endParaRPr>
          </a:p>
        </p:txBody>
      </p:sp>
      <p:sp>
        <p:nvSpPr>
          <p:cNvPr id="439" name="Slide Number Placeholder 4">
            <a:extLst>
              <a:ext uri="{FF2B5EF4-FFF2-40B4-BE49-F238E27FC236}">
                <a16:creationId xmlns:a16="http://schemas.microsoft.com/office/drawing/2014/main" id="{C87F3257-E91D-E144-BA13-B0DD96B23FDC}"/>
              </a:ext>
            </a:extLst>
          </p:cNvPr>
          <p:cNvSpPr>
            <a:spLocks noGrp="1"/>
          </p:cNvSpPr>
          <p:nvPr>
            <p:ph type="sldNum" sz="quarter" idx="4"/>
          </p:nvPr>
        </p:nvSpPr>
        <p:spPr>
          <a:xfrm>
            <a:off x="9219616" y="6443089"/>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rPr>
              <a:t>Link Layer: 6-</a:t>
            </a:r>
            <a:fld id="{C4204591-24BD-A542-B9D5-F8D8A88D2FEE}" type="slidenum">
              <a:rPr kumimoji="0" lang="en-US" sz="1100" b="0" i="0" u="none" strike="noStrike" kern="1200" cap="none" spc="0" normalizeH="0" baseline="0" noProof="0" smtClean="0">
                <a:ln>
                  <a:noFill/>
                </a:ln>
                <a:solidFill>
                  <a:prstClr val="white">
                    <a:lumMod val="50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1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endParaRPr>
          </a:p>
        </p:txBody>
      </p:sp>
      <p:sp>
        <p:nvSpPr>
          <p:cNvPr id="5" name="Rectangle 4">
            <a:extLst>
              <a:ext uri="{FF2B5EF4-FFF2-40B4-BE49-F238E27FC236}">
                <a16:creationId xmlns:a16="http://schemas.microsoft.com/office/drawing/2014/main" id="{E7D1271A-DBC6-204B-8B80-84096104E623}"/>
              </a:ext>
            </a:extLst>
          </p:cNvPr>
          <p:cNvSpPr txBox="1">
            <a:spLocks noChangeArrowheads="1"/>
          </p:cNvSpPr>
          <p:nvPr/>
        </p:nvSpPr>
        <p:spPr>
          <a:xfrm>
            <a:off x="6082748" y="2344599"/>
            <a:ext cx="5193195" cy="953237"/>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
                <a:srgbClr val="0000A3"/>
              </a:buClr>
              <a:buSzTx/>
              <a:buFont typeface="Wingdings" charset="0"/>
              <a:buNone/>
              <a:tabLst/>
              <a:defRPr/>
            </a:pPr>
            <a:r>
              <a:rPr kumimoji="0" lang="en-US" sz="2800" b="0" i="0" u="none" strike="noStrike" kern="1200" cap="none" spc="0" normalizeH="0" baseline="0" noProof="0" dirty="0">
                <a:ln>
                  <a:noFill/>
                </a:ln>
                <a:solidFill>
                  <a:srgbClr val="0000A8"/>
                </a:solidFill>
                <a:effectLst/>
                <a:uLnTx/>
                <a:uFillTx/>
                <a:latin typeface="Calibri" panose="020F0502020204030204"/>
                <a:ea typeface="+mn-ea"/>
                <a:cs typeface="+mn-cs"/>
              </a:rPr>
              <a:t>ARP table: </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each IP node (host, router) on LAN has table</a:t>
            </a:r>
          </a:p>
        </p:txBody>
      </p:sp>
      <p:sp>
        <p:nvSpPr>
          <p:cNvPr id="7" name="Text Box 6">
            <a:extLst>
              <a:ext uri="{FF2B5EF4-FFF2-40B4-BE49-F238E27FC236}">
                <a16:creationId xmlns:a16="http://schemas.microsoft.com/office/drawing/2014/main" id="{8DB7D2E6-BC71-6342-8A7E-D3134900B7EA}"/>
              </a:ext>
            </a:extLst>
          </p:cNvPr>
          <p:cNvSpPr txBox="1">
            <a:spLocks noChangeArrowheads="1"/>
          </p:cNvSpPr>
          <p:nvPr/>
        </p:nvSpPr>
        <p:spPr bwMode="auto">
          <a:xfrm>
            <a:off x="786592" y="1314450"/>
            <a:ext cx="11034346" cy="954107"/>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1" u="none" strike="noStrike" kern="1200" cap="none" spc="0" normalizeH="0" baseline="0" noProof="0" dirty="0">
                <a:ln>
                  <a:noFill/>
                </a:ln>
                <a:solidFill>
                  <a:srgbClr val="0000A8"/>
                </a:solidFill>
                <a:effectLst/>
                <a:uLnTx/>
                <a:uFillTx/>
                <a:latin typeface="Calibri" panose="020F0502020204030204"/>
                <a:ea typeface="ＭＳ Ｐゴシック" charset="0"/>
                <a:cs typeface="+mn-cs"/>
              </a:rPr>
              <a:t>Question:</a:t>
            </a:r>
            <a:r>
              <a:rPr kumimoji="0" lang="en-US" sz="2800" b="0" i="0" u="none" strike="noStrike" kern="1200" cap="none" spc="0" normalizeH="0" baseline="0" noProof="0" dirty="0">
                <a:ln>
                  <a:noFill/>
                </a:ln>
                <a:solidFill>
                  <a:srgbClr val="0000A8"/>
                </a:solidFill>
                <a:effectLst/>
                <a:uLnTx/>
                <a:uFillTx/>
                <a:latin typeface="Calibri" panose="020F0502020204030204"/>
                <a:ea typeface="ＭＳ Ｐゴシック" charset="0"/>
                <a:cs typeface="+mn-cs"/>
              </a:rPr>
              <a:t> </a:t>
            </a:r>
            <a:r>
              <a:rPr kumimoji="0" lang="en-US" sz="28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how to determine interface’s MAC address, knowing its IP address?</a:t>
            </a:r>
          </a:p>
        </p:txBody>
      </p:sp>
      <p:grpSp>
        <p:nvGrpSpPr>
          <p:cNvPr id="50" name="Group 49">
            <a:extLst>
              <a:ext uri="{FF2B5EF4-FFF2-40B4-BE49-F238E27FC236}">
                <a16:creationId xmlns:a16="http://schemas.microsoft.com/office/drawing/2014/main" id="{46F90A8E-A97F-4B47-8617-1E0B801A3FBF}"/>
              </a:ext>
            </a:extLst>
          </p:cNvPr>
          <p:cNvGrpSpPr/>
          <p:nvPr/>
        </p:nvGrpSpPr>
        <p:grpSpPr>
          <a:xfrm>
            <a:off x="948563" y="2990022"/>
            <a:ext cx="4847955" cy="2799867"/>
            <a:chOff x="3970059" y="2973174"/>
            <a:chExt cx="6053187" cy="3638349"/>
          </a:xfrm>
        </p:grpSpPr>
        <p:sp>
          <p:nvSpPr>
            <p:cNvPr id="51" name="Line 19">
              <a:extLst>
                <a:ext uri="{FF2B5EF4-FFF2-40B4-BE49-F238E27FC236}">
                  <a16:creationId xmlns:a16="http://schemas.microsoft.com/office/drawing/2014/main" id="{EFCCF237-D462-A848-A2F9-0B5DDED1EC93}"/>
                </a:ext>
              </a:extLst>
            </p:cNvPr>
            <p:cNvSpPr>
              <a:spLocks noChangeShapeType="1"/>
            </p:cNvSpPr>
            <p:nvPr/>
          </p:nvSpPr>
          <p:spPr bwMode="auto">
            <a:xfrm>
              <a:off x="4951134" y="4423877"/>
              <a:ext cx="901700" cy="0"/>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endParaRPr>
            </a:p>
          </p:txBody>
        </p:sp>
        <p:sp>
          <p:nvSpPr>
            <p:cNvPr id="52" name="Line 20">
              <a:extLst>
                <a:ext uri="{FF2B5EF4-FFF2-40B4-BE49-F238E27FC236}">
                  <a16:creationId xmlns:a16="http://schemas.microsoft.com/office/drawing/2014/main" id="{26F73C0C-F34D-EB41-919F-BDF66A1E557B}"/>
                </a:ext>
              </a:extLst>
            </p:cNvPr>
            <p:cNvSpPr>
              <a:spLocks noChangeShapeType="1"/>
            </p:cNvSpPr>
            <p:nvPr/>
          </p:nvSpPr>
          <p:spPr bwMode="auto">
            <a:xfrm>
              <a:off x="6735625" y="3504024"/>
              <a:ext cx="0" cy="655637"/>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endParaRPr>
            </a:p>
          </p:txBody>
        </p:sp>
        <p:sp>
          <p:nvSpPr>
            <p:cNvPr id="53" name="Line 22">
              <a:extLst>
                <a:ext uri="{FF2B5EF4-FFF2-40B4-BE49-F238E27FC236}">
                  <a16:creationId xmlns:a16="http://schemas.microsoft.com/office/drawing/2014/main" id="{F5CD6898-8663-6D43-BAA6-A8946A48AD83}"/>
                </a:ext>
              </a:extLst>
            </p:cNvPr>
            <p:cNvSpPr>
              <a:spLocks noChangeShapeType="1"/>
            </p:cNvSpPr>
            <p:nvPr/>
          </p:nvSpPr>
          <p:spPr bwMode="auto">
            <a:xfrm flipV="1">
              <a:off x="6511994" y="5451266"/>
              <a:ext cx="0" cy="438150"/>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endParaRPr>
            </a:p>
          </p:txBody>
        </p:sp>
        <p:sp>
          <p:nvSpPr>
            <p:cNvPr id="54" name="Freeform 8">
              <a:extLst>
                <a:ext uri="{FF2B5EF4-FFF2-40B4-BE49-F238E27FC236}">
                  <a16:creationId xmlns:a16="http://schemas.microsoft.com/office/drawing/2014/main" id="{BC091F0C-CFB4-544C-B235-9FB23A12BB73}"/>
                </a:ext>
              </a:extLst>
            </p:cNvPr>
            <p:cNvSpPr>
              <a:spLocks/>
            </p:cNvSpPr>
            <p:nvPr/>
          </p:nvSpPr>
          <p:spPr bwMode="auto">
            <a:xfrm>
              <a:off x="5578337" y="3746015"/>
              <a:ext cx="2046288" cy="2049462"/>
            </a:xfrm>
            <a:custGeom>
              <a:avLst/>
              <a:gdLst>
                <a:gd name="T0" fmla="*/ 2147483647 w 1292"/>
                <a:gd name="T1" fmla="*/ 2147483647 h 1255"/>
                <a:gd name="T2" fmla="*/ 2147483647 w 1292"/>
                <a:gd name="T3" fmla="*/ 2147483647 h 1255"/>
                <a:gd name="T4" fmla="*/ 2147483647 w 1292"/>
                <a:gd name="T5" fmla="*/ 2147483647 h 1255"/>
                <a:gd name="T6" fmla="*/ 2147483647 w 1292"/>
                <a:gd name="T7" fmla="*/ 2147483647 h 1255"/>
                <a:gd name="T8" fmla="*/ 2147483647 w 1292"/>
                <a:gd name="T9" fmla="*/ 2147483647 h 1255"/>
                <a:gd name="T10" fmla="*/ 2147483647 w 1292"/>
                <a:gd name="T11" fmla="*/ 2147483647 h 1255"/>
                <a:gd name="T12" fmla="*/ 2147483647 w 1292"/>
                <a:gd name="T13" fmla="*/ 2147483647 h 1255"/>
                <a:gd name="T14" fmla="*/ 2147483647 w 1292"/>
                <a:gd name="T15" fmla="*/ 2147483647 h 1255"/>
                <a:gd name="T16" fmla="*/ 2147483647 w 1292"/>
                <a:gd name="T17" fmla="*/ 2147483647 h 1255"/>
                <a:gd name="T18" fmla="*/ 2147483647 w 1292"/>
                <a:gd name="T19" fmla="*/ 2147483647 h 1255"/>
                <a:gd name="T20" fmla="*/ 2147483647 w 1292"/>
                <a:gd name="T21" fmla="*/ 2147483647 h 1255"/>
                <a:gd name="T22" fmla="*/ 2147483647 w 1292"/>
                <a:gd name="T23" fmla="*/ 2147483647 h 125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292" h="1255">
                  <a:moveTo>
                    <a:pt x="239" y="7"/>
                  </a:moveTo>
                  <a:cubicBezTo>
                    <a:pt x="120" y="14"/>
                    <a:pt x="70" y="71"/>
                    <a:pt x="35" y="157"/>
                  </a:cubicBezTo>
                  <a:cubicBezTo>
                    <a:pt x="0" y="243"/>
                    <a:pt x="26" y="411"/>
                    <a:pt x="29" y="523"/>
                  </a:cubicBezTo>
                  <a:cubicBezTo>
                    <a:pt x="32" y="635"/>
                    <a:pt x="17" y="771"/>
                    <a:pt x="53" y="829"/>
                  </a:cubicBezTo>
                  <a:cubicBezTo>
                    <a:pt x="89" y="887"/>
                    <a:pt x="146" y="821"/>
                    <a:pt x="245" y="871"/>
                  </a:cubicBezTo>
                  <a:cubicBezTo>
                    <a:pt x="344" y="921"/>
                    <a:pt x="522" y="1068"/>
                    <a:pt x="647" y="1129"/>
                  </a:cubicBezTo>
                  <a:cubicBezTo>
                    <a:pt x="772" y="1190"/>
                    <a:pt x="903" y="1255"/>
                    <a:pt x="995" y="1237"/>
                  </a:cubicBezTo>
                  <a:cubicBezTo>
                    <a:pt x="1087" y="1219"/>
                    <a:pt x="1153" y="1153"/>
                    <a:pt x="1199" y="1021"/>
                  </a:cubicBezTo>
                  <a:cubicBezTo>
                    <a:pt x="1245" y="889"/>
                    <a:pt x="1270" y="580"/>
                    <a:pt x="1271" y="445"/>
                  </a:cubicBezTo>
                  <a:cubicBezTo>
                    <a:pt x="1272" y="310"/>
                    <a:pt x="1292" y="266"/>
                    <a:pt x="1205" y="211"/>
                  </a:cubicBezTo>
                  <a:cubicBezTo>
                    <a:pt x="1118" y="156"/>
                    <a:pt x="908" y="150"/>
                    <a:pt x="749" y="115"/>
                  </a:cubicBezTo>
                  <a:cubicBezTo>
                    <a:pt x="590" y="80"/>
                    <a:pt x="358" y="0"/>
                    <a:pt x="239" y="7"/>
                  </a:cubicBezTo>
                  <a:close/>
                </a:path>
              </a:pathLst>
            </a:custGeom>
            <a:solidFill>
              <a:srgbClr val="9CE0FA"/>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endParaRPr>
            </a:p>
          </p:txBody>
        </p:sp>
        <p:sp>
          <p:nvSpPr>
            <p:cNvPr id="55" name="Line 21">
              <a:extLst>
                <a:ext uri="{FF2B5EF4-FFF2-40B4-BE49-F238E27FC236}">
                  <a16:creationId xmlns:a16="http://schemas.microsoft.com/office/drawing/2014/main" id="{1F2D744C-309E-1748-8CEF-A191DA937537}"/>
                </a:ext>
              </a:extLst>
            </p:cNvPr>
            <p:cNvSpPr>
              <a:spLocks noChangeShapeType="1"/>
            </p:cNvSpPr>
            <p:nvPr/>
          </p:nvSpPr>
          <p:spPr bwMode="auto">
            <a:xfrm flipH="1">
              <a:off x="7599225" y="4472884"/>
              <a:ext cx="796925" cy="0"/>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endParaRPr>
            </a:p>
          </p:txBody>
        </p:sp>
        <p:sp>
          <p:nvSpPr>
            <p:cNvPr id="56" name="Text Box 24">
              <a:extLst>
                <a:ext uri="{FF2B5EF4-FFF2-40B4-BE49-F238E27FC236}">
                  <a16:creationId xmlns:a16="http://schemas.microsoft.com/office/drawing/2014/main" id="{CBB39874-5BD1-5D4B-8E31-25BEBA2920E0}"/>
                </a:ext>
              </a:extLst>
            </p:cNvPr>
            <p:cNvSpPr txBox="1">
              <a:spLocks noChangeArrowheads="1"/>
            </p:cNvSpPr>
            <p:nvPr/>
          </p:nvSpPr>
          <p:spPr bwMode="auto">
            <a:xfrm>
              <a:off x="7043047" y="3460537"/>
              <a:ext cx="1998238" cy="39994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rPr>
                <a:t>1A-2F-BB-76-09-AD</a:t>
              </a:r>
            </a:p>
          </p:txBody>
        </p:sp>
        <p:sp>
          <p:nvSpPr>
            <p:cNvPr id="57" name="Line 26">
              <a:extLst>
                <a:ext uri="{FF2B5EF4-FFF2-40B4-BE49-F238E27FC236}">
                  <a16:creationId xmlns:a16="http://schemas.microsoft.com/office/drawing/2014/main" id="{7C2882E3-6473-EB4E-9538-2CCE1D1E6897}"/>
                </a:ext>
              </a:extLst>
            </p:cNvPr>
            <p:cNvSpPr>
              <a:spLocks noChangeShapeType="1"/>
            </p:cNvSpPr>
            <p:nvPr/>
          </p:nvSpPr>
          <p:spPr bwMode="auto">
            <a:xfrm flipV="1">
              <a:off x="8157727" y="4588902"/>
              <a:ext cx="0" cy="373063"/>
            </a:xfrm>
            <a:prstGeom prst="line">
              <a:avLst/>
            </a:prstGeom>
            <a:noFill/>
            <a:ln w="9525">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endParaRPr>
            </a:p>
          </p:txBody>
        </p:sp>
        <p:sp>
          <p:nvSpPr>
            <p:cNvPr id="58" name="Text Box 27">
              <a:extLst>
                <a:ext uri="{FF2B5EF4-FFF2-40B4-BE49-F238E27FC236}">
                  <a16:creationId xmlns:a16="http://schemas.microsoft.com/office/drawing/2014/main" id="{5C7845EB-10F3-1149-A9A1-1A0A55753B0E}"/>
                </a:ext>
              </a:extLst>
            </p:cNvPr>
            <p:cNvSpPr txBox="1">
              <a:spLocks noChangeArrowheads="1"/>
            </p:cNvSpPr>
            <p:nvPr/>
          </p:nvSpPr>
          <p:spPr bwMode="auto">
            <a:xfrm>
              <a:off x="8061597" y="4931465"/>
              <a:ext cx="1961649" cy="39994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rPr>
                <a:t>58-23-D7-FA-20-B0</a:t>
              </a:r>
            </a:p>
          </p:txBody>
        </p:sp>
        <p:sp>
          <p:nvSpPr>
            <p:cNvPr id="59" name="Line 28">
              <a:extLst>
                <a:ext uri="{FF2B5EF4-FFF2-40B4-BE49-F238E27FC236}">
                  <a16:creationId xmlns:a16="http://schemas.microsoft.com/office/drawing/2014/main" id="{8915AAD7-DFE8-3C4C-854D-2C0B5A2460C3}"/>
                </a:ext>
              </a:extLst>
            </p:cNvPr>
            <p:cNvSpPr>
              <a:spLocks noChangeShapeType="1"/>
            </p:cNvSpPr>
            <p:nvPr/>
          </p:nvSpPr>
          <p:spPr bwMode="auto">
            <a:xfrm flipH="1">
              <a:off x="6615181" y="5886035"/>
              <a:ext cx="360363" cy="0"/>
            </a:xfrm>
            <a:prstGeom prst="line">
              <a:avLst/>
            </a:prstGeom>
            <a:noFill/>
            <a:ln w="9525">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endParaRPr>
            </a:p>
          </p:txBody>
        </p:sp>
        <p:sp>
          <p:nvSpPr>
            <p:cNvPr id="60" name="Text Box 29">
              <a:extLst>
                <a:ext uri="{FF2B5EF4-FFF2-40B4-BE49-F238E27FC236}">
                  <a16:creationId xmlns:a16="http://schemas.microsoft.com/office/drawing/2014/main" id="{07636FFE-5FCF-0A44-960C-F51BD2EC917B}"/>
                </a:ext>
              </a:extLst>
            </p:cNvPr>
            <p:cNvSpPr txBox="1">
              <a:spLocks noChangeArrowheads="1"/>
            </p:cNvSpPr>
            <p:nvPr/>
          </p:nvSpPr>
          <p:spPr bwMode="auto">
            <a:xfrm>
              <a:off x="6937522" y="5730174"/>
              <a:ext cx="1935869" cy="39994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rPr>
                <a:t>0C-C4-11-6F-E3-98</a:t>
              </a:r>
            </a:p>
          </p:txBody>
        </p:sp>
        <p:sp>
          <p:nvSpPr>
            <p:cNvPr id="61" name="Line 30">
              <a:extLst>
                <a:ext uri="{FF2B5EF4-FFF2-40B4-BE49-F238E27FC236}">
                  <a16:creationId xmlns:a16="http://schemas.microsoft.com/office/drawing/2014/main" id="{65842429-83E8-C843-8F18-759730DAB212}"/>
                </a:ext>
              </a:extLst>
            </p:cNvPr>
            <p:cNvSpPr>
              <a:spLocks noChangeShapeType="1"/>
            </p:cNvSpPr>
            <p:nvPr/>
          </p:nvSpPr>
          <p:spPr bwMode="auto">
            <a:xfrm flipV="1">
              <a:off x="4887634" y="4579452"/>
              <a:ext cx="0" cy="373063"/>
            </a:xfrm>
            <a:prstGeom prst="line">
              <a:avLst/>
            </a:prstGeom>
            <a:noFill/>
            <a:ln w="9525">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endParaRPr>
            </a:p>
          </p:txBody>
        </p:sp>
        <p:sp>
          <p:nvSpPr>
            <p:cNvPr id="62" name="Text Box 31">
              <a:extLst>
                <a:ext uri="{FF2B5EF4-FFF2-40B4-BE49-F238E27FC236}">
                  <a16:creationId xmlns:a16="http://schemas.microsoft.com/office/drawing/2014/main" id="{7472F3E3-B59C-CE45-A51F-F369BE06C257}"/>
                </a:ext>
              </a:extLst>
            </p:cNvPr>
            <p:cNvSpPr txBox="1">
              <a:spLocks noChangeArrowheads="1"/>
            </p:cNvSpPr>
            <p:nvPr/>
          </p:nvSpPr>
          <p:spPr bwMode="auto">
            <a:xfrm>
              <a:off x="3970059" y="4954102"/>
              <a:ext cx="1935869" cy="39994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rPr>
                <a:t>71-65-F7-2B-08-53</a:t>
              </a:r>
            </a:p>
          </p:txBody>
        </p:sp>
        <p:sp>
          <p:nvSpPr>
            <p:cNvPr id="63" name="Text Box 32">
              <a:extLst>
                <a:ext uri="{FF2B5EF4-FFF2-40B4-BE49-F238E27FC236}">
                  <a16:creationId xmlns:a16="http://schemas.microsoft.com/office/drawing/2014/main" id="{76E01186-F965-E044-8ADB-FE380CAFCF2D}"/>
                </a:ext>
              </a:extLst>
            </p:cNvPr>
            <p:cNvSpPr txBox="1">
              <a:spLocks noChangeArrowheads="1"/>
            </p:cNvSpPr>
            <p:nvPr/>
          </p:nvSpPr>
          <p:spPr bwMode="auto">
            <a:xfrm>
              <a:off x="5363947" y="4420079"/>
              <a:ext cx="2173356" cy="47993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rPr>
                <a:t>   LAN</a:t>
              </a:r>
            </a:p>
          </p:txBody>
        </p:sp>
        <p:sp>
          <p:nvSpPr>
            <p:cNvPr id="64" name="Rectangle 37">
              <a:extLst>
                <a:ext uri="{FF2B5EF4-FFF2-40B4-BE49-F238E27FC236}">
                  <a16:creationId xmlns:a16="http://schemas.microsoft.com/office/drawing/2014/main" id="{54AF773F-51B4-F84F-A15B-941A3EE37448}"/>
                </a:ext>
              </a:extLst>
            </p:cNvPr>
            <p:cNvSpPr>
              <a:spLocks noChangeArrowheads="1"/>
            </p:cNvSpPr>
            <p:nvPr/>
          </p:nvSpPr>
          <p:spPr bwMode="auto">
            <a:xfrm>
              <a:off x="6641253" y="3505846"/>
              <a:ext cx="160338" cy="255587"/>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endParaRPr>
            </a:p>
          </p:txBody>
        </p:sp>
        <p:grpSp>
          <p:nvGrpSpPr>
            <p:cNvPr id="65" name="Group 44">
              <a:extLst>
                <a:ext uri="{FF2B5EF4-FFF2-40B4-BE49-F238E27FC236}">
                  <a16:creationId xmlns:a16="http://schemas.microsoft.com/office/drawing/2014/main" id="{85EE06A5-9204-7B4E-B07F-32BA1B5EDB15}"/>
                </a:ext>
              </a:extLst>
            </p:cNvPr>
            <p:cNvGrpSpPr>
              <a:grpSpLocks/>
            </p:cNvGrpSpPr>
            <p:nvPr/>
          </p:nvGrpSpPr>
          <p:grpSpPr bwMode="auto">
            <a:xfrm>
              <a:off x="6182623" y="2973174"/>
              <a:ext cx="812800" cy="658813"/>
              <a:chOff x="-44" y="1473"/>
              <a:chExt cx="981" cy="1105"/>
            </a:xfrm>
          </p:grpSpPr>
          <p:pic>
            <p:nvPicPr>
              <p:cNvPr id="83" name="Picture 45" descr="desktop_computer_stylized_medium">
                <a:extLst>
                  <a:ext uri="{FF2B5EF4-FFF2-40B4-BE49-F238E27FC236}">
                    <a16:creationId xmlns:a16="http://schemas.microsoft.com/office/drawing/2014/main" id="{23C296A6-6B32-A64A-9411-85507BE0754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84" name="Freeform 46">
                <a:extLst>
                  <a:ext uri="{FF2B5EF4-FFF2-40B4-BE49-F238E27FC236}">
                    <a16:creationId xmlns:a16="http://schemas.microsoft.com/office/drawing/2014/main" id="{42ECB958-418E-FB44-BE70-E256C588C7AD}"/>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endParaRPr>
              </a:p>
            </p:txBody>
          </p:sp>
        </p:grpSp>
        <p:sp>
          <p:nvSpPr>
            <p:cNvPr id="66" name="Rectangle 37">
              <a:extLst>
                <a:ext uri="{FF2B5EF4-FFF2-40B4-BE49-F238E27FC236}">
                  <a16:creationId xmlns:a16="http://schemas.microsoft.com/office/drawing/2014/main" id="{BAB24AC1-02B1-BF40-BED4-B66E7B0C5E8C}"/>
                </a:ext>
              </a:extLst>
            </p:cNvPr>
            <p:cNvSpPr>
              <a:spLocks noChangeArrowheads="1"/>
            </p:cNvSpPr>
            <p:nvPr/>
          </p:nvSpPr>
          <p:spPr bwMode="auto">
            <a:xfrm rot="5400000">
              <a:off x="4749555" y="4292181"/>
              <a:ext cx="160338" cy="255587"/>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endParaRPr>
            </a:p>
          </p:txBody>
        </p:sp>
        <p:sp>
          <p:nvSpPr>
            <p:cNvPr id="67" name="Rectangle 37">
              <a:extLst>
                <a:ext uri="{FF2B5EF4-FFF2-40B4-BE49-F238E27FC236}">
                  <a16:creationId xmlns:a16="http://schemas.microsoft.com/office/drawing/2014/main" id="{6A5793AF-4220-9B4D-8408-5F7BDDF467B9}"/>
                </a:ext>
              </a:extLst>
            </p:cNvPr>
            <p:cNvSpPr>
              <a:spLocks noChangeArrowheads="1"/>
            </p:cNvSpPr>
            <p:nvPr/>
          </p:nvSpPr>
          <p:spPr bwMode="auto">
            <a:xfrm>
              <a:off x="6440078" y="5759156"/>
              <a:ext cx="160338" cy="255587"/>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endParaRPr>
            </a:p>
          </p:txBody>
        </p:sp>
        <p:sp>
          <p:nvSpPr>
            <p:cNvPr id="68" name="Rectangle 37">
              <a:extLst>
                <a:ext uri="{FF2B5EF4-FFF2-40B4-BE49-F238E27FC236}">
                  <a16:creationId xmlns:a16="http://schemas.microsoft.com/office/drawing/2014/main" id="{6D089618-C037-1B4F-A97C-2B85FEFFE198}"/>
                </a:ext>
              </a:extLst>
            </p:cNvPr>
            <p:cNvSpPr>
              <a:spLocks noChangeArrowheads="1"/>
            </p:cNvSpPr>
            <p:nvPr/>
          </p:nvSpPr>
          <p:spPr bwMode="auto">
            <a:xfrm rot="5400000">
              <a:off x="8184260" y="4354101"/>
              <a:ext cx="160338" cy="255587"/>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endParaRPr>
            </a:p>
          </p:txBody>
        </p:sp>
        <p:grpSp>
          <p:nvGrpSpPr>
            <p:cNvPr id="69" name="Group 38">
              <a:extLst>
                <a:ext uri="{FF2B5EF4-FFF2-40B4-BE49-F238E27FC236}">
                  <a16:creationId xmlns:a16="http://schemas.microsoft.com/office/drawing/2014/main" id="{4EFC04DC-8B24-2C45-BBD0-44DC6D0A3648}"/>
                </a:ext>
              </a:extLst>
            </p:cNvPr>
            <p:cNvGrpSpPr>
              <a:grpSpLocks/>
            </p:cNvGrpSpPr>
            <p:nvPr/>
          </p:nvGrpSpPr>
          <p:grpSpPr bwMode="auto">
            <a:xfrm>
              <a:off x="4074834" y="4046052"/>
              <a:ext cx="812800" cy="658813"/>
              <a:chOff x="-44" y="1473"/>
              <a:chExt cx="981" cy="1105"/>
            </a:xfrm>
          </p:grpSpPr>
          <p:pic>
            <p:nvPicPr>
              <p:cNvPr id="81" name="Picture 39" descr="desktop_computer_stylized_medium">
                <a:extLst>
                  <a:ext uri="{FF2B5EF4-FFF2-40B4-BE49-F238E27FC236}">
                    <a16:creationId xmlns:a16="http://schemas.microsoft.com/office/drawing/2014/main" id="{39121052-FCC5-AA42-AFDF-F25E678CE14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82" name="Freeform 40">
                <a:extLst>
                  <a:ext uri="{FF2B5EF4-FFF2-40B4-BE49-F238E27FC236}">
                    <a16:creationId xmlns:a16="http://schemas.microsoft.com/office/drawing/2014/main" id="{24F752F7-3499-2C4B-A0BA-F2D78B11424F}"/>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endParaRPr>
              </a:p>
            </p:txBody>
          </p:sp>
        </p:grpSp>
        <p:grpSp>
          <p:nvGrpSpPr>
            <p:cNvPr id="70" name="Group 47">
              <a:extLst>
                <a:ext uri="{FF2B5EF4-FFF2-40B4-BE49-F238E27FC236}">
                  <a16:creationId xmlns:a16="http://schemas.microsoft.com/office/drawing/2014/main" id="{5EBEAAB9-CDB4-CE49-8310-6B2AA6304E3F}"/>
                </a:ext>
              </a:extLst>
            </p:cNvPr>
            <p:cNvGrpSpPr>
              <a:grpSpLocks/>
            </p:cNvGrpSpPr>
            <p:nvPr/>
          </p:nvGrpSpPr>
          <p:grpSpPr bwMode="auto">
            <a:xfrm>
              <a:off x="8032469" y="4201422"/>
              <a:ext cx="812800" cy="658812"/>
              <a:chOff x="-26" y="1473"/>
              <a:chExt cx="981" cy="1105"/>
            </a:xfrm>
          </p:grpSpPr>
          <p:pic>
            <p:nvPicPr>
              <p:cNvPr id="79" name="Picture 48" descr="desktop_computer_stylized_medium">
                <a:extLst>
                  <a:ext uri="{FF2B5EF4-FFF2-40B4-BE49-F238E27FC236}">
                    <a16:creationId xmlns:a16="http://schemas.microsoft.com/office/drawing/2014/main" id="{A09AFECC-5A0F-0A4B-892C-44745CBEA39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26" y="1473"/>
                <a:ext cx="981" cy="1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80" name="Freeform 49">
                <a:extLst>
                  <a:ext uri="{FF2B5EF4-FFF2-40B4-BE49-F238E27FC236}">
                    <a16:creationId xmlns:a16="http://schemas.microsoft.com/office/drawing/2014/main" id="{787BFF11-9679-4D43-96E9-7D4B1E9F39C7}"/>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endParaRPr>
              </a:p>
            </p:txBody>
          </p:sp>
        </p:grpSp>
        <p:cxnSp>
          <p:nvCxnSpPr>
            <p:cNvPr id="71" name="Straight Arrow Connector 70">
              <a:extLst>
                <a:ext uri="{FF2B5EF4-FFF2-40B4-BE49-F238E27FC236}">
                  <a16:creationId xmlns:a16="http://schemas.microsoft.com/office/drawing/2014/main" id="{AF83B3ED-014E-C54B-8E5B-330331DC8FB4}"/>
                </a:ext>
              </a:extLst>
            </p:cNvPr>
            <p:cNvCxnSpPr/>
            <p:nvPr/>
          </p:nvCxnSpPr>
          <p:spPr>
            <a:xfrm flipH="1">
              <a:off x="6872122" y="3639236"/>
              <a:ext cx="254833" cy="0"/>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72" name="Group 41">
              <a:extLst>
                <a:ext uri="{FF2B5EF4-FFF2-40B4-BE49-F238E27FC236}">
                  <a16:creationId xmlns:a16="http://schemas.microsoft.com/office/drawing/2014/main" id="{D892522E-B65A-3B4E-B03F-858DF69A7952}"/>
                </a:ext>
              </a:extLst>
            </p:cNvPr>
            <p:cNvGrpSpPr>
              <a:grpSpLocks/>
            </p:cNvGrpSpPr>
            <p:nvPr/>
          </p:nvGrpSpPr>
          <p:grpSpPr bwMode="auto">
            <a:xfrm>
              <a:off x="5984944" y="5952710"/>
              <a:ext cx="812800" cy="658813"/>
              <a:chOff x="-44" y="1473"/>
              <a:chExt cx="981" cy="1105"/>
            </a:xfrm>
          </p:grpSpPr>
          <p:pic>
            <p:nvPicPr>
              <p:cNvPr id="77" name="Picture 42" descr="desktop_computer_stylized_medium">
                <a:extLst>
                  <a:ext uri="{FF2B5EF4-FFF2-40B4-BE49-F238E27FC236}">
                    <a16:creationId xmlns:a16="http://schemas.microsoft.com/office/drawing/2014/main" id="{87EA0D93-21F4-2F41-BC21-3244E9F9EFB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78" name="Freeform 43">
                <a:extLst>
                  <a:ext uri="{FF2B5EF4-FFF2-40B4-BE49-F238E27FC236}">
                    <a16:creationId xmlns:a16="http://schemas.microsoft.com/office/drawing/2014/main" id="{AC4ED98E-24ED-7845-948B-F37EC77BBA3E}"/>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endParaRPr>
              </a:p>
            </p:txBody>
          </p:sp>
        </p:grpSp>
        <p:sp>
          <p:nvSpPr>
            <p:cNvPr id="73" name="Text Box 33">
              <a:extLst>
                <a:ext uri="{FF2B5EF4-FFF2-40B4-BE49-F238E27FC236}">
                  <a16:creationId xmlns:a16="http://schemas.microsoft.com/office/drawing/2014/main" id="{AD56C76B-D256-BA45-B5C6-9C69CF3125C7}"/>
                </a:ext>
              </a:extLst>
            </p:cNvPr>
            <p:cNvSpPr txBox="1">
              <a:spLocks noChangeArrowheads="1"/>
            </p:cNvSpPr>
            <p:nvPr/>
          </p:nvSpPr>
          <p:spPr bwMode="auto">
            <a:xfrm>
              <a:off x="7019858" y="3246090"/>
              <a:ext cx="1425483" cy="39994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137.196.7.78</a:t>
              </a:r>
            </a:p>
          </p:txBody>
        </p:sp>
        <p:sp>
          <p:nvSpPr>
            <p:cNvPr id="74" name="Text Box 36">
              <a:extLst>
                <a:ext uri="{FF2B5EF4-FFF2-40B4-BE49-F238E27FC236}">
                  <a16:creationId xmlns:a16="http://schemas.microsoft.com/office/drawing/2014/main" id="{9FE2DD02-437B-BD40-B8BC-D8F1E3FD10E9}"/>
                </a:ext>
              </a:extLst>
            </p:cNvPr>
            <p:cNvSpPr txBox="1">
              <a:spLocks noChangeArrowheads="1"/>
            </p:cNvSpPr>
            <p:nvPr/>
          </p:nvSpPr>
          <p:spPr bwMode="auto">
            <a:xfrm>
              <a:off x="8056009" y="5130248"/>
              <a:ext cx="1425483" cy="39994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137.196.7.14</a:t>
              </a:r>
            </a:p>
          </p:txBody>
        </p:sp>
        <p:sp>
          <p:nvSpPr>
            <p:cNvPr id="75" name="Text Box 39">
              <a:extLst>
                <a:ext uri="{FF2B5EF4-FFF2-40B4-BE49-F238E27FC236}">
                  <a16:creationId xmlns:a16="http://schemas.microsoft.com/office/drawing/2014/main" id="{EC007CEB-B2AD-9C40-859B-963764C166EE}"/>
                </a:ext>
              </a:extLst>
            </p:cNvPr>
            <p:cNvSpPr txBox="1">
              <a:spLocks noChangeArrowheads="1"/>
            </p:cNvSpPr>
            <p:nvPr/>
          </p:nvSpPr>
          <p:spPr bwMode="auto">
            <a:xfrm>
              <a:off x="6899276" y="5947742"/>
              <a:ext cx="1425483" cy="39994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137.196.7.88</a:t>
              </a:r>
            </a:p>
          </p:txBody>
        </p:sp>
        <p:sp>
          <p:nvSpPr>
            <p:cNvPr id="76" name="Text Box 31">
              <a:extLst>
                <a:ext uri="{FF2B5EF4-FFF2-40B4-BE49-F238E27FC236}">
                  <a16:creationId xmlns:a16="http://schemas.microsoft.com/office/drawing/2014/main" id="{BAA1C6E0-33E8-604C-BF4C-E7F8EED04B94}"/>
                </a:ext>
              </a:extLst>
            </p:cNvPr>
            <p:cNvSpPr txBox="1">
              <a:spLocks noChangeArrowheads="1"/>
            </p:cNvSpPr>
            <p:nvPr/>
          </p:nvSpPr>
          <p:spPr bwMode="auto">
            <a:xfrm>
              <a:off x="3974753" y="5170004"/>
              <a:ext cx="1425483" cy="39994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137.196.7.23</a:t>
              </a:r>
            </a:p>
          </p:txBody>
        </p:sp>
      </p:grpSp>
      <p:grpSp>
        <p:nvGrpSpPr>
          <p:cNvPr id="86" name="Group 85">
            <a:extLst>
              <a:ext uri="{FF2B5EF4-FFF2-40B4-BE49-F238E27FC236}">
                <a16:creationId xmlns:a16="http://schemas.microsoft.com/office/drawing/2014/main" id="{D546546A-4C05-6448-B20D-C122FF754D91}"/>
              </a:ext>
            </a:extLst>
          </p:cNvPr>
          <p:cNvGrpSpPr/>
          <p:nvPr/>
        </p:nvGrpSpPr>
        <p:grpSpPr>
          <a:xfrm>
            <a:off x="1446381" y="2663687"/>
            <a:ext cx="3653512" cy="2923999"/>
            <a:chOff x="1446381" y="2663687"/>
            <a:chExt cx="3653512" cy="2923999"/>
          </a:xfrm>
        </p:grpSpPr>
        <p:grpSp>
          <p:nvGrpSpPr>
            <p:cNvPr id="85" name="Group 84">
              <a:extLst>
                <a:ext uri="{FF2B5EF4-FFF2-40B4-BE49-F238E27FC236}">
                  <a16:creationId xmlns:a16="http://schemas.microsoft.com/office/drawing/2014/main" id="{1BA5E9CA-3EEB-3D4C-94D2-116047F3B04D}"/>
                </a:ext>
              </a:extLst>
            </p:cNvPr>
            <p:cNvGrpSpPr/>
            <p:nvPr/>
          </p:nvGrpSpPr>
          <p:grpSpPr>
            <a:xfrm>
              <a:off x="2754559" y="2663687"/>
              <a:ext cx="479618" cy="437323"/>
              <a:chOff x="2317237" y="2601212"/>
              <a:chExt cx="479618" cy="437323"/>
            </a:xfrm>
          </p:grpSpPr>
          <p:sp>
            <p:nvSpPr>
              <p:cNvPr id="3" name="Rectangle 2">
                <a:extLst>
                  <a:ext uri="{FF2B5EF4-FFF2-40B4-BE49-F238E27FC236}">
                    <a16:creationId xmlns:a16="http://schemas.microsoft.com/office/drawing/2014/main" id="{833F027A-1BC4-FF42-ABAF-326F9EBCDE7B}"/>
                  </a:ext>
                </a:extLst>
              </p:cNvPr>
              <p:cNvSpPr/>
              <p:nvPr/>
            </p:nvSpPr>
            <p:spPr>
              <a:xfrm>
                <a:off x="2381605" y="2654222"/>
                <a:ext cx="344557" cy="384313"/>
              </a:xfrm>
              <a:prstGeom prst="rect">
                <a:avLst/>
              </a:prstGeom>
              <a:solidFill>
                <a:schemeClr val="bg1"/>
              </a:solidFill>
              <a:effectLst>
                <a:outerShdw blurRad="50800" dist="381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 name="TextBox 3">
                <a:extLst>
                  <a:ext uri="{FF2B5EF4-FFF2-40B4-BE49-F238E27FC236}">
                    <a16:creationId xmlns:a16="http://schemas.microsoft.com/office/drawing/2014/main" id="{68CF5883-3135-F546-978F-2F1DF5A5FEDF}"/>
                  </a:ext>
                </a:extLst>
              </p:cNvPr>
              <p:cNvSpPr txBox="1"/>
              <p:nvPr/>
            </p:nvSpPr>
            <p:spPr>
              <a:xfrm>
                <a:off x="2317237" y="2601212"/>
                <a:ext cx="479618"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ARP</a:t>
                </a:r>
              </a:p>
            </p:txBody>
          </p:sp>
        </p:grpSp>
        <p:grpSp>
          <p:nvGrpSpPr>
            <p:cNvPr id="87" name="Group 86">
              <a:extLst>
                <a:ext uri="{FF2B5EF4-FFF2-40B4-BE49-F238E27FC236}">
                  <a16:creationId xmlns:a16="http://schemas.microsoft.com/office/drawing/2014/main" id="{49241A8B-79A4-9A44-84FC-DDD5D1C7E66D}"/>
                </a:ext>
              </a:extLst>
            </p:cNvPr>
            <p:cNvGrpSpPr/>
            <p:nvPr/>
          </p:nvGrpSpPr>
          <p:grpSpPr>
            <a:xfrm>
              <a:off x="2463958" y="5150363"/>
              <a:ext cx="479618" cy="437323"/>
              <a:chOff x="2317237" y="2601212"/>
              <a:chExt cx="479618" cy="437323"/>
            </a:xfrm>
          </p:grpSpPr>
          <p:sp>
            <p:nvSpPr>
              <p:cNvPr id="88" name="Rectangle 87">
                <a:extLst>
                  <a:ext uri="{FF2B5EF4-FFF2-40B4-BE49-F238E27FC236}">
                    <a16:creationId xmlns:a16="http://schemas.microsoft.com/office/drawing/2014/main" id="{1AA52BDC-E20B-CD42-92BD-D934D34CDE0F}"/>
                  </a:ext>
                </a:extLst>
              </p:cNvPr>
              <p:cNvSpPr/>
              <p:nvPr/>
            </p:nvSpPr>
            <p:spPr>
              <a:xfrm>
                <a:off x="2381605" y="2654222"/>
                <a:ext cx="344557" cy="384313"/>
              </a:xfrm>
              <a:prstGeom prst="rect">
                <a:avLst/>
              </a:prstGeom>
              <a:solidFill>
                <a:schemeClr val="bg1"/>
              </a:solidFill>
              <a:effectLst>
                <a:outerShdw blurRad="50800" dist="381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9" name="TextBox 88">
                <a:extLst>
                  <a:ext uri="{FF2B5EF4-FFF2-40B4-BE49-F238E27FC236}">
                    <a16:creationId xmlns:a16="http://schemas.microsoft.com/office/drawing/2014/main" id="{3004BA43-DD92-2D48-A37B-B5AB88E8275D}"/>
                  </a:ext>
                </a:extLst>
              </p:cNvPr>
              <p:cNvSpPr txBox="1"/>
              <p:nvPr/>
            </p:nvSpPr>
            <p:spPr>
              <a:xfrm>
                <a:off x="2317237" y="2601212"/>
                <a:ext cx="479618"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ARP</a:t>
                </a:r>
              </a:p>
            </p:txBody>
          </p:sp>
        </p:grpSp>
        <p:grpSp>
          <p:nvGrpSpPr>
            <p:cNvPr id="90" name="Group 89">
              <a:extLst>
                <a:ext uri="{FF2B5EF4-FFF2-40B4-BE49-F238E27FC236}">
                  <a16:creationId xmlns:a16="http://schemas.microsoft.com/office/drawing/2014/main" id="{80B40655-D207-4B43-BDBC-5A8A359EB4BE}"/>
                </a:ext>
              </a:extLst>
            </p:cNvPr>
            <p:cNvGrpSpPr/>
            <p:nvPr/>
          </p:nvGrpSpPr>
          <p:grpSpPr>
            <a:xfrm>
              <a:off x="1446381" y="3530757"/>
              <a:ext cx="479618" cy="437323"/>
              <a:chOff x="2317237" y="2601212"/>
              <a:chExt cx="479618" cy="437323"/>
            </a:xfrm>
          </p:grpSpPr>
          <p:sp>
            <p:nvSpPr>
              <p:cNvPr id="91" name="Rectangle 90">
                <a:extLst>
                  <a:ext uri="{FF2B5EF4-FFF2-40B4-BE49-F238E27FC236}">
                    <a16:creationId xmlns:a16="http://schemas.microsoft.com/office/drawing/2014/main" id="{B09CB092-EC49-C748-9C60-C6C7BE5D230F}"/>
                  </a:ext>
                </a:extLst>
              </p:cNvPr>
              <p:cNvSpPr/>
              <p:nvPr/>
            </p:nvSpPr>
            <p:spPr>
              <a:xfrm>
                <a:off x="2381605" y="2654222"/>
                <a:ext cx="344557" cy="384313"/>
              </a:xfrm>
              <a:prstGeom prst="rect">
                <a:avLst/>
              </a:prstGeom>
              <a:solidFill>
                <a:schemeClr val="bg1"/>
              </a:solidFill>
              <a:effectLst>
                <a:outerShdw blurRad="50800" dist="381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92" name="TextBox 91">
                <a:extLst>
                  <a:ext uri="{FF2B5EF4-FFF2-40B4-BE49-F238E27FC236}">
                    <a16:creationId xmlns:a16="http://schemas.microsoft.com/office/drawing/2014/main" id="{9310B648-0A48-B341-982E-67DBE3BC8F8C}"/>
                  </a:ext>
                </a:extLst>
              </p:cNvPr>
              <p:cNvSpPr txBox="1"/>
              <p:nvPr/>
            </p:nvSpPr>
            <p:spPr>
              <a:xfrm>
                <a:off x="2317237" y="2601212"/>
                <a:ext cx="479618"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ARP</a:t>
                </a:r>
              </a:p>
            </p:txBody>
          </p:sp>
        </p:grpSp>
        <p:grpSp>
          <p:nvGrpSpPr>
            <p:cNvPr id="93" name="Group 92">
              <a:extLst>
                <a:ext uri="{FF2B5EF4-FFF2-40B4-BE49-F238E27FC236}">
                  <a16:creationId xmlns:a16="http://schemas.microsoft.com/office/drawing/2014/main" id="{391EF928-0B96-E94A-9865-02E6EC100722}"/>
                </a:ext>
              </a:extLst>
            </p:cNvPr>
            <p:cNvGrpSpPr/>
            <p:nvPr/>
          </p:nvGrpSpPr>
          <p:grpSpPr>
            <a:xfrm>
              <a:off x="4620275" y="3785389"/>
              <a:ext cx="479618" cy="437323"/>
              <a:chOff x="2317237" y="2601212"/>
              <a:chExt cx="479618" cy="437323"/>
            </a:xfrm>
          </p:grpSpPr>
          <p:sp>
            <p:nvSpPr>
              <p:cNvPr id="94" name="Rectangle 93">
                <a:extLst>
                  <a:ext uri="{FF2B5EF4-FFF2-40B4-BE49-F238E27FC236}">
                    <a16:creationId xmlns:a16="http://schemas.microsoft.com/office/drawing/2014/main" id="{C271BF07-D4F0-984E-AF46-10383E6D9CCD}"/>
                  </a:ext>
                </a:extLst>
              </p:cNvPr>
              <p:cNvSpPr/>
              <p:nvPr/>
            </p:nvSpPr>
            <p:spPr>
              <a:xfrm>
                <a:off x="2381605" y="2654222"/>
                <a:ext cx="344557" cy="384313"/>
              </a:xfrm>
              <a:prstGeom prst="rect">
                <a:avLst/>
              </a:prstGeom>
              <a:solidFill>
                <a:schemeClr val="bg1"/>
              </a:solidFill>
              <a:effectLst>
                <a:outerShdw blurRad="50800" dist="381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95" name="TextBox 94">
                <a:extLst>
                  <a:ext uri="{FF2B5EF4-FFF2-40B4-BE49-F238E27FC236}">
                    <a16:creationId xmlns:a16="http://schemas.microsoft.com/office/drawing/2014/main" id="{8023F87F-F1C6-B24D-8EDA-F5FC3A9ACD24}"/>
                  </a:ext>
                </a:extLst>
              </p:cNvPr>
              <p:cNvSpPr txBox="1"/>
              <p:nvPr/>
            </p:nvSpPr>
            <p:spPr>
              <a:xfrm>
                <a:off x="2317237" y="2601212"/>
                <a:ext cx="479618"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ARP</a:t>
                </a:r>
              </a:p>
            </p:txBody>
          </p:sp>
        </p:grpSp>
      </p:grpSp>
      <p:sp>
        <p:nvSpPr>
          <p:cNvPr id="97" name="Rectangle 4">
            <a:extLst>
              <a:ext uri="{FF2B5EF4-FFF2-40B4-BE49-F238E27FC236}">
                <a16:creationId xmlns:a16="http://schemas.microsoft.com/office/drawing/2014/main" id="{4A83C14A-4461-9346-A5E9-676E90D4631D}"/>
              </a:ext>
            </a:extLst>
          </p:cNvPr>
          <p:cNvSpPr txBox="1">
            <a:spLocks noChangeArrowheads="1"/>
          </p:cNvSpPr>
          <p:nvPr/>
        </p:nvSpPr>
        <p:spPr>
          <a:xfrm>
            <a:off x="5785443" y="3298343"/>
            <a:ext cx="5472170" cy="2907585"/>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IP/MAC address mappings for some LAN nodes:</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charset="0"/>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US" sz="2000" b="0" i="0" u="none" strike="noStrike" kern="1200" cap="none" spc="0" normalizeH="0" baseline="0" noProof="0" dirty="0">
                <a:ln>
                  <a:noFill/>
                </a:ln>
                <a:solidFill>
                  <a:srgbClr val="0000A8"/>
                </a:solidFill>
                <a:effectLst/>
                <a:uLnTx/>
                <a:uFillTx/>
                <a:latin typeface="Calibri" panose="020F0502020204030204"/>
                <a:ea typeface="+mn-ea"/>
                <a:cs typeface="+mn-cs"/>
              </a:rPr>
              <a:t>&lt; IP address; MAC address; TTL&gt;</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TTL (Time To Live): time after which address mapping will be forgotten (typically 20 min)</a:t>
            </a:r>
          </a:p>
        </p:txBody>
      </p:sp>
    </p:spTree>
    <p:extLst>
      <p:ext uri="{BB962C8B-B14F-4D97-AF65-F5344CB8AC3E}">
        <p14:creationId xmlns:p14="http://schemas.microsoft.com/office/powerpoint/2010/main" val="42012086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9" presetClass="entr" presetSubtype="0" fill="hold" nodeType="withEffect">
                                  <p:stCondLst>
                                    <p:cond delay="0"/>
                                  </p:stCondLst>
                                  <p:childTnLst>
                                    <p:set>
                                      <p:cBhvr>
                                        <p:cTn id="8" dur="1" fill="hold">
                                          <p:stCondLst>
                                            <p:cond delay="0"/>
                                          </p:stCondLst>
                                        </p:cTn>
                                        <p:tgtEl>
                                          <p:spTgt spid="86"/>
                                        </p:tgtEl>
                                        <p:attrNameLst>
                                          <p:attrName>style.visibility</p:attrName>
                                        </p:attrNameLst>
                                      </p:cBhvr>
                                      <p:to>
                                        <p:strVal val="visible"/>
                                      </p:to>
                                    </p:set>
                                    <p:animEffect transition="in" filter="dissolve">
                                      <p:cBhvr>
                                        <p:cTn id="9" dur="500"/>
                                        <p:tgtEl>
                                          <p:spTgt spid="86"/>
                                        </p:tgtEl>
                                      </p:cBhvr>
                                    </p:animEffect>
                                  </p:childTnLst>
                                </p:cTn>
                              </p:par>
                            </p:childTnLst>
                          </p:cTn>
                        </p:par>
                      </p:childTnLst>
                    </p:cTn>
                  </p:par>
                  <p:par>
                    <p:cTn id="10" fill="hold">
                      <p:stCondLst>
                        <p:cond delay="indefinite"/>
                      </p:stCondLst>
                      <p:childTnLst>
                        <p:par>
                          <p:cTn id="11" fill="hold">
                            <p:stCondLst>
                              <p:cond delay="0"/>
                            </p:stCondLst>
                            <p:childTnLst>
                              <p:par>
                                <p:cTn id="12" presetID="9" presetClass="entr" presetSubtype="0" fill="hold" nodeType="clickEffect">
                                  <p:stCondLst>
                                    <p:cond delay="0"/>
                                  </p:stCondLst>
                                  <p:childTnLst>
                                    <p:set>
                                      <p:cBhvr>
                                        <p:cTn id="13" dur="1" fill="hold">
                                          <p:stCondLst>
                                            <p:cond delay="0"/>
                                          </p:stCondLst>
                                        </p:cTn>
                                        <p:tgtEl>
                                          <p:spTgt spid="97">
                                            <p:txEl>
                                              <p:pRg st="0" end="0"/>
                                            </p:txEl>
                                          </p:spTgt>
                                        </p:tgtEl>
                                        <p:attrNameLst>
                                          <p:attrName>style.visibility</p:attrName>
                                        </p:attrNameLst>
                                      </p:cBhvr>
                                      <p:to>
                                        <p:strVal val="visible"/>
                                      </p:to>
                                    </p:set>
                                    <p:animEffect transition="in" filter="dissolve">
                                      <p:cBhvr>
                                        <p:cTn id="14" dur="500"/>
                                        <p:tgtEl>
                                          <p:spTgt spid="97">
                                            <p:txEl>
                                              <p:pRg st="0" end="0"/>
                                            </p:txEl>
                                          </p:spTgt>
                                        </p:tgtEl>
                                      </p:cBhvr>
                                    </p:animEffect>
                                  </p:childTnLst>
                                </p:cTn>
                              </p:par>
                              <p:par>
                                <p:cTn id="15" presetID="9" presetClass="entr" presetSubtype="0" fill="hold" nodeType="withEffect">
                                  <p:stCondLst>
                                    <p:cond delay="0"/>
                                  </p:stCondLst>
                                  <p:childTnLst>
                                    <p:set>
                                      <p:cBhvr>
                                        <p:cTn id="16" dur="1" fill="hold">
                                          <p:stCondLst>
                                            <p:cond delay="0"/>
                                          </p:stCondLst>
                                        </p:cTn>
                                        <p:tgtEl>
                                          <p:spTgt spid="97">
                                            <p:txEl>
                                              <p:pRg st="1" end="1"/>
                                            </p:txEl>
                                          </p:spTgt>
                                        </p:tgtEl>
                                        <p:attrNameLst>
                                          <p:attrName>style.visibility</p:attrName>
                                        </p:attrNameLst>
                                      </p:cBhvr>
                                      <p:to>
                                        <p:strVal val="visible"/>
                                      </p:to>
                                    </p:set>
                                    <p:animEffect transition="in" filter="dissolve">
                                      <p:cBhvr>
                                        <p:cTn id="17" dur="500"/>
                                        <p:tgtEl>
                                          <p:spTgt spid="97">
                                            <p:txEl>
                                              <p:pRg st="1" end="1"/>
                                            </p:txEl>
                                          </p:spTgt>
                                        </p:tgtEl>
                                      </p:cBhvr>
                                    </p:animEffect>
                                  </p:childTnLst>
                                </p:cTn>
                              </p:par>
                              <p:par>
                                <p:cTn id="18" presetID="9" presetClass="entr" presetSubtype="0" fill="hold" nodeType="withEffect">
                                  <p:stCondLst>
                                    <p:cond delay="0"/>
                                  </p:stCondLst>
                                  <p:childTnLst>
                                    <p:set>
                                      <p:cBhvr>
                                        <p:cTn id="19" dur="1" fill="hold">
                                          <p:stCondLst>
                                            <p:cond delay="0"/>
                                          </p:stCondLst>
                                        </p:cTn>
                                        <p:tgtEl>
                                          <p:spTgt spid="97">
                                            <p:txEl>
                                              <p:pRg st="2" end="2"/>
                                            </p:txEl>
                                          </p:spTgt>
                                        </p:tgtEl>
                                        <p:attrNameLst>
                                          <p:attrName>style.visibility</p:attrName>
                                        </p:attrNameLst>
                                      </p:cBhvr>
                                      <p:to>
                                        <p:strVal val="visible"/>
                                      </p:to>
                                    </p:set>
                                    <p:animEffect transition="in" filter="dissolve">
                                      <p:cBhvr>
                                        <p:cTn id="20" dur="500"/>
                                        <p:tgtEl>
                                          <p:spTgt spid="9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Line 19">
            <a:extLst>
              <a:ext uri="{FF2B5EF4-FFF2-40B4-BE49-F238E27FC236}">
                <a16:creationId xmlns:a16="http://schemas.microsoft.com/office/drawing/2014/main" id="{F64820FD-43AE-524F-92B3-2C996E99E036}"/>
              </a:ext>
            </a:extLst>
          </p:cNvPr>
          <p:cNvSpPr>
            <a:spLocks noChangeShapeType="1"/>
          </p:cNvSpPr>
          <p:nvPr/>
        </p:nvSpPr>
        <p:spPr bwMode="auto">
          <a:xfrm>
            <a:off x="5103533" y="4310144"/>
            <a:ext cx="901700" cy="0"/>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49" name="Line 20">
            <a:extLst>
              <a:ext uri="{FF2B5EF4-FFF2-40B4-BE49-F238E27FC236}">
                <a16:creationId xmlns:a16="http://schemas.microsoft.com/office/drawing/2014/main" id="{671BEEC6-B648-BD41-8A64-91771D85E6AF}"/>
              </a:ext>
            </a:extLst>
          </p:cNvPr>
          <p:cNvSpPr>
            <a:spLocks noChangeShapeType="1"/>
          </p:cNvSpPr>
          <p:nvPr/>
        </p:nvSpPr>
        <p:spPr bwMode="auto">
          <a:xfrm>
            <a:off x="6888024" y="3390291"/>
            <a:ext cx="0" cy="655637"/>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51" name="Line 22">
            <a:extLst>
              <a:ext uri="{FF2B5EF4-FFF2-40B4-BE49-F238E27FC236}">
                <a16:creationId xmlns:a16="http://schemas.microsoft.com/office/drawing/2014/main" id="{4BD049D1-92B4-8841-8329-453013A739F7}"/>
              </a:ext>
            </a:extLst>
          </p:cNvPr>
          <p:cNvSpPr>
            <a:spLocks noChangeShapeType="1"/>
          </p:cNvSpPr>
          <p:nvPr/>
        </p:nvSpPr>
        <p:spPr bwMode="auto">
          <a:xfrm flipV="1">
            <a:off x="6664393" y="5337533"/>
            <a:ext cx="0" cy="438150"/>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800100" y="349426"/>
            <a:ext cx="10515600" cy="894622"/>
          </a:xfrm>
        </p:spPr>
        <p:txBody>
          <a:bodyPr>
            <a:normAutofit/>
          </a:bodyPr>
          <a:lstStyle/>
          <a:p>
            <a:r>
              <a:rPr lang="en-US" b="0" kern="0" dirty="0">
                <a:solidFill>
                  <a:srgbClr val="000099"/>
                </a:solidFill>
                <a:latin typeface="+mn-lt"/>
                <a:ea typeface="ＭＳ Ｐゴシック" charset="0"/>
              </a:rPr>
              <a:t>ARP protocol in action</a:t>
            </a:r>
            <a:endParaRPr lang="en-US" sz="4400" b="0" dirty="0">
              <a:latin typeface="+mn-lt"/>
            </a:endParaRPr>
          </a:p>
        </p:txBody>
      </p:sp>
      <p:sp>
        <p:nvSpPr>
          <p:cNvPr id="439" name="Slide Number Placeholder 4">
            <a:extLst>
              <a:ext uri="{FF2B5EF4-FFF2-40B4-BE49-F238E27FC236}">
                <a16:creationId xmlns:a16="http://schemas.microsoft.com/office/drawing/2014/main" id="{C87F3257-E91D-E144-BA13-B0DD96B23FDC}"/>
              </a:ext>
            </a:extLst>
          </p:cNvPr>
          <p:cNvSpPr>
            <a:spLocks noGrp="1"/>
          </p:cNvSpPr>
          <p:nvPr>
            <p:ph type="sldNum" sz="quarter" idx="4"/>
          </p:nvPr>
        </p:nvSpPr>
        <p:spPr>
          <a:xfrm>
            <a:off x="9219616" y="6443089"/>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rPr>
              <a:t>Link Layer: 6-</a:t>
            </a:r>
            <a:fld id="{C4204591-24BD-A542-B9D5-F8D8A88D2FEE}" type="slidenum">
              <a:rPr kumimoji="0" lang="en-US" sz="1100" b="0" i="0" u="none" strike="noStrike" kern="1200" cap="none" spc="0" normalizeH="0" baseline="0" noProof="0" smtClean="0">
                <a:ln>
                  <a:noFill/>
                </a:ln>
                <a:solidFill>
                  <a:prstClr val="white">
                    <a:lumMod val="50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1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endParaRPr>
          </a:p>
        </p:txBody>
      </p:sp>
      <p:sp>
        <p:nvSpPr>
          <p:cNvPr id="47" name="Freeform 8">
            <a:extLst>
              <a:ext uri="{FF2B5EF4-FFF2-40B4-BE49-F238E27FC236}">
                <a16:creationId xmlns:a16="http://schemas.microsoft.com/office/drawing/2014/main" id="{F57007A4-9929-8C47-B54D-D1B70F2B48AD}"/>
              </a:ext>
            </a:extLst>
          </p:cNvPr>
          <p:cNvSpPr>
            <a:spLocks/>
          </p:cNvSpPr>
          <p:nvPr/>
        </p:nvSpPr>
        <p:spPr bwMode="auto">
          <a:xfrm>
            <a:off x="5730736" y="3632282"/>
            <a:ext cx="2046288" cy="2049462"/>
          </a:xfrm>
          <a:custGeom>
            <a:avLst/>
            <a:gdLst>
              <a:gd name="T0" fmla="*/ 2147483647 w 1292"/>
              <a:gd name="T1" fmla="*/ 2147483647 h 1255"/>
              <a:gd name="T2" fmla="*/ 2147483647 w 1292"/>
              <a:gd name="T3" fmla="*/ 2147483647 h 1255"/>
              <a:gd name="T4" fmla="*/ 2147483647 w 1292"/>
              <a:gd name="T5" fmla="*/ 2147483647 h 1255"/>
              <a:gd name="T6" fmla="*/ 2147483647 w 1292"/>
              <a:gd name="T7" fmla="*/ 2147483647 h 1255"/>
              <a:gd name="T8" fmla="*/ 2147483647 w 1292"/>
              <a:gd name="T9" fmla="*/ 2147483647 h 1255"/>
              <a:gd name="T10" fmla="*/ 2147483647 w 1292"/>
              <a:gd name="T11" fmla="*/ 2147483647 h 1255"/>
              <a:gd name="T12" fmla="*/ 2147483647 w 1292"/>
              <a:gd name="T13" fmla="*/ 2147483647 h 1255"/>
              <a:gd name="T14" fmla="*/ 2147483647 w 1292"/>
              <a:gd name="T15" fmla="*/ 2147483647 h 1255"/>
              <a:gd name="T16" fmla="*/ 2147483647 w 1292"/>
              <a:gd name="T17" fmla="*/ 2147483647 h 1255"/>
              <a:gd name="T18" fmla="*/ 2147483647 w 1292"/>
              <a:gd name="T19" fmla="*/ 2147483647 h 1255"/>
              <a:gd name="T20" fmla="*/ 2147483647 w 1292"/>
              <a:gd name="T21" fmla="*/ 2147483647 h 1255"/>
              <a:gd name="T22" fmla="*/ 2147483647 w 1292"/>
              <a:gd name="T23" fmla="*/ 2147483647 h 125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292" h="1255">
                <a:moveTo>
                  <a:pt x="239" y="7"/>
                </a:moveTo>
                <a:cubicBezTo>
                  <a:pt x="120" y="14"/>
                  <a:pt x="70" y="71"/>
                  <a:pt x="35" y="157"/>
                </a:cubicBezTo>
                <a:cubicBezTo>
                  <a:pt x="0" y="243"/>
                  <a:pt x="26" y="411"/>
                  <a:pt x="29" y="523"/>
                </a:cubicBezTo>
                <a:cubicBezTo>
                  <a:pt x="32" y="635"/>
                  <a:pt x="17" y="771"/>
                  <a:pt x="53" y="829"/>
                </a:cubicBezTo>
                <a:cubicBezTo>
                  <a:pt x="89" y="887"/>
                  <a:pt x="146" y="821"/>
                  <a:pt x="245" y="871"/>
                </a:cubicBezTo>
                <a:cubicBezTo>
                  <a:pt x="344" y="921"/>
                  <a:pt x="522" y="1068"/>
                  <a:pt x="647" y="1129"/>
                </a:cubicBezTo>
                <a:cubicBezTo>
                  <a:pt x="772" y="1190"/>
                  <a:pt x="903" y="1255"/>
                  <a:pt x="995" y="1237"/>
                </a:cubicBezTo>
                <a:cubicBezTo>
                  <a:pt x="1087" y="1219"/>
                  <a:pt x="1153" y="1153"/>
                  <a:pt x="1199" y="1021"/>
                </a:cubicBezTo>
                <a:cubicBezTo>
                  <a:pt x="1245" y="889"/>
                  <a:pt x="1270" y="580"/>
                  <a:pt x="1271" y="445"/>
                </a:cubicBezTo>
                <a:cubicBezTo>
                  <a:pt x="1272" y="310"/>
                  <a:pt x="1292" y="266"/>
                  <a:pt x="1205" y="211"/>
                </a:cubicBezTo>
                <a:cubicBezTo>
                  <a:pt x="1118" y="156"/>
                  <a:pt x="908" y="150"/>
                  <a:pt x="749" y="115"/>
                </a:cubicBezTo>
                <a:cubicBezTo>
                  <a:pt x="590" y="80"/>
                  <a:pt x="358" y="0"/>
                  <a:pt x="239" y="7"/>
                </a:cubicBezTo>
                <a:close/>
              </a:path>
            </a:pathLst>
          </a:custGeom>
          <a:solidFill>
            <a:srgbClr val="9CE0FA"/>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charset="0"/>
              <a:ea typeface="ＭＳ Ｐゴシック" charset="0"/>
              <a:cs typeface="+mn-cs"/>
            </a:endParaRPr>
          </a:p>
        </p:txBody>
      </p:sp>
      <p:sp>
        <p:nvSpPr>
          <p:cNvPr id="50" name="Line 21">
            <a:extLst>
              <a:ext uri="{FF2B5EF4-FFF2-40B4-BE49-F238E27FC236}">
                <a16:creationId xmlns:a16="http://schemas.microsoft.com/office/drawing/2014/main" id="{8EE12B75-B162-D046-8610-F469FA2F14C7}"/>
              </a:ext>
            </a:extLst>
          </p:cNvPr>
          <p:cNvSpPr>
            <a:spLocks noChangeShapeType="1"/>
          </p:cNvSpPr>
          <p:nvPr/>
        </p:nvSpPr>
        <p:spPr bwMode="auto">
          <a:xfrm flipH="1">
            <a:off x="7751624" y="4359151"/>
            <a:ext cx="796925" cy="0"/>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54" name="Line 26">
            <a:extLst>
              <a:ext uri="{FF2B5EF4-FFF2-40B4-BE49-F238E27FC236}">
                <a16:creationId xmlns:a16="http://schemas.microsoft.com/office/drawing/2014/main" id="{D34196EA-878C-BD4B-B367-A871F347D705}"/>
              </a:ext>
            </a:extLst>
          </p:cNvPr>
          <p:cNvSpPr>
            <a:spLocks noChangeShapeType="1"/>
          </p:cNvSpPr>
          <p:nvPr/>
        </p:nvSpPr>
        <p:spPr bwMode="auto">
          <a:xfrm flipV="1">
            <a:off x="8310126" y="4475169"/>
            <a:ext cx="0" cy="373063"/>
          </a:xfrm>
          <a:prstGeom prst="line">
            <a:avLst/>
          </a:prstGeom>
          <a:noFill/>
          <a:ln w="9525">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55" name="Text Box 27">
            <a:extLst>
              <a:ext uri="{FF2B5EF4-FFF2-40B4-BE49-F238E27FC236}">
                <a16:creationId xmlns:a16="http://schemas.microsoft.com/office/drawing/2014/main" id="{9E6E8FDA-5A5E-0F42-B9A3-C2819201F1EA}"/>
              </a:ext>
            </a:extLst>
          </p:cNvPr>
          <p:cNvSpPr txBox="1">
            <a:spLocks noChangeArrowheads="1"/>
          </p:cNvSpPr>
          <p:nvPr/>
        </p:nvSpPr>
        <p:spPr bwMode="auto">
          <a:xfrm>
            <a:off x="8213996" y="4817733"/>
            <a:ext cx="1739900" cy="3048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Arial" charset="0"/>
                <a:ea typeface="ＭＳ Ｐゴシック" charset="0"/>
                <a:cs typeface="+mn-cs"/>
              </a:rPr>
              <a:t>58-23-D7-FA-20-B0</a:t>
            </a:r>
          </a:p>
        </p:txBody>
      </p:sp>
      <p:sp>
        <p:nvSpPr>
          <p:cNvPr id="61" name="Rectangle 37">
            <a:extLst>
              <a:ext uri="{FF2B5EF4-FFF2-40B4-BE49-F238E27FC236}">
                <a16:creationId xmlns:a16="http://schemas.microsoft.com/office/drawing/2014/main" id="{BD959ED9-514E-BB43-A03D-9610B0A43397}"/>
              </a:ext>
            </a:extLst>
          </p:cNvPr>
          <p:cNvSpPr>
            <a:spLocks noChangeArrowheads="1"/>
          </p:cNvSpPr>
          <p:nvPr/>
        </p:nvSpPr>
        <p:spPr bwMode="auto">
          <a:xfrm>
            <a:off x="6793652" y="3392113"/>
            <a:ext cx="160338" cy="255587"/>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Comic Sans MS" pitchFamily="66" charset="0"/>
              <a:ea typeface="ＭＳ Ｐゴシック" charset="0"/>
              <a:cs typeface="+mn-cs"/>
            </a:endParaRPr>
          </a:p>
        </p:txBody>
      </p:sp>
      <p:grpSp>
        <p:nvGrpSpPr>
          <p:cNvPr id="74" name="Group 44">
            <a:extLst>
              <a:ext uri="{FF2B5EF4-FFF2-40B4-BE49-F238E27FC236}">
                <a16:creationId xmlns:a16="http://schemas.microsoft.com/office/drawing/2014/main" id="{F28A69E5-B425-D84E-A92A-1BF2AE27083E}"/>
              </a:ext>
            </a:extLst>
          </p:cNvPr>
          <p:cNvGrpSpPr>
            <a:grpSpLocks/>
          </p:cNvGrpSpPr>
          <p:nvPr/>
        </p:nvGrpSpPr>
        <p:grpSpPr bwMode="auto">
          <a:xfrm>
            <a:off x="6335022" y="2859441"/>
            <a:ext cx="812800" cy="658813"/>
            <a:chOff x="-44" y="1473"/>
            <a:chExt cx="981" cy="1105"/>
          </a:xfrm>
        </p:grpSpPr>
        <p:pic>
          <p:nvPicPr>
            <p:cNvPr id="75" name="Picture 45" descr="desktop_computer_stylized_medium">
              <a:extLst>
                <a:ext uri="{FF2B5EF4-FFF2-40B4-BE49-F238E27FC236}">
                  <a16:creationId xmlns:a16="http://schemas.microsoft.com/office/drawing/2014/main" id="{28306720-28D9-9C4C-8C6D-B304BB9A449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76" name="Freeform 46">
              <a:extLst>
                <a:ext uri="{FF2B5EF4-FFF2-40B4-BE49-F238E27FC236}">
                  <a16:creationId xmlns:a16="http://schemas.microsoft.com/office/drawing/2014/main" id="{12165CA3-A696-A94F-A6BA-D9ECFB265DBA}"/>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grpSp>
      <p:sp>
        <p:nvSpPr>
          <p:cNvPr id="84" name="Rectangle 37">
            <a:extLst>
              <a:ext uri="{FF2B5EF4-FFF2-40B4-BE49-F238E27FC236}">
                <a16:creationId xmlns:a16="http://schemas.microsoft.com/office/drawing/2014/main" id="{820D05A1-5D97-6B44-A956-45C339CD6EC7}"/>
              </a:ext>
            </a:extLst>
          </p:cNvPr>
          <p:cNvSpPr>
            <a:spLocks noChangeArrowheads="1"/>
          </p:cNvSpPr>
          <p:nvPr/>
        </p:nvSpPr>
        <p:spPr bwMode="auto">
          <a:xfrm>
            <a:off x="6592477" y="5645423"/>
            <a:ext cx="160338" cy="255587"/>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Comic Sans MS" pitchFamily="66" charset="0"/>
              <a:ea typeface="ＭＳ Ｐゴシック" charset="0"/>
              <a:cs typeface="+mn-cs"/>
            </a:endParaRPr>
          </a:p>
        </p:txBody>
      </p:sp>
      <p:sp>
        <p:nvSpPr>
          <p:cNvPr id="85" name="Rectangle 37">
            <a:extLst>
              <a:ext uri="{FF2B5EF4-FFF2-40B4-BE49-F238E27FC236}">
                <a16:creationId xmlns:a16="http://schemas.microsoft.com/office/drawing/2014/main" id="{95FE12BC-DAAC-5848-8DA7-F4CB324AD8A0}"/>
              </a:ext>
            </a:extLst>
          </p:cNvPr>
          <p:cNvSpPr>
            <a:spLocks noChangeArrowheads="1"/>
          </p:cNvSpPr>
          <p:nvPr/>
        </p:nvSpPr>
        <p:spPr bwMode="auto">
          <a:xfrm rot="5400000">
            <a:off x="8336659" y="4240368"/>
            <a:ext cx="160338" cy="255587"/>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Comic Sans MS" pitchFamily="66" charset="0"/>
              <a:ea typeface="ＭＳ Ｐゴシック" charset="0"/>
              <a:cs typeface="+mn-cs"/>
            </a:endParaRPr>
          </a:p>
        </p:txBody>
      </p:sp>
      <p:grpSp>
        <p:nvGrpSpPr>
          <p:cNvPr id="79" name="Group 47">
            <a:extLst>
              <a:ext uri="{FF2B5EF4-FFF2-40B4-BE49-F238E27FC236}">
                <a16:creationId xmlns:a16="http://schemas.microsoft.com/office/drawing/2014/main" id="{44746C07-410E-1F4F-91B6-1B430F3CFA31}"/>
              </a:ext>
            </a:extLst>
          </p:cNvPr>
          <p:cNvGrpSpPr>
            <a:grpSpLocks/>
          </p:cNvGrpSpPr>
          <p:nvPr/>
        </p:nvGrpSpPr>
        <p:grpSpPr bwMode="auto">
          <a:xfrm>
            <a:off x="8184868" y="4087689"/>
            <a:ext cx="812800" cy="658812"/>
            <a:chOff x="-26" y="1473"/>
            <a:chExt cx="981" cy="1105"/>
          </a:xfrm>
        </p:grpSpPr>
        <p:pic>
          <p:nvPicPr>
            <p:cNvPr id="80" name="Picture 48" descr="desktop_computer_stylized_medium">
              <a:extLst>
                <a:ext uri="{FF2B5EF4-FFF2-40B4-BE49-F238E27FC236}">
                  <a16:creationId xmlns:a16="http://schemas.microsoft.com/office/drawing/2014/main" id="{3B33B5E2-E8CC-3C46-9F6A-AA84F471943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26" y="1473"/>
              <a:ext cx="981" cy="1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81" name="Freeform 49">
              <a:extLst>
                <a:ext uri="{FF2B5EF4-FFF2-40B4-BE49-F238E27FC236}">
                  <a16:creationId xmlns:a16="http://schemas.microsoft.com/office/drawing/2014/main" id="{7DA23775-D4E8-F544-B835-C7A71FAB6CEF}"/>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grpSp>
      <p:grpSp>
        <p:nvGrpSpPr>
          <p:cNvPr id="69" name="Group 41">
            <a:extLst>
              <a:ext uri="{FF2B5EF4-FFF2-40B4-BE49-F238E27FC236}">
                <a16:creationId xmlns:a16="http://schemas.microsoft.com/office/drawing/2014/main" id="{27B89BCB-87CA-7640-BC2D-65A05B519E96}"/>
              </a:ext>
            </a:extLst>
          </p:cNvPr>
          <p:cNvGrpSpPr>
            <a:grpSpLocks/>
          </p:cNvGrpSpPr>
          <p:nvPr/>
        </p:nvGrpSpPr>
        <p:grpSpPr bwMode="auto">
          <a:xfrm>
            <a:off x="6137343" y="5838977"/>
            <a:ext cx="812800" cy="658813"/>
            <a:chOff x="-44" y="1473"/>
            <a:chExt cx="981" cy="1105"/>
          </a:xfrm>
        </p:grpSpPr>
        <p:pic>
          <p:nvPicPr>
            <p:cNvPr id="70" name="Picture 42" descr="desktop_computer_stylized_medium">
              <a:extLst>
                <a:ext uri="{FF2B5EF4-FFF2-40B4-BE49-F238E27FC236}">
                  <a16:creationId xmlns:a16="http://schemas.microsoft.com/office/drawing/2014/main" id="{0C82CFB4-3428-8647-99DD-3B6C59F3E2E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71" name="Freeform 43">
              <a:extLst>
                <a:ext uri="{FF2B5EF4-FFF2-40B4-BE49-F238E27FC236}">
                  <a16:creationId xmlns:a16="http://schemas.microsoft.com/office/drawing/2014/main" id="{04A0D4C8-54E1-0E46-B711-36765520B5FF}"/>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grpSp>
      <p:sp>
        <p:nvSpPr>
          <p:cNvPr id="88" name="Text Box 36">
            <a:extLst>
              <a:ext uri="{FF2B5EF4-FFF2-40B4-BE49-F238E27FC236}">
                <a16:creationId xmlns:a16="http://schemas.microsoft.com/office/drawing/2014/main" id="{DD4B55F8-6951-BB48-93B1-8A8C712F3DFA}"/>
              </a:ext>
            </a:extLst>
          </p:cNvPr>
          <p:cNvSpPr txBox="1">
            <a:spLocks noChangeArrowheads="1"/>
          </p:cNvSpPr>
          <p:nvPr/>
        </p:nvSpPr>
        <p:spPr bwMode="auto">
          <a:xfrm>
            <a:off x="8208408" y="5016515"/>
            <a:ext cx="1217612" cy="3048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Arial" charset="0"/>
                <a:ea typeface="ＭＳ Ｐゴシック" charset="0"/>
                <a:cs typeface="+mn-cs"/>
              </a:rPr>
              <a:t>137.196.7.14</a:t>
            </a:r>
          </a:p>
        </p:txBody>
      </p:sp>
      <p:sp>
        <p:nvSpPr>
          <p:cNvPr id="40" name="TextBox 39">
            <a:extLst>
              <a:ext uri="{FF2B5EF4-FFF2-40B4-BE49-F238E27FC236}">
                <a16:creationId xmlns:a16="http://schemas.microsoft.com/office/drawing/2014/main" id="{03975A74-FFE9-0245-9159-E13D4A71F8FF}"/>
              </a:ext>
            </a:extLst>
          </p:cNvPr>
          <p:cNvSpPr txBox="1"/>
          <p:nvPr/>
        </p:nvSpPr>
        <p:spPr>
          <a:xfrm>
            <a:off x="8196469" y="3835414"/>
            <a:ext cx="351378"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0000A8"/>
                </a:solidFill>
                <a:effectLst/>
                <a:uLnTx/>
                <a:uFillTx/>
                <a:latin typeface="Calibri" panose="020F0502020204030204"/>
                <a:ea typeface="+mn-ea"/>
                <a:cs typeface="+mn-cs"/>
              </a:rPr>
              <a:t>B</a:t>
            </a:r>
          </a:p>
        </p:txBody>
      </p:sp>
      <p:sp>
        <p:nvSpPr>
          <p:cNvPr id="41" name="TextBox 40">
            <a:extLst>
              <a:ext uri="{FF2B5EF4-FFF2-40B4-BE49-F238E27FC236}">
                <a16:creationId xmlns:a16="http://schemas.microsoft.com/office/drawing/2014/main" id="{74B0E3B9-F445-2E4A-B8D9-5F1BEA2D72DF}"/>
              </a:ext>
            </a:extLst>
          </p:cNvPr>
          <p:cNvSpPr txBox="1"/>
          <p:nvPr/>
        </p:nvSpPr>
        <p:spPr>
          <a:xfrm>
            <a:off x="7116417" y="2702353"/>
            <a:ext cx="351378"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0000A8"/>
                </a:solidFill>
                <a:effectLst/>
                <a:uLnTx/>
                <a:uFillTx/>
                <a:latin typeface="Calibri" panose="020F0502020204030204"/>
                <a:ea typeface="+mn-ea"/>
                <a:cs typeface="+mn-cs"/>
              </a:rPr>
              <a:t>C</a:t>
            </a:r>
          </a:p>
        </p:txBody>
      </p:sp>
      <p:sp>
        <p:nvSpPr>
          <p:cNvPr id="42" name="TextBox 41">
            <a:extLst>
              <a:ext uri="{FF2B5EF4-FFF2-40B4-BE49-F238E27FC236}">
                <a16:creationId xmlns:a16="http://schemas.microsoft.com/office/drawing/2014/main" id="{784875AD-DADA-E849-ABCB-F9455A5A60CE}"/>
              </a:ext>
            </a:extLst>
          </p:cNvPr>
          <p:cNvSpPr txBox="1"/>
          <p:nvPr/>
        </p:nvSpPr>
        <p:spPr>
          <a:xfrm>
            <a:off x="6871252" y="6088283"/>
            <a:ext cx="373820"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0000A8"/>
                </a:solidFill>
                <a:effectLst/>
                <a:uLnTx/>
                <a:uFillTx/>
                <a:latin typeface="Calibri" panose="020F0502020204030204"/>
                <a:ea typeface="+mn-ea"/>
                <a:cs typeface="+mn-cs"/>
              </a:rPr>
              <a:t>D</a:t>
            </a:r>
          </a:p>
        </p:txBody>
      </p:sp>
      <p:sp>
        <p:nvSpPr>
          <p:cNvPr id="63" name="TextBox 62">
            <a:extLst>
              <a:ext uri="{FF2B5EF4-FFF2-40B4-BE49-F238E27FC236}">
                <a16:creationId xmlns:a16="http://schemas.microsoft.com/office/drawing/2014/main" id="{2E9B16A5-AC1C-0A48-BE4F-A199BCB6FFA7}"/>
              </a:ext>
            </a:extLst>
          </p:cNvPr>
          <p:cNvSpPr txBox="1"/>
          <p:nvPr/>
        </p:nvSpPr>
        <p:spPr>
          <a:xfrm>
            <a:off x="3664223" y="3615962"/>
            <a:ext cx="1166189"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TTL</a:t>
            </a:r>
          </a:p>
        </p:txBody>
      </p:sp>
      <p:sp>
        <p:nvSpPr>
          <p:cNvPr id="58" name="Line 30">
            <a:extLst>
              <a:ext uri="{FF2B5EF4-FFF2-40B4-BE49-F238E27FC236}">
                <a16:creationId xmlns:a16="http://schemas.microsoft.com/office/drawing/2014/main" id="{A3219F56-0BCF-1141-92E9-42AADFF29250}"/>
              </a:ext>
            </a:extLst>
          </p:cNvPr>
          <p:cNvSpPr>
            <a:spLocks noChangeShapeType="1"/>
          </p:cNvSpPr>
          <p:nvPr/>
        </p:nvSpPr>
        <p:spPr bwMode="auto">
          <a:xfrm flipV="1">
            <a:off x="5305073" y="4465719"/>
            <a:ext cx="0" cy="373063"/>
          </a:xfrm>
          <a:prstGeom prst="line">
            <a:avLst/>
          </a:prstGeom>
          <a:noFill/>
          <a:ln w="9525">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59" name="Text Box 31">
            <a:extLst>
              <a:ext uri="{FF2B5EF4-FFF2-40B4-BE49-F238E27FC236}">
                <a16:creationId xmlns:a16="http://schemas.microsoft.com/office/drawing/2014/main" id="{2EFE11A4-7F50-BB42-A3B3-7827175F341F}"/>
              </a:ext>
            </a:extLst>
          </p:cNvPr>
          <p:cNvSpPr txBox="1">
            <a:spLocks noChangeArrowheads="1"/>
          </p:cNvSpPr>
          <p:nvPr/>
        </p:nvSpPr>
        <p:spPr bwMode="auto">
          <a:xfrm>
            <a:off x="4387498" y="4840369"/>
            <a:ext cx="1689100" cy="3048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Arial" charset="0"/>
                <a:ea typeface="ＭＳ Ｐゴシック" charset="0"/>
                <a:cs typeface="+mn-cs"/>
              </a:rPr>
              <a:t>71-65-F7-2B-08-53</a:t>
            </a:r>
          </a:p>
        </p:txBody>
      </p:sp>
      <p:sp>
        <p:nvSpPr>
          <p:cNvPr id="83" name="Rectangle 37">
            <a:extLst>
              <a:ext uri="{FF2B5EF4-FFF2-40B4-BE49-F238E27FC236}">
                <a16:creationId xmlns:a16="http://schemas.microsoft.com/office/drawing/2014/main" id="{CD202D37-460B-D748-8210-605E1AE082D0}"/>
              </a:ext>
            </a:extLst>
          </p:cNvPr>
          <p:cNvSpPr>
            <a:spLocks noChangeArrowheads="1"/>
          </p:cNvSpPr>
          <p:nvPr/>
        </p:nvSpPr>
        <p:spPr bwMode="auto">
          <a:xfrm rot="5400000">
            <a:off x="5166994" y="4178448"/>
            <a:ext cx="160338" cy="255587"/>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Comic Sans MS" pitchFamily="66" charset="0"/>
              <a:ea typeface="ＭＳ Ｐゴシック" charset="0"/>
              <a:cs typeface="+mn-cs"/>
            </a:endParaRPr>
          </a:p>
        </p:txBody>
      </p:sp>
      <p:grpSp>
        <p:nvGrpSpPr>
          <p:cNvPr id="64" name="Group 38">
            <a:extLst>
              <a:ext uri="{FF2B5EF4-FFF2-40B4-BE49-F238E27FC236}">
                <a16:creationId xmlns:a16="http://schemas.microsoft.com/office/drawing/2014/main" id="{90CD0E16-8B92-9A4D-9A85-FA76287C25CA}"/>
              </a:ext>
            </a:extLst>
          </p:cNvPr>
          <p:cNvGrpSpPr>
            <a:grpSpLocks/>
          </p:cNvGrpSpPr>
          <p:nvPr/>
        </p:nvGrpSpPr>
        <p:grpSpPr bwMode="auto">
          <a:xfrm>
            <a:off x="4479021" y="3932319"/>
            <a:ext cx="812800" cy="658813"/>
            <a:chOff x="-44" y="1473"/>
            <a:chExt cx="981" cy="1105"/>
          </a:xfrm>
        </p:grpSpPr>
        <p:pic>
          <p:nvPicPr>
            <p:cNvPr id="65" name="Picture 39" descr="desktop_computer_stylized_medium">
              <a:extLst>
                <a:ext uri="{FF2B5EF4-FFF2-40B4-BE49-F238E27FC236}">
                  <a16:creationId xmlns:a16="http://schemas.microsoft.com/office/drawing/2014/main" id="{8751C04C-5F67-E747-BB72-C6A175F351E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66" name="Freeform 40">
              <a:extLst>
                <a:ext uri="{FF2B5EF4-FFF2-40B4-BE49-F238E27FC236}">
                  <a16:creationId xmlns:a16="http://schemas.microsoft.com/office/drawing/2014/main" id="{42DD46F7-3C85-0143-8A1D-B7410F2B0D09}"/>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grpSp>
      <p:sp>
        <p:nvSpPr>
          <p:cNvPr id="90" name="Text Box 31">
            <a:extLst>
              <a:ext uri="{FF2B5EF4-FFF2-40B4-BE49-F238E27FC236}">
                <a16:creationId xmlns:a16="http://schemas.microsoft.com/office/drawing/2014/main" id="{CD5A8CEC-3E57-A944-A0C6-256AED094136}"/>
              </a:ext>
            </a:extLst>
          </p:cNvPr>
          <p:cNvSpPr txBox="1">
            <a:spLocks noChangeArrowheads="1"/>
          </p:cNvSpPr>
          <p:nvPr/>
        </p:nvSpPr>
        <p:spPr bwMode="auto">
          <a:xfrm>
            <a:off x="4392191" y="5056271"/>
            <a:ext cx="1217612" cy="3048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Arial" charset="0"/>
                <a:ea typeface="ＭＳ Ｐゴシック" charset="0"/>
                <a:cs typeface="+mn-cs"/>
              </a:rPr>
              <a:t>137.196.7.23</a:t>
            </a:r>
          </a:p>
        </p:txBody>
      </p:sp>
      <p:sp>
        <p:nvSpPr>
          <p:cNvPr id="3" name="TextBox 2">
            <a:extLst>
              <a:ext uri="{FF2B5EF4-FFF2-40B4-BE49-F238E27FC236}">
                <a16:creationId xmlns:a16="http://schemas.microsoft.com/office/drawing/2014/main" id="{AE490856-D387-9F4E-92DD-613E16C75F36}"/>
              </a:ext>
            </a:extLst>
          </p:cNvPr>
          <p:cNvSpPr txBox="1"/>
          <p:nvPr/>
        </p:nvSpPr>
        <p:spPr>
          <a:xfrm>
            <a:off x="5274361" y="3775779"/>
            <a:ext cx="370614"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0000A8"/>
                </a:solidFill>
                <a:effectLst/>
                <a:uLnTx/>
                <a:uFillTx/>
                <a:latin typeface="Calibri" panose="020F0502020204030204"/>
                <a:ea typeface="+mn-ea"/>
                <a:cs typeface="+mn-cs"/>
              </a:rPr>
              <a:t>A</a:t>
            </a:r>
          </a:p>
        </p:txBody>
      </p:sp>
      <p:grpSp>
        <p:nvGrpSpPr>
          <p:cNvPr id="17" name="Group 16">
            <a:extLst>
              <a:ext uri="{FF2B5EF4-FFF2-40B4-BE49-F238E27FC236}">
                <a16:creationId xmlns:a16="http://schemas.microsoft.com/office/drawing/2014/main" id="{2C4CA1B8-D7B0-FE45-9DAE-1BE097F0A873}"/>
              </a:ext>
            </a:extLst>
          </p:cNvPr>
          <p:cNvGrpSpPr/>
          <p:nvPr/>
        </p:nvGrpSpPr>
        <p:grpSpPr>
          <a:xfrm>
            <a:off x="1186072" y="3311953"/>
            <a:ext cx="3690728" cy="1373671"/>
            <a:chOff x="404194" y="2544417"/>
            <a:chExt cx="3690728" cy="1373671"/>
          </a:xfrm>
        </p:grpSpPr>
        <p:sp>
          <p:nvSpPr>
            <p:cNvPr id="16" name="Freeform 15">
              <a:extLst>
                <a:ext uri="{FF2B5EF4-FFF2-40B4-BE49-F238E27FC236}">
                  <a16:creationId xmlns:a16="http://schemas.microsoft.com/office/drawing/2014/main" id="{DA69A91A-6B5A-764F-8871-0FBCD21B5E20}"/>
                </a:ext>
              </a:extLst>
            </p:cNvPr>
            <p:cNvSpPr/>
            <p:nvPr/>
          </p:nvSpPr>
          <p:spPr>
            <a:xfrm>
              <a:off x="3617843" y="2842867"/>
              <a:ext cx="477079" cy="1075221"/>
            </a:xfrm>
            <a:custGeom>
              <a:avLst/>
              <a:gdLst>
                <a:gd name="connsiteX0" fmla="*/ 477079 w 477079"/>
                <a:gd name="connsiteY0" fmla="*/ 357808 h 1166191"/>
                <a:gd name="connsiteX1" fmla="*/ 0 w 477079"/>
                <a:gd name="connsiteY1" fmla="*/ 0 h 1166191"/>
                <a:gd name="connsiteX2" fmla="*/ 13253 w 477079"/>
                <a:gd name="connsiteY2" fmla="*/ 1166191 h 1166191"/>
                <a:gd name="connsiteX3" fmla="*/ 384314 w 477079"/>
                <a:gd name="connsiteY3" fmla="*/ 649356 h 1166191"/>
                <a:gd name="connsiteX0" fmla="*/ 477079 w 477079"/>
                <a:gd name="connsiteY0" fmla="*/ 357808 h 1051327"/>
                <a:gd name="connsiteX1" fmla="*/ 0 w 477079"/>
                <a:gd name="connsiteY1" fmla="*/ 0 h 1051327"/>
                <a:gd name="connsiteX2" fmla="*/ 13253 w 477079"/>
                <a:gd name="connsiteY2" fmla="*/ 1051327 h 1051327"/>
                <a:gd name="connsiteX3" fmla="*/ 384314 w 477079"/>
                <a:gd name="connsiteY3" fmla="*/ 649356 h 1051327"/>
              </a:gdLst>
              <a:ahLst/>
              <a:cxnLst>
                <a:cxn ang="0">
                  <a:pos x="connsiteX0" y="connsiteY0"/>
                </a:cxn>
                <a:cxn ang="0">
                  <a:pos x="connsiteX1" y="connsiteY1"/>
                </a:cxn>
                <a:cxn ang="0">
                  <a:pos x="connsiteX2" y="connsiteY2"/>
                </a:cxn>
                <a:cxn ang="0">
                  <a:pos x="connsiteX3" y="connsiteY3"/>
                </a:cxn>
              </a:cxnLst>
              <a:rect l="l" t="t" r="r" b="b"/>
              <a:pathLst>
                <a:path w="477079" h="1051327">
                  <a:moveTo>
                    <a:pt x="477079" y="357808"/>
                  </a:moveTo>
                  <a:lnTo>
                    <a:pt x="0" y="0"/>
                  </a:lnTo>
                  <a:lnTo>
                    <a:pt x="13253" y="1051327"/>
                  </a:lnTo>
                  <a:lnTo>
                    <a:pt x="384314" y="649356"/>
                  </a:lnTo>
                </a:path>
              </a:pathLst>
            </a:custGeom>
            <a:gradFill>
              <a:gsLst>
                <a:gs pos="0">
                  <a:schemeClr val="bg1"/>
                </a:gs>
                <a:gs pos="99000">
                  <a:schemeClr val="bg1">
                    <a:lumMod val="7500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nvGrpSpPr>
            <p:cNvPr id="15" name="Group 14">
              <a:extLst>
                <a:ext uri="{FF2B5EF4-FFF2-40B4-BE49-F238E27FC236}">
                  <a16:creationId xmlns:a16="http://schemas.microsoft.com/office/drawing/2014/main" id="{EF6BEDD3-2381-F342-8772-EF22B2DD6391}"/>
                </a:ext>
              </a:extLst>
            </p:cNvPr>
            <p:cNvGrpSpPr/>
            <p:nvPr/>
          </p:nvGrpSpPr>
          <p:grpSpPr>
            <a:xfrm>
              <a:off x="404194" y="2544417"/>
              <a:ext cx="3379301" cy="1368152"/>
              <a:chOff x="404194" y="2544417"/>
              <a:chExt cx="3379301" cy="1368152"/>
            </a:xfrm>
          </p:grpSpPr>
          <p:sp>
            <p:nvSpPr>
              <p:cNvPr id="6" name="Rectangle 5">
                <a:extLst>
                  <a:ext uri="{FF2B5EF4-FFF2-40B4-BE49-F238E27FC236}">
                    <a16:creationId xmlns:a16="http://schemas.microsoft.com/office/drawing/2014/main" id="{9F0EA35A-16E9-6647-B826-0BDF18B31CE6}"/>
                  </a:ext>
                </a:extLst>
              </p:cNvPr>
              <p:cNvSpPr/>
              <p:nvPr/>
            </p:nvSpPr>
            <p:spPr>
              <a:xfrm>
                <a:off x="450575" y="2849217"/>
                <a:ext cx="3180521" cy="106017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 name="TextBox 4">
                <a:extLst>
                  <a:ext uri="{FF2B5EF4-FFF2-40B4-BE49-F238E27FC236}">
                    <a16:creationId xmlns:a16="http://schemas.microsoft.com/office/drawing/2014/main" id="{003A6087-C978-A74F-82FC-80BB9BB4CE42}"/>
                  </a:ext>
                </a:extLst>
              </p:cNvPr>
              <p:cNvSpPr txBox="1"/>
              <p:nvPr/>
            </p:nvSpPr>
            <p:spPr>
              <a:xfrm>
                <a:off x="530088" y="2544417"/>
                <a:ext cx="2796208"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ARP table in </a:t>
                </a:r>
                <a:r>
                  <a:rPr kumimoji="0" lang="en-US" sz="1800" b="0" i="0" u="none" strike="noStrike" kern="1200" cap="none" spc="0" normalizeH="0" baseline="0" noProof="0" dirty="0">
                    <a:ln>
                      <a:noFill/>
                    </a:ln>
                    <a:solidFill>
                      <a:srgbClr val="0000A8"/>
                    </a:solidFill>
                    <a:effectLst/>
                    <a:uLnTx/>
                    <a:uFillTx/>
                    <a:latin typeface="Calibri" panose="020F0502020204030204"/>
                    <a:ea typeface="+mn-ea"/>
                    <a:cs typeface="+mn-cs"/>
                  </a:rPr>
                  <a:t>A</a:t>
                </a:r>
              </a:p>
            </p:txBody>
          </p:sp>
          <p:cxnSp>
            <p:nvCxnSpPr>
              <p:cNvPr id="8" name="Straight Connector 7">
                <a:extLst>
                  <a:ext uri="{FF2B5EF4-FFF2-40B4-BE49-F238E27FC236}">
                    <a16:creationId xmlns:a16="http://schemas.microsoft.com/office/drawing/2014/main" id="{97ADA725-CF65-9446-A6E5-99769F3E8580}"/>
                  </a:ext>
                </a:extLst>
              </p:cNvPr>
              <p:cNvCxnSpPr>
                <a:cxnSpLocks/>
              </p:cNvCxnSpPr>
              <p:nvPr/>
            </p:nvCxnSpPr>
            <p:spPr>
              <a:xfrm>
                <a:off x="437324" y="3173896"/>
                <a:ext cx="318052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53" name="TextBox 52">
                <a:extLst>
                  <a:ext uri="{FF2B5EF4-FFF2-40B4-BE49-F238E27FC236}">
                    <a16:creationId xmlns:a16="http://schemas.microsoft.com/office/drawing/2014/main" id="{AD1A36C2-C660-CC48-A801-8B13046993C8}"/>
                  </a:ext>
                </a:extLst>
              </p:cNvPr>
              <p:cNvSpPr txBox="1"/>
              <p:nvPr/>
            </p:nvSpPr>
            <p:spPr>
              <a:xfrm>
                <a:off x="404194" y="2829339"/>
                <a:ext cx="934277"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IP addr</a:t>
                </a:r>
              </a:p>
            </p:txBody>
          </p:sp>
          <p:sp>
            <p:nvSpPr>
              <p:cNvPr id="62" name="TextBox 61">
                <a:extLst>
                  <a:ext uri="{FF2B5EF4-FFF2-40B4-BE49-F238E27FC236}">
                    <a16:creationId xmlns:a16="http://schemas.microsoft.com/office/drawing/2014/main" id="{39275495-9FB2-BE4E-99AA-073302DC06EF}"/>
                  </a:ext>
                </a:extLst>
              </p:cNvPr>
              <p:cNvSpPr txBox="1"/>
              <p:nvPr/>
            </p:nvSpPr>
            <p:spPr>
              <a:xfrm>
                <a:off x="1616766" y="2849217"/>
                <a:ext cx="1166189"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MAC addr</a:t>
                </a:r>
              </a:p>
            </p:txBody>
          </p:sp>
          <p:cxnSp>
            <p:nvCxnSpPr>
              <p:cNvPr id="13" name="Straight Connector 12">
                <a:extLst>
                  <a:ext uri="{FF2B5EF4-FFF2-40B4-BE49-F238E27FC236}">
                    <a16:creationId xmlns:a16="http://schemas.microsoft.com/office/drawing/2014/main" id="{8C873D52-0E3A-984E-872F-2E5F1E49C4BD}"/>
                  </a:ext>
                </a:extLst>
              </p:cNvPr>
              <p:cNvCxnSpPr>
                <a:cxnSpLocks/>
              </p:cNvCxnSpPr>
              <p:nvPr/>
            </p:nvCxnSpPr>
            <p:spPr>
              <a:xfrm>
                <a:off x="1325218" y="2849218"/>
                <a:ext cx="0" cy="10633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0F3D9DE6-1B37-F249-9BD4-104B41CEFDAE}"/>
                  </a:ext>
                </a:extLst>
              </p:cNvPr>
              <p:cNvCxnSpPr>
                <a:cxnSpLocks/>
              </p:cNvCxnSpPr>
              <p:nvPr/>
            </p:nvCxnSpPr>
            <p:spPr>
              <a:xfrm>
                <a:off x="3240152" y="2848944"/>
                <a:ext cx="0" cy="10604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2" name="TextBox 71">
                <a:extLst>
                  <a:ext uri="{FF2B5EF4-FFF2-40B4-BE49-F238E27FC236}">
                    <a16:creationId xmlns:a16="http://schemas.microsoft.com/office/drawing/2014/main" id="{8971A2F5-ACB5-294E-8846-0F74DE6EB747}"/>
                  </a:ext>
                </a:extLst>
              </p:cNvPr>
              <p:cNvSpPr txBox="1"/>
              <p:nvPr/>
            </p:nvSpPr>
            <p:spPr>
              <a:xfrm>
                <a:off x="3074505" y="2855842"/>
                <a:ext cx="70899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TTL</a:t>
                </a:r>
              </a:p>
            </p:txBody>
          </p:sp>
        </p:grpSp>
      </p:grpSp>
      <p:sp>
        <p:nvSpPr>
          <p:cNvPr id="68" name="Rectangle 3">
            <a:extLst>
              <a:ext uri="{FF2B5EF4-FFF2-40B4-BE49-F238E27FC236}">
                <a16:creationId xmlns:a16="http://schemas.microsoft.com/office/drawing/2014/main" id="{3E190205-EEDA-4A4B-922E-882CB0024C81}"/>
              </a:ext>
            </a:extLst>
          </p:cNvPr>
          <p:cNvSpPr txBox="1">
            <a:spLocks noChangeArrowheads="1"/>
          </p:cNvSpPr>
          <p:nvPr/>
        </p:nvSpPr>
        <p:spPr>
          <a:xfrm>
            <a:off x="1049752" y="1211677"/>
            <a:ext cx="10068822" cy="886946"/>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
                <a:srgbClr val="0000A3"/>
              </a:buClr>
              <a:buSzTx/>
              <a:buFont typeface="Wingdings" pitchFamily="2" charset="2"/>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example: A wants to send datagram to B</a:t>
            </a:r>
          </a:p>
          <a:p>
            <a:pPr marL="352425" marR="0" lvl="1" indent="-234950"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B</a:t>
            </a:r>
            <a:r>
              <a:rPr kumimoji="0" lang="ja-JP" altLang="en-US" sz="2000" b="0" i="0" u="none" strike="noStrike" kern="1200" cap="none" spc="0" normalizeH="0" baseline="0" noProof="0">
                <a:ln>
                  <a:noFill/>
                </a:ln>
                <a:solidFill>
                  <a:prstClr val="black"/>
                </a:solidFill>
                <a:effectLst/>
                <a:uLnTx/>
                <a:uFillTx/>
                <a:latin typeface="Calibri" panose="020F0502020204030204"/>
                <a:ea typeface="游ゴシック" panose="020B0400000000000000" pitchFamily="34" charset="-128"/>
                <a:cs typeface="+mn-cs"/>
              </a:rPr>
              <a:t>’</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s MAC address not in A</a:t>
            </a:r>
            <a:r>
              <a:rPr kumimoji="0" lang="en-US" altLang="ja-JP" sz="20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s ARP table, so A uses ARP to find B’s MAC address</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24" name="Group 23">
            <a:extLst>
              <a:ext uri="{FF2B5EF4-FFF2-40B4-BE49-F238E27FC236}">
                <a16:creationId xmlns:a16="http://schemas.microsoft.com/office/drawing/2014/main" id="{013DE118-29AE-1147-9673-7A7F3BEC6EF7}"/>
              </a:ext>
            </a:extLst>
          </p:cNvPr>
          <p:cNvGrpSpPr/>
          <p:nvPr/>
        </p:nvGrpSpPr>
        <p:grpSpPr>
          <a:xfrm>
            <a:off x="689113" y="2175367"/>
            <a:ext cx="5579166" cy="1015663"/>
            <a:chOff x="689113" y="2070437"/>
            <a:chExt cx="5579166" cy="1015663"/>
          </a:xfrm>
        </p:grpSpPr>
        <p:sp>
          <p:nvSpPr>
            <p:cNvPr id="18" name="TextBox 17">
              <a:extLst>
                <a:ext uri="{FF2B5EF4-FFF2-40B4-BE49-F238E27FC236}">
                  <a16:creationId xmlns:a16="http://schemas.microsoft.com/office/drawing/2014/main" id="{7230726C-A09E-6C44-A2D0-4B4AC64FB4B2}"/>
                </a:ext>
              </a:extLst>
            </p:cNvPr>
            <p:cNvSpPr txBox="1"/>
            <p:nvPr/>
          </p:nvSpPr>
          <p:spPr>
            <a:xfrm>
              <a:off x="993914" y="2070437"/>
              <a:ext cx="5274365" cy="1015663"/>
            </a:xfrm>
            <a:prstGeom prst="rect">
              <a:avLst/>
            </a:prstGeom>
            <a:noFill/>
          </p:spPr>
          <p:txBody>
            <a:bodyPr wrap="square" rtlCol="0">
              <a:spAutoFit/>
            </a:bodyPr>
            <a:lstStyle/>
            <a:p>
              <a:pPr marL="231775" marR="0" lvl="0" indent="-231775"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0000A8"/>
                  </a:solidFill>
                  <a:effectLst/>
                  <a:uLnTx/>
                  <a:uFillTx/>
                  <a:latin typeface="Calibri" panose="020F0502020204030204"/>
                  <a:ea typeface="+mn-ea"/>
                  <a:cs typeface="+mn-cs"/>
                </a:rPr>
                <a:t>A</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broadcasts ARP query, containing B's IP addr</a:t>
              </a:r>
            </a:p>
            <a:p>
              <a:pPr marL="404813" marR="0" lvl="1" indent="-234950" algn="l" defTabSz="914400" rtl="0" eaLnBrk="1" fontAlgn="auto" latinLnBrk="0" hangingPunct="1">
                <a:lnSpc>
                  <a:spcPct val="9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destination MAC address = FF-FF-FF-FF-FF-FF</a:t>
              </a:r>
            </a:p>
            <a:p>
              <a:pPr marL="404813" marR="0" lvl="1" indent="-234950" algn="l" defTabSz="914400" rtl="0" eaLnBrk="1" fontAlgn="auto" latinLnBrk="0" hangingPunct="1">
                <a:lnSpc>
                  <a:spcPct val="9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all nodes on LAN receive ARP query </a:t>
              </a:r>
            </a:p>
          </p:txBody>
        </p:sp>
        <p:grpSp>
          <p:nvGrpSpPr>
            <p:cNvPr id="23" name="Group 22">
              <a:extLst>
                <a:ext uri="{FF2B5EF4-FFF2-40B4-BE49-F238E27FC236}">
                  <a16:creationId xmlns:a16="http://schemas.microsoft.com/office/drawing/2014/main" id="{E4C3EBDD-DD28-4A4F-803C-BE09994DBBCE}"/>
                </a:ext>
              </a:extLst>
            </p:cNvPr>
            <p:cNvGrpSpPr/>
            <p:nvPr/>
          </p:nvGrpSpPr>
          <p:grpSpPr>
            <a:xfrm>
              <a:off x="689113" y="2438399"/>
              <a:ext cx="410817" cy="461665"/>
              <a:chOff x="2292626" y="5618921"/>
              <a:chExt cx="410817" cy="461665"/>
            </a:xfrm>
          </p:grpSpPr>
          <p:sp>
            <p:nvSpPr>
              <p:cNvPr id="21" name="Oval 20">
                <a:extLst>
                  <a:ext uri="{FF2B5EF4-FFF2-40B4-BE49-F238E27FC236}">
                    <a16:creationId xmlns:a16="http://schemas.microsoft.com/office/drawing/2014/main" id="{081A63FD-6640-2C4D-94F4-10E452F85558}"/>
                  </a:ext>
                </a:extLst>
              </p:cNvPr>
              <p:cNvSpPr/>
              <p:nvPr/>
            </p:nvSpPr>
            <p:spPr>
              <a:xfrm>
                <a:off x="2292626" y="5645426"/>
                <a:ext cx="410817" cy="410817"/>
              </a:xfrm>
              <a:prstGeom prst="ellipse">
                <a:avLst/>
              </a:prstGeom>
              <a:solidFill>
                <a:schemeClr val="bg1"/>
              </a:solidFill>
              <a:ln w="25400">
                <a:solidFill>
                  <a:srgbClr val="0000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2" name="TextBox 21">
                <a:extLst>
                  <a:ext uri="{FF2B5EF4-FFF2-40B4-BE49-F238E27FC236}">
                    <a16:creationId xmlns:a16="http://schemas.microsoft.com/office/drawing/2014/main" id="{887B0C99-1512-F84B-A71F-D0B8F31B18C6}"/>
                  </a:ext>
                </a:extLst>
              </p:cNvPr>
              <p:cNvSpPr txBox="1"/>
              <p:nvPr/>
            </p:nvSpPr>
            <p:spPr>
              <a:xfrm>
                <a:off x="2319130" y="5618921"/>
                <a:ext cx="340158"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1</a:t>
                </a:r>
              </a:p>
            </p:txBody>
          </p:sp>
        </p:grpSp>
      </p:grpSp>
      <p:grpSp>
        <p:nvGrpSpPr>
          <p:cNvPr id="38" name="Group 37">
            <a:extLst>
              <a:ext uri="{FF2B5EF4-FFF2-40B4-BE49-F238E27FC236}">
                <a16:creationId xmlns:a16="http://schemas.microsoft.com/office/drawing/2014/main" id="{6F779ACC-F55E-B048-8458-7327E343FDD1}"/>
              </a:ext>
            </a:extLst>
          </p:cNvPr>
          <p:cNvGrpSpPr/>
          <p:nvPr/>
        </p:nvGrpSpPr>
        <p:grpSpPr>
          <a:xfrm>
            <a:off x="6633558" y="2781868"/>
            <a:ext cx="4272980" cy="1554072"/>
            <a:chOff x="7269663" y="106017"/>
            <a:chExt cx="4272980" cy="1554072"/>
          </a:xfrm>
        </p:grpSpPr>
        <p:sp>
          <p:nvSpPr>
            <p:cNvPr id="94" name="Freeform 93">
              <a:extLst>
                <a:ext uri="{FF2B5EF4-FFF2-40B4-BE49-F238E27FC236}">
                  <a16:creationId xmlns:a16="http://schemas.microsoft.com/office/drawing/2014/main" id="{CD86198F-C5C2-D246-A036-CEC67763694B}"/>
                </a:ext>
              </a:extLst>
            </p:cNvPr>
            <p:cNvSpPr/>
            <p:nvPr/>
          </p:nvSpPr>
          <p:spPr>
            <a:xfrm>
              <a:off x="7269663" y="168712"/>
              <a:ext cx="3357443" cy="1491377"/>
            </a:xfrm>
            <a:custGeom>
              <a:avLst/>
              <a:gdLst>
                <a:gd name="connsiteX0" fmla="*/ 0 w 1615044"/>
                <a:gd name="connsiteY0" fmla="*/ 641268 h 890650"/>
                <a:gd name="connsiteX1" fmla="*/ 285007 w 1615044"/>
                <a:gd name="connsiteY1" fmla="*/ 0 h 890650"/>
                <a:gd name="connsiteX2" fmla="*/ 1615044 w 1615044"/>
                <a:gd name="connsiteY2" fmla="*/ 83128 h 890650"/>
                <a:gd name="connsiteX3" fmla="*/ 166254 w 1615044"/>
                <a:gd name="connsiteY3" fmla="*/ 890650 h 890650"/>
                <a:gd name="connsiteX4" fmla="*/ 0 w 1615044"/>
                <a:gd name="connsiteY4" fmla="*/ 641268 h 890650"/>
                <a:gd name="connsiteX0" fmla="*/ 0 w 1615044"/>
                <a:gd name="connsiteY0" fmla="*/ 641268 h 890650"/>
                <a:gd name="connsiteX1" fmla="*/ 285007 w 1615044"/>
                <a:gd name="connsiteY1" fmla="*/ 0 h 890650"/>
                <a:gd name="connsiteX2" fmla="*/ 1615044 w 1615044"/>
                <a:gd name="connsiteY2" fmla="*/ 83128 h 890650"/>
                <a:gd name="connsiteX3" fmla="*/ 166254 w 1615044"/>
                <a:gd name="connsiteY3" fmla="*/ 890650 h 890650"/>
                <a:gd name="connsiteX4" fmla="*/ 0 w 1615044"/>
                <a:gd name="connsiteY4" fmla="*/ 641268 h 890650"/>
                <a:gd name="connsiteX0" fmla="*/ 0 w 1615044"/>
                <a:gd name="connsiteY0" fmla="*/ 641268 h 890650"/>
                <a:gd name="connsiteX1" fmla="*/ 285007 w 1615044"/>
                <a:gd name="connsiteY1" fmla="*/ 0 h 890650"/>
                <a:gd name="connsiteX2" fmla="*/ 1615044 w 1615044"/>
                <a:gd name="connsiteY2" fmla="*/ 83128 h 890650"/>
                <a:gd name="connsiteX3" fmla="*/ 166254 w 1615044"/>
                <a:gd name="connsiteY3" fmla="*/ 890650 h 890650"/>
                <a:gd name="connsiteX4" fmla="*/ 0 w 1615044"/>
                <a:gd name="connsiteY4" fmla="*/ 641268 h 890650"/>
                <a:gd name="connsiteX0" fmla="*/ 0 w 1615044"/>
                <a:gd name="connsiteY0" fmla="*/ 641268 h 890650"/>
                <a:gd name="connsiteX1" fmla="*/ 285007 w 1615044"/>
                <a:gd name="connsiteY1" fmla="*/ 0 h 890650"/>
                <a:gd name="connsiteX2" fmla="*/ 1615044 w 1615044"/>
                <a:gd name="connsiteY2" fmla="*/ 83128 h 890650"/>
                <a:gd name="connsiteX3" fmla="*/ 166254 w 1615044"/>
                <a:gd name="connsiteY3" fmla="*/ 890650 h 890650"/>
                <a:gd name="connsiteX4" fmla="*/ 0 w 1615044"/>
                <a:gd name="connsiteY4" fmla="*/ 641268 h 890650"/>
                <a:gd name="connsiteX0" fmla="*/ 0 w 1615044"/>
                <a:gd name="connsiteY0" fmla="*/ 641268 h 890650"/>
                <a:gd name="connsiteX1" fmla="*/ 285007 w 1615044"/>
                <a:gd name="connsiteY1" fmla="*/ 0 h 890650"/>
                <a:gd name="connsiteX2" fmla="*/ 1615044 w 1615044"/>
                <a:gd name="connsiteY2" fmla="*/ 83128 h 890650"/>
                <a:gd name="connsiteX3" fmla="*/ 166254 w 1615044"/>
                <a:gd name="connsiteY3" fmla="*/ 890650 h 890650"/>
                <a:gd name="connsiteX4" fmla="*/ 0 w 1615044"/>
                <a:gd name="connsiteY4" fmla="*/ 641268 h 890650"/>
                <a:gd name="connsiteX0" fmla="*/ 0 w 1615044"/>
                <a:gd name="connsiteY0" fmla="*/ 463138 h 890650"/>
                <a:gd name="connsiteX1" fmla="*/ 285007 w 1615044"/>
                <a:gd name="connsiteY1" fmla="*/ 0 h 890650"/>
                <a:gd name="connsiteX2" fmla="*/ 1615044 w 1615044"/>
                <a:gd name="connsiteY2" fmla="*/ 83128 h 890650"/>
                <a:gd name="connsiteX3" fmla="*/ 166254 w 1615044"/>
                <a:gd name="connsiteY3" fmla="*/ 890650 h 890650"/>
                <a:gd name="connsiteX4" fmla="*/ 0 w 1615044"/>
                <a:gd name="connsiteY4" fmla="*/ 463138 h 890650"/>
                <a:gd name="connsiteX0" fmla="*/ 0 w 1615044"/>
                <a:gd name="connsiteY0" fmla="*/ 463138 h 890650"/>
                <a:gd name="connsiteX1" fmla="*/ 285007 w 1615044"/>
                <a:gd name="connsiteY1" fmla="*/ 0 h 890650"/>
                <a:gd name="connsiteX2" fmla="*/ 1615044 w 1615044"/>
                <a:gd name="connsiteY2" fmla="*/ 83128 h 890650"/>
                <a:gd name="connsiteX3" fmla="*/ 166254 w 1615044"/>
                <a:gd name="connsiteY3" fmla="*/ 890650 h 890650"/>
                <a:gd name="connsiteX4" fmla="*/ 0 w 1615044"/>
                <a:gd name="connsiteY4" fmla="*/ 463138 h 890650"/>
                <a:gd name="connsiteX0" fmla="*/ 59377 w 1674421"/>
                <a:gd name="connsiteY0" fmla="*/ 463138 h 700645"/>
                <a:gd name="connsiteX1" fmla="*/ 344384 w 1674421"/>
                <a:gd name="connsiteY1" fmla="*/ 0 h 700645"/>
                <a:gd name="connsiteX2" fmla="*/ 1674421 w 1674421"/>
                <a:gd name="connsiteY2" fmla="*/ 83128 h 700645"/>
                <a:gd name="connsiteX3" fmla="*/ 0 w 1674421"/>
                <a:gd name="connsiteY3" fmla="*/ 700645 h 700645"/>
                <a:gd name="connsiteX4" fmla="*/ 59377 w 1674421"/>
                <a:gd name="connsiteY4" fmla="*/ 463138 h 700645"/>
                <a:gd name="connsiteX0" fmla="*/ 59377 w 1674421"/>
                <a:gd name="connsiteY0" fmla="*/ 463138 h 700645"/>
                <a:gd name="connsiteX1" fmla="*/ 344384 w 1674421"/>
                <a:gd name="connsiteY1" fmla="*/ 0 h 700645"/>
                <a:gd name="connsiteX2" fmla="*/ 1674421 w 1674421"/>
                <a:gd name="connsiteY2" fmla="*/ 83128 h 700645"/>
                <a:gd name="connsiteX3" fmla="*/ 0 w 1674421"/>
                <a:gd name="connsiteY3" fmla="*/ 700645 h 700645"/>
                <a:gd name="connsiteX4" fmla="*/ 59377 w 1674421"/>
                <a:gd name="connsiteY4" fmla="*/ 463138 h 700645"/>
                <a:gd name="connsiteX0" fmla="*/ 59377 w 1294411"/>
                <a:gd name="connsiteY0" fmla="*/ 463138 h 700645"/>
                <a:gd name="connsiteX1" fmla="*/ 344384 w 1294411"/>
                <a:gd name="connsiteY1" fmla="*/ 0 h 700645"/>
                <a:gd name="connsiteX2" fmla="*/ 1294411 w 1294411"/>
                <a:gd name="connsiteY2" fmla="*/ 296884 h 700645"/>
                <a:gd name="connsiteX3" fmla="*/ 0 w 1294411"/>
                <a:gd name="connsiteY3" fmla="*/ 700645 h 700645"/>
                <a:gd name="connsiteX4" fmla="*/ 59377 w 1294411"/>
                <a:gd name="connsiteY4" fmla="*/ 463138 h 700645"/>
                <a:gd name="connsiteX0" fmla="*/ 59377 w 1294411"/>
                <a:gd name="connsiteY0" fmla="*/ 463138 h 700645"/>
                <a:gd name="connsiteX1" fmla="*/ 344384 w 1294411"/>
                <a:gd name="connsiteY1" fmla="*/ 0 h 700645"/>
                <a:gd name="connsiteX2" fmla="*/ 1294411 w 1294411"/>
                <a:gd name="connsiteY2" fmla="*/ 296884 h 700645"/>
                <a:gd name="connsiteX3" fmla="*/ 0 w 1294411"/>
                <a:gd name="connsiteY3" fmla="*/ 700645 h 700645"/>
                <a:gd name="connsiteX4" fmla="*/ 59377 w 1294411"/>
                <a:gd name="connsiteY4" fmla="*/ 463138 h 700645"/>
                <a:gd name="connsiteX0" fmla="*/ 59377 w 1389414"/>
                <a:gd name="connsiteY0" fmla="*/ 463138 h 700645"/>
                <a:gd name="connsiteX1" fmla="*/ 344384 w 1389414"/>
                <a:gd name="connsiteY1" fmla="*/ 0 h 700645"/>
                <a:gd name="connsiteX2" fmla="*/ 1389414 w 1389414"/>
                <a:gd name="connsiteY2" fmla="*/ 439388 h 700645"/>
                <a:gd name="connsiteX3" fmla="*/ 0 w 1389414"/>
                <a:gd name="connsiteY3" fmla="*/ 700645 h 700645"/>
                <a:gd name="connsiteX4" fmla="*/ 59377 w 1389414"/>
                <a:gd name="connsiteY4" fmla="*/ 463138 h 700645"/>
                <a:gd name="connsiteX0" fmla="*/ 59377 w 1389414"/>
                <a:gd name="connsiteY0" fmla="*/ 463138 h 700645"/>
                <a:gd name="connsiteX1" fmla="*/ 344384 w 1389414"/>
                <a:gd name="connsiteY1" fmla="*/ 0 h 700645"/>
                <a:gd name="connsiteX2" fmla="*/ 1389414 w 1389414"/>
                <a:gd name="connsiteY2" fmla="*/ 439388 h 700645"/>
                <a:gd name="connsiteX3" fmla="*/ 0 w 1389414"/>
                <a:gd name="connsiteY3" fmla="*/ 700645 h 700645"/>
                <a:gd name="connsiteX4" fmla="*/ 59377 w 1389414"/>
                <a:gd name="connsiteY4" fmla="*/ 463138 h 700645"/>
                <a:gd name="connsiteX0" fmla="*/ 59377 w 1389414"/>
                <a:gd name="connsiteY0" fmla="*/ 415637 h 653144"/>
                <a:gd name="connsiteX1" fmla="*/ 605641 w 1389414"/>
                <a:gd name="connsiteY1" fmla="*/ 0 h 653144"/>
                <a:gd name="connsiteX2" fmla="*/ 1389414 w 1389414"/>
                <a:gd name="connsiteY2" fmla="*/ 391887 h 653144"/>
                <a:gd name="connsiteX3" fmla="*/ 0 w 1389414"/>
                <a:gd name="connsiteY3" fmla="*/ 653144 h 653144"/>
                <a:gd name="connsiteX4" fmla="*/ 59377 w 1389414"/>
                <a:gd name="connsiteY4" fmla="*/ 415637 h 653144"/>
                <a:gd name="connsiteX0" fmla="*/ 59377 w 1389414"/>
                <a:gd name="connsiteY0" fmla="*/ 415637 h 653144"/>
                <a:gd name="connsiteX1" fmla="*/ 605641 w 1389414"/>
                <a:gd name="connsiteY1" fmla="*/ 0 h 653144"/>
                <a:gd name="connsiteX2" fmla="*/ 1389414 w 1389414"/>
                <a:gd name="connsiteY2" fmla="*/ 391887 h 653144"/>
                <a:gd name="connsiteX3" fmla="*/ 0 w 1389414"/>
                <a:gd name="connsiteY3" fmla="*/ 653144 h 653144"/>
                <a:gd name="connsiteX4" fmla="*/ 59377 w 1389414"/>
                <a:gd name="connsiteY4" fmla="*/ 415637 h 653144"/>
                <a:gd name="connsiteX0" fmla="*/ 59377 w 1389414"/>
                <a:gd name="connsiteY0" fmla="*/ 591907 h 829414"/>
                <a:gd name="connsiteX1" fmla="*/ 429371 w 1389414"/>
                <a:gd name="connsiteY1" fmla="*/ 0 h 829414"/>
                <a:gd name="connsiteX2" fmla="*/ 1389414 w 1389414"/>
                <a:gd name="connsiteY2" fmla="*/ 568157 h 829414"/>
                <a:gd name="connsiteX3" fmla="*/ 0 w 1389414"/>
                <a:gd name="connsiteY3" fmla="*/ 829414 h 829414"/>
                <a:gd name="connsiteX4" fmla="*/ 59377 w 1389414"/>
                <a:gd name="connsiteY4" fmla="*/ 591907 h 829414"/>
                <a:gd name="connsiteX0" fmla="*/ 59377 w 1786022"/>
                <a:gd name="connsiteY0" fmla="*/ 591907 h 829414"/>
                <a:gd name="connsiteX1" fmla="*/ 429371 w 1786022"/>
                <a:gd name="connsiteY1" fmla="*/ 0 h 829414"/>
                <a:gd name="connsiteX2" fmla="*/ 1786022 w 1786022"/>
                <a:gd name="connsiteY2" fmla="*/ 369854 h 829414"/>
                <a:gd name="connsiteX3" fmla="*/ 0 w 1786022"/>
                <a:gd name="connsiteY3" fmla="*/ 829414 h 829414"/>
                <a:gd name="connsiteX4" fmla="*/ 59377 w 1786022"/>
                <a:gd name="connsiteY4" fmla="*/ 591907 h 829414"/>
                <a:gd name="connsiteX0" fmla="*/ 59377 w 1786022"/>
                <a:gd name="connsiteY0" fmla="*/ 591907 h 829414"/>
                <a:gd name="connsiteX1" fmla="*/ 429371 w 1786022"/>
                <a:gd name="connsiteY1" fmla="*/ 0 h 829414"/>
                <a:gd name="connsiteX2" fmla="*/ 1786022 w 1786022"/>
                <a:gd name="connsiteY2" fmla="*/ 369854 h 829414"/>
                <a:gd name="connsiteX3" fmla="*/ 0 w 1786022"/>
                <a:gd name="connsiteY3" fmla="*/ 829414 h 829414"/>
                <a:gd name="connsiteX4" fmla="*/ 59377 w 1786022"/>
                <a:gd name="connsiteY4" fmla="*/ 591907 h 829414"/>
                <a:gd name="connsiteX0" fmla="*/ 59377 w 1786022"/>
                <a:gd name="connsiteY0" fmla="*/ 591907 h 829414"/>
                <a:gd name="connsiteX1" fmla="*/ 429371 w 1786022"/>
                <a:gd name="connsiteY1" fmla="*/ 0 h 829414"/>
                <a:gd name="connsiteX2" fmla="*/ 1786022 w 1786022"/>
                <a:gd name="connsiteY2" fmla="*/ 369854 h 829414"/>
                <a:gd name="connsiteX3" fmla="*/ 0 w 1786022"/>
                <a:gd name="connsiteY3" fmla="*/ 829414 h 829414"/>
                <a:gd name="connsiteX4" fmla="*/ 59377 w 1786022"/>
                <a:gd name="connsiteY4" fmla="*/ 591907 h 829414"/>
                <a:gd name="connsiteX0" fmla="*/ 59377 w 1786022"/>
                <a:gd name="connsiteY0" fmla="*/ 591907 h 829414"/>
                <a:gd name="connsiteX1" fmla="*/ 429371 w 1786022"/>
                <a:gd name="connsiteY1" fmla="*/ 0 h 829414"/>
                <a:gd name="connsiteX2" fmla="*/ 1786022 w 1786022"/>
                <a:gd name="connsiteY2" fmla="*/ 369854 h 829414"/>
                <a:gd name="connsiteX3" fmla="*/ 0 w 1786022"/>
                <a:gd name="connsiteY3" fmla="*/ 829414 h 829414"/>
                <a:gd name="connsiteX4" fmla="*/ 59377 w 1786022"/>
                <a:gd name="connsiteY4" fmla="*/ 591907 h 829414"/>
                <a:gd name="connsiteX0" fmla="*/ 59377 w 1786022"/>
                <a:gd name="connsiteY0" fmla="*/ 591907 h 829414"/>
                <a:gd name="connsiteX1" fmla="*/ 429371 w 1786022"/>
                <a:gd name="connsiteY1" fmla="*/ 0 h 829414"/>
                <a:gd name="connsiteX2" fmla="*/ 1786022 w 1786022"/>
                <a:gd name="connsiteY2" fmla="*/ 369854 h 829414"/>
                <a:gd name="connsiteX3" fmla="*/ 0 w 1786022"/>
                <a:gd name="connsiteY3" fmla="*/ 829414 h 829414"/>
                <a:gd name="connsiteX4" fmla="*/ 59377 w 1786022"/>
                <a:gd name="connsiteY4" fmla="*/ 591907 h 829414"/>
                <a:gd name="connsiteX0" fmla="*/ 81411 w 1786022"/>
                <a:gd name="connsiteY0" fmla="*/ 393603 h 829414"/>
                <a:gd name="connsiteX1" fmla="*/ 429371 w 1786022"/>
                <a:gd name="connsiteY1" fmla="*/ 0 h 829414"/>
                <a:gd name="connsiteX2" fmla="*/ 1786022 w 1786022"/>
                <a:gd name="connsiteY2" fmla="*/ 369854 h 829414"/>
                <a:gd name="connsiteX3" fmla="*/ 0 w 1786022"/>
                <a:gd name="connsiteY3" fmla="*/ 829414 h 829414"/>
                <a:gd name="connsiteX4" fmla="*/ 81411 w 1786022"/>
                <a:gd name="connsiteY4" fmla="*/ 393603 h 829414"/>
                <a:gd name="connsiteX0" fmla="*/ 81411 w 1786022"/>
                <a:gd name="connsiteY0" fmla="*/ 393603 h 829414"/>
                <a:gd name="connsiteX1" fmla="*/ 429371 w 1786022"/>
                <a:gd name="connsiteY1" fmla="*/ 0 h 829414"/>
                <a:gd name="connsiteX2" fmla="*/ 1786022 w 1786022"/>
                <a:gd name="connsiteY2" fmla="*/ 369854 h 829414"/>
                <a:gd name="connsiteX3" fmla="*/ 0 w 1786022"/>
                <a:gd name="connsiteY3" fmla="*/ 829414 h 829414"/>
                <a:gd name="connsiteX4" fmla="*/ 81411 w 1786022"/>
                <a:gd name="connsiteY4" fmla="*/ 393603 h 829414"/>
                <a:gd name="connsiteX0" fmla="*/ 81411 w 1786022"/>
                <a:gd name="connsiteY0" fmla="*/ 393603 h 829414"/>
                <a:gd name="connsiteX1" fmla="*/ 429371 w 1786022"/>
                <a:gd name="connsiteY1" fmla="*/ 0 h 829414"/>
                <a:gd name="connsiteX2" fmla="*/ 1786022 w 1786022"/>
                <a:gd name="connsiteY2" fmla="*/ 325786 h 829414"/>
                <a:gd name="connsiteX3" fmla="*/ 0 w 1786022"/>
                <a:gd name="connsiteY3" fmla="*/ 829414 h 829414"/>
                <a:gd name="connsiteX4" fmla="*/ 81411 w 1786022"/>
                <a:gd name="connsiteY4" fmla="*/ 393603 h 829414"/>
                <a:gd name="connsiteX0" fmla="*/ 81411 w 1665100"/>
                <a:gd name="connsiteY0" fmla="*/ 393603 h 829414"/>
                <a:gd name="connsiteX1" fmla="*/ 429371 w 1665100"/>
                <a:gd name="connsiteY1" fmla="*/ 0 h 829414"/>
                <a:gd name="connsiteX2" fmla="*/ 1665100 w 1665100"/>
                <a:gd name="connsiteY2" fmla="*/ 303752 h 829414"/>
                <a:gd name="connsiteX3" fmla="*/ 0 w 1665100"/>
                <a:gd name="connsiteY3" fmla="*/ 829414 h 829414"/>
                <a:gd name="connsiteX4" fmla="*/ 81411 w 1665100"/>
                <a:gd name="connsiteY4" fmla="*/ 393603 h 829414"/>
                <a:gd name="connsiteX0" fmla="*/ 81411 w 1665100"/>
                <a:gd name="connsiteY0" fmla="*/ 228350 h 664161"/>
                <a:gd name="connsiteX1" fmla="*/ 419294 w 1665100"/>
                <a:gd name="connsiteY1" fmla="*/ 0 h 664161"/>
                <a:gd name="connsiteX2" fmla="*/ 1665100 w 1665100"/>
                <a:gd name="connsiteY2" fmla="*/ 138499 h 664161"/>
                <a:gd name="connsiteX3" fmla="*/ 0 w 1665100"/>
                <a:gd name="connsiteY3" fmla="*/ 664161 h 664161"/>
                <a:gd name="connsiteX4" fmla="*/ 81411 w 1665100"/>
                <a:gd name="connsiteY4" fmla="*/ 228350 h 664161"/>
                <a:gd name="connsiteX0" fmla="*/ 81411 w 1503869"/>
                <a:gd name="connsiteY0" fmla="*/ 228350 h 664161"/>
                <a:gd name="connsiteX1" fmla="*/ 419294 w 1503869"/>
                <a:gd name="connsiteY1" fmla="*/ 0 h 664161"/>
                <a:gd name="connsiteX2" fmla="*/ 1503869 w 1503869"/>
                <a:gd name="connsiteY2" fmla="*/ 105448 h 664161"/>
                <a:gd name="connsiteX3" fmla="*/ 0 w 1503869"/>
                <a:gd name="connsiteY3" fmla="*/ 664161 h 664161"/>
                <a:gd name="connsiteX4" fmla="*/ 81411 w 1503869"/>
                <a:gd name="connsiteY4" fmla="*/ 228350 h 664161"/>
                <a:gd name="connsiteX0" fmla="*/ 81411 w 1503869"/>
                <a:gd name="connsiteY0" fmla="*/ 228350 h 664161"/>
                <a:gd name="connsiteX1" fmla="*/ 419294 w 1503869"/>
                <a:gd name="connsiteY1" fmla="*/ 0 h 664161"/>
                <a:gd name="connsiteX2" fmla="*/ 1503869 w 1503869"/>
                <a:gd name="connsiteY2" fmla="*/ 105448 h 664161"/>
                <a:gd name="connsiteX3" fmla="*/ 0 w 1503869"/>
                <a:gd name="connsiteY3" fmla="*/ 664161 h 664161"/>
                <a:gd name="connsiteX4" fmla="*/ 81411 w 1503869"/>
                <a:gd name="connsiteY4" fmla="*/ 228350 h 664161"/>
                <a:gd name="connsiteX0" fmla="*/ 81411 w 1503869"/>
                <a:gd name="connsiteY0" fmla="*/ 228350 h 664161"/>
                <a:gd name="connsiteX1" fmla="*/ 419294 w 1503869"/>
                <a:gd name="connsiteY1" fmla="*/ 0 h 664161"/>
                <a:gd name="connsiteX2" fmla="*/ 1503869 w 1503869"/>
                <a:gd name="connsiteY2" fmla="*/ 105448 h 664161"/>
                <a:gd name="connsiteX3" fmla="*/ 0 w 1503869"/>
                <a:gd name="connsiteY3" fmla="*/ 664161 h 664161"/>
                <a:gd name="connsiteX4" fmla="*/ 81411 w 1503869"/>
                <a:gd name="connsiteY4" fmla="*/ 228350 h 664161"/>
                <a:gd name="connsiteX0" fmla="*/ 81411 w 1503869"/>
                <a:gd name="connsiteY0" fmla="*/ 219599 h 655410"/>
                <a:gd name="connsiteX1" fmla="*/ 351263 w 1503869"/>
                <a:gd name="connsiteY1" fmla="*/ 0 h 655410"/>
                <a:gd name="connsiteX2" fmla="*/ 1503869 w 1503869"/>
                <a:gd name="connsiteY2" fmla="*/ 96697 h 655410"/>
                <a:gd name="connsiteX3" fmla="*/ 0 w 1503869"/>
                <a:gd name="connsiteY3" fmla="*/ 655410 h 655410"/>
                <a:gd name="connsiteX4" fmla="*/ 81411 w 1503869"/>
                <a:gd name="connsiteY4" fmla="*/ 219599 h 655410"/>
                <a:gd name="connsiteX0" fmla="*/ 81411 w 1503869"/>
                <a:gd name="connsiteY0" fmla="*/ 219599 h 655410"/>
                <a:gd name="connsiteX1" fmla="*/ 351263 w 1503869"/>
                <a:gd name="connsiteY1" fmla="*/ 0 h 655410"/>
                <a:gd name="connsiteX2" fmla="*/ 1503869 w 1503869"/>
                <a:gd name="connsiteY2" fmla="*/ 96697 h 655410"/>
                <a:gd name="connsiteX3" fmla="*/ 0 w 1503869"/>
                <a:gd name="connsiteY3" fmla="*/ 655410 h 655410"/>
                <a:gd name="connsiteX4" fmla="*/ 81411 w 1503869"/>
                <a:gd name="connsiteY4" fmla="*/ 219599 h 655410"/>
                <a:gd name="connsiteX0" fmla="*/ 81411 w 1503869"/>
                <a:gd name="connsiteY0" fmla="*/ 206474 h 642285"/>
                <a:gd name="connsiteX1" fmla="*/ 339258 w 1503869"/>
                <a:gd name="connsiteY1" fmla="*/ 0 h 642285"/>
                <a:gd name="connsiteX2" fmla="*/ 1503869 w 1503869"/>
                <a:gd name="connsiteY2" fmla="*/ 83572 h 642285"/>
                <a:gd name="connsiteX3" fmla="*/ 0 w 1503869"/>
                <a:gd name="connsiteY3" fmla="*/ 642285 h 642285"/>
                <a:gd name="connsiteX4" fmla="*/ 81411 w 1503869"/>
                <a:gd name="connsiteY4" fmla="*/ 206474 h 642285"/>
                <a:gd name="connsiteX0" fmla="*/ 81411 w 1503869"/>
                <a:gd name="connsiteY0" fmla="*/ 206474 h 642285"/>
                <a:gd name="connsiteX1" fmla="*/ 339258 w 1503869"/>
                <a:gd name="connsiteY1" fmla="*/ 0 h 642285"/>
                <a:gd name="connsiteX2" fmla="*/ 1503869 w 1503869"/>
                <a:gd name="connsiteY2" fmla="*/ 83572 h 642285"/>
                <a:gd name="connsiteX3" fmla="*/ 0 w 1503869"/>
                <a:gd name="connsiteY3" fmla="*/ 642285 h 642285"/>
                <a:gd name="connsiteX4" fmla="*/ 81411 w 1503869"/>
                <a:gd name="connsiteY4" fmla="*/ 206474 h 642285"/>
                <a:gd name="connsiteX0" fmla="*/ 81411 w 1503869"/>
                <a:gd name="connsiteY0" fmla="*/ 206474 h 642285"/>
                <a:gd name="connsiteX1" fmla="*/ 339258 w 1503869"/>
                <a:gd name="connsiteY1" fmla="*/ 0 h 642285"/>
                <a:gd name="connsiteX2" fmla="*/ 1503869 w 1503869"/>
                <a:gd name="connsiteY2" fmla="*/ 83572 h 642285"/>
                <a:gd name="connsiteX3" fmla="*/ 0 w 1503869"/>
                <a:gd name="connsiteY3" fmla="*/ 642285 h 642285"/>
                <a:gd name="connsiteX4" fmla="*/ 81411 w 1503869"/>
                <a:gd name="connsiteY4" fmla="*/ 206474 h 642285"/>
                <a:gd name="connsiteX0" fmla="*/ 41393 w 1463851"/>
                <a:gd name="connsiteY0" fmla="*/ 206474 h 585409"/>
                <a:gd name="connsiteX1" fmla="*/ 299240 w 1463851"/>
                <a:gd name="connsiteY1" fmla="*/ 0 h 585409"/>
                <a:gd name="connsiteX2" fmla="*/ 1463851 w 1463851"/>
                <a:gd name="connsiteY2" fmla="*/ 83572 h 585409"/>
                <a:gd name="connsiteX3" fmla="*/ 0 w 1463851"/>
                <a:gd name="connsiteY3" fmla="*/ 585409 h 585409"/>
                <a:gd name="connsiteX4" fmla="*/ 41393 w 1463851"/>
                <a:gd name="connsiteY4" fmla="*/ 206474 h 585409"/>
                <a:gd name="connsiteX0" fmla="*/ 41393 w 1463851"/>
                <a:gd name="connsiteY0" fmla="*/ 649820 h 1028755"/>
                <a:gd name="connsiteX1" fmla="*/ 387948 w 1463851"/>
                <a:gd name="connsiteY1" fmla="*/ 0 h 1028755"/>
                <a:gd name="connsiteX2" fmla="*/ 1463851 w 1463851"/>
                <a:gd name="connsiteY2" fmla="*/ 526918 h 1028755"/>
                <a:gd name="connsiteX3" fmla="*/ 0 w 1463851"/>
                <a:gd name="connsiteY3" fmla="*/ 1028755 h 1028755"/>
                <a:gd name="connsiteX4" fmla="*/ 41393 w 1463851"/>
                <a:gd name="connsiteY4" fmla="*/ 649820 h 1028755"/>
                <a:gd name="connsiteX0" fmla="*/ 41393 w 1463851"/>
                <a:gd name="connsiteY0" fmla="*/ 649820 h 1028755"/>
                <a:gd name="connsiteX1" fmla="*/ 387948 w 1463851"/>
                <a:gd name="connsiteY1" fmla="*/ 0 h 1028755"/>
                <a:gd name="connsiteX2" fmla="*/ 1463851 w 1463851"/>
                <a:gd name="connsiteY2" fmla="*/ 526918 h 1028755"/>
                <a:gd name="connsiteX3" fmla="*/ 0 w 1463851"/>
                <a:gd name="connsiteY3" fmla="*/ 1028755 h 1028755"/>
                <a:gd name="connsiteX4" fmla="*/ 41393 w 1463851"/>
                <a:gd name="connsiteY4" fmla="*/ 649820 h 1028755"/>
                <a:gd name="connsiteX0" fmla="*/ 41393 w 2566355"/>
                <a:gd name="connsiteY0" fmla="*/ 649820 h 1028755"/>
                <a:gd name="connsiteX1" fmla="*/ 387948 w 2566355"/>
                <a:gd name="connsiteY1" fmla="*/ 0 h 1028755"/>
                <a:gd name="connsiteX2" fmla="*/ 2566355 w 2566355"/>
                <a:gd name="connsiteY2" fmla="*/ 776300 h 1028755"/>
                <a:gd name="connsiteX3" fmla="*/ 0 w 2566355"/>
                <a:gd name="connsiteY3" fmla="*/ 1028755 h 1028755"/>
                <a:gd name="connsiteX4" fmla="*/ 41393 w 2566355"/>
                <a:gd name="connsiteY4" fmla="*/ 649820 h 1028755"/>
                <a:gd name="connsiteX0" fmla="*/ 0 w 2524962"/>
                <a:gd name="connsiteY0" fmla="*/ 649820 h 1014901"/>
                <a:gd name="connsiteX1" fmla="*/ 346555 w 2524962"/>
                <a:gd name="connsiteY1" fmla="*/ 0 h 1014901"/>
                <a:gd name="connsiteX2" fmla="*/ 2524962 w 2524962"/>
                <a:gd name="connsiteY2" fmla="*/ 776300 h 1014901"/>
                <a:gd name="connsiteX3" fmla="*/ 9297 w 2524962"/>
                <a:gd name="connsiteY3" fmla="*/ 1014901 h 1014901"/>
                <a:gd name="connsiteX4" fmla="*/ 0 w 2524962"/>
                <a:gd name="connsiteY4" fmla="*/ 649820 h 1014901"/>
                <a:gd name="connsiteX0" fmla="*/ 16048 w 2541010"/>
                <a:gd name="connsiteY0" fmla="*/ 649820 h 1278137"/>
                <a:gd name="connsiteX1" fmla="*/ 362603 w 2541010"/>
                <a:gd name="connsiteY1" fmla="*/ 0 h 1278137"/>
                <a:gd name="connsiteX2" fmla="*/ 2541010 w 2541010"/>
                <a:gd name="connsiteY2" fmla="*/ 776300 h 1278137"/>
                <a:gd name="connsiteX3" fmla="*/ 0 w 2541010"/>
                <a:gd name="connsiteY3" fmla="*/ 1278137 h 1278137"/>
                <a:gd name="connsiteX4" fmla="*/ 16048 w 2541010"/>
                <a:gd name="connsiteY4" fmla="*/ 649820 h 1278137"/>
                <a:gd name="connsiteX0" fmla="*/ 3375 w 2541010"/>
                <a:gd name="connsiteY0" fmla="*/ 899202 h 1278137"/>
                <a:gd name="connsiteX1" fmla="*/ 362603 w 2541010"/>
                <a:gd name="connsiteY1" fmla="*/ 0 h 1278137"/>
                <a:gd name="connsiteX2" fmla="*/ 2541010 w 2541010"/>
                <a:gd name="connsiteY2" fmla="*/ 776300 h 1278137"/>
                <a:gd name="connsiteX3" fmla="*/ 0 w 2541010"/>
                <a:gd name="connsiteY3" fmla="*/ 1278137 h 1278137"/>
                <a:gd name="connsiteX4" fmla="*/ 3375 w 2541010"/>
                <a:gd name="connsiteY4" fmla="*/ 899202 h 1278137"/>
                <a:gd name="connsiteX0" fmla="*/ 3375 w 2541010"/>
                <a:gd name="connsiteY0" fmla="*/ 899202 h 1278137"/>
                <a:gd name="connsiteX1" fmla="*/ 362603 w 2541010"/>
                <a:gd name="connsiteY1" fmla="*/ 0 h 1278137"/>
                <a:gd name="connsiteX2" fmla="*/ 2541010 w 2541010"/>
                <a:gd name="connsiteY2" fmla="*/ 776300 h 1278137"/>
                <a:gd name="connsiteX3" fmla="*/ 0 w 2541010"/>
                <a:gd name="connsiteY3" fmla="*/ 1278137 h 1278137"/>
                <a:gd name="connsiteX4" fmla="*/ 3375 w 2541010"/>
                <a:gd name="connsiteY4" fmla="*/ 899202 h 1278137"/>
                <a:gd name="connsiteX0" fmla="*/ 3375 w 2541010"/>
                <a:gd name="connsiteY0" fmla="*/ 926911 h 1305846"/>
                <a:gd name="connsiteX1" fmla="*/ 337258 w 2541010"/>
                <a:gd name="connsiteY1" fmla="*/ 0 h 1305846"/>
                <a:gd name="connsiteX2" fmla="*/ 2541010 w 2541010"/>
                <a:gd name="connsiteY2" fmla="*/ 804009 h 1305846"/>
                <a:gd name="connsiteX3" fmla="*/ 0 w 2541010"/>
                <a:gd name="connsiteY3" fmla="*/ 1305846 h 1305846"/>
                <a:gd name="connsiteX4" fmla="*/ 3375 w 2541010"/>
                <a:gd name="connsiteY4" fmla="*/ 926911 h 1305846"/>
                <a:gd name="connsiteX0" fmla="*/ 3375 w 2541010"/>
                <a:gd name="connsiteY0" fmla="*/ 926911 h 1305846"/>
                <a:gd name="connsiteX1" fmla="*/ 337258 w 2541010"/>
                <a:gd name="connsiteY1" fmla="*/ 0 h 1305846"/>
                <a:gd name="connsiteX2" fmla="*/ 2541010 w 2541010"/>
                <a:gd name="connsiteY2" fmla="*/ 804009 h 1305846"/>
                <a:gd name="connsiteX3" fmla="*/ 0 w 2541010"/>
                <a:gd name="connsiteY3" fmla="*/ 1305846 h 1305846"/>
                <a:gd name="connsiteX4" fmla="*/ 3375 w 2541010"/>
                <a:gd name="connsiteY4" fmla="*/ 926911 h 1305846"/>
                <a:gd name="connsiteX0" fmla="*/ 3 w 2852797"/>
                <a:gd name="connsiteY0" fmla="*/ 979920 h 1305846"/>
                <a:gd name="connsiteX1" fmla="*/ 649045 w 2852797"/>
                <a:gd name="connsiteY1" fmla="*/ 0 h 1305846"/>
                <a:gd name="connsiteX2" fmla="*/ 2852797 w 2852797"/>
                <a:gd name="connsiteY2" fmla="*/ 804009 h 1305846"/>
                <a:gd name="connsiteX3" fmla="*/ 311787 w 2852797"/>
                <a:gd name="connsiteY3" fmla="*/ 1305846 h 1305846"/>
                <a:gd name="connsiteX4" fmla="*/ 3 w 2852797"/>
                <a:gd name="connsiteY4" fmla="*/ 979920 h 1305846"/>
                <a:gd name="connsiteX0" fmla="*/ 3 w 2852797"/>
                <a:gd name="connsiteY0" fmla="*/ 1284720 h 1610646"/>
                <a:gd name="connsiteX1" fmla="*/ 1315727 w 2852797"/>
                <a:gd name="connsiteY1" fmla="*/ 0 h 1610646"/>
                <a:gd name="connsiteX2" fmla="*/ 2852797 w 2852797"/>
                <a:gd name="connsiteY2" fmla="*/ 1108809 h 1610646"/>
                <a:gd name="connsiteX3" fmla="*/ 311787 w 2852797"/>
                <a:gd name="connsiteY3" fmla="*/ 1610646 h 1610646"/>
                <a:gd name="connsiteX4" fmla="*/ 3 w 2852797"/>
                <a:gd name="connsiteY4" fmla="*/ 1284720 h 1610646"/>
                <a:gd name="connsiteX0" fmla="*/ 3 w 3070984"/>
                <a:gd name="connsiteY0" fmla="*/ 1284720 h 1610646"/>
                <a:gd name="connsiteX1" fmla="*/ 1315727 w 3070984"/>
                <a:gd name="connsiteY1" fmla="*/ 0 h 1610646"/>
                <a:gd name="connsiteX2" fmla="*/ 3070984 w 3070984"/>
                <a:gd name="connsiteY2" fmla="*/ 1042548 h 1610646"/>
                <a:gd name="connsiteX3" fmla="*/ 311787 w 3070984"/>
                <a:gd name="connsiteY3" fmla="*/ 1610646 h 1610646"/>
                <a:gd name="connsiteX4" fmla="*/ 3 w 3070984"/>
                <a:gd name="connsiteY4" fmla="*/ 1284720 h 1610646"/>
                <a:gd name="connsiteX0" fmla="*/ 3 w 3070984"/>
                <a:gd name="connsiteY0" fmla="*/ 1165451 h 1491377"/>
                <a:gd name="connsiteX1" fmla="*/ 1279362 w 3070984"/>
                <a:gd name="connsiteY1" fmla="*/ 0 h 1491377"/>
                <a:gd name="connsiteX2" fmla="*/ 3070984 w 3070984"/>
                <a:gd name="connsiteY2" fmla="*/ 923279 h 1491377"/>
                <a:gd name="connsiteX3" fmla="*/ 311787 w 3070984"/>
                <a:gd name="connsiteY3" fmla="*/ 1491377 h 1491377"/>
                <a:gd name="connsiteX4" fmla="*/ 3 w 3070984"/>
                <a:gd name="connsiteY4" fmla="*/ 1165451 h 14913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70984" h="1491377">
                  <a:moveTo>
                    <a:pt x="3" y="1165451"/>
                  </a:moveTo>
                  <a:cubicBezTo>
                    <a:pt x="145598" y="1121700"/>
                    <a:pt x="1219590" y="114212"/>
                    <a:pt x="1279362" y="0"/>
                  </a:cubicBezTo>
                  <a:cubicBezTo>
                    <a:pt x="1163476" y="1035639"/>
                    <a:pt x="985249" y="923350"/>
                    <a:pt x="3070984" y="923279"/>
                  </a:cubicBezTo>
                  <a:cubicBezTo>
                    <a:pt x="2279368" y="1124493"/>
                    <a:pt x="913470" y="1245953"/>
                    <a:pt x="311787" y="1491377"/>
                  </a:cubicBezTo>
                  <a:cubicBezTo>
                    <a:pt x="312912" y="1365065"/>
                    <a:pt x="-1122" y="1291763"/>
                    <a:pt x="3" y="1165451"/>
                  </a:cubicBezTo>
                  <a:close/>
                </a:path>
              </a:pathLst>
            </a:custGeom>
            <a:gradFill>
              <a:gsLst>
                <a:gs pos="0">
                  <a:schemeClr val="bg1">
                    <a:alpha val="68000"/>
                  </a:schemeClr>
                </a:gs>
                <a:gs pos="99000">
                  <a:schemeClr val="bg1">
                    <a:lumMod val="7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92" name="Rectangle 91">
              <a:extLst>
                <a:ext uri="{FF2B5EF4-FFF2-40B4-BE49-F238E27FC236}">
                  <a16:creationId xmlns:a16="http://schemas.microsoft.com/office/drawing/2014/main" id="{28E7519B-EA19-2A46-9C38-1BDDEE668E91}"/>
                </a:ext>
              </a:extLst>
            </p:cNvPr>
            <p:cNvSpPr/>
            <p:nvPr/>
          </p:nvSpPr>
          <p:spPr>
            <a:xfrm>
              <a:off x="8613913" y="106017"/>
              <a:ext cx="2743200" cy="1020417"/>
            </a:xfrm>
            <a:prstGeom prst="rect">
              <a:avLst/>
            </a:prstGeom>
            <a:solidFill>
              <a:schemeClr val="bg1">
                <a:lumMod val="9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93" name="TextBox 92">
              <a:extLst>
                <a:ext uri="{FF2B5EF4-FFF2-40B4-BE49-F238E27FC236}">
                  <a16:creationId xmlns:a16="http://schemas.microsoft.com/office/drawing/2014/main" id="{87C44C06-ADBC-1A45-BC93-524B58513C91}"/>
                </a:ext>
              </a:extLst>
            </p:cNvPr>
            <p:cNvSpPr txBox="1"/>
            <p:nvPr/>
          </p:nvSpPr>
          <p:spPr>
            <a:xfrm>
              <a:off x="8610903" y="117460"/>
              <a:ext cx="2931740" cy="104644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Courier New" panose="02070309020205020404" pitchFamily="49" charset="0"/>
                </a:rPr>
                <a:t>Source MAC:  </a:t>
              </a:r>
              <a:r>
                <a:rPr kumimoji="0" lang="en-US" sz="1600" b="0" i="0" u="none" strike="noStrike" kern="1200" cap="none" spc="0" normalizeH="0" baseline="0" noProof="0" dirty="0">
                  <a:ln>
                    <a:noFill/>
                  </a:ln>
                  <a:solidFill>
                    <a:srgbClr val="000000"/>
                  </a:solidFill>
                  <a:effectLst/>
                  <a:uLnTx/>
                  <a:uFillTx/>
                  <a:latin typeface="Calibri" panose="020F0502020204030204"/>
                  <a:ea typeface="+mn-ea"/>
                  <a:cs typeface="+mn-cs"/>
                </a:rPr>
                <a:t>71-65-F7-2B-08-53</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Courier New" panose="02070309020205020404" pitchFamily="49" charset="0"/>
                </a:rPr>
                <a:t>Source IP: </a:t>
              </a: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137.196.7.23</a:t>
              </a: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Courier New" panose="02070309020205020404" pitchFamily="49" charset="0"/>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Target IP address: </a:t>
              </a: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137.196.7.14</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Arial" charset="0"/>
                  <a:ea typeface="+mn-ea"/>
                  <a:cs typeface="+mn-cs"/>
                </a:rPr>
                <a:t>…</a:t>
              </a:r>
            </a:p>
          </p:txBody>
        </p:sp>
      </p:grpSp>
      <p:grpSp>
        <p:nvGrpSpPr>
          <p:cNvPr id="36" name="Group 35">
            <a:extLst>
              <a:ext uri="{FF2B5EF4-FFF2-40B4-BE49-F238E27FC236}">
                <a16:creationId xmlns:a16="http://schemas.microsoft.com/office/drawing/2014/main" id="{F92BD21F-B726-4F40-9D4F-27BF9ABCB338}"/>
              </a:ext>
            </a:extLst>
          </p:cNvPr>
          <p:cNvGrpSpPr/>
          <p:nvPr/>
        </p:nvGrpSpPr>
        <p:grpSpPr>
          <a:xfrm>
            <a:off x="5367131" y="3596877"/>
            <a:ext cx="2849218" cy="2007707"/>
            <a:chOff x="437322" y="4803913"/>
            <a:chExt cx="2849218" cy="2007707"/>
          </a:xfrm>
        </p:grpSpPr>
        <p:sp>
          <p:nvSpPr>
            <p:cNvPr id="102" name="Right Arrow 101">
              <a:extLst>
                <a:ext uri="{FF2B5EF4-FFF2-40B4-BE49-F238E27FC236}">
                  <a16:creationId xmlns:a16="http://schemas.microsoft.com/office/drawing/2014/main" id="{F6B69C75-3517-234C-9022-322822C8ECE4}"/>
                </a:ext>
              </a:extLst>
            </p:cNvPr>
            <p:cNvSpPr/>
            <p:nvPr/>
          </p:nvSpPr>
          <p:spPr>
            <a:xfrm rot="5400000">
              <a:off x="1335154" y="6172202"/>
              <a:ext cx="1073429" cy="205408"/>
            </a:xfrm>
            <a:prstGeom prst="rightArrow">
              <a:avLst/>
            </a:prstGeom>
            <a:gradFill>
              <a:gsLst>
                <a:gs pos="49500">
                  <a:schemeClr val="accent1">
                    <a:lumMod val="40000"/>
                    <a:lumOff val="60000"/>
                  </a:schemeClr>
                </a:gs>
                <a:gs pos="0">
                  <a:schemeClr val="bg1">
                    <a:alpha val="68000"/>
                  </a:schemeClr>
                </a:gs>
                <a:gs pos="98000">
                  <a:srgbClr val="0000A8"/>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01" name="Right Arrow 100">
              <a:extLst>
                <a:ext uri="{FF2B5EF4-FFF2-40B4-BE49-F238E27FC236}">
                  <a16:creationId xmlns:a16="http://schemas.microsoft.com/office/drawing/2014/main" id="{E2103C84-F9BB-754A-8DB4-9EED1407A0E5}"/>
                </a:ext>
              </a:extLst>
            </p:cNvPr>
            <p:cNvSpPr/>
            <p:nvPr/>
          </p:nvSpPr>
          <p:spPr>
            <a:xfrm rot="16200000">
              <a:off x="1408044" y="5105399"/>
              <a:ext cx="775252" cy="172279"/>
            </a:xfrm>
            <a:prstGeom prst="rightArrow">
              <a:avLst/>
            </a:prstGeom>
            <a:gradFill>
              <a:gsLst>
                <a:gs pos="49500">
                  <a:schemeClr val="accent1">
                    <a:lumMod val="40000"/>
                    <a:lumOff val="60000"/>
                  </a:schemeClr>
                </a:gs>
                <a:gs pos="0">
                  <a:schemeClr val="bg1">
                    <a:alpha val="68000"/>
                  </a:schemeClr>
                </a:gs>
                <a:gs pos="98000">
                  <a:srgbClr val="0000A8"/>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5" name="Right Arrow 34">
              <a:extLst>
                <a:ext uri="{FF2B5EF4-FFF2-40B4-BE49-F238E27FC236}">
                  <a16:creationId xmlns:a16="http://schemas.microsoft.com/office/drawing/2014/main" id="{8E8C1703-14D3-ED45-A5E7-3C816D2C6A36}"/>
                </a:ext>
              </a:extLst>
            </p:cNvPr>
            <p:cNvSpPr/>
            <p:nvPr/>
          </p:nvSpPr>
          <p:spPr>
            <a:xfrm>
              <a:off x="437322" y="5499652"/>
              <a:ext cx="2849218" cy="159027"/>
            </a:xfrm>
            <a:prstGeom prst="rightArrow">
              <a:avLst/>
            </a:prstGeom>
            <a:gradFill>
              <a:gsLst>
                <a:gs pos="49500">
                  <a:schemeClr val="accent1">
                    <a:lumMod val="40000"/>
                    <a:lumOff val="60000"/>
                  </a:schemeClr>
                </a:gs>
                <a:gs pos="0">
                  <a:schemeClr val="bg1">
                    <a:alpha val="68000"/>
                  </a:schemeClr>
                </a:gs>
                <a:gs pos="98000">
                  <a:srgbClr val="0000A8"/>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nvGrpSpPr>
            <p:cNvPr id="95" name="Group 201">
              <a:extLst>
                <a:ext uri="{FF2B5EF4-FFF2-40B4-BE49-F238E27FC236}">
                  <a16:creationId xmlns:a16="http://schemas.microsoft.com/office/drawing/2014/main" id="{84F90531-593C-9146-AEE5-BEFEDB4FC6AF}"/>
                </a:ext>
              </a:extLst>
            </p:cNvPr>
            <p:cNvGrpSpPr>
              <a:grpSpLocks/>
            </p:cNvGrpSpPr>
            <p:nvPr/>
          </p:nvGrpSpPr>
          <p:grpSpPr bwMode="auto">
            <a:xfrm>
              <a:off x="1487255" y="5177985"/>
              <a:ext cx="587606" cy="741718"/>
              <a:chOff x="375561" y="297711"/>
              <a:chExt cx="1252683" cy="2138362"/>
            </a:xfrm>
          </p:grpSpPr>
          <p:sp>
            <p:nvSpPr>
              <p:cNvPr id="96" name="Freeform 95">
                <a:extLst>
                  <a:ext uri="{FF2B5EF4-FFF2-40B4-BE49-F238E27FC236}">
                    <a16:creationId xmlns:a16="http://schemas.microsoft.com/office/drawing/2014/main" id="{BB8D2B43-252A-154B-B33F-48E245DE4C33}"/>
                  </a:ext>
                </a:extLst>
              </p:cNvPr>
              <p:cNvSpPr/>
              <p:nvPr/>
            </p:nvSpPr>
            <p:spPr>
              <a:xfrm>
                <a:off x="375561" y="297711"/>
                <a:ext cx="971072" cy="2138362"/>
              </a:xfrm>
              <a:custGeom>
                <a:avLst/>
                <a:gdLst>
                  <a:gd name="connsiteX0" fmla="*/ 0 w 966787"/>
                  <a:gd name="connsiteY0" fmla="*/ 0 h 2138362"/>
                  <a:gd name="connsiteX1" fmla="*/ 0 w 966787"/>
                  <a:gd name="connsiteY1" fmla="*/ 1190625 h 2138362"/>
                  <a:gd name="connsiteX2" fmla="*/ 966787 w 966787"/>
                  <a:gd name="connsiteY2" fmla="*/ 2138362 h 2138362"/>
                  <a:gd name="connsiteX3" fmla="*/ 962025 w 966787"/>
                  <a:gd name="connsiteY3" fmla="*/ 742950 h 2138362"/>
                  <a:gd name="connsiteX4" fmla="*/ 0 w 966787"/>
                  <a:gd name="connsiteY4" fmla="*/ 0 h 21383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66787" h="2138362">
                    <a:moveTo>
                      <a:pt x="0" y="0"/>
                    </a:moveTo>
                    <a:lnTo>
                      <a:pt x="0" y="1190625"/>
                    </a:lnTo>
                    <a:lnTo>
                      <a:pt x="966787" y="2138362"/>
                    </a:lnTo>
                    <a:cubicBezTo>
                      <a:pt x="965200" y="1673225"/>
                      <a:pt x="963612" y="1208087"/>
                      <a:pt x="962025" y="742950"/>
                    </a:cubicBezTo>
                    <a:lnTo>
                      <a:pt x="0" y="0"/>
                    </a:lnTo>
                    <a:close/>
                  </a:path>
                </a:pathLst>
              </a:cu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97" name="Freeform 96">
                <a:extLst>
                  <a:ext uri="{FF2B5EF4-FFF2-40B4-BE49-F238E27FC236}">
                    <a16:creationId xmlns:a16="http://schemas.microsoft.com/office/drawing/2014/main" id="{BCDE178B-CBB7-904E-8D77-3C5E1D8D1367}"/>
                  </a:ext>
                </a:extLst>
              </p:cNvPr>
              <p:cNvSpPr/>
              <p:nvPr/>
            </p:nvSpPr>
            <p:spPr>
              <a:xfrm>
                <a:off x="375561" y="309724"/>
                <a:ext cx="1247826" cy="768849"/>
              </a:xfrm>
              <a:custGeom>
                <a:avLst/>
                <a:gdLst>
                  <a:gd name="connsiteX0" fmla="*/ 0 w 966787"/>
                  <a:gd name="connsiteY0" fmla="*/ 0 h 2138362"/>
                  <a:gd name="connsiteX1" fmla="*/ 0 w 966787"/>
                  <a:gd name="connsiteY1" fmla="*/ 1190625 h 2138362"/>
                  <a:gd name="connsiteX2" fmla="*/ 966787 w 966787"/>
                  <a:gd name="connsiteY2" fmla="*/ 2138362 h 2138362"/>
                  <a:gd name="connsiteX3" fmla="*/ 962025 w 966787"/>
                  <a:gd name="connsiteY3" fmla="*/ 742950 h 2138362"/>
                  <a:gd name="connsiteX4" fmla="*/ 0 w 966787"/>
                  <a:gd name="connsiteY4" fmla="*/ 0 h 2138362"/>
                  <a:gd name="connsiteX0" fmla="*/ 928688 w 1895475"/>
                  <a:gd name="connsiteY0" fmla="*/ 0 h 2138362"/>
                  <a:gd name="connsiteX1" fmla="*/ 0 w 1895475"/>
                  <a:gd name="connsiteY1" fmla="*/ 461963 h 2138362"/>
                  <a:gd name="connsiteX2" fmla="*/ 1895475 w 1895475"/>
                  <a:gd name="connsiteY2" fmla="*/ 2138362 h 2138362"/>
                  <a:gd name="connsiteX3" fmla="*/ 1890713 w 1895475"/>
                  <a:gd name="connsiteY3" fmla="*/ 742950 h 2138362"/>
                  <a:gd name="connsiteX4" fmla="*/ 928688 w 1895475"/>
                  <a:gd name="connsiteY4" fmla="*/ 0 h 2138362"/>
                  <a:gd name="connsiteX0" fmla="*/ 247650 w 1895475"/>
                  <a:gd name="connsiteY0" fmla="*/ 0 h 1738312"/>
                  <a:gd name="connsiteX1" fmla="*/ 0 w 1895475"/>
                  <a:gd name="connsiteY1" fmla="*/ 61913 h 1738312"/>
                  <a:gd name="connsiteX2" fmla="*/ 1895475 w 1895475"/>
                  <a:gd name="connsiteY2" fmla="*/ 1738312 h 1738312"/>
                  <a:gd name="connsiteX3" fmla="*/ 1890713 w 1895475"/>
                  <a:gd name="connsiteY3" fmla="*/ 342900 h 1738312"/>
                  <a:gd name="connsiteX4" fmla="*/ 247650 w 1895475"/>
                  <a:gd name="connsiteY4" fmla="*/ 0 h 1738312"/>
                  <a:gd name="connsiteX0" fmla="*/ 247650 w 1895475"/>
                  <a:gd name="connsiteY0" fmla="*/ 0 h 1738312"/>
                  <a:gd name="connsiteX1" fmla="*/ 0 w 1895475"/>
                  <a:gd name="connsiteY1" fmla="*/ 61913 h 1738312"/>
                  <a:gd name="connsiteX2" fmla="*/ 1895475 w 1895475"/>
                  <a:gd name="connsiteY2" fmla="*/ 1738312 h 1738312"/>
                  <a:gd name="connsiteX3" fmla="*/ 1143000 w 1895475"/>
                  <a:gd name="connsiteY3" fmla="*/ 776288 h 1738312"/>
                  <a:gd name="connsiteX4" fmla="*/ 247650 w 1895475"/>
                  <a:gd name="connsiteY4" fmla="*/ 0 h 1738312"/>
                  <a:gd name="connsiteX0" fmla="*/ 247650 w 1895475"/>
                  <a:gd name="connsiteY0" fmla="*/ 0 h 1738312"/>
                  <a:gd name="connsiteX1" fmla="*/ 0 w 1895475"/>
                  <a:gd name="connsiteY1" fmla="*/ 61913 h 1738312"/>
                  <a:gd name="connsiteX2" fmla="*/ 1895475 w 1895475"/>
                  <a:gd name="connsiteY2" fmla="*/ 1738312 h 1738312"/>
                  <a:gd name="connsiteX3" fmla="*/ 1143000 w 1895475"/>
                  <a:gd name="connsiteY3" fmla="*/ 776288 h 1738312"/>
                  <a:gd name="connsiteX4" fmla="*/ 247650 w 1895475"/>
                  <a:gd name="connsiteY4" fmla="*/ 0 h 1738312"/>
                  <a:gd name="connsiteX0" fmla="*/ 247650 w 1895475"/>
                  <a:gd name="connsiteY0" fmla="*/ 0 h 1738312"/>
                  <a:gd name="connsiteX1" fmla="*/ 0 w 1895475"/>
                  <a:gd name="connsiteY1" fmla="*/ 61913 h 1738312"/>
                  <a:gd name="connsiteX2" fmla="*/ 1895475 w 1895475"/>
                  <a:gd name="connsiteY2" fmla="*/ 1738312 h 1738312"/>
                  <a:gd name="connsiteX3" fmla="*/ 1238250 w 1895475"/>
                  <a:gd name="connsiteY3" fmla="*/ 814388 h 1738312"/>
                  <a:gd name="connsiteX4" fmla="*/ 247650 w 1895475"/>
                  <a:gd name="connsiteY4" fmla="*/ 0 h 1738312"/>
                  <a:gd name="connsiteX0" fmla="*/ 247650 w 1895475"/>
                  <a:gd name="connsiteY0" fmla="*/ 0 h 1738312"/>
                  <a:gd name="connsiteX1" fmla="*/ 0 w 1895475"/>
                  <a:gd name="connsiteY1" fmla="*/ 61913 h 1738312"/>
                  <a:gd name="connsiteX2" fmla="*/ 1895475 w 1895475"/>
                  <a:gd name="connsiteY2" fmla="*/ 1738312 h 1738312"/>
                  <a:gd name="connsiteX3" fmla="*/ 1238250 w 1895475"/>
                  <a:gd name="connsiteY3" fmla="*/ 814388 h 1738312"/>
                  <a:gd name="connsiteX4" fmla="*/ 247650 w 1895475"/>
                  <a:gd name="connsiteY4" fmla="*/ 0 h 1738312"/>
                  <a:gd name="connsiteX0" fmla="*/ 247650 w 1238250"/>
                  <a:gd name="connsiteY0" fmla="*/ 0 h 862012"/>
                  <a:gd name="connsiteX1" fmla="*/ 0 w 1238250"/>
                  <a:gd name="connsiteY1" fmla="*/ 61913 h 862012"/>
                  <a:gd name="connsiteX2" fmla="*/ 947738 w 1238250"/>
                  <a:gd name="connsiteY2" fmla="*/ 862012 h 862012"/>
                  <a:gd name="connsiteX3" fmla="*/ 1238250 w 1238250"/>
                  <a:gd name="connsiteY3" fmla="*/ 814388 h 862012"/>
                  <a:gd name="connsiteX4" fmla="*/ 247650 w 1238250"/>
                  <a:gd name="connsiteY4" fmla="*/ 0 h 862012"/>
                  <a:gd name="connsiteX0" fmla="*/ 247650 w 1238250"/>
                  <a:gd name="connsiteY0" fmla="*/ 0 h 823912"/>
                  <a:gd name="connsiteX1" fmla="*/ 0 w 1238250"/>
                  <a:gd name="connsiteY1" fmla="*/ 61913 h 823912"/>
                  <a:gd name="connsiteX2" fmla="*/ 952500 w 1238250"/>
                  <a:gd name="connsiteY2" fmla="*/ 823912 h 823912"/>
                  <a:gd name="connsiteX3" fmla="*/ 1238250 w 1238250"/>
                  <a:gd name="connsiteY3" fmla="*/ 814388 h 823912"/>
                  <a:gd name="connsiteX4" fmla="*/ 247650 w 1238250"/>
                  <a:gd name="connsiteY4" fmla="*/ 0 h 823912"/>
                  <a:gd name="connsiteX0" fmla="*/ 247650 w 1238250"/>
                  <a:gd name="connsiteY0" fmla="*/ 0 h 823912"/>
                  <a:gd name="connsiteX1" fmla="*/ 0 w 1238250"/>
                  <a:gd name="connsiteY1" fmla="*/ 61913 h 823912"/>
                  <a:gd name="connsiteX2" fmla="*/ 952500 w 1238250"/>
                  <a:gd name="connsiteY2" fmla="*/ 823912 h 823912"/>
                  <a:gd name="connsiteX3" fmla="*/ 1238250 w 1238250"/>
                  <a:gd name="connsiteY3" fmla="*/ 814388 h 823912"/>
                  <a:gd name="connsiteX4" fmla="*/ 247650 w 1238250"/>
                  <a:gd name="connsiteY4" fmla="*/ 0 h 823912"/>
                  <a:gd name="connsiteX0" fmla="*/ 233363 w 1238250"/>
                  <a:gd name="connsiteY0" fmla="*/ 0 h 766762"/>
                  <a:gd name="connsiteX1" fmla="*/ 0 w 1238250"/>
                  <a:gd name="connsiteY1" fmla="*/ 4763 h 766762"/>
                  <a:gd name="connsiteX2" fmla="*/ 952500 w 1238250"/>
                  <a:gd name="connsiteY2" fmla="*/ 766762 h 766762"/>
                  <a:gd name="connsiteX3" fmla="*/ 1238250 w 1238250"/>
                  <a:gd name="connsiteY3" fmla="*/ 757238 h 766762"/>
                  <a:gd name="connsiteX4" fmla="*/ 233363 w 1238250"/>
                  <a:gd name="connsiteY4" fmla="*/ 0 h 766762"/>
                  <a:gd name="connsiteX0" fmla="*/ 233363 w 1238250"/>
                  <a:gd name="connsiteY0" fmla="*/ 0 h 773376"/>
                  <a:gd name="connsiteX1" fmla="*/ 0 w 1238250"/>
                  <a:gd name="connsiteY1" fmla="*/ 4763 h 773376"/>
                  <a:gd name="connsiteX2" fmla="*/ 952500 w 1238250"/>
                  <a:gd name="connsiteY2" fmla="*/ 766762 h 773376"/>
                  <a:gd name="connsiteX3" fmla="*/ 1238250 w 1238250"/>
                  <a:gd name="connsiteY3" fmla="*/ 771525 h 773376"/>
                  <a:gd name="connsiteX4" fmla="*/ 233363 w 1238250"/>
                  <a:gd name="connsiteY4" fmla="*/ 0 h 773376"/>
                  <a:gd name="connsiteX0" fmla="*/ 233363 w 1238250"/>
                  <a:gd name="connsiteY0" fmla="*/ 0 h 766762"/>
                  <a:gd name="connsiteX1" fmla="*/ 0 w 1238250"/>
                  <a:gd name="connsiteY1" fmla="*/ 4763 h 766762"/>
                  <a:gd name="connsiteX2" fmla="*/ 952500 w 1238250"/>
                  <a:gd name="connsiteY2" fmla="*/ 766762 h 766762"/>
                  <a:gd name="connsiteX3" fmla="*/ 1238250 w 1238250"/>
                  <a:gd name="connsiteY3" fmla="*/ 757236 h 766762"/>
                  <a:gd name="connsiteX4" fmla="*/ 233363 w 1238250"/>
                  <a:gd name="connsiteY4" fmla="*/ 0 h 766762"/>
                  <a:gd name="connsiteX0" fmla="*/ 233363 w 1238250"/>
                  <a:gd name="connsiteY0" fmla="*/ 0 h 773375"/>
                  <a:gd name="connsiteX1" fmla="*/ 0 w 1238250"/>
                  <a:gd name="connsiteY1" fmla="*/ 4763 h 773375"/>
                  <a:gd name="connsiteX2" fmla="*/ 952500 w 1238250"/>
                  <a:gd name="connsiteY2" fmla="*/ 766762 h 773375"/>
                  <a:gd name="connsiteX3" fmla="*/ 1238250 w 1238250"/>
                  <a:gd name="connsiteY3" fmla="*/ 771523 h 773375"/>
                  <a:gd name="connsiteX4" fmla="*/ 233363 w 1238250"/>
                  <a:gd name="connsiteY4" fmla="*/ 0 h 773375"/>
                  <a:gd name="connsiteX0" fmla="*/ 233363 w 1238250"/>
                  <a:gd name="connsiteY0" fmla="*/ 0 h 771523"/>
                  <a:gd name="connsiteX1" fmla="*/ 0 w 1238250"/>
                  <a:gd name="connsiteY1" fmla="*/ 4763 h 771523"/>
                  <a:gd name="connsiteX2" fmla="*/ 952500 w 1238250"/>
                  <a:gd name="connsiteY2" fmla="*/ 766762 h 771523"/>
                  <a:gd name="connsiteX3" fmla="*/ 1238250 w 1238250"/>
                  <a:gd name="connsiteY3" fmla="*/ 771523 h 771523"/>
                  <a:gd name="connsiteX4" fmla="*/ 233363 w 1238250"/>
                  <a:gd name="connsiteY4" fmla="*/ 0 h 771523"/>
                  <a:gd name="connsiteX0" fmla="*/ 233363 w 1238250"/>
                  <a:gd name="connsiteY0" fmla="*/ 0 h 771523"/>
                  <a:gd name="connsiteX1" fmla="*/ 0 w 1238250"/>
                  <a:gd name="connsiteY1" fmla="*/ 23466 h 771523"/>
                  <a:gd name="connsiteX2" fmla="*/ 952500 w 1238250"/>
                  <a:gd name="connsiteY2" fmla="*/ 766762 h 771523"/>
                  <a:gd name="connsiteX3" fmla="*/ 1238250 w 1238250"/>
                  <a:gd name="connsiteY3" fmla="*/ 771523 h 771523"/>
                  <a:gd name="connsiteX4" fmla="*/ 233363 w 1238250"/>
                  <a:gd name="connsiteY4" fmla="*/ 0 h 771523"/>
                  <a:gd name="connsiteX0" fmla="*/ 233363 w 1238250"/>
                  <a:gd name="connsiteY0" fmla="*/ 0 h 757496"/>
                  <a:gd name="connsiteX1" fmla="*/ 0 w 1238250"/>
                  <a:gd name="connsiteY1" fmla="*/ 9439 h 757496"/>
                  <a:gd name="connsiteX2" fmla="*/ 952500 w 1238250"/>
                  <a:gd name="connsiteY2" fmla="*/ 752735 h 757496"/>
                  <a:gd name="connsiteX3" fmla="*/ 1238250 w 1238250"/>
                  <a:gd name="connsiteY3" fmla="*/ 757496 h 757496"/>
                  <a:gd name="connsiteX4" fmla="*/ 233363 w 1238250"/>
                  <a:gd name="connsiteY4" fmla="*/ 0 h 757496"/>
                  <a:gd name="connsiteX0" fmla="*/ 233363 w 1238250"/>
                  <a:gd name="connsiteY0" fmla="*/ 0 h 757496"/>
                  <a:gd name="connsiteX1" fmla="*/ 0 w 1238250"/>
                  <a:gd name="connsiteY1" fmla="*/ 9439 h 757496"/>
                  <a:gd name="connsiteX2" fmla="*/ 952500 w 1238250"/>
                  <a:gd name="connsiteY2" fmla="*/ 752735 h 757496"/>
                  <a:gd name="connsiteX3" fmla="*/ 1238250 w 1238250"/>
                  <a:gd name="connsiteY3" fmla="*/ 757496 h 757496"/>
                  <a:gd name="connsiteX4" fmla="*/ 233363 w 1238250"/>
                  <a:gd name="connsiteY4" fmla="*/ 0 h 757496"/>
                  <a:gd name="connsiteX0" fmla="*/ 243561 w 1248448"/>
                  <a:gd name="connsiteY0" fmla="*/ 573 h 758069"/>
                  <a:gd name="connsiteX1" fmla="*/ 0 w 1248448"/>
                  <a:gd name="connsiteY1" fmla="*/ 0 h 758069"/>
                  <a:gd name="connsiteX2" fmla="*/ 962698 w 1248448"/>
                  <a:gd name="connsiteY2" fmla="*/ 753308 h 758069"/>
                  <a:gd name="connsiteX3" fmla="*/ 1248448 w 1248448"/>
                  <a:gd name="connsiteY3" fmla="*/ 758069 h 758069"/>
                  <a:gd name="connsiteX4" fmla="*/ 243561 w 1248448"/>
                  <a:gd name="connsiteY4" fmla="*/ 573 h 758069"/>
                  <a:gd name="connsiteX0" fmla="*/ 243561 w 1248448"/>
                  <a:gd name="connsiteY0" fmla="*/ 573 h 758069"/>
                  <a:gd name="connsiteX1" fmla="*/ 0 w 1248448"/>
                  <a:gd name="connsiteY1" fmla="*/ 0 h 758069"/>
                  <a:gd name="connsiteX2" fmla="*/ 962698 w 1248448"/>
                  <a:gd name="connsiteY2" fmla="*/ 753308 h 758069"/>
                  <a:gd name="connsiteX3" fmla="*/ 1248448 w 1248448"/>
                  <a:gd name="connsiteY3" fmla="*/ 758069 h 758069"/>
                  <a:gd name="connsiteX4" fmla="*/ 243561 w 1248448"/>
                  <a:gd name="connsiteY4" fmla="*/ 573 h 7580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8448" h="758069">
                    <a:moveTo>
                      <a:pt x="243561" y="573"/>
                    </a:moveTo>
                    <a:cubicBezTo>
                      <a:pt x="162374" y="382"/>
                      <a:pt x="235530" y="6639"/>
                      <a:pt x="0" y="0"/>
                    </a:cubicBezTo>
                    <a:lnTo>
                      <a:pt x="962698" y="753308"/>
                    </a:lnTo>
                    <a:cubicBezTo>
                      <a:pt x="1114838" y="758721"/>
                      <a:pt x="1045247" y="751718"/>
                      <a:pt x="1248448" y="758069"/>
                    </a:cubicBezTo>
                    <a:lnTo>
                      <a:pt x="243561" y="573"/>
                    </a:lnTo>
                    <a:close/>
                  </a:path>
                </a:pathLst>
              </a:custGeom>
              <a:solidFill>
                <a:srgbClr val="0099C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98" name="Rectangle 97">
                <a:extLst>
                  <a:ext uri="{FF2B5EF4-FFF2-40B4-BE49-F238E27FC236}">
                    <a16:creationId xmlns:a16="http://schemas.microsoft.com/office/drawing/2014/main" id="{B5F298EC-5C7C-804F-B1E9-F0A0E4E57C02}"/>
                  </a:ext>
                </a:extLst>
              </p:cNvPr>
              <p:cNvSpPr/>
              <p:nvPr/>
            </p:nvSpPr>
            <p:spPr>
              <a:xfrm>
                <a:off x="1332065" y="1066560"/>
                <a:ext cx="296179" cy="1363508"/>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ＭＳ Ｐゴシック" charset="0"/>
                  <a:cs typeface="ＭＳ Ｐゴシック" charset="0"/>
                </a:endParaRPr>
              </a:p>
            </p:txBody>
          </p:sp>
        </p:grpSp>
      </p:grpSp>
      <p:grpSp>
        <p:nvGrpSpPr>
          <p:cNvPr id="108" name="Group 107">
            <a:extLst>
              <a:ext uri="{FF2B5EF4-FFF2-40B4-BE49-F238E27FC236}">
                <a16:creationId xmlns:a16="http://schemas.microsoft.com/office/drawing/2014/main" id="{A9DD04DE-490A-BF4D-A7E2-3A174C7DB200}"/>
              </a:ext>
            </a:extLst>
          </p:cNvPr>
          <p:cNvGrpSpPr/>
          <p:nvPr/>
        </p:nvGrpSpPr>
        <p:grpSpPr>
          <a:xfrm>
            <a:off x="5817705" y="4121995"/>
            <a:ext cx="410817" cy="461665"/>
            <a:chOff x="2292626" y="5618921"/>
            <a:chExt cx="410817" cy="461665"/>
          </a:xfrm>
        </p:grpSpPr>
        <p:sp>
          <p:nvSpPr>
            <p:cNvPr id="109" name="Oval 108">
              <a:extLst>
                <a:ext uri="{FF2B5EF4-FFF2-40B4-BE49-F238E27FC236}">
                  <a16:creationId xmlns:a16="http://schemas.microsoft.com/office/drawing/2014/main" id="{56289879-A092-1D48-94AB-CCE5CC88B4FF}"/>
                </a:ext>
              </a:extLst>
            </p:cNvPr>
            <p:cNvSpPr/>
            <p:nvPr/>
          </p:nvSpPr>
          <p:spPr>
            <a:xfrm>
              <a:off x="2292626" y="5645426"/>
              <a:ext cx="410817" cy="410817"/>
            </a:xfrm>
            <a:prstGeom prst="ellipse">
              <a:avLst/>
            </a:prstGeom>
            <a:solidFill>
              <a:schemeClr val="bg1"/>
            </a:solidFill>
            <a:ln w="25400">
              <a:solidFill>
                <a:srgbClr val="0000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10" name="TextBox 109">
              <a:extLst>
                <a:ext uri="{FF2B5EF4-FFF2-40B4-BE49-F238E27FC236}">
                  <a16:creationId xmlns:a16="http://schemas.microsoft.com/office/drawing/2014/main" id="{B6F7794D-4F3F-5742-9DD7-7030CC3F326A}"/>
                </a:ext>
              </a:extLst>
            </p:cNvPr>
            <p:cNvSpPr txBox="1"/>
            <p:nvPr/>
          </p:nvSpPr>
          <p:spPr>
            <a:xfrm>
              <a:off x="2319130" y="5618921"/>
              <a:ext cx="340158"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1</a:t>
              </a:r>
            </a:p>
          </p:txBody>
        </p:sp>
      </p:grpSp>
      <p:sp>
        <p:nvSpPr>
          <p:cNvPr id="111" name="TextBox 110">
            <a:extLst>
              <a:ext uri="{FF2B5EF4-FFF2-40B4-BE49-F238E27FC236}">
                <a16:creationId xmlns:a16="http://schemas.microsoft.com/office/drawing/2014/main" id="{B70654DC-D6ED-4743-B90B-BBDA82CBF7C1}"/>
              </a:ext>
            </a:extLst>
          </p:cNvPr>
          <p:cNvSpPr txBox="1"/>
          <p:nvPr/>
        </p:nvSpPr>
        <p:spPr>
          <a:xfrm>
            <a:off x="7623617" y="2453566"/>
            <a:ext cx="3985288"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Courier New" panose="02070309020205020404" pitchFamily="49" charset="0"/>
              </a:rPr>
              <a:t>Ethernet frame (sent to </a:t>
            </a: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FF-FF-FF-FF-FF-FF)</a:t>
            </a:r>
            <a:endParaRPr kumimoji="0" lang="en-US" sz="1400" b="0" i="0" u="none" strike="noStrike" kern="1200" cap="none" spc="0" normalizeH="0" baseline="0" noProof="0" dirty="0">
              <a:ln>
                <a:noFill/>
              </a:ln>
              <a:solidFill>
                <a:prstClr val="black"/>
              </a:solidFill>
              <a:effectLst/>
              <a:uLnTx/>
              <a:uFillTx/>
              <a:latin typeface="Arial" charset="0"/>
              <a:ea typeface="+mn-ea"/>
              <a:cs typeface="+mn-cs"/>
            </a:endParaRPr>
          </a:p>
        </p:txBody>
      </p:sp>
    </p:spTree>
    <p:extLst>
      <p:ext uri="{BB962C8B-B14F-4D97-AF65-F5344CB8AC3E}">
        <p14:creationId xmlns:p14="http://schemas.microsoft.com/office/powerpoint/2010/main" val="30416342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grpId="0" nodeType="clickEffect">
                                  <p:stCondLst>
                                    <p:cond delay="0"/>
                                  </p:stCondLst>
                                  <p:childTnLst>
                                    <p:set>
                                      <p:cBhvr>
                                        <p:cTn id="6" dur="1" fill="hold">
                                          <p:stCondLst>
                                            <p:cond delay="0"/>
                                          </p:stCondLst>
                                        </p:cTn>
                                        <p:tgtEl>
                                          <p:spTgt spid="63"/>
                                        </p:tgtEl>
                                        <p:attrNameLst>
                                          <p:attrName>style.visibility</p:attrName>
                                        </p:attrNameLst>
                                      </p:cBhvr>
                                      <p:to>
                                        <p:strVal val="visible"/>
                                      </p:to>
                                    </p:set>
                                    <p:animEffect transition="in" filter="wipe(right)">
                                      <p:cBhvr>
                                        <p:cTn id="7" dur="500"/>
                                        <p:tgtEl>
                                          <p:spTgt spid="63"/>
                                        </p:tgtEl>
                                      </p:cBhvr>
                                    </p:animEffect>
                                  </p:childTnLst>
                                </p:cTn>
                              </p:par>
                              <p:par>
                                <p:cTn id="8" presetID="22" presetClass="entr" presetSubtype="2" fill="hold"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wipe(right)">
                                      <p:cBhvr>
                                        <p:cTn id="10" dur="5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nodeType="clickEffect">
                                  <p:stCondLst>
                                    <p:cond delay="0"/>
                                  </p:stCondLst>
                                  <p:childTnLst>
                                    <p:set>
                                      <p:cBhvr>
                                        <p:cTn id="14" dur="1" fill="hold">
                                          <p:stCondLst>
                                            <p:cond delay="0"/>
                                          </p:stCondLst>
                                        </p:cTn>
                                        <p:tgtEl>
                                          <p:spTgt spid="24"/>
                                        </p:tgtEl>
                                        <p:attrNameLst>
                                          <p:attrName>style.visibility</p:attrName>
                                        </p:attrNameLst>
                                      </p:cBhvr>
                                      <p:to>
                                        <p:strVal val="visible"/>
                                      </p:to>
                                    </p:set>
                                    <p:animEffect transition="in" filter="dissolve">
                                      <p:cBhvr>
                                        <p:cTn id="15" dur="500"/>
                                        <p:tgtEl>
                                          <p:spTgt spid="24"/>
                                        </p:tgtEl>
                                      </p:cBhvr>
                                    </p:animEffect>
                                  </p:childTnLst>
                                </p:cTn>
                              </p:par>
                              <p:par>
                                <p:cTn id="16" presetID="22" presetClass="entr" presetSubtype="8" fill="hold" nodeType="withEffect">
                                  <p:stCondLst>
                                    <p:cond delay="0"/>
                                  </p:stCondLst>
                                  <p:childTnLst>
                                    <p:set>
                                      <p:cBhvr>
                                        <p:cTn id="17" dur="1" fill="hold">
                                          <p:stCondLst>
                                            <p:cond delay="0"/>
                                          </p:stCondLst>
                                        </p:cTn>
                                        <p:tgtEl>
                                          <p:spTgt spid="36"/>
                                        </p:tgtEl>
                                        <p:attrNameLst>
                                          <p:attrName>style.visibility</p:attrName>
                                        </p:attrNameLst>
                                      </p:cBhvr>
                                      <p:to>
                                        <p:strVal val="visible"/>
                                      </p:to>
                                    </p:set>
                                    <p:animEffect transition="in" filter="wipe(left)">
                                      <p:cBhvr>
                                        <p:cTn id="18" dur="500"/>
                                        <p:tgtEl>
                                          <p:spTgt spid="36"/>
                                        </p:tgtEl>
                                      </p:cBhvr>
                                    </p:animEffect>
                                  </p:childTnLst>
                                </p:cTn>
                              </p:par>
                              <p:par>
                                <p:cTn id="19" presetID="9" presetClass="entr" presetSubtype="0" fill="hold" nodeType="withEffect">
                                  <p:stCondLst>
                                    <p:cond delay="0"/>
                                  </p:stCondLst>
                                  <p:childTnLst>
                                    <p:set>
                                      <p:cBhvr>
                                        <p:cTn id="20" dur="1" fill="hold">
                                          <p:stCondLst>
                                            <p:cond delay="0"/>
                                          </p:stCondLst>
                                        </p:cTn>
                                        <p:tgtEl>
                                          <p:spTgt spid="108"/>
                                        </p:tgtEl>
                                        <p:attrNameLst>
                                          <p:attrName>style.visibility</p:attrName>
                                        </p:attrNameLst>
                                      </p:cBhvr>
                                      <p:to>
                                        <p:strVal val="visible"/>
                                      </p:to>
                                    </p:set>
                                    <p:animEffect transition="in" filter="dissolve">
                                      <p:cBhvr>
                                        <p:cTn id="21" dur="500"/>
                                        <p:tgtEl>
                                          <p:spTgt spid="108"/>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38"/>
                                        </p:tgtEl>
                                        <p:attrNameLst>
                                          <p:attrName>style.visibility</p:attrName>
                                        </p:attrNameLst>
                                      </p:cBhvr>
                                      <p:to>
                                        <p:strVal val="visible"/>
                                      </p:to>
                                    </p:set>
                                    <p:animEffect transition="in" filter="wipe(left)">
                                      <p:cBhvr>
                                        <p:cTn id="26" dur="500"/>
                                        <p:tgtEl>
                                          <p:spTgt spid="38"/>
                                        </p:tgtEl>
                                      </p:cBhvr>
                                    </p:animEffect>
                                  </p:childTnLst>
                                </p:cTn>
                              </p:par>
                              <p:par>
                                <p:cTn id="27" presetID="9" presetClass="entr" presetSubtype="0" fill="hold" grpId="0" nodeType="withEffect">
                                  <p:stCondLst>
                                    <p:cond delay="0"/>
                                  </p:stCondLst>
                                  <p:childTnLst>
                                    <p:set>
                                      <p:cBhvr>
                                        <p:cTn id="28" dur="1" fill="hold">
                                          <p:stCondLst>
                                            <p:cond delay="0"/>
                                          </p:stCondLst>
                                        </p:cTn>
                                        <p:tgtEl>
                                          <p:spTgt spid="111"/>
                                        </p:tgtEl>
                                        <p:attrNameLst>
                                          <p:attrName>style.visibility</p:attrName>
                                        </p:attrNameLst>
                                      </p:cBhvr>
                                      <p:to>
                                        <p:strVal val="visible"/>
                                      </p:to>
                                    </p:set>
                                    <p:animEffect transition="in" filter="dissolve">
                                      <p:cBhvr>
                                        <p:cTn id="29" dur="500"/>
                                        <p:tgtEl>
                                          <p:spTgt spid="1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 grpId="0"/>
      <p:bldP spid="111"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Line 19">
            <a:extLst>
              <a:ext uri="{FF2B5EF4-FFF2-40B4-BE49-F238E27FC236}">
                <a16:creationId xmlns:a16="http://schemas.microsoft.com/office/drawing/2014/main" id="{F64820FD-43AE-524F-92B3-2C996E99E036}"/>
              </a:ext>
            </a:extLst>
          </p:cNvPr>
          <p:cNvSpPr>
            <a:spLocks noChangeShapeType="1"/>
          </p:cNvSpPr>
          <p:nvPr/>
        </p:nvSpPr>
        <p:spPr bwMode="auto">
          <a:xfrm>
            <a:off x="5103533" y="4310144"/>
            <a:ext cx="901700" cy="0"/>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49" name="Line 20">
            <a:extLst>
              <a:ext uri="{FF2B5EF4-FFF2-40B4-BE49-F238E27FC236}">
                <a16:creationId xmlns:a16="http://schemas.microsoft.com/office/drawing/2014/main" id="{671BEEC6-B648-BD41-8A64-91771D85E6AF}"/>
              </a:ext>
            </a:extLst>
          </p:cNvPr>
          <p:cNvSpPr>
            <a:spLocks noChangeShapeType="1"/>
          </p:cNvSpPr>
          <p:nvPr/>
        </p:nvSpPr>
        <p:spPr bwMode="auto">
          <a:xfrm>
            <a:off x="6888024" y="3390291"/>
            <a:ext cx="0" cy="655637"/>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51" name="Line 22">
            <a:extLst>
              <a:ext uri="{FF2B5EF4-FFF2-40B4-BE49-F238E27FC236}">
                <a16:creationId xmlns:a16="http://schemas.microsoft.com/office/drawing/2014/main" id="{4BD049D1-92B4-8841-8329-453013A739F7}"/>
              </a:ext>
            </a:extLst>
          </p:cNvPr>
          <p:cNvSpPr>
            <a:spLocks noChangeShapeType="1"/>
          </p:cNvSpPr>
          <p:nvPr/>
        </p:nvSpPr>
        <p:spPr bwMode="auto">
          <a:xfrm flipV="1">
            <a:off x="6664393" y="5337533"/>
            <a:ext cx="0" cy="438150"/>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800100" y="349426"/>
            <a:ext cx="10515600" cy="894622"/>
          </a:xfrm>
        </p:spPr>
        <p:txBody>
          <a:bodyPr>
            <a:normAutofit/>
          </a:bodyPr>
          <a:lstStyle/>
          <a:p>
            <a:r>
              <a:rPr lang="en-US" b="0" kern="0" dirty="0">
                <a:solidFill>
                  <a:srgbClr val="000099"/>
                </a:solidFill>
                <a:latin typeface="+mn-lt"/>
                <a:ea typeface="ＭＳ Ｐゴシック" charset="0"/>
              </a:rPr>
              <a:t>ARP protocol in action</a:t>
            </a:r>
            <a:endParaRPr lang="en-US" sz="4400" b="0" dirty="0">
              <a:latin typeface="+mn-lt"/>
            </a:endParaRPr>
          </a:p>
        </p:txBody>
      </p:sp>
      <p:sp>
        <p:nvSpPr>
          <p:cNvPr id="439" name="Slide Number Placeholder 4">
            <a:extLst>
              <a:ext uri="{FF2B5EF4-FFF2-40B4-BE49-F238E27FC236}">
                <a16:creationId xmlns:a16="http://schemas.microsoft.com/office/drawing/2014/main" id="{C87F3257-E91D-E144-BA13-B0DD96B23FDC}"/>
              </a:ext>
            </a:extLst>
          </p:cNvPr>
          <p:cNvSpPr>
            <a:spLocks noGrp="1"/>
          </p:cNvSpPr>
          <p:nvPr>
            <p:ph type="sldNum" sz="quarter" idx="4"/>
          </p:nvPr>
        </p:nvSpPr>
        <p:spPr>
          <a:xfrm>
            <a:off x="9219616" y="6443089"/>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rPr>
              <a:t>Link Layer: 6-</a:t>
            </a:r>
            <a:fld id="{C4204591-24BD-A542-B9D5-F8D8A88D2FEE}" type="slidenum">
              <a:rPr kumimoji="0" lang="en-US" sz="1100" b="0" i="0" u="none" strike="noStrike" kern="1200" cap="none" spc="0" normalizeH="0" baseline="0" noProof="0" smtClean="0">
                <a:ln>
                  <a:noFill/>
                </a:ln>
                <a:solidFill>
                  <a:prstClr val="white">
                    <a:lumMod val="50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1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endParaRPr>
          </a:p>
        </p:txBody>
      </p:sp>
      <p:sp>
        <p:nvSpPr>
          <p:cNvPr id="47" name="Freeform 8">
            <a:extLst>
              <a:ext uri="{FF2B5EF4-FFF2-40B4-BE49-F238E27FC236}">
                <a16:creationId xmlns:a16="http://schemas.microsoft.com/office/drawing/2014/main" id="{F57007A4-9929-8C47-B54D-D1B70F2B48AD}"/>
              </a:ext>
            </a:extLst>
          </p:cNvPr>
          <p:cNvSpPr>
            <a:spLocks/>
          </p:cNvSpPr>
          <p:nvPr/>
        </p:nvSpPr>
        <p:spPr bwMode="auto">
          <a:xfrm>
            <a:off x="5730736" y="3632282"/>
            <a:ext cx="2046288" cy="2049462"/>
          </a:xfrm>
          <a:custGeom>
            <a:avLst/>
            <a:gdLst>
              <a:gd name="T0" fmla="*/ 2147483647 w 1292"/>
              <a:gd name="T1" fmla="*/ 2147483647 h 1255"/>
              <a:gd name="T2" fmla="*/ 2147483647 w 1292"/>
              <a:gd name="T3" fmla="*/ 2147483647 h 1255"/>
              <a:gd name="T4" fmla="*/ 2147483647 w 1292"/>
              <a:gd name="T5" fmla="*/ 2147483647 h 1255"/>
              <a:gd name="T6" fmla="*/ 2147483647 w 1292"/>
              <a:gd name="T7" fmla="*/ 2147483647 h 1255"/>
              <a:gd name="T8" fmla="*/ 2147483647 w 1292"/>
              <a:gd name="T9" fmla="*/ 2147483647 h 1255"/>
              <a:gd name="T10" fmla="*/ 2147483647 w 1292"/>
              <a:gd name="T11" fmla="*/ 2147483647 h 1255"/>
              <a:gd name="T12" fmla="*/ 2147483647 w 1292"/>
              <a:gd name="T13" fmla="*/ 2147483647 h 1255"/>
              <a:gd name="T14" fmla="*/ 2147483647 w 1292"/>
              <a:gd name="T15" fmla="*/ 2147483647 h 1255"/>
              <a:gd name="T16" fmla="*/ 2147483647 w 1292"/>
              <a:gd name="T17" fmla="*/ 2147483647 h 1255"/>
              <a:gd name="T18" fmla="*/ 2147483647 w 1292"/>
              <a:gd name="T19" fmla="*/ 2147483647 h 1255"/>
              <a:gd name="T20" fmla="*/ 2147483647 w 1292"/>
              <a:gd name="T21" fmla="*/ 2147483647 h 1255"/>
              <a:gd name="T22" fmla="*/ 2147483647 w 1292"/>
              <a:gd name="T23" fmla="*/ 2147483647 h 125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292" h="1255">
                <a:moveTo>
                  <a:pt x="239" y="7"/>
                </a:moveTo>
                <a:cubicBezTo>
                  <a:pt x="120" y="14"/>
                  <a:pt x="70" y="71"/>
                  <a:pt x="35" y="157"/>
                </a:cubicBezTo>
                <a:cubicBezTo>
                  <a:pt x="0" y="243"/>
                  <a:pt x="26" y="411"/>
                  <a:pt x="29" y="523"/>
                </a:cubicBezTo>
                <a:cubicBezTo>
                  <a:pt x="32" y="635"/>
                  <a:pt x="17" y="771"/>
                  <a:pt x="53" y="829"/>
                </a:cubicBezTo>
                <a:cubicBezTo>
                  <a:pt x="89" y="887"/>
                  <a:pt x="146" y="821"/>
                  <a:pt x="245" y="871"/>
                </a:cubicBezTo>
                <a:cubicBezTo>
                  <a:pt x="344" y="921"/>
                  <a:pt x="522" y="1068"/>
                  <a:pt x="647" y="1129"/>
                </a:cubicBezTo>
                <a:cubicBezTo>
                  <a:pt x="772" y="1190"/>
                  <a:pt x="903" y="1255"/>
                  <a:pt x="995" y="1237"/>
                </a:cubicBezTo>
                <a:cubicBezTo>
                  <a:pt x="1087" y="1219"/>
                  <a:pt x="1153" y="1153"/>
                  <a:pt x="1199" y="1021"/>
                </a:cubicBezTo>
                <a:cubicBezTo>
                  <a:pt x="1245" y="889"/>
                  <a:pt x="1270" y="580"/>
                  <a:pt x="1271" y="445"/>
                </a:cubicBezTo>
                <a:cubicBezTo>
                  <a:pt x="1272" y="310"/>
                  <a:pt x="1292" y="266"/>
                  <a:pt x="1205" y="211"/>
                </a:cubicBezTo>
                <a:cubicBezTo>
                  <a:pt x="1118" y="156"/>
                  <a:pt x="908" y="150"/>
                  <a:pt x="749" y="115"/>
                </a:cubicBezTo>
                <a:cubicBezTo>
                  <a:pt x="590" y="80"/>
                  <a:pt x="358" y="0"/>
                  <a:pt x="239" y="7"/>
                </a:cubicBezTo>
                <a:close/>
              </a:path>
            </a:pathLst>
          </a:custGeom>
          <a:solidFill>
            <a:srgbClr val="9CE0FA"/>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charset="0"/>
              <a:ea typeface="ＭＳ Ｐゴシック" charset="0"/>
              <a:cs typeface="+mn-cs"/>
            </a:endParaRPr>
          </a:p>
        </p:txBody>
      </p:sp>
      <p:sp>
        <p:nvSpPr>
          <p:cNvPr id="50" name="Line 21">
            <a:extLst>
              <a:ext uri="{FF2B5EF4-FFF2-40B4-BE49-F238E27FC236}">
                <a16:creationId xmlns:a16="http://schemas.microsoft.com/office/drawing/2014/main" id="{8EE12B75-B162-D046-8610-F469FA2F14C7}"/>
              </a:ext>
            </a:extLst>
          </p:cNvPr>
          <p:cNvSpPr>
            <a:spLocks noChangeShapeType="1"/>
          </p:cNvSpPr>
          <p:nvPr/>
        </p:nvSpPr>
        <p:spPr bwMode="auto">
          <a:xfrm flipH="1">
            <a:off x="7751624" y="4359151"/>
            <a:ext cx="796925" cy="0"/>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54" name="Line 26">
            <a:extLst>
              <a:ext uri="{FF2B5EF4-FFF2-40B4-BE49-F238E27FC236}">
                <a16:creationId xmlns:a16="http://schemas.microsoft.com/office/drawing/2014/main" id="{D34196EA-878C-BD4B-B367-A871F347D705}"/>
              </a:ext>
            </a:extLst>
          </p:cNvPr>
          <p:cNvSpPr>
            <a:spLocks noChangeShapeType="1"/>
          </p:cNvSpPr>
          <p:nvPr/>
        </p:nvSpPr>
        <p:spPr bwMode="auto">
          <a:xfrm flipV="1">
            <a:off x="8310126" y="4475169"/>
            <a:ext cx="0" cy="373063"/>
          </a:xfrm>
          <a:prstGeom prst="line">
            <a:avLst/>
          </a:prstGeom>
          <a:noFill/>
          <a:ln w="9525">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55" name="Text Box 27">
            <a:extLst>
              <a:ext uri="{FF2B5EF4-FFF2-40B4-BE49-F238E27FC236}">
                <a16:creationId xmlns:a16="http://schemas.microsoft.com/office/drawing/2014/main" id="{9E6E8FDA-5A5E-0F42-B9A3-C2819201F1EA}"/>
              </a:ext>
            </a:extLst>
          </p:cNvPr>
          <p:cNvSpPr txBox="1">
            <a:spLocks noChangeArrowheads="1"/>
          </p:cNvSpPr>
          <p:nvPr/>
        </p:nvSpPr>
        <p:spPr bwMode="auto">
          <a:xfrm>
            <a:off x="8213996" y="4817733"/>
            <a:ext cx="1739900" cy="3048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Arial" charset="0"/>
                <a:ea typeface="ＭＳ Ｐゴシック" charset="0"/>
                <a:cs typeface="+mn-cs"/>
              </a:rPr>
              <a:t>58-23-D7-FA-20-B0</a:t>
            </a:r>
          </a:p>
        </p:txBody>
      </p:sp>
      <p:sp>
        <p:nvSpPr>
          <p:cNvPr id="61" name="Rectangle 37">
            <a:extLst>
              <a:ext uri="{FF2B5EF4-FFF2-40B4-BE49-F238E27FC236}">
                <a16:creationId xmlns:a16="http://schemas.microsoft.com/office/drawing/2014/main" id="{BD959ED9-514E-BB43-A03D-9610B0A43397}"/>
              </a:ext>
            </a:extLst>
          </p:cNvPr>
          <p:cNvSpPr>
            <a:spLocks noChangeArrowheads="1"/>
          </p:cNvSpPr>
          <p:nvPr/>
        </p:nvSpPr>
        <p:spPr bwMode="auto">
          <a:xfrm>
            <a:off x="6793652" y="3392113"/>
            <a:ext cx="160338" cy="255587"/>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Comic Sans MS" pitchFamily="66" charset="0"/>
              <a:ea typeface="ＭＳ Ｐゴシック" charset="0"/>
              <a:cs typeface="+mn-cs"/>
            </a:endParaRPr>
          </a:p>
        </p:txBody>
      </p:sp>
      <p:grpSp>
        <p:nvGrpSpPr>
          <p:cNvPr id="74" name="Group 44">
            <a:extLst>
              <a:ext uri="{FF2B5EF4-FFF2-40B4-BE49-F238E27FC236}">
                <a16:creationId xmlns:a16="http://schemas.microsoft.com/office/drawing/2014/main" id="{F28A69E5-B425-D84E-A92A-1BF2AE27083E}"/>
              </a:ext>
            </a:extLst>
          </p:cNvPr>
          <p:cNvGrpSpPr>
            <a:grpSpLocks/>
          </p:cNvGrpSpPr>
          <p:nvPr/>
        </p:nvGrpSpPr>
        <p:grpSpPr bwMode="auto">
          <a:xfrm>
            <a:off x="6335022" y="2859441"/>
            <a:ext cx="812800" cy="658813"/>
            <a:chOff x="-44" y="1473"/>
            <a:chExt cx="981" cy="1105"/>
          </a:xfrm>
        </p:grpSpPr>
        <p:pic>
          <p:nvPicPr>
            <p:cNvPr id="75" name="Picture 45" descr="desktop_computer_stylized_medium">
              <a:extLst>
                <a:ext uri="{FF2B5EF4-FFF2-40B4-BE49-F238E27FC236}">
                  <a16:creationId xmlns:a16="http://schemas.microsoft.com/office/drawing/2014/main" id="{28306720-28D9-9C4C-8C6D-B304BB9A449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76" name="Freeform 46">
              <a:extLst>
                <a:ext uri="{FF2B5EF4-FFF2-40B4-BE49-F238E27FC236}">
                  <a16:creationId xmlns:a16="http://schemas.microsoft.com/office/drawing/2014/main" id="{12165CA3-A696-A94F-A6BA-D9ECFB265DBA}"/>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grpSp>
      <p:sp>
        <p:nvSpPr>
          <p:cNvPr id="84" name="Rectangle 37">
            <a:extLst>
              <a:ext uri="{FF2B5EF4-FFF2-40B4-BE49-F238E27FC236}">
                <a16:creationId xmlns:a16="http://schemas.microsoft.com/office/drawing/2014/main" id="{820D05A1-5D97-6B44-A956-45C339CD6EC7}"/>
              </a:ext>
            </a:extLst>
          </p:cNvPr>
          <p:cNvSpPr>
            <a:spLocks noChangeArrowheads="1"/>
          </p:cNvSpPr>
          <p:nvPr/>
        </p:nvSpPr>
        <p:spPr bwMode="auto">
          <a:xfrm>
            <a:off x="6592477" y="5645423"/>
            <a:ext cx="160338" cy="255587"/>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Comic Sans MS" pitchFamily="66" charset="0"/>
              <a:ea typeface="ＭＳ Ｐゴシック" charset="0"/>
              <a:cs typeface="+mn-cs"/>
            </a:endParaRPr>
          </a:p>
        </p:txBody>
      </p:sp>
      <p:sp>
        <p:nvSpPr>
          <p:cNvPr id="85" name="Rectangle 37">
            <a:extLst>
              <a:ext uri="{FF2B5EF4-FFF2-40B4-BE49-F238E27FC236}">
                <a16:creationId xmlns:a16="http://schemas.microsoft.com/office/drawing/2014/main" id="{95FE12BC-DAAC-5848-8DA7-F4CB324AD8A0}"/>
              </a:ext>
            </a:extLst>
          </p:cNvPr>
          <p:cNvSpPr>
            <a:spLocks noChangeArrowheads="1"/>
          </p:cNvSpPr>
          <p:nvPr/>
        </p:nvSpPr>
        <p:spPr bwMode="auto">
          <a:xfrm rot="5400000">
            <a:off x="8336659" y="4240368"/>
            <a:ext cx="160338" cy="255587"/>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Comic Sans MS" pitchFamily="66" charset="0"/>
              <a:ea typeface="ＭＳ Ｐゴシック" charset="0"/>
              <a:cs typeface="+mn-cs"/>
            </a:endParaRPr>
          </a:p>
        </p:txBody>
      </p:sp>
      <p:grpSp>
        <p:nvGrpSpPr>
          <p:cNvPr id="79" name="Group 47">
            <a:extLst>
              <a:ext uri="{FF2B5EF4-FFF2-40B4-BE49-F238E27FC236}">
                <a16:creationId xmlns:a16="http://schemas.microsoft.com/office/drawing/2014/main" id="{44746C07-410E-1F4F-91B6-1B430F3CFA31}"/>
              </a:ext>
            </a:extLst>
          </p:cNvPr>
          <p:cNvGrpSpPr>
            <a:grpSpLocks/>
          </p:cNvGrpSpPr>
          <p:nvPr/>
        </p:nvGrpSpPr>
        <p:grpSpPr bwMode="auto">
          <a:xfrm>
            <a:off x="8184868" y="4087689"/>
            <a:ext cx="812800" cy="658812"/>
            <a:chOff x="-26" y="1473"/>
            <a:chExt cx="981" cy="1105"/>
          </a:xfrm>
        </p:grpSpPr>
        <p:pic>
          <p:nvPicPr>
            <p:cNvPr id="80" name="Picture 48" descr="desktop_computer_stylized_medium">
              <a:extLst>
                <a:ext uri="{FF2B5EF4-FFF2-40B4-BE49-F238E27FC236}">
                  <a16:creationId xmlns:a16="http://schemas.microsoft.com/office/drawing/2014/main" id="{3B33B5E2-E8CC-3C46-9F6A-AA84F471943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26" y="1473"/>
              <a:ext cx="981" cy="1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81" name="Freeform 49">
              <a:extLst>
                <a:ext uri="{FF2B5EF4-FFF2-40B4-BE49-F238E27FC236}">
                  <a16:creationId xmlns:a16="http://schemas.microsoft.com/office/drawing/2014/main" id="{7DA23775-D4E8-F544-B835-C7A71FAB6CEF}"/>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grpSp>
      <p:grpSp>
        <p:nvGrpSpPr>
          <p:cNvPr id="69" name="Group 41">
            <a:extLst>
              <a:ext uri="{FF2B5EF4-FFF2-40B4-BE49-F238E27FC236}">
                <a16:creationId xmlns:a16="http://schemas.microsoft.com/office/drawing/2014/main" id="{27B89BCB-87CA-7640-BC2D-65A05B519E96}"/>
              </a:ext>
            </a:extLst>
          </p:cNvPr>
          <p:cNvGrpSpPr>
            <a:grpSpLocks/>
          </p:cNvGrpSpPr>
          <p:nvPr/>
        </p:nvGrpSpPr>
        <p:grpSpPr bwMode="auto">
          <a:xfrm>
            <a:off x="6137343" y="5838977"/>
            <a:ext cx="812800" cy="658813"/>
            <a:chOff x="-44" y="1473"/>
            <a:chExt cx="981" cy="1105"/>
          </a:xfrm>
        </p:grpSpPr>
        <p:pic>
          <p:nvPicPr>
            <p:cNvPr id="70" name="Picture 42" descr="desktop_computer_stylized_medium">
              <a:extLst>
                <a:ext uri="{FF2B5EF4-FFF2-40B4-BE49-F238E27FC236}">
                  <a16:creationId xmlns:a16="http://schemas.microsoft.com/office/drawing/2014/main" id="{0C82CFB4-3428-8647-99DD-3B6C59F3E2E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71" name="Freeform 43">
              <a:extLst>
                <a:ext uri="{FF2B5EF4-FFF2-40B4-BE49-F238E27FC236}">
                  <a16:creationId xmlns:a16="http://schemas.microsoft.com/office/drawing/2014/main" id="{04A0D4C8-54E1-0E46-B711-36765520B5FF}"/>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grpSp>
      <p:sp>
        <p:nvSpPr>
          <p:cNvPr id="88" name="Text Box 36">
            <a:extLst>
              <a:ext uri="{FF2B5EF4-FFF2-40B4-BE49-F238E27FC236}">
                <a16:creationId xmlns:a16="http://schemas.microsoft.com/office/drawing/2014/main" id="{DD4B55F8-6951-BB48-93B1-8A8C712F3DFA}"/>
              </a:ext>
            </a:extLst>
          </p:cNvPr>
          <p:cNvSpPr txBox="1">
            <a:spLocks noChangeArrowheads="1"/>
          </p:cNvSpPr>
          <p:nvPr/>
        </p:nvSpPr>
        <p:spPr bwMode="auto">
          <a:xfrm>
            <a:off x="8208408" y="5016515"/>
            <a:ext cx="1217612" cy="3048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Arial" charset="0"/>
                <a:ea typeface="ＭＳ Ｐゴシック" charset="0"/>
                <a:cs typeface="+mn-cs"/>
              </a:rPr>
              <a:t>137.196.7.14</a:t>
            </a:r>
          </a:p>
        </p:txBody>
      </p:sp>
      <p:sp>
        <p:nvSpPr>
          <p:cNvPr id="40" name="TextBox 39">
            <a:extLst>
              <a:ext uri="{FF2B5EF4-FFF2-40B4-BE49-F238E27FC236}">
                <a16:creationId xmlns:a16="http://schemas.microsoft.com/office/drawing/2014/main" id="{03975A74-FFE9-0245-9159-E13D4A71F8FF}"/>
              </a:ext>
            </a:extLst>
          </p:cNvPr>
          <p:cNvSpPr txBox="1"/>
          <p:nvPr/>
        </p:nvSpPr>
        <p:spPr>
          <a:xfrm>
            <a:off x="8196469" y="3835414"/>
            <a:ext cx="351378"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0000A8"/>
                </a:solidFill>
                <a:effectLst/>
                <a:uLnTx/>
                <a:uFillTx/>
                <a:latin typeface="Calibri" panose="020F0502020204030204"/>
                <a:ea typeface="+mn-ea"/>
                <a:cs typeface="+mn-cs"/>
              </a:rPr>
              <a:t>B</a:t>
            </a:r>
          </a:p>
        </p:txBody>
      </p:sp>
      <p:sp>
        <p:nvSpPr>
          <p:cNvPr id="41" name="TextBox 40">
            <a:extLst>
              <a:ext uri="{FF2B5EF4-FFF2-40B4-BE49-F238E27FC236}">
                <a16:creationId xmlns:a16="http://schemas.microsoft.com/office/drawing/2014/main" id="{74B0E3B9-F445-2E4A-B8D9-5F1BEA2D72DF}"/>
              </a:ext>
            </a:extLst>
          </p:cNvPr>
          <p:cNvSpPr txBox="1"/>
          <p:nvPr/>
        </p:nvSpPr>
        <p:spPr>
          <a:xfrm>
            <a:off x="7116417" y="2702353"/>
            <a:ext cx="351378"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0000A8"/>
                </a:solidFill>
                <a:effectLst/>
                <a:uLnTx/>
                <a:uFillTx/>
                <a:latin typeface="Calibri" panose="020F0502020204030204"/>
                <a:ea typeface="+mn-ea"/>
                <a:cs typeface="+mn-cs"/>
              </a:rPr>
              <a:t>C</a:t>
            </a:r>
          </a:p>
        </p:txBody>
      </p:sp>
      <p:sp>
        <p:nvSpPr>
          <p:cNvPr id="42" name="TextBox 41">
            <a:extLst>
              <a:ext uri="{FF2B5EF4-FFF2-40B4-BE49-F238E27FC236}">
                <a16:creationId xmlns:a16="http://schemas.microsoft.com/office/drawing/2014/main" id="{784875AD-DADA-E849-ABCB-F9455A5A60CE}"/>
              </a:ext>
            </a:extLst>
          </p:cNvPr>
          <p:cNvSpPr txBox="1"/>
          <p:nvPr/>
        </p:nvSpPr>
        <p:spPr>
          <a:xfrm>
            <a:off x="6871252" y="6088283"/>
            <a:ext cx="373820"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0000A8"/>
                </a:solidFill>
                <a:effectLst/>
                <a:uLnTx/>
                <a:uFillTx/>
                <a:latin typeface="Calibri" panose="020F0502020204030204"/>
                <a:ea typeface="+mn-ea"/>
                <a:cs typeface="+mn-cs"/>
              </a:rPr>
              <a:t>D</a:t>
            </a:r>
          </a:p>
        </p:txBody>
      </p:sp>
      <p:sp>
        <p:nvSpPr>
          <p:cNvPr id="63" name="TextBox 62">
            <a:extLst>
              <a:ext uri="{FF2B5EF4-FFF2-40B4-BE49-F238E27FC236}">
                <a16:creationId xmlns:a16="http://schemas.microsoft.com/office/drawing/2014/main" id="{2E9B16A5-AC1C-0A48-BE4F-A199BCB6FFA7}"/>
              </a:ext>
            </a:extLst>
          </p:cNvPr>
          <p:cNvSpPr txBox="1"/>
          <p:nvPr/>
        </p:nvSpPr>
        <p:spPr>
          <a:xfrm>
            <a:off x="3664223" y="3615962"/>
            <a:ext cx="1166189"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TTL</a:t>
            </a:r>
          </a:p>
        </p:txBody>
      </p:sp>
      <p:sp>
        <p:nvSpPr>
          <p:cNvPr id="58" name="Line 30">
            <a:extLst>
              <a:ext uri="{FF2B5EF4-FFF2-40B4-BE49-F238E27FC236}">
                <a16:creationId xmlns:a16="http://schemas.microsoft.com/office/drawing/2014/main" id="{A3219F56-0BCF-1141-92E9-42AADFF29250}"/>
              </a:ext>
            </a:extLst>
          </p:cNvPr>
          <p:cNvSpPr>
            <a:spLocks noChangeShapeType="1"/>
          </p:cNvSpPr>
          <p:nvPr/>
        </p:nvSpPr>
        <p:spPr bwMode="auto">
          <a:xfrm flipV="1">
            <a:off x="5305073" y="4465719"/>
            <a:ext cx="0" cy="373063"/>
          </a:xfrm>
          <a:prstGeom prst="line">
            <a:avLst/>
          </a:prstGeom>
          <a:noFill/>
          <a:ln w="9525">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59" name="Text Box 31">
            <a:extLst>
              <a:ext uri="{FF2B5EF4-FFF2-40B4-BE49-F238E27FC236}">
                <a16:creationId xmlns:a16="http://schemas.microsoft.com/office/drawing/2014/main" id="{2EFE11A4-7F50-BB42-A3B3-7827175F341F}"/>
              </a:ext>
            </a:extLst>
          </p:cNvPr>
          <p:cNvSpPr txBox="1">
            <a:spLocks noChangeArrowheads="1"/>
          </p:cNvSpPr>
          <p:nvPr/>
        </p:nvSpPr>
        <p:spPr bwMode="auto">
          <a:xfrm>
            <a:off x="4387498" y="4840369"/>
            <a:ext cx="1689100" cy="3048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Arial" charset="0"/>
                <a:ea typeface="ＭＳ Ｐゴシック" charset="0"/>
                <a:cs typeface="+mn-cs"/>
              </a:rPr>
              <a:t>71-65-F7-2B-08-53</a:t>
            </a:r>
          </a:p>
        </p:txBody>
      </p:sp>
      <p:sp>
        <p:nvSpPr>
          <p:cNvPr id="83" name="Rectangle 37">
            <a:extLst>
              <a:ext uri="{FF2B5EF4-FFF2-40B4-BE49-F238E27FC236}">
                <a16:creationId xmlns:a16="http://schemas.microsoft.com/office/drawing/2014/main" id="{CD202D37-460B-D748-8210-605E1AE082D0}"/>
              </a:ext>
            </a:extLst>
          </p:cNvPr>
          <p:cNvSpPr>
            <a:spLocks noChangeArrowheads="1"/>
          </p:cNvSpPr>
          <p:nvPr/>
        </p:nvSpPr>
        <p:spPr bwMode="auto">
          <a:xfrm rot="5400000">
            <a:off x="5166994" y="4178448"/>
            <a:ext cx="160338" cy="255587"/>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Comic Sans MS" pitchFamily="66" charset="0"/>
              <a:ea typeface="ＭＳ Ｐゴシック" charset="0"/>
              <a:cs typeface="+mn-cs"/>
            </a:endParaRPr>
          </a:p>
        </p:txBody>
      </p:sp>
      <p:grpSp>
        <p:nvGrpSpPr>
          <p:cNvPr id="64" name="Group 38">
            <a:extLst>
              <a:ext uri="{FF2B5EF4-FFF2-40B4-BE49-F238E27FC236}">
                <a16:creationId xmlns:a16="http://schemas.microsoft.com/office/drawing/2014/main" id="{90CD0E16-8B92-9A4D-9A85-FA76287C25CA}"/>
              </a:ext>
            </a:extLst>
          </p:cNvPr>
          <p:cNvGrpSpPr>
            <a:grpSpLocks/>
          </p:cNvGrpSpPr>
          <p:nvPr/>
        </p:nvGrpSpPr>
        <p:grpSpPr bwMode="auto">
          <a:xfrm>
            <a:off x="4479021" y="3932319"/>
            <a:ext cx="812800" cy="658813"/>
            <a:chOff x="-44" y="1473"/>
            <a:chExt cx="981" cy="1105"/>
          </a:xfrm>
        </p:grpSpPr>
        <p:pic>
          <p:nvPicPr>
            <p:cNvPr id="65" name="Picture 39" descr="desktop_computer_stylized_medium">
              <a:extLst>
                <a:ext uri="{FF2B5EF4-FFF2-40B4-BE49-F238E27FC236}">
                  <a16:creationId xmlns:a16="http://schemas.microsoft.com/office/drawing/2014/main" id="{8751C04C-5F67-E747-BB72-C6A175F351E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66" name="Freeform 40">
              <a:extLst>
                <a:ext uri="{FF2B5EF4-FFF2-40B4-BE49-F238E27FC236}">
                  <a16:creationId xmlns:a16="http://schemas.microsoft.com/office/drawing/2014/main" id="{42DD46F7-3C85-0143-8A1D-B7410F2B0D09}"/>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grpSp>
      <p:sp>
        <p:nvSpPr>
          <p:cNvPr id="90" name="Text Box 31">
            <a:extLst>
              <a:ext uri="{FF2B5EF4-FFF2-40B4-BE49-F238E27FC236}">
                <a16:creationId xmlns:a16="http://schemas.microsoft.com/office/drawing/2014/main" id="{CD5A8CEC-3E57-A944-A0C6-256AED094136}"/>
              </a:ext>
            </a:extLst>
          </p:cNvPr>
          <p:cNvSpPr txBox="1">
            <a:spLocks noChangeArrowheads="1"/>
          </p:cNvSpPr>
          <p:nvPr/>
        </p:nvSpPr>
        <p:spPr bwMode="auto">
          <a:xfrm>
            <a:off x="4392191" y="5056271"/>
            <a:ext cx="1217612" cy="3048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Arial" charset="0"/>
                <a:ea typeface="ＭＳ Ｐゴシック" charset="0"/>
                <a:cs typeface="+mn-cs"/>
              </a:rPr>
              <a:t>137.196.7.23</a:t>
            </a:r>
          </a:p>
        </p:txBody>
      </p:sp>
      <p:sp>
        <p:nvSpPr>
          <p:cNvPr id="3" name="TextBox 2">
            <a:extLst>
              <a:ext uri="{FF2B5EF4-FFF2-40B4-BE49-F238E27FC236}">
                <a16:creationId xmlns:a16="http://schemas.microsoft.com/office/drawing/2014/main" id="{AE490856-D387-9F4E-92DD-613E16C75F36}"/>
              </a:ext>
            </a:extLst>
          </p:cNvPr>
          <p:cNvSpPr txBox="1"/>
          <p:nvPr/>
        </p:nvSpPr>
        <p:spPr>
          <a:xfrm>
            <a:off x="5274361" y="3775779"/>
            <a:ext cx="370614"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0000A8"/>
                </a:solidFill>
                <a:effectLst/>
                <a:uLnTx/>
                <a:uFillTx/>
                <a:latin typeface="Calibri" panose="020F0502020204030204"/>
                <a:ea typeface="+mn-ea"/>
                <a:cs typeface="+mn-cs"/>
              </a:rPr>
              <a:t>A</a:t>
            </a:r>
          </a:p>
        </p:txBody>
      </p:sp>
      <p:grpSp>
        <p:nvGrpSpPr>
          <p:cNvPr id="17" name="Group 16">
            <a:extLst>
              <a:ext uri="{FF2B5EF4-FFF2-40B4-BE49-F238E27FC236}">
                <a16:creationId xmlns:a16="http://schemas.microsoft.com/office/drawing/2014/main" id="{2C4CA1B8-D7B0-FE45-9DAE-1BE097F0A873}"/>
              </a:ext>
            </a:extLst>
          </p:cNvPr>
          <p:cNvGrpSpPr/>
          <p:nvPr/>
        </p:nvGrpSpPr>
        <p:grpSpPr>
          <a:xfrm>
            <a:off x="1186072" y="3311953"/>
            <a:ext cx="3690728" cy="1373671"/>
            <a:chOff x="404194" y="2544417"/>
            <a:chExt cx="3690728" cy="1373671"/>
          </a:xfrm>
        </p:grpSpPr>
        <p:sp>
          <p:nvSpPr>
            <p:cNvPr id="16" name="Freeform 15">
              <a:extLst>
                <a:ext uri="{FF2B5EF4-FFF2-40B4-BE49-F238E27FC236}">
                  <a16:creationId xmlns:a16="http://schemas.microsoft.com/office/drawing/2014/main" id="{DA69A91A-6B5A-764F-8871-0FBCD21B5E20}"/>
                </a:ext>
              </a:extLst>
            </p:cNvPr>
            <p:cNvSpPr/>
            <p:nvPr/>
          </p:nvSpPr>
          <p:spPr>
            <a:xfrm>
              <a:off x="3617843" y="2842867"/>
              <a:ext cx="477079" cy="1075221"/>
            </a:xfrm>
            <a:custGeom>
              <a:avLst/>
              <a:gdLst>
                <a:gd name="connsiteX0" fmla="*/ 477079 w 477079"/>
                <a:gd name="connsiteY0" fmla="*/ 357808 h 1166191"/>
                <a:gd name="connsiteX1" fmla="*/ 0 w 477079"/>
                <a:gd name="connsiteY1" fmla="*/ 0 h 1166191"/>
                <a:gd name="connsiteX2" fmla="*/ 13253 w 477079"/>
                <a:gd name="connsiteY2" fmla="*/ 1166191 h 1166191"/>
                <a:gd name="connsiteX3" fmla="*/ 384314 w 477079"/>
                <a:gd name="connsiteY3" fmla="*/ 649356 h 1166191"/>
                <a:gd name="connsiteX0" fmla="*/ 477079 w 477079"/>
                <a:gd name="connsiteY0" fmla="*/ 357808 h 1051327"/>
                <a:gd name="connsiteX1" fmla="*/ 0 w 477079"/>
                <a:gd name="connsiteY1" fmla="*/ 0 h 1051327"/>
                <a:gd name="connsiteX2" fmla="*/ 13253 w 477079"/>
                <a:gd name="connsiteY2" fmla="*/ 1051327 h 1051327"/>
                <a:gd name="connsiteX3" fmla="*/ 384314 w 477079"/>
                <a:gd name="connsiteY3" fmla="*/ 649356 h 1051327"/>
              </a:gdLst>
              <a:ahLst/>
              <a:cxnLst>
                <a:cxn ang="0">
                  <a:pos x="connsiteX0" y="connsiteY0"/>
                </a:cxn>
                <a:cxn ang="0">
                  <a:pos x="connsiteX1" y="connsiteY1"/>
                </a:cxn>
                <a:cxn ang="0">
                  <a:pos x="connsiteX2" y="connsiteY2"/>
                </a:cxn>
                <a:cxn ang="0">
                  <a:pos x="connsiteX3" y="connsiteY3"/>
                </a:cxn>
              </a:cxnLst>
              <a:rect l="l" t="t" r="r" b="b"/>
              <a:pathLst>
                <a:path w="477079" h="1051327">
                  <a:moveTo>
                    <a:pt x="477079" y="357808"/>
                  </a:moveTo>
                  <a:lnTo>
                    <a:pt x="0" y="0"/>
                  </a:lnTo>
                  <a:lnTo>
                    <a:pt x="13253" y="1051327"/>
                  </a:lnTo>
                  <a:lnTo>
                    <a:pt x="384314" y="649356"/>
                  </a:lnTo>
                </a:path>
              </a:pathLst>
            </a:custGeom>
            <a:gradFill>
              <a:gsLst>
                <a:gs pos="0">
                  <a:schemeClr val="bg1"/>
                </a:gs>
                <a:gs pos="99000">
                  <a:schemeClr val="bg1">
                    <a:lumMod val="7500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nvGrpSpPr>
            <p:cNvPr id="15" name="Group 14">
              <a:extLst>
                <a:ext uri="{FF2B5EF4-FFF2-40B4-BE49-F238E27FC236}">
                  <a16:creationId xmlns:a16="http://schemas.microsoft.com/office/drawing/2014/main" id="{EF6BEDD3-2381-F342-8772-EF22B2DD6391}"/>
                </a:ext>
              </a:extLst>
            </p:cNvPr>
            <p:cNvGrpSpPr/>
            <p:nvPr/>
          </p:nvGrpSpPr>
          <p:grpSpPr>
            <a:xfrm>
              <a:off x="404194" y="2544417"/>
              <a:ext cx="3379301" cy="1368152"/>
              <a:chOff x="404194" y="2544417"/>
              <a:chExt cx="3379301" cy="1368152"/>
            </a:xfrm>
          </p:grpSpPr>
          <p:sp>
            <p:nvSpPr>
              <p:cNvPr id="6" name="Rectangle 5">
                <a:extLst>
                  <a:ext uri="{FF2B5EF4-FFF2-40B4-BE49-F238E27FC236}">
                    <a16:creationId xmlns:a16="http://schemas.microsoft.com/office/drawing/2014/main" id="{9F0EA35A-16E9-6647-B826-0BDF18B31CE6}"/>
                  </a:ext>
                </a:extLst>
              </p:cNvPr>
              <p:cNvSpPr/>
              <p:nvPr/>
            </p:nvSpPr>
            <p:spPr>
              <a:xfrm>
                <a:off x="450575" y="2849217"/>
                <a:ext cx="3180521" cy="106017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 name="TextBox 4">
                <a:extLst>
                  <a:ext uri="{FF2B5EF4-FFF2-40B4-BE49-F238E27FC236}">
                    <a16:creationId xmlns:a16="http://schemas.microsoft.com/office/drawing/2014/main" id="{003A6087-C978-A74F-82FC-80BB9BB4CE42}"/>
                  </a:ext>
                </a:extLst>
              </p:cNvPr>
              <p:cNvSpPr txBox="1"/>
              <p:nvPr/>
            </p:nvSpPr>
            <p:spPr>
              <a:xfrm>
                <a:off x="530088" y="2544417"/>
                <a:ext cx="2796208"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ARP table in </a:t>
                </a:r>
                <a:r>
                  <a:rPr kumimoji="0" lang="en-US" sz="1800" b="0" i="0" u="none" strike="noStrike" kern="1200" cap="none" spc="0" normalizeH="0" baseline="0" noProof="0" dirty="0">
                    <a:ln>
                      <a:noFill/>
                    </a:ln>
                    <a:solidFill>
                      <a:srgbClr val="0000A8"/>
                    </a:solidFill>
                    <a:effectLst/>
                    <a:uLnTx/>
                    <a:uFillTx/>
                    <a:latin typeface="Calibri" panose="020F0502020204030204"/>
                    <a:ea typeface="+mn-ea"/>
                    <a:cs typeface="+mn-cs"/>
                  </a:rPr>
                  <a:t>A</a:t>
                </a:r>
              </a:p>
            </p:txBody>
          </p:sp>
          <p:cxnSp>
            <p:nvCxnSpPr>
              <p:cNvPr id="8" name="Straight Connector 7">
                <a:extLst>
                  <a:ext uri="{FF2B5EF4-FFF2-40B4-BE49-F238E27FC236}">
                    <a16:creationId xmlns:a16="http://schemas.microsoft.com/office/drawing/2014/main" id="{97ADA725-CF65-9446-A6E5-99769F3E8580}"/>
                  </a:ext>
                </a:extLst>
              </p:cNvPr>
              <p:cNvCxnSpPr>
                <a:cxnSpLocks/>
              </p:cNvCxnSpPr>
              <p:nvPr/>
            </p:nvCxnSpPr>
            <p:spPr>
              <a:xfrm>
                <a:off x="437324" y="3173896"/>
                <a:ext cx="318052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53" name="TextBox 52">
                <a:extLst>
                  <a:ext uri="{FF2B5EF4-FFF2-40B4-BE49-F238E27FC236}">
                    <a16:creationId xmlns:a16="http://schemas.microsoft.com/office/drawing/2014/main" id="{AD1A36C2-C660-CC48-A801-8B13046993C8}"/>
                  </a:ext>
                </a:extLst>
              </p:cNvPr>
              <p:cNvSpPr txBox="1"/>
              <p:nvPr/>
            </p:nvSpPr>
            <p:spPr>
              <a:xfrm>
                <a:off x="404194" y="2829339"/>
                <a:ext cx="934277"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IP addr</a:t>
                </a:r>
              </a:p>
            </p:txBody>
          </p:sp>
          <p:sp>
            <p:nvSpPr>
              <p:cNvPr id="62" name="TextBox 61">
                <a:extLst>
                  <a:ext uri="{FF2B5EF4-FFF2-40B4-BE49-F238E27FC236}">
                    <a16:creationId xmlns:a16="http://schemas.microsoft.com/office/drawing/2014/main" id="{39275495-9FB2-BE4E-99AA-073302DC06EF}"/>
                  </a:ext>
                </a:extLst>
              </p:cNvPr>
              <p:cNvSpPr txBox="1"/>
              <p:nvPr/>
            </p:nvSpPr>
            <p:spPr>
              <a:xfrm>
                <a:off x="1616766" y="2849217"/>
                <a:ext cx="1166189"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MAC addr</a:t>
                </a:r>
              </a:p>
            </p:txBody>
          </p:sp>
          <p:cxnSp>
            <p:nvCxnSpPr>
              <p:cNvPr id="13" name="Straight Connector 12">
                <a:extLst>
                  <a:ext uri="{FF2B5EF4-FFF2-40B4-BE49-F238E27FC236}">
                    <a16:creationId xmlns:a16="http://schemas.microsoft.com/office/drawing/2014/main" id="{8C873D52-0E3A-984E-872F-2E5F1E49C4BD}"/>
                  </a:ext>
                </a:extLst>
              </p:cNvPr>
              <p:cNvCxnSpPr>
                <a:cxnSpLocks/>
              </p:cNvCxnSpPr>
              <p:nvPr/>
            </p:nvCxnSpPr>
            <p:spPr>
              <a:xfrm>
                <a:off x="1325218" y="2849218"/>
                <a:ext cx="0" cy="10633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0F3D9DE6-1B37-F249-9BD4-104B41CEFDAE}"/>
                  </a:ext>
                </a:extLst>
              </p:cNvPr>
              <p:cNvCxnSpPr>
                <a:cxnSpLocks/>
              </p:cNvCxnSpPr>
              <p:nvPr/>
            </p:nvCxnSpPr>
            <p:spPr>
              <a:xfrm>
                <a:off x="3240152" y="2848944"/>
                <a:ext cx="0" cy="10604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2" name="TextBox 71">
                <a:extLst>
                  <a:ext uri="{FF2B5EF4-FFF2-40B4-BE49-F238E27FC236}">
                    <a16:creationId xmlns:a16="http://schemas.microsoft.com/office/drawing/2014/main" id="{8971A2F5-ACB5-294E-8846-0F74DE6EB747}"/>
                  </a:ext>
                </a:extLst>
              </p:cNvPr>
              <p:cNvSpPr txBox="1"/>
              <p:nvPr/>
            </p:nvSpPr>
            <p:spPr>
              <a:xfrm>
                <a:off x="3074505" y="2855842"/>
                <a:ext cx="70899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TTL</a:t>
                </a:r>
              </a:p>
            </p:txBody>
          </p:sp>
        </p:grpSp>
      </p:grpSp>
      <p:sp>
        <p:nvSpPr>
          <p:cNvPr id="68" name="Rectangle 3">
            <a:extLst>
              <a:ext uri="{FF2B5EF4-FFF2-40B4-BE49-F238E27FC236}">
                <a16:creationId xmlns:a16="http://schemas.microsoft.com/office/drawing/2014/main" id="{3E190205-EEDA-4A4B-922E-882CB0024C81}"/>
              </a:ext>
            </a:extLst>
          </p:cNvPr>
          <p:cNvSpPr txBox="1">
            <a:spLocks noChangeArrowheads="1"/>
          </p:cNvSpPr>
          <p:nvPr/>
        </p:nvSpPr>
        <p:spPr>
          <a:xfrm>
            <a:off x="1049752" y="1211677"/>
            <a:ext cx="10068822" cy="961897"/>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
                <a:srgbClr val="0000A3"/>
              </a:buClr>
              <a:buSzTx/>
              <a:buFont typeface="Wingdings" pitchFamily="2" charset="2"/>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example: A wants to send datagram to B</a:t>
            </a:r>
          </a:p>
          <a:p>
            <a:pPr marL="352425" marR="0" lvl="1" indent="-234950"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B</a:t>
            </a:r>
            <a:r>
              <a:rPr kumimoji="0" lang="ja-JP" altLang="en-US" sz="2000" b="0" i="0" u="none" strike="noStrike" kern="1200" cap="none" spc="0" normalizeH="0" baseline="0" noProof="0">
                <a:ln>
                  <a:noFill/>
                </a:ln>
                <a:solidFill>
                  <a:prstClr val="black"/>
                </a:solidFill>
                <a:effectLst/>
                <a:uLnTx/>
                <a:uFillTx/>
                <a:latin typeface="Calibri" panose="020F0502020204030204"/>
                <a:ea typeface="游ゴシック" panose="020B0400000000000000" pitchFamily="34" charset="-128"/>
                <a:cs typeface="+mn-cs"/>
              </a:rPr>
              <a:t>’</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s MAC address not in A</a:t>
            </a:r>
            <a:r>
              <a:rPr kumimoji="0" lang="en-US" altLang="ja-JP" sz="20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s ARP table, so A uses ARP to find B’s MAC address</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24" name="Group 23">
            <a:extLst>
              <a:ext uri="{FF2B5EF4-FFF2-40B4-BE49-F238E27FC236}">
                <a16:creationId xmlns:a16="http://schemas.microsoft.com/office/drawing/2014/main" id="{013DE118-29AE-1147-9673-7A7F3BEC6EF7}"/>
              </a:ext>
            </a:extLst>
          </p:cNvPr>
          <p:cNvGrpSpPr/>
          <p:nvPr/>
        </p:nvGrpSpPr>
        <p:grpSpPr>
          <a:xfrm>
            <a:off x="7730987" y="5422150"/>
            <a:ext cx="4222474" cy="769441"/>
            <a:chOff x="689113" y="2308977"/>
            <a:chExt cx="4222474" cy="769441"/>
          </a:xfrm>
        </p:grpSpPr>
        <p:sp>
          <p:nvSpPr>
            <p:cNvPr id="18" name="TextBox 17">
              <a:extLst>
                <a:ext uri="{FF2B5EF4-FFF2-40B4-BE49-F238E27FC236}">
                  <a16:creationId xmlns:a16="http://schemas.microsoft.com/office/drawing/2014/main" id="{7230726C-A09E-6C44-A2D0-4B4AC64FB4B2}"/>
                </a:ext>
              </a:extLst>
            </p:cNvPr>
            <p:cNvSpPr txBox="1"/>
            <p:nvPr/>
          </p:nvSpPr>
          <p:spPr>
            <a:xfrm>
              <a:off x="1007166" y="2308977"/>
              <a:ext cx="3904421" cy="769441"/>
            </a:xfrm>
            <a:prstGeom prst="rect">
              <a:avLst/>
            </a:prstGeom>
            <a:noFill/>
          </p:spPr>
          <p:txBody>
            <a:bodyPr wrap="square" rtlCol="0">
              <a:spAutoFit/>
            </a:bodyPr>
            <a:lstStyle/>
            <a:p>
              <a:pPr marL="23495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0000A8"/>
                  </a:solidFill>
                  <a:effectLst/>
                  <a:uLnTx/>
                  <a:uFillTx/>
                  <a:latin typeface="Calibri" panose="020F0502020204030204"/>
                  <a:ea typeface="+mn-ea"/>
                  <a:cs typeface="+mn-cs"/>
                </a:rPr>
                <a:t>B</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replies to A with ARP response, giving its MAC address</a:t>
              </a:r>
            </a:p>
          </p:txBody>
        </p:sp>
        <p:grpSp>
          <p:nvGrpSpPr>
            <p:cNvPr id="23" name="Group 22">
              <a:extLst>
                <a:ext uri="{FF2B5EF4-FFF2-40B4-BE49-F238E27FC236}">
                  <a16:creationId xmlns:a16="http://schemas.microsoft.com/office/drawing/2014/main" id="{E4C3EBDD-DD28-4A4F-803C-BE09994DBBCE}"/>
                </a:ext>
              </a:extLst>
            </p:cNvPr>
            <p:cNvGrpSpPr/>
            <p:nvPr/>
          </p:nvGrpSpPr>
          <p:grpSpPr>
            <a:xfrm>
              <a:off x="689113" y="2438399"/>
              <a:ext cx="410817" cy="461665"/>
              <a:chOff x="2292626" y="5618921"/>
              <a:chExt cx="410817" cy="461665"/>
            </a:xfrm>
          </p:grpSpPr>
          <p:sp>
            <p:nvSpPr>
              <p:cNvPr id="21" name="Oval 20">
                <a:extLst>
                  <a:ext uri="{FF2B5EF4-FFF2-40B4-BE49-F238E27FC236}">
                    <a16:creationId xmlns:a16="http://schemas.microsoft.com/office/drawing/2014/main" id="{081A63FD-6640-2C4D-94F4-10E452F85558}"/>
                  </a:ext>
                </a:extLst>
              </p:cNvPr>
              <p:cNvSpPr/>
              <p:nvPr/>
            </p:nvSpPr>
            <p:spPr>
              <a:xfrm>
                <a:off x="2292626" y="5645426"/>
                <a:ext cx="410817" cy="410817"/>
              </a:xfrm>
              <a:prstGeom prst="ellipse">
                <a:avLst/>
              </a:prstGeom>
              <a:solidFill>
                <a:schemeClr val="bg1"/>
              </a:solidFill>
              <a:ln w="25400">
                <a:solidFill>
                  <a:srgbClr val="0000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2" name="TextBox 21">
                <a:extLst>
                  <a:ext uri="{FF2B5EF4-FFF2-40B4-BE49-F238E27FC236}">
                    <a16:creationId xmlns:a16="http://schemas.microsoft.com/office/drawing/2014/main" id="{887B0C99-1512-F84B-A71F-D0B8F31B18C6}"/>
                  </a:ext>
                </a:extLst>
              </p:cNvPr>
              <p:cNvSpPr txBox="1"/>
              <p:nvPr/>
            </p:nvSpPr>
            <p:spPr>
              <a:xfrm>
                <a:off x="2319130" y="5618921"/>
                <a:ext cx="340158"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2</a:t>
                </a:r>
              </a:p>
            </p:txBody>
          </p:sp>
        </p:grpSp>
      </p:grpSp>
      <p:grpSp>
        <p:nvGrpSpPr>
          <p:cNvPr id="38" name="Group 37">
            <a:extLst>
              <a:ext uri="{FF2B5EF4-FFF2-40B4-BE49-F238E27FC236}">
                <a16:creationId xmlns:a16="http://schemas.microsoft.com/office/drawing/2014/main" id="{6F779ACC-F55E-B048-8458-7327E343FDD1}"/>
              </a:ext>
            </a:extLst>
          </p:cNvPr>
          <p:cNvGrpSpPr/>
          <p:nvPr/>
        </p:nvGrpSpPr>
        <p:grpSpPr>
          <a:xfrm>
            <a:off x="6633558" y="2781868"/>
            <a:ext cx="4272980" cy="1554072"/>
            <a:chOff x="7269663" y="106017"/>
            <a:chExt cx="4272980" cy="1554072"/>
          </a:xfrm>
        </p:grpSpPr>
        <p:sp>
          <p:nvSpPr>
            <p:cNvPr id="94" name="Freeform 93">
              <a:extLst>
                <a:ext uri="{FF2B5EF4-FFF2-40B4-BE49-F238E27FC236}">
                  <a16:creationId xmlns:a16="http://schemas.microsoft.com/office/drawing/2014/main" id="{CD86198F-C5C2-D246-A036-CEC67763694B}"/>
                </a:ext>
              </a:extLst>
            </p:cNvPr>
            <p:cNvSpPr/>
            <p:nvPr/>
          </p:nvSpPr>
          <p:spPr>
            <a:xfrm>
              <a:off x="7269663" y="168712"/>
              <a:ext cx="3357443" cy="1491377"/>
            </a:xfrm>
            <a:custGeom>
              <a:avLst/>
              <a:gdLst>
                <a:gd name="connsiteX0" fmla="*/ 0 w 1615044"/>
                <a:gd name="connsiteY0" fmla="*/ 641268 h 890650"/>
                <a:gd name="connsiteX1" fmla="*/ 285007 w 1615044"/>
                <a:gd name="connsiteY1" fmla="*/ 0 h 890650"/>
                <a:gd name="connsiteX2" fmla="*/ 1615044 w 1615044"/>
                <a:gd name="connsiteY2" fmla="*/ 83128 h 890650"/>
                <a:gd name="connsiteX3" fmla="*/ 166254 w 1615044"/>
                <a:gd name="connsiteY3" fmla="*/ 890650 h 890650"/>
                <a:gd name="connsiteX4" fmla="*/ 0 w 1615044"/>
                <a:gd name="connsiteY4" fmla="*/ 641268 h 890650"/>
                <a:gd name="connsiteX0" fmla="*/ 0 w 1615044"/>
                <a:gd name="connsiteY0" fmla="*/ 641268 h 890650"/>
                <a:gd name="connsiteX1" fmla="*/ 285007 w 1615044"/>
                <a:gd name="connsiteY1" fmla="*/ 0 h 890650"/>
                <a:gd name="connsiteX2" fmla="*/ 1615044 w 1615044"/>
                <a:gd name="connsiteY2" fmla="*/ 83128 h 890650"/>
                <a:gd name="connsiteX3" fmla="*/ 166254 w 1615044"/>
                <a:gd name="connsiteY3" fmla="*/ 890650 h 890650"/>
                <a:gd name="connsiteX4" fmla="*/ 0 w 1615044"/>
                <a:gd name="connsiteY4" fmla="*/ 641268 h 890650"/>
                <a:gd name="connsiteX0" fmla="*/ 0 w 1615044"/>
                <a:gd name="connsiteY0" fmla="*/ 641268 h 890650"/>
                <a:gd name="connsiteX1" fmla="*/ 285007 w 1615044"/>
                <a:gd name="connsiteY1" fmla="*/ 0 h 890650"/>
                <a:gd name="connsiteX2" fmla="*/ 1615044 w 1615044"/>
                <a:gd name="connsiteY2" fmla="*/ 83128 h 890650"/>
                <a:gd name="connsiteX3" fmla="*/ 166254 w 1615044"/>
                <a:gd name="connsiteY3" fmla="*/ 890650 h 890650"/>
                <a:gd name="connsiteX4" fmla="*/ 0 w 1615044"/>
                <a:gd name="connsiteY4" fmla="*/ 641268 h 890650"/>
                <a:gd name="connsiteX0" fmla="*/ 0 w 1615044"/>
                <a:gd name="connsiteY0" fmla="*/ 641268 h 890650"/>
                <a:gd name="connsiteX1" fmla="*/ 285007 w 1615044"/>
                <a:gd name="connsiteY1" fmla="*/ 0 h 890650"/>
                <a:gd name="connsiteX2" fmla="*/ 1615044 w 1615044"/>
                <a:gd name="connsiteY2" fmla="*/ 83128 h 890650"/>
                <a:gd name="connsiteX3" fmla="*/ 166254 w 1615044"/>
                <a:gd name="connsiteY3" fmla="*/ 890650 h 890650"/>
                <a:gd name="connsiteX4" fmla="*/ 0 w 1615044"/>
                <a:gd name="connsiteY4" fmla="*/ 641268 h 890650"/>
                <a:gd name="connsiteX0" fmla="*/ 0 w 1615044"/>
                <a:gd name="connsiteY0" fmla="*/ 641268 h 890650"/>
                <a:gd name="connsiteX1" fmla="*/ 285007 w 1615044"/>
                <a:gd name="connsiteY1" fmla="*/ 0 h 890650"/>
                <a:gd name="connsiteX2" fmla="*/ 1615044 w 1615044"/>
                <a:gd name="connsiteY2" fmla="*/ 83128 h 890650"/>
                <a:gd name="connsiteX3" fmla="*/ 166254 w 1615044"/>
                <a:gd name="connsiteY3" fmla="*/ 890650 h 890650"/>
                <a:gd name="connsiteX4" fmla="*/ 0 w 1615044"/>
                <a:gd name="connsiteY4" fmla="*/ 641268 h 890650"/>
                <a:gd name="connsiteX0" fmla="*/ 0 w 1615044"/>
                <a:gd name="connsiteY0" fmla="*/ 463138 h 890650"/>
                <a:gd name="connsiteX1" fmla="*/ 285007 w 1615044"/>
                <a:gd name="connsiteY1" fmla="*/ 0 h 890650"/>
                <a:gd name="connsiteX2" fmla="*/ 1615044 w 1615044"/>
                <a:gd name="connsiteY2" fmla="*/ 83128 h 890650"/>
                <a:gd name="connsiteX3" fmla="*/ 166254 w 1615044"/>
                <a:gd name="connsiteY3" fmla="*/ 890650 h 890650"/>
                <a:gd name="connsiteX4" fmla="*/ 0 w 1615044"/>
                <a:gd name="connsiteY4" fmla="*/ 463138 h 890650"/>
                <a:gd name="connsiteX0" fmla="*/ 0 w 1615044"/>
                <a:gd name="connsiteY0" fmla="*/ 463138 h 890650"/>
                <a:gd name="connsiteX1" fmla="*/ 285007 w 1615044"/>
                <a:gd name="connsiteY1" fmla="*/ 0 h 890650"/>
                <a:gd name="connsiteX2" fmla="*/ 1615044 w 1615044"/>
                <a:gd name="connsiteY2" fmla="*/ 83128 h 890650"/>
                <a:gd name="connsiteX3" fmla="*/ 166254 w 1615044"/>
                <a:gd name="connsiteY3" fmla="*/ 890650 h 890650"/>
                <a:gd name="connsiteX4" fmla="*/ 0 w 1615044"/>
                <a:gd name="connsiteY4" fmla="*/ 463138 h 890650"/>
                <a:gd name="connsiteX0" fmla="*/ 59377 w 1674421"/>
                <a:gd name="connsiteY0" fmla="*/ 463138 h 700645"/>
                <a:gd name="connsiteX1" fmla="*/ 344384 w 1674421"/>
                <a:gd name="connsiteY1" fmla="*/ 0 h 700645"/>
                <a:gd name="connsiteX2" fmla="*/ 1674421 w 1674421"/>
                <a:gd name="connsiteY2" fmla="*/ 83128 h 700645"/>
                <a:gd name="connsiteX3" fmla="*/ 0 w 1674421"/>
                <a:gd name="connsiteY3" fmla="*/ 700645 h 700645"/>
                <a:gd name="connsiteX4" fmla="*/ 59377 w 1674421"/>
                <a:gd name="connsiteY4" fmla="*/ 463138 h 700645"/>
                <a:gd name="connsiteX0" fmla="*/ 59377 w 1674421"/>
                <a:gd name="connsiteY0" fmla="*/ 463138 h 700645"/>
                <a:gd name="connsiteX1" fmla="*/ 344384 w 1674421"/>
                <a:gd name="connsiteY1" fmla="*/ 0 h 700645"/>
                <a:gd name="connsiteX2" fmla="*/ 1674421 w 1674421"/>
                <a:gd name="connsiteY2" fmla="*/ 83128 h 700645"/>
                <a:gd name="connsiteX3" fmla="*/ 0 w 1674421"/>
                <a:gd name="connsiteY3" fmla="*/ 700645 h 700645"/>
                <a:gd name="connsiteX4" fmla="*/ 59377 w 1674421"/>
                <a:gd name="connsiteY4" fmla="*/ 463138 h 700645"/>
                <a:gd name="connsiteX0" fmla="*/ 59377 w 1294411"/>
                <a:gd name="connsiteY0" fmla="*/ 463138 h 700645"/>
                <a:gd name="connsiteX1" fmla="*/ 344384 w 1294411"/>
                <a:gd name="connsiteY1" fmla="*/ 0 h 700645"/>
                <a:gd name="connsiteX2" fmla="*/ 1294411 w 1294411"/>
                <a:gd name="connsiteY2" fmla="*/ 296884 h 700645"/>
                <a:gd name="connsiteX3" fmla="*/ 0 w 1294411"/>
                <a:gd name="connsiteY3" fmla="*/ 700645 h 700645"/>
                <a:gd name="connsiteX4" fmla="*/ 59377 w 1294411"/>
                <a:gd name="connsiteY4" fmla="*/ 463138 h 700645"/>
                <a:gd name="connsiteX0" fmla="*/ 59377 w 1294411"/>
                <a:gd name="connsiteY0" fmla="*/ 463138 h 700645"/>
                <a:gd name="connsiteX1" fmla="*/ 344384 w 1294411"/>
                <a:gd name="connsiteY1" fmla="*/ 0 h 700645"/>
                <a:gd name="connsiteX2" fmla="*/ 1294411 w 1294411"/>
                <a:gd name="connsiteY2" fmla="*/ 296884 h 700645"/>
                <a:gd name="connsiteX3" fmla="*/ 0 w 1294411"/>
                <a:gd name="connsiteY3" fmla="*/ 700645 h 700645"/>
                <a:gd name="connsiteX4" fmla="*/ 59377 w 1294411"/>
                <a:gd name="connsiteY4" fmla="*/ 463138 h 700645"/>
                <a:gd name="connsiteX0" fmla="*/ 59377 w 1389414"/>
                <a:gd name="connsiteY0" fmla="*/ 463138 h 700645"/>
                <a:gd name="connsiteX1" fmla="*/ 344384 w 1389414"/>
                <a:gd name="connsiteY1" fmla="*/ 0 h 700645"/>
                <a:gd name="connsiteX2" fmla="*/ 1389414 w 1389414"/>
                <a:gd name="connsiteY2" fmla="*/ 439388 h 700645"/>
                <a:gd name="connsiteX3" fmla="*/ 0 w 1389414"/>
                <a:gd name="connsiteY3" fmla="*/ 700645 h 700645"/>
                <a:gd name="connsiteX4" fmla="*/ 59377 w 1389414"/>
                <a:gd name="connsiteY4" fmla="*/ 463138 h 700645"/>
                <a:gd name="connsiteX0" fmla="*/ 59377 w 1389414"/>
                <a:gd name="connsiteY0" fmla="*/ 463138 h 700645"/>
                <a:gd name="connsiteX1" fmla="*/ 344384 w 1389414"/>
                <a:gd name="connsiteY1" fmla="*/ 0 h 700645"/>
                <a:gd name="connsiteX2" fmla="*/ 1389414 w 1389414"/>
                <a:gd name="connsiteY2" fmla="*/ 439388 h 700645"/>
                <a:gd name="connsiteX3" fmla="*/ 0 w 1389414"/>
                <a:gd name="connsiteY3" fmla="*/ 700645 h 700645"/>
                <a:gd name="connsiteX4" fmla="*/ 59377 w 1389414"/>
                <a:gd name="connsiteY4" fmla="*/ 463138 h 700645"/>
                <a:gd name="connsiteX0" fmla="*/ 59377 w 1389414"/>
                <a:gd name="connsiteY0" fmla="*/ 415637 h 653144"/>
                <a:gd name="connsiteX1" fmla="*/ 605641 w 1389414"/>
                <a:gd name="connsiteY1" fmla="*/ 0 h 653144"/>
                <a:gd name="connsiteX2" fmla="*/ 1389414 w 1389414"/>
                <a:gd name="connsiteY2" fmla="*/ 391887 h 653144"/>
                <a:gd name="connsiteX3" fmla="*/ 0 w 1389414"/>
                <a:gd name="connsiteY3" fmla="*/ 653144 h 653144"/>
                <a:gd name="connsiteX4" fmla="*/ 59377 w 1389414"/>
                <a:gd name="connsiteY4" fmla="*/ 415637 h 653144"/>
                <a:gd name="connsiteX0" fmla="*/ 59377 w 1389414"/>
                <a:gd name="connsiteY0" fmla="*/ 415637 h 653144"/>
                <a:gd name="connsiteX1" fmla="*/ 605641 w 1389414"/>
                <a:gd name="connsiteY1" fmla="*/ 0 h 653144"/>
                <a:gd name="connsiteX2" fmla="*/ 1389414 w 1389414"/>
                <a:gd name="connsiteY2" fmla="*/ 391887 h 653144"/>
                <a:gd name="connsiteX3" fmla="*/ 0 w 1389414"/>
                <a:gd name="connsiteY3" fmla="*/ 653144 h 653144"/>
                <a:gd name="connsiteX4" fmla="*/ 59377 w 1389414"/>
                <a:gd name="connsiteY4" fmla="*/ 415637 h 653144"/>
                <a:gd name="connsiteX0" fmla="*/ 59377 w 1389414"/>
                <a:gd name="connsiteY0" fmla="*/ 591907 h 829414"/>
                <a:gd name="connsiteX1" fmla="*/ 429371 w 1389414"/>
                <a:gd name="connsiteY1" fmla="*/ 0 h 829414"/>
                <a:gd name="connsiteX2" fmla="*/ 1389414 w 1389414"/>
                <a:gd name="connsiteY2" fmla="*/ 568157 h 829414"/>
                <a:gd name="connsiteX3" fmla="*/ 0 w 1389414"/>
                <a:gd name="connsiteY3" fmla="*/ 829414 h 829414"/>
                <a:gd name="connsiteX4" fmla="*/ 59377 w 1389414"/>
                <a:gd name="connsiteY4" fmla="*/ 591907 h 829414"/>
                <a:gd name="connsiteX0" fmla="*/ 59377 w 1786022"/>
                <a:gd name="connsiteY0" fmla="*/ 591907 h 829414"/>
                <a:gd name="connsiteX1" fmla="*/ 429371 w 1786022"/>
                <a:gd name="connsiteY1" fmla="*/ 0 h 829414"/>
                <a:gd name="connsiteX2" fmla="*/ 1786022 w 1786022"/>
                <a:gd name="connsiteY2" fmla="*/ 369854 h 829414"/>
                <a:gd name="connsiteX3" fmla="*/ 0 w 1786022"/>
                <a:gd name="connsiteY3" fmla="*/ 829414 h 829414"/>
                <a:gd name="connsiteX4" fmla="*/ 59377 w 1786022"/>
                <a:gd name="connsiteY4" fmla="*/ 591907 h 829414"/>
                <a:gd name="connsiteX0" fmla="*/ 59377 w 1786022"/>
                <a:gd name="connsiteY0" fmla="*/ 591907 h 829414"/>
                <a:gd name="connsiteX1" fmla="*/ 429371 w 1786022"/>
                <a:gd name="connsiteY1" fmla="*/ 0 h 829414"/>
                <a:gd name="connsiteX2" fmla="*/ 1786022 w 1786022"/>
                <a:gd name="connsiteY2" fmla="*/ 369854 h 829414"/>
                <a:gd name="connsiteX3" fmla="*/ 0 w 1786022"/>
                <a:gd name="connsiteY3" fmla="*/ 829414 h 829414"/>
                <a:gd name="connsiteX4" fmla="*/ 59377 w 1786022"/>
                <a:gd name="connsiteY4" fmla="*/ 591907 h 829414"/>
                <a:gd name="connsiteX0" fmla="*/ 59377 w 1786022"/>
                <a:gd name="connsiteY0" fmla="*/ 591907 h 829414"/>
                <a:gd name="connsiteX1" fmla="*/ 429371 w 1786022"/>
                <a:gd name="connsiteY1" fmla="*/ 0 h 829414"/>
                <a:gd name="connsiteX2" fmla="*/ 1786022 w 1786022"/>
                <a:gd name="connsiteY2" fmla="*/ 369854 h 829414"/>
                <a:gd name="connsiteX3" fmla="*/ 0 w 1786022"/>
                <a:gd name="connsiteY3" fmla="*/ 829414 h 829414"/>
                <a:gd name="connsiteX4" fmla="*/ 59377 w 1786022"/>
                <a:gd name="connsiteY4" fmla="*/ 591907 h 829414"/>
                <a:gd name="connsiteX0" fmla="*/ 59377 w 1786022"/>
                <a:gd name="connsiteY0" fmla="*/ 591907 h 829414"/>
                <a:gd name="connsiteX1" fmla="*/ 429371 w 1786022"/>
                <a:gd name="connsiteY1" fmla="*/ 0 h 829414"/>
                <a:gd name="connsiteX2" fmla="*/ 1786022 w 1786022"/>
                <a:gd name="connsiteY2" fmla="*/ 369854 h 829414"/>
                <a:gd name="connsiteX3" fmla="*/ 0 w 1786022"/>
                <a:gd name="connsiteY3" fmla="*/ 829414 h 829414"/>
                <a:gd name="connsiteX4" fmla="*/ 59377 w 1786022"/>
                <a:gd name="connsiteY4" fmla="*/ 591907 h 829414"/>
                <a:gd name="connsiteX0" fmla="*/ 59377 w 1786022"/>
                <a:gd name="connsiteY0" fmla="*/ 591907 h 829414"/>
                <a:gd name="connsiteX1" fmla="*/ 429371 w 1786022"/>
                <a:gd name="connsiteY1" fmla="*/ 0 h 829414"/>
                <a:gd name="connsiteX2" fmla="*/ 1786022 w 1786022"/>
                <a:gd name="connsiteY2" fmla="*/ 369854 h 829414"/>
                <a:gd name="connsiteX3" fmla="*/ 0 w 1786022"/>
                <a:gd name="connsiteY3" fmla="*/ 829414 h 829414"/>
                <a:gd name="connsiteX4" fmla="*/ 59377 w 1786022"/>
                <a:gd name="connsiteY4" fmla="*/ 591907 h 829414"/>
                <a:gd name="connsiteX0" fmla="*/ 81411 w 1786022"/>
                <a:gd name="connsiteY0" fmla="*/ 393603 h 829414"/>
                <a:gd name="connsiteX1" fmla="*/ 429371 w 1786022"/>
                <a:gd name="connsiteY1" fmla="*/ 0 h 829414"/>
                <a:gd name="connsiteX2" fmla="*/ 1786022 w 1786022"/>
                <a:gd name="connsiteY2" fmla="*/ 369854 h 829414"/>
                <a:gd name="connsiteX3" fmla="*/ 0 w 1786022"/>
                <a:gd name="connsiteY3" fmla="*/ 829414 h 829414"/>
                <a:gd name="connsiteX4" fmla="*/ 81411 w 1786022"/>
                <a:gd name="connsiteY4" fmla="*/ 393603 h 829414"/>
                <a:gd name="connsiteX0" fmla="*/ 81411 w 1786022"/>
                <a:gd name="connsiteY0" fmla="*/ 393603 h 829414"/>
                <a:gd name="connsiteX1" fmla="*/ 429371 w 1786022"/>
                <a:gd name="connsiteY1" fmla="*/ 0 h 829414"/>
                <a:gd name="connsiteX2" fmla="*/ 1786022 w 1786022"/>
                <a:gd name="connsiteY2" fmla="*/ 369854 h 829414"/>
                <a:gd name="connsiteX3" fmla="*/ 0 w 1786022"/>
                <a:gd name="connsiteY3" fmla="*/ 829414 h 829414"/>
                <a:gd name="connsiteX4" fmla="*/ 81411 w 1786022"/>
                <a:gd name="connsiteY4" fmla="*/ 393603 h 829414"/>
                <a:gd name="connsiteX0" fmla="*/ 81411 w 1786022"/>
                <a:gd name="connsiteY0" fmla="*/ 393603 h 829414"/>
                <a:gd name="connsiteX1" fmla="*/ 429371 w 1786022"/>
                <a:gd name="connsiteY1" fmla="*/ 0 h 829414"/>
                <a:gd name="connsiteX2" fmla="*/ 1786022 w 1786022"/>
                <a:gd name="connsiteY2" fmla="*/ 325786 h 829414"/>
                <a:gd name="connsiteX3" fmla="*/ 0 w 1786022"/>
                <a:gd name="connsiteY3" fmla="*/ 829414 h 829414"/>
                <a:gd name="connsiteX4" fmla="*/ 81411 w 1786022"/>
                <a:gd name="connsiteY4" fmla="*/ 393603 h 829414"/>
                <a:gd name="connsiteX0" fmla="*/ 81411 w 1665100"/>
                <a:gd name="connsiteY0" fmla="*/ 393603 h 829414"/>
                <a:gd name="connsiteX1" fmla="*/ 429371 w 1665100"/>
                <a:gd name="connsiteY1" fmla="*/ 0 h 829414"/>
                <a:gd name="connsiteX2" fmla="*/ 1665100 w 1665100"/>
                <a:gd name="connsiteY2" fmla="*/ 303752 h 829414"/>
                <a:gd name="connsiteX3" fmla="*/ 0 w 1665100"/>
                <a:gd name="connsiteY3" fmla="*/ 829414 h 829414"/>
                <a:gd name="connsiteX4" fmla="*/ 81411 w 1665100"/>
                <a:gd name="connsiteY4" fmla="*/ 393603 h 829414"/>
                <a:gd name="connsiteX0" fmla="*/ 81411 w 1665100"/>
                <a:gd name="connsiteY0" fmla="*/ 228350 h 664161"/>
                <a:gd name="connsiteX1" fmla="*/ 419294 w 1665100"/>
                <a:gd name="connsiteY1" fmla="*/ 0 h 664161"/>
                <a:gd name="connsiteX2" fmla="*/ 1665100 w 1665100"/>
                <a:gd name="connsiteY2" fmla="*/ 138499 h 664161"/>
                <a:gd name="connsiteX3" fmla="*/ 0 w 1665100"/>
                <a:gd name="connsiteY3" fmla="*/ 664161 h 664161"/>
                <a:gd name="connsiteX4" fmla="*/ 81411 w 1665100"/>
                <a:gd name="connsiteY4" fmla="*/ 228350 h 664161"/>
                <a:gd name="connsiteX0" fmla="*/ 81411 w 1503869"/>
                <a:gd name="connsiteY0" fmla="*/ 228350 h 664161"/>
                <a:gd name="connsiteX1" fmla="*/ 419294 w 1503869"/>
                <a:gd name="connsiteY1" fmla="*/ 0 h 664161"/>
                <a:gd name="connsiteX2" fmla="*/ 1503869 w 1503869"/>
                <a:gd name="connsiteY2" fmla="*/ 105448 h 664161"/>
                <a:gd name="connsiteX3" fmla="*/ 0 w 1503869"/>
                <a:gd name="connsiteY3" fmla="*/ 664161 h 664161"/>
                <a:gd name="connsiteX4" fmla="*/ 81411 w 1503869"/>
                <a:gd name="connsiteY4" fmla="*/ 228350 h 664161"/>
                <a:gd name="connsiteX0" fmla="*/ 81411 w 1503869"/>
                <a:gd name="connsiteY0" fmla="*/ 228350 h 664161"/>
                <a:gd name="connsiteX1" fmla="*/ 419294 w 1503869"/>
                <a:gd name="connsiteY1" fmla="*/ 0 h 664161"/>
                <a:gd name="connsiteX2" fmla="*/ 1503869 w 1503869"/>
                <a:gd name="connsiteY2" fmla="*/ 105448 h 664161"/>
                <a:gd name="connsiteX3" fmla="*/ 0 w 1503869"/>
                <a:gd name="connsiteY3" fmla="*/ 664161 h 664161"/>
                <a:gd name="connsiteX4" fmla="*/ 81411 w 1503869"/>
                <a:gd name="connsiteY4" fmla="*/ 228350 h 664161"/>
                <a:gd name="connsiteX0" fmla="*/ 81411 w 1503869"/>
                <a:gd name="connsiteY0" fmla="*/ 228350 h 664161"/>
                <a:gd name="connsiteX1" fmla="*/ 419294 w 1503869"/>
                <a:gd name="connsiteY1" fmla="*/ 0 h 664161"/>
                <a:gd name="connsiteX2" fmla="*/ 1503869 w 1503869"/>
                <a:gd name="connsiteY2" fmla="*/ 105448 h 664161"/>
                <a:gd name="connsiteX3" fmla="*/ 0 w 1503869"/>
                <a:gd name="connsiteY3" fmla="*/ 664161 h 664161"/>
                <a:gd name="connsiteX4" fmla="*/ 81411 w 1503869"/>
                <a:gd name="connsiteY4" fmla="*/ 228350 h 664161"/>
                <a:gd name="connsiteX0" fmla="*/ 81411 w 1503869"/>
                <a:gd name="connsiteY0" fmla="*/ 219599 h 655410"/>
                <a:gd name="connsiteX1" fmla="*/ 351263 w 1503869"/>
                <a:gd name="connsiteY1" fmla="*/ 0 h 655410"/>
                <a:gd name="connsiteX2" fmla="*/ 1503869 w 1503869"/>
                <a:gd name="connsiteY2" fmla="*/ 96697 h 655410"/>
                <a:gd name="connsiteX3" fmla="*/ 0 w 1503869"/>
                <a:gd name="connsiteY3" fmla="*/ 655410 h 655410"/>
                <a:gd name="connsiteX4" fmla="*/ 81411 w 1503869"/>
                <a:gd name="connsiteY4" fmla="*/ 219599 h 655410"/>
                <a:gd name="connsiteX0" fmla="*/ 81411 w 1503869"/>
                <a:gd name="connsiteY0" fmla="*/ 219599 h 655410"/>
                <a:gd name="connsiteX1" fmla="*/ 351263 w 1503869"/>
                <a:gd name="connsiteY1" fmla="*/ 0 h 655410"/>
                <a:gd name="connsiteX2" fmla="*/ 1503869 w 1503869"/>
                <a:gd name="connsiteY2" fmla="*/ 96697 h 655410"/>
                <a:gd name="connsiteX3" fmla="*/ 0 w 1503869"/>
                <a:gd name="connsiteY3" fmla="*/ 655410 h 655410"/>
                <a:gd name="connsiteX4" fmla="*/ 81411 w 1503869"/>
                <a:gd name="connsiteY4" fmla="*/ 219599 h 655410"/>
                <a:gd name="connsiteX0" fmla="*/ 81411 w 1503869"/>
                <a:gd name="connsiteY0" fmla="*/ 206474 h 642285"/>
                <a:gd name="connsiteX1" fmla="*/ 339258 w 1503869"/>
                <a:gd name="connsiteY1" fmla="*/ 0 h 642285"/>
                <a:gd name="connsiteX2" fmla="*/ 1503869 w 1503869"/>
                <a:gd name="connsiteY2" fmla="*/ 83572 h 642285"/>
                <a:gd name="connsiteX3" fmla="*/ 0 w 1503869"/>
                <a:gd name="connsiteY3" fmla="*/ 642285 h 642285"/>
                <a:gd name="connsiteX4" fmla="*/ 81411 w 1503869"/>
                <a:gd name="connsiteY4" fmla="*/ 206474 h 642285"/>
                <a:gd name="connsiteX0" fmla="*/ 81411 w 1503869"/>
                <a:gd name="connsiteY0" fmla="*/ 206474 h 642285"/>
                <a:gd name="connsiteX1" fmla="*/ 339258 w 1503869"/>
                <a:gd name="connsiteY1" fmla="*/ 0 h 642285"/>
                <a:gd name="connsiteX2" fmla="*/ 1503869 w 1503869"/>
                <a:gd name="connsiteY2" fmla="*/ 83572 h 642285"/>
                <a:gd name="connsiteX3" fmla="*/ 0 w 1503869"/>
                <a:gd name="connsiteY3" fmla="*/ 642285 h 642285"/>
                <a:gd name="connsiteX4" fmla="*/ 81411 w 1503869"/>
                <a:gd name="connsiteY4" fmla="*/ 206474 h 642285"/>
                <a:gd name="connsiteX0" fmla="*/ 81411 w 1503869"/>
                <a:gd name="connsiteY0" fmla="*/ 206474 h 642285"/>
                <a:gd name="connsiteX1" fmla="*/ 339258 w 1503869"/>
                <a:gd name="connsiteY1" fmla="*/ 0 h 642285"/>
                <a:gd name="connsiteX2" fmla="*/ 1503869 w 1503869"/>
                <a:gd name="connsiteY2" fmla="*/ 83572 h 642285"/>
                <a:gd name="connsiteX3" fmla="*/ 0 w 1503869"/>
                <a:gd name="connsiteY3" fmla="*/ 642285 h 642285"/>
                <a:gd name="connsiteX4" fmla="*/ 81411 w 1503869"/>
                <a:gd name="connsiteY4" fmla="*/ 206474 h 642285"/>
                <a:gd name="connsiteX0" fmla="*/ 41393 w 1463851"/>
                <a:gd name="connsiteY0" fmla="*/ 206474 h 585409"/>
                <a:gd name="connsiteX1" fmla="*/ 299240 w 1463851"/>
                <a:gd name="connsiteY1" fmla="*/ 0 h 585409"/>
                <a:gd name="connsiteX2" fmla="*/ 1463851 w 1463851"/>
                <a:gd name="connsiteY2" fmla="*/ 83572 h 585409"/>
                <a:gd name="connsiteX3" fmla="*/ 0 w 1463851"/>
                <a:gd name="connsiteY3" fmla="*/ 585409 h 585409"/>
                <a:gd name="connsiteX4" fmla="*/ 41393 w 1463851"/>
                <a:gd name="connsiteY4" fmla="*/ 206474 h 585409"/>
                <a:gd name="connsiteX0" fmla="*/ 41393 w 1463851"/>
                <a:gd name="connsiteY0" fmla="*/ 649820 h 1028755"/>
                <a:gd name="connsiteX1" fmla="*/ 387948 w 1463851"/>
                <a:gd name="connsiteY1" fmla="*/ 0 h 1028755"/>
                <a:gd name="connsiteX2" fmla="*/ 1463851 w 1463851"/>
                <a:gd name="connsiteY2" fmla="*/ 526918 h 1028755"/>
                <a:gd name="connsiteX3" fmla="*/ 0 w 1463851"/>
                <a:gd name="connsiteY3" fmla="*/ 1028755 h 1028755"/>
                <a:gd name="connsiteX4" fmla="*/ 41393 w 1463851"/>
                <a:gd name="connsiteY4" fmla="*/ 649820 h 1028755"/>
                <a:gd name="connsiteX0" fmla="*/ 41393 w 1463851"/>
                <a:gd name="connsiteY0" fmla="*/ 649820 h 1028755"/>
                <a:gd name="connsiteX1" fmla="*/ 387948 w 1463851"/>
                <a:gd name="connsiteY1" fmla="*/ 0 h 1028755"/>
                <a:gd name="connsiteX2" fmla="*/ 1463851 w 1463851"/>
                <a:gd name="connsiteY2" fmla="*/ 526918 h 1028755"/>
                <a:gd name="connsiteX3" fmla="*/ 0 w 1463851"/>
                <a:gd name="connsiteY3" fmla="*/ 1028755 h 1028755"/>
                <a:gd name="connsiteX4" fmla="*/ 41393 w 1463851"/>
                <a:gd name="connsiteY4" fmla="*/ 649820 h 1028755"/>
                <a:gd name="connsiteX0" fmla="*/ 41393 w 2566355"/>
                <a:gd name="connsiteY0" fmla="*/ 649820 h 1028755"/>
                <a:gd name="connsiteX1" fmla="*/ 387948 w 2566355"/>
                <a:gd name="connsiteY1" fmla="*/ 0 h 1028755"/>
                <a:gd name="connsiteX2" fmla="*/ 2566355 w 2566355"/>
                <a:gd name="connsiteY2" fmla="*/ 776300 h 1028755"/>
                <a:gd name="connsiteX3" fmla="*/ 0 w 2566355"/>
                <a:gd name="connsiteY3" fmla="*/ 1028755 h 1028755"/>
                <a:gd name="connsiteX4" fmla="*/ 41393 w 2566355"/>
                <a:gd name="connsiteY4" fmla="*/ 649820 h 1028755"/>
                <a:gd name="connsiteX0" fmla="*/ 0 w 2524962"/>
                <a:gd name="connsiteY0" fmla="*/ 649820 h 1014901"/>
                <a:gd name="connsiteX1" fmla="*/ 346555 w 2524962"/>
                <a:gd name="connsiteY1" fmla="*/ 0 h 1014901"/>
                <a:gd name="connsiteX2" fmla="*/ 2524962 w 2524962"/>
                <a:gd name="connsiteY2" fmla="*/ 776300 h 1014901"/>
                <a:gd name="connsiteX3" fmla="*/ 9297 w 2524962"/>
                <a:gd name="connsiteY3" fmla="*/ 1014901 h 1014901"/>
                <a:gd name="connsiteX4" fmla="*/ 0 w 2524962"/>
                <a:gd name="connsiteY4" fmla="*/ 649820 h 1014901"/>
                <a:gd name="connsiteX0" fmla="*/ 16048 w 2541010"/>
                <a:gd name="connsiteY0" fmla="*/ 649820 h 1278137"/>
                <a:gd name="connsiteX1" fmla="*/ 362603 w 2541010"/>
                <a:gd name="connsiteY1" fmla="*/ 0 h 1278137"/>
                <a:gd name="connsiteX2" fmla="*/ 2541010 w 2541010"/>
                <a:gd name="connsiteY2" fmla="*/ 776300 h 1278137"/>
                <a:gd name="connsiteX3" fmla="*/ 0 w 2541010"/>
                <a:gd name="connsiteY3" fmla="*/ 1278137 h 1278137"/>
                <a:gd name="connsiteX4" fmla="*/ 16048 w 2541010"/>
                <a:gd name="connsiteY4" fmla="*/ 649820 h 1278137"/>
                <a:gd name="connsiteX0" fmla="*/ 3375 w 2541010"/>
                <a:gd name="connsiteY0" fmla="*/ 899202 h 1278137"/>
                <a:gd name="connsiteX1" fmla="*/ 362603 w 2541010"/>
                <a:gd name="connsiteY1" fmla="*/ 0 h 1278137"/>
                <a:gd name="connsiteX2" fmla="*/ 2541010 w 2541010"/>
                <a:gd name="connsiteY2" fmla="*/ 776300 h 1278137"/>
                <a:gd name="connsiteX3" fmla="*/ 0 w 2541010"/>
                <a:gd name="connsiteY3" fmla="*/ 1278137 h 1278137"/>
                <a:gd name="connsiteX4" fmla="*/ 3375 w 2541010"/>
                <a:gd name="connsiteY4" fmla="*/ 899202 h 1278137"/>
                <a:gd name="connsiteX0" fmla="*/ 3375 w 2541010"/>
                <a:gd name="connsiteY0" fmla="*/ 899202 h 1278137"/>
                <a:gd name="connsiteX1" fmla="*/ 362603 w 2541010"/>
                <a:gd name="connsiteY1" fmla="*/ 0 h 1278137"/>
                <a:gd name="connsiteX2" fmla="*/ 2541010 w 2541010"/>
                <a:gd name="connsiteY2" fmla="*/ 776300 h 1278137"/>
                <a:gd name="connsiteX3" fmla="*/ 0 w 2541010"/>
                <a:gd name="connsiteY3" fmla="*/ 1278137 h 1278137"/>
                <a:gd name="connsiteX4" fmla="*/ 3375 w 2541010"/>
                <a:gd name="connsiteY4" fmla="*/ 899202 h 1278137"/>
                <a:gd name="connsiteX0" fmla="*/ 3375 w 2541010"/>
                <a:gd name="connsiteY0" fmla="*/ 926911 h 1305846"/>
                <a:gd name="connsiteX1" fmla="*/ 337258 w 2541010"/>
                <a:gd name="connsiteY1" fmla="*/ 0 h 1305846"/>
                <a:gd name="connsiteX2" fmla="*/ 2541010 w 2541010"/>
                <a:gd name="connsiteY2" fmla="*/ 804009 h 1305846"/>
                <a:gd name="connsiteX3" fmla="*/ 0 w 2541010"/>
                <a:gd name="connsiteY3" fmla="*/ 1305846 h 1305846"/>
                <a:gd name="connsiteX4" fmla="*/ 3375 w 2541010"/>
                <a:gd name="connsiteY4" fmla="*/ 926911 h 1305846"/>
                <a:gd name="connsiteX0" fmla="*/ 3375 w 2541010"/>
                <a:gd name="connsiteY0" fmla="*/ 926911 h 1305846"/>
                <a:gd name="connsiteX1" fmla="*/ 337258 w 2541010"/>
                <a:gd name="connsiteY1" fmla="*/ 0 h 1305846"/>
                <a:gd name="connsiteX2" fmla="*/ 2541010 w 2541010"/>
                <a:gd name="connsiteY2" fmla="*/ 804009 h 1305846"/>
                <a:gd name="connsiteX3" fmla="*/ 0 w 2541010"/>
                <a:gd name="connsiteY3" fmla="*/ 1305846 h 1305846"/>
                <a:gd name="connsiteX4" fmla="*/ 3375 w 2541010"/>
                <a:gd name="connsiteY4" fmla="*/ 926911 h 1305846"/>
                <a:gd name="connsiteX0" fmla="*/ 3 w 2852797"/>
                <a:gd name="connsiteY0" fmla="*/ 979920 h 1305846"/>
                <a:gd name="connsiteX1" fmla="*/ 649045 w 2852797"/>
                <a:gd name="connsiteY1" fmla="*/ 0 h 1305846"/>
                <a:gd name="connsiteX2" fmla="*/ 2852797 w 2852797"/>
                <a:gd name="connsiteY2" fmla="*/ 804009 h 1305846"/>
                <a:gd name="connsiteX3" fmla="*/ 311787 w 2852797"/>
                <a:gd name="connsiteY3" fmla="*/ 1305846 h 1305846"/>
                <a:gd name="connsiteX4" fmla="*/ 3 w 2852797"/>
                <a:gd name="connsiteY4" fmla="*/ 979920 h 1305846"/>
                <a:gd name="connsiteX0" fmla="*/ 3 w 2852797"/>
                <a:gd name="connsiteY0" fmla="*/ 1284720 h 1610646"/>
                <a:gd name="connsiteX1" fmla="*/ 1315727 w 2852797"/>
                <a:gd name="connsiteY1" fmla="*/ 0 h 1610646"/>
                <a:gd name="connsiteX2" fmla="*/ 2852797 w 2852797"/>
                <a:gd name="connsiteY2" fmla="*/ 1108809 h 1610646"/>
                <a:gd name="connsiteX3" fmla="*/ 311787 w 2852797"/>
                <a:gd name="connsiteY3" fmla="*/ 1610646 h 1610646"/>
                <a:gd name="connsiteX4" fmla="*/ 3 w 2852797"/>
                <a:gd name="connsiteY4" fmla="*/ 1284720 h 1610646"/>
                <a:gd name="connsiteX0" fmla="*/ 3 w 3070984"/>
                <a:gd name="connsiteY0" fmla="*/ 1284720 h 1610646"/>
                <a:gd name="connsiteX1" fmla="*/ 1315727 w 3070984"/>
                <a:gd name="connsiteY1" fmla="*/ 0 h 1610646"/>
                <a:gd name="connsiteX2" fmla="*/ 3070984 w 3070984"/>
                <a:gd name="connsiteY2" fmla="*/ 1042548 h 1610646"/>
                <a:gd name="connsiteX3" fmla="*/ 311787 w 3070984"/>
                <a:gd name="connsiteY3" fmla="*/ 1610646 h 1610646"/>
                <a:gd name="connsiteX4" fmla="*/ 3 w 3070984"/>
                <a:gd name="connsiteY4" fmla="*/ 1284720 h 1610646"/>
                <a:gd name="connsiteX0" fmla="*/ 3 w 3070984"/>
                <a:gd name="connsiteY0" fmla="*/ 1165451 h 1491377"/>
                <a:gd name="connsiteX1" fmla="*/ 1279362 w 3070984"/>
                <a:gd name="connsiteY1" fmla="*/ 0 h 1491377"/>
                <a:gd name="connsiteX2" fmla="*/ 3070984 w 3070984"/>
                <a:gd name="connsiteY2" fmla="*/ 923279 h 1491377"/>
                <a:gd name="connsiteX3" fmla="*/ 311787 w 3070984"/>
                <a:gd name="connsiteY3" fmla="*/ 1491377 h 1491377"/>
                <a:gd name="connsiteX4" fmla="*/ 3 w 3070984"/>
                <a:gd name="connsiteY4" fmla="*/ 1165451 h 14913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70984" h="1491377">
                  <a:moveTo>
                    <a:pt x="3" y="1165451"/>
                  </a:moveTo>
                  <a:cubicBezTo>
                    <a:pt x="145598" y="1121700"/>
                    <a:pt x="1219590" y="114212"/>
                    <a:pt x="1279362" y="0"/>
                  </a:cubicBezTo>
                  <a:cubicBezTo>
                    <a:pt x="1163476" y="1035639"/>
                    <a:pt x="985249" y="923350"/>
                    <a:pt x="3070984" y="923279"/>
                  </a:cubicBezTo>
                  <a:cubicBezTo>
                    <a:pt x="2279368" y="1124493"/>
                    <a:pt x="913470" y="1245953"/>
                    <a:pt x="311787" y="1491377"/>
                  </a:cubicBezTo>
                  <a:cubicBezTo>
                    <a:pt x="312912" y="1365065"/>
                    <a:pt x="-1122" y="1291763"/>
                    <a:pt x="3" y="1165451"/>
                  </a:cubicBezTo>
                  <a:close/>
                </a:path>
              </a:pathLst>
            </a:custGeom>
            <a:gradFill>
              <a:gsLst>
                <a:gs pos="0">
                  <a:schemeClr val="bg1">
                    <a:alpha val="68000"/>
                  </a:schemeClr>
                </a:gs>
                <a:gs pos="99000">
                  <a:schemeClr val="bg1">
                    <a:lumMod val="7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92" name="Rectangle 91">
              <a:extLst>
                <a:ext uri="{FF2B5EF4-FFF2-40B4-BE49-F238E27FC236}">
                  <a16:creationId xmlns:a16="http://schemas.microsoft.com/office/drawing/2014/main" id="{28E7519B-EA19-2A46-9C38-1BDDEE668E91}"/>
                </a:ext>
              </a:extLst>
            </p:cNvPr>
            <p:cNvSpPr/>
            <p:nvPr/>
          </p:nvSpPr>
          <p:spPr>
            <a:xfrm>
              <a:off x="8613913" y="106017"/>
              <a:ext cx="2743200" cy="1020417"/>
            </a:xfrm>
            <a:prstGeom prst="rect">
              <a:avLst/>
            </a:prstGeom>
            <a:solidFill>
              <a:schemeClr val="bg1">
                <a:lumMod val="9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93" name="TextBox 92">
              <a:extLst>
                <a:ext uri="{FF2B5EF4-FFF2-40B4-BE49-F238E27FC236}">
                  <a16:creationId xmlns:a16="http://schemas.microsoft.com/office/drawing/2014/main" id="{87C44C06-ADBC-1A45-BC93-524B58513C91}"/>
                </a:ext>
              </a:extLst>
            </p:cNvPr>
            <p:cNvSpPr txBox="1"/>
            <p:nvPr/>
          </p:nvSpPr>
          <p:spPr>
            <a:xfrm>
              <a:off x="8610903" y="117460"/>
              <a:ext cx="2931740" cy="104644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Target IP address: </a:t>
              </a: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137.196.7.14</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Target MAC address: </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Calibri" panose="020F0502020204030204"/>
                  <a:ea typeface="+mn-ea"/>
                  <a:cs typeface="+mn-cs"/>
                </a:rPr>
                <a:t>                    58-23-D7-FA-20-B0</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Arial" charset="0"/>
                  <a:ea typeface="+mn-ea"/>
                  <a:cs typeface="+mn-cs"/>
                </a:rPr>
                <a:t>…</a:t>
              </a:r>
            </a:p>
          </p:txBody>
        </p:sp>
      </p:grpSp>
      <p:grpSp>
        <p:nvGrpSpPr>
          <p:cNvPr id="4" name="Group 3">
            <a:extLst>
              <a:ext uri="{FF2B5EF4-FFF2-40B4-BE49-F238E27FC236}">
                <a16:creationId xmlns:a16="http://schemas.microsoft.com/office/drawing/2014/main" id="{5DE12D9A-FE4D-0A48-A641-DB2148309CA9}"/>
              </a:ext>
            </a:extLst>
          </p:cNvPr>
          <p:cNvGrpSpPr/>
          <p:nvPr/>
        </p:nvGrpSpPr>
        <p:grpSpPr>
          <a:xfrm>
            <a:off x="5367131" y="3970949"/>
            <a:ext cx="2849218" cy="741718"/>
            <a:chOff x="5367131" y="3866019"/>
            <a:chExt cx="2849218" cy="741718"/>
          </a:xfrm>
        </p:grpSpPr>
        <p:sp>
          <p:nvSpPr>
            <p:cNvPr id="35" name="Right Arrow 34">
              <a:extLst>
                <a:ext uri="{FF2B5EF4-FFF2-40B4-BE49-F238E27FC236}">
                  <a16:creationId xmlns:a16="http://schemas.microsoft.com/office/drawing/2014/main" id="{8E8C1703-14D3-ED45-A5E7-3C816D2C6A36}"/>
                </a:ext>
              </a:extLst>
            </p:cNvPr>
            <p:cNvSpPr/>
            <p:nvPr/>
          </p:nvSpPr>
          <p:spPr>
            <a:xfrm rot="10800000">
              <a:off x="5367131" y="4187686"/>
              <a:ext cx="2849218" cy="159027"/>
            </a:xfrm>
            <a:prstGeom prst="rightArrow">
              <a:avLst/>
            </a:prstGeom>
            <a:gradFill>
              <a:gsLst>
                <a:gs pos="49500">
                  <a:schemeClr val="accent1">
                    <a:lumMod val="40000"/>
                    <a:lumOff val="60000"/>
                  </a:schemeClr>
                </a:gs>
                <a:gs pos="0">
                  <a:schemeClr val="bg1">
                    <a:alpha val="68000"/>
                  </a:schemeClr>
                </a:gs>
                <a:gs pos="98000">
                  <a:srgbClr val="0000A8"/>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nvGrpSpPr>
            <p:cNvPr id="95" name="Group 201">
              <a:extLst>
                <a:ext uri="{FF2B5EF4-FFF2-40B4-BE49-F238E27FC236}">
                  <a16:creationId xmlns:a16="http://schemas.microsoft.com/office/drawing/2014/main" id="{84F90531-593C-9146-AEE5-BEFEDB4FC6AF}"/>
                </a:ext>
              </a:extLst>
            </p:cNvPr>
            <p:cNvGrpSpPr>
              <a:grpSpLocks/>
            </p:cNvGrpSpPr>
            <p:nvPr/>
          </p:nvGrpSpPr>
          <p:grpSpPr bwMode="auto">
            <a:xfrm>
              <a:off x="6417064" y="3866019"/>
              <a:ext cx="587606" cy="741718"/>
              <a:chOff x="375561" y="297711"/>
              <a:chExt cx="1252683" cy="2138362"/>
            </a:xfrm>
          </p:grpSpPr>
          <p:sp>
            <p:nvSpPr>
              <p:cNvPr id="96" name="Freeform 95">
                <a:extLst>
                  <a:ext uri="{FF2B5EF4-FFF2-40B4-BE49-F238E27FC236}">
                    <a16:creationId xmlns:a16="http://schemas.microsoft.com/office/drawing/2014/main" id="{BB8D2B43-252A-154B-B33F-48E245DE4C33}"/>
                  </a:ext>
                </a:extLst>
              </p:cNvPr>
              <p:cNvSpPr/>
              <p:nvPr/>
            </p:nvSpPr>
            <p:spPr>
              <a:xfrm>
                <a:off x="375561" y="297711"/>
                <a:ext cx="971072" cy="2138362"/>
              </a:xfrm>
              <a:custGeom>
                <a:avLst/>
                <a:gdLst>
                  <a:gd name="connsiteX0" fmla="*/ 0 w 966787"/>
                  <a:gd name="connsiteY0" fmla="*/ 0 h 2138362"/>
                  <a:gd name="connsiteX1" fmla="*/ 0 w 966787"/>
                  <a:gd name="connsiteY1" fmla="*/ 1190625 h 2138362"/>
                  <a:gd name="connsiteX2" fmla="*/ 966787 w 966787"/>
                  <a:gd name="connsiteY2" fmla="*/ 2138362 h 2138362"/>
                  <a:gd name="connsiteX3" fmla="*/ 962025 w 966787"/>
                  <a:gd name="connsiteY3" fmla="*/ 742950 h 2138362"/>
                  <a:gd name="connsiteX4" fmla="*/ 0 w 966787"/>
                  <a:gd name="connsiteY4" fmla="*/ 0 h 21383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66787" h="2138362">
                    <a:moveTo>
                      <a:pt x="0" y="0"/>
                    </a:moveTo>
                    <a:lnTo>
                      <a:pt x="0" y="1190625"/>
                    </a:lnTo>
                    <a:lnTo>
                      <a:pt x="966787" y="2138362"/>
                    </a:lnTo>
                    <a:cubicBezTo>
                      <a:pt x="965200" y="1673225"/>
                      <a:pt x="963612" y="1208087"/>
                      <a:pt x="962025" y="742950"/>
                    </a:cubicBezTo>
                    <a:lnTo>
                      <a:pt x="0" y="0"/>
                    </a:lnTo>
                    <a:close/>
                  </a:path>
                </a:pathLst>
              </a:cu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97" name="Freeform 96">
                <a:extLst>
                  <a:ext uri="{FF2B5EF4-FFF2-40B4-BE49-F238E27FC236}">
                    <a16:creationId xmlns:a16="http://schemas.microsoft.com/office/drawing/2014/main" id="{BCDE178B-CBB7-904E-8D77-3C5E1D8D1367}"/>
                  </a:ext>
                </a:extLst>
              </p:cNvPr>
              <p:cNvSpPr/>
              <p:nvPr/>
            </p:nvSpPr>
            <p:spPr>
              <a:xfrm>
                <a:off x="375561" y="309724"/>
                <a:ext cx="1247826" cy="768849"/>
              </a:xfrm>
              <a:custGeom>
                <a:avLst/>
                <a:gdLst>
                  <a:gd name="connsiteX0" fmla="*/ 0 w 966787"/>
                  <a:gd name="connsiteY0" fmla="*/ 0 h 2138362"/>
                  <a:gd name="connsiteX1" fmla="*/ 0 w 966787"/>
                  <a:gd name="connsiteY1" fmla="*/ 1190625 h 2138362"/>
                  <a:gd name="connsiteX2" fmla="*/ 966787 w 966787"/>
                  <a:gd name="connsiteY2" fmla="*/ 2138362 h 2138362"/>
                  <a:gd name="connsiteX3" fmla="*/ 962025 w 966787"/>
                  <a:gd name="connsiteY3" fmla="*/ 742950 h 2138362"/>
                  <a:gd name="connsiteX4" fmla="*/ 0 w 966787"/>
                  <a:gd name="connsiteY4" fmla="*/ 0 h 2138362"/>
                  <a:gd name="connsiteX0" fmla="*/ 928688 w 1895475"/>
                  <a:gd name="connsiteY0" fmla="*/ 0 h 2138362"/>
                  <a:gd name="connsiteX1" fmla="*/ 0 w 1895475"/>
                  <a:gd name="connsiteY1" fmla="*/ 461963 h 2138362"/>
                  <a:gd name="connsiteX2" fmla="*/ 1895475 w 1895475"/>
                  <a:gd name="connsiteY2" fmla="*/ 2138362 h 2138362"/>
                  <a:gd name="connsiteX3" fmla="*/ 1890713 w 1895475"/>
                  <a:gd name="connsiteY3" fmla="*/ 742950 h 2138362"/>
                  <a:gd name="connsiteX4" fmla="*/ 928688 w 1895475"/>
                  <a:gd name="connsiteY4" fmla="*/ 0 h 2138362"/>
                  <a:gd name="connsiteX0" fmla="*/ 247650 w 1895475"/>
                  <a:gd name="connsiteY0" fmla="*/ 0 h 1738312"/>
                  <a:gd name="connsiteX1" fmla="*/ 0 w 1895475"/>
                  <a:gd name="connsiteY1" fmla="*/ 61913 h 1738312"/>
                  <a:gd name="connsiteX2" fmla="*/ 1895475 w 1895475"/>
                  <a:gd name="connsiteY2" fmla="*/ 1738312 h 1738312"/>
                  <a:gd name="connsiteX3" fmla="*/ 1890713 w 1895475"/>
                  <a:gd name="connsiteY3" fmla="*/ 342900 h 1738312"/>
                  <a:gd name="connsiteX4" fmla="*/ 247650 w 1895475"/>
                  <a:gd name="connsiteY4" fmla="*/ 0 h 1738312"/>
                  <a:gd name="connsiteX0" fmla="*/ 247650 w 1895475"/>
                  <a:gd name="connsiteY0" fmla="*/ 0 h 1738312"/>
                  <a:gd name="connsiteX1" fmla="*/ 0 w 1895475"/>
                  <a:gd name="connsiteY1" fmla="*/ 61913 h 1738312"/>
                  <a:gd name="connsiteX2" fmla="*/ 1895475 w 1895475"/>
                  <a:gd name="connsiteY2" fmla="*/ 1738312 h 1738312"/>
                  <a:gd name="connsiteX3" fmla="*/ 1143000 w 1895475"/>
                  <a:gd name="connsiteY3" fmla="*/ 776288 h 1738312"/>
                  <a:gd name="connsiteX4" fmla="*/ 247650 w 1895475"/>
                  <a:gd name="connsiteY4" fmla="*/ 0 h 1738312"/>
                  <a:gd name="connsiteX0" fmla="*/ 247650 w 1895475"/>
                  <a:gd name="connsiteY0" fmla="*/ 0 h 1738312"/>
                  <a:gd name="connsiteX1" fmla="*/ 0 w 1895475"/>
                  <a:gd name="connsiteY1" fmla="*/ 61913 h 1738312"/>
                  <a:gd name="connsiteX2" fmla="*/ 1895475 w 1895475"/>
                  <a:gd name="connsiteY2" fmla="*/ 1738312 h 1738312"/>
                  <a:gd name="connsiteX3" fmla="*/ 1143000 w 1895475"/>
                  <a:gd name="connsiteY3" fmla="*/ 776288 h 1738312"/>
                  <a:gd name="connsiteX4" fmla="*/ 247650 w 1895475"/>
                  <a:gd name="connsiteY4" fmla="*/ 0 h 1738312"/>
                  <a:gd name="connsiteX0" fmla="*/ 247650 w 1895475"/>
                  <a:gd name="connsiteY0" fmla="*/ 0 h 1738312"/>
                  <a:gd name="connsiteX1" fmla="*/ 0 w 1895475"/>
                  <a:gd name="connsiteY1" fmla="*/ 61913 h 1738312"/>
                  <a:gd name="connsiteX2" fmla="*/ 1895475 w 1895475"/>
                  <a:gd name="connsiteY2" fmla="*/ 1738312 h 1738312"/>
                  <a:gd name="connsiteX3" fmla="*/ 1238250 w 1895475"/>
                  <a:gd name="connsiteY3" fmla="*/ 814388 h 1738312"/>
                  <a:gd name="connsiteX4" fmla="*/ 247650 w 1895475"/>
                  <a:gd name="connsiteY4" fmla="*/ 0 h 1738312"/>
                  <a:gd name="connsiteX0" fmla="*/ 247650 w 1895475"/>
                  <a:gd name="connsiteY0" fmla="*/ 0 h 1738312"/>
                  <a:gd name="connsiteX1" fmla="*/ 0 w 1895475"/>
                  <a:gd name="connsiteY1" fmla="*/ 61913 h 1738312"/>
                  <a:gd name="connsiteX2" fmla="*/ 1895475 w 1895475"/>
                  <a:gd name="connsiteY2" fmla="*/ 1738312 h 1738312"/>
                  <a:gd name="connsiteX3" fmla="*/ 1238250 w 1895475"/>
                  <a:gd name="connsiteY3" fmla="*/ 814388 h 1738312"/>
                  <a:gd name="connsiteX4" fmla="*/ 247650 w 1895475"/>
                  <a:gd name="connsiteY4" fmla="*/ 0 h 1738312"/>
                  <a:gd name="connsiteX0" fmla="*/ 247650 w 1238250"/>
                  <a:gd name="connsiteY0" fmla="*/ 0 h 862012"/>
                  <a:gd name="connsiteX1" fmla="*/ 0 w 1238250"/>
                  <a:gd name="connsiteY1" fmla="*/ 61913 h 862012"/>
                  <a:gd name="connsiteX2" fmla="*/ 947738 w 1238250"/>
                  <a:gd name="connsiteY2" fmla="*/ 862012 h 862012"/>
                  <a:gd name="connsiteX3" fmla="*/ 1238250 w 1238250"/>
                  <a:gd name="connsiteY3" fmla="*/ 814388 h 862012"/>
                  <a:gd name="connsiteX4" fmla="*/ 247650 w 1238250"/>
                  <a:gd name="connsiteY4" fmla="*/ 0 h 862012"/>
                  <a:gd name="connsiteX0" fmla="*/ 247650 w 1238250"/>
                  <a:gd name="connsiteY0" fmla="*/ 0 h 823912"/>
                  <a:gd name="connsiteX1" fmla="*/ 0 w 1238250"/>
                  <a:gd name="connsiteY1" fmla="*/ 61913 h 823912"/>
                  <a:gd name="connsiteX2" fmla="*/ 952500 w 1238250"/>
                  <a:gd name="connsiteY2" fmla="*/ 823912 h 823912"/>
                  <a:gd name="connsiteX3" fmla="*/ 1238250 w 1238250"/>
                  <a:gd name="connsiteY3" fmla="*/ 814388 h 823912"/>
                  <a:gd name="connsiteX4" fmla="*/ 247650 w 1238250"/>
                  <a:gd name="connsiteY4" fmla="*/ 0 h 823912"/>
                  <a:gd name="connsiteX0" fmla="*/ 247650 w 1238250"/>
                  <a:gd name="connsiteY0" fmla="*/ 0 h 823912"/>
                  <a:gd name="connsiteX1" fmla="*/ 0 w 1238250"/>
                  <a:gd name="connsiteY1" fmla="*/ 61913 h 823912"/>
                  <a:gd name="connsiteX2" fmla="*/ 952500 w 1238250"/>
                  <a:gd name="connsiteY2" fmla="*/ 823912 h 823912"/>
                  <a:gd name="connsiteX3" fmla="*/ 1238250 w 1238250"/>
                  <a:gd name="connsiteY3" fmla="*/ 814388 h 823912"/>
                  <a:gd name="connsiteX4" fmla="*/ 247650 w 1238250"/>
                  <a:gd name="connsiteY4" fmla="*/ 0 h 823912"/>
                  <a:gd name="connsiteX0" fmla="*/ 233363 w 1238250"/>
                  <a:gd name="connsiteY0" fmla="*/ 0 h 766762"/>
                  <a:gd name="connsiteX1" fmla="*/ 0 w 1238250"/>
                  <a:gd name="connsiteY1" fmla="*/ 4763 h 766762"/>
                  <a:gd name="connsiteX2" fmla="*/ 952500 w 1238250"/>
                  <a:gd name="connsiteY2" fmla="*/ 766762 h 766762"/>
                  <a:gd name="connsiteX3" fmla="*/ 1238250 w 1238250"/>
                  <a:gd name="connsiteY3" fmla="*/ 757238 h 766762"/>
                  <a:gd name="connsiteX4" fmla="*/ 233363 w 1238250"/>
                  <a:gd name="connsiteY4" fmla="*/ 0 h 766762"/>
                  <a:gd name="connsiteX0" fmla="*/ 233363 w 1238250"/>
                  <a:gd name="connsiteY0" fmla="*/ 0 h 773376"/>
                  <a:gd name="connsiteX1" fmla="*/ 0 w 1238250"/>
                  <a:gd name="connsiteY1" fmla="*/ 4763 h 773376"/>
                  <a:gd name="connsiteX2" fmla="*/ 952500 w 1238250"/>
                  <a:gd name="connsiteY2" fmla="*/ 766762 h 773376"/>
                  <a:gd name="connsiteX3" fmla="*/ 1238250 w 1238250"/>
                  <a:gd name="connsiteY3" fmla="*/ 771525 h 773376"/>
                  <a:gd name="connsiteX4" fmla="*/ 233363 w 1238250"/>
                  <a:gd name="connsiteY4" fmla="*/ 0 h 773376"/>
                  <a:gd name="connsiteX0" fmla="*/ 233363 w 1238250"/>
                  <a:gd name="connsiteY0" fmla="*/ 0 h 766762"/>
                  <a:gd name="connsiteX1" fmla="*/ 0 w 1238250"/>
                  <a:gd name="connsiteY1" fmla="*/ 4763 h 766762"/>
                  <a:gd name="connsiteX2" fmla="*/ 952500 w 1238250"/>
                  <a:gd name="connsiteY2" fmla="*/ 766762 h 766762"/>
                  <a:gd name="connsiteX3" fmla="*/ 1238250 w 1238250"/>
                  <a:gd name="connsiteY3" fmla="*/ 757236 h 766762"/>
                  <a:gd name="connsiteX4" fmla="*/ 233363 w 1238250"/>
                  <a:gd name="connsiteY4" fmla="*/ 0 h 766762"/>
                  <a:gd name="connsiteX0" fmla="*/ 233363 w 1238250"/>
                  <a:gd name="connsiteY0" fmla="*/ 0 h 773375"/>
                  <a:gd name="connsiteX1" fmla="*/ 0 w 1238250"/>
                  <a:gd name="connsiteY1" fmla="*/ 4763 h 773375"/>
                  <a:gd name="connsiteX2" fmla="*/ 952500 w 1238250"/>
                  <a:gd name="connsiteY2" fmla="*/ 766762 h 773375"/>
                  <a:gd name="connsiteX3" fmla="*/ 1238250 w 1238250"/>
                  <a:gd name="connsiteY3" fmla="*/ 771523 h 773375"/>
                  <a:gd name="connsiteX4" fmla="*/ 233363 w 1238250"/>
                  <a:gd name="connsiteY4" fmla="*/ 0 h 773375"/>
                  <a:gd name="connsiteX0" fmla="*/ 233363 w 1238250"/>
                  <a:gd name="connsiteY0" fmla="*/ 0 h 771523"/>
                  <a:gd name="connsiteX1" fmla="*/ 0 w 1238250"/>
                  <a:gd name="connsiteY1" fmla="*/ 4763 h 771523"/>
                  <a:gd name="connsiteX2" fmla="*/ 952500 w 1238250"/>
                  <a:gd name="connsiteY2" fmla="*/ 766762 h 771523"/>
                  <a:gd name="connsiteX3" fmla="*/ 1238250 w 1238250"/>
                  <a:gd name="connsiteY3" fmla="*/ 771523 h 771523"/>
                  <a:gd name="connsiteX4" fmla="*/ 233363 w 1238250"/>
                  <a:gd name="connsiteY4" fmla="*/ 0 h 771523"/>
                  <a:gd name="connsiteX0" fmla="*/ 233363 w 1238250"/>
                  <a:gd name="connsiteY0" fmla="*/ 0 h 771523"/>
                  <a:gd name="connsiteX1" fmla="*/ 0 w 1238250"/>
                  <a:gd name="connsiteY1" fmla="*/ 23466 h 771523"/>
                  <a:gd name="connsiteX2" fmla="*/ 952500 w 1238250"/>
                  <a:gd name="connsiteY2" fmla="*/ 766762 h 771523"/>
                  <a:gd name="connsiteX3" fmla="*/ 1238250 w 1238250"/>
                  <a:gd name="connsiteY3" fmla="*/ 771523 h 771523"/>
                  <a:gd name="connsiteX4" fmla="*/ 233363 w 1238250"/>
                  <a:gd name="connsiteY4" fmla="*/ 0 h 771523"/>
                  <a:gd name="connsiteX0" fmla="*/ 233363 w 1238250"/>
                  <a:gd name="connsiteY0" fmla="*/ 0 h 757496"/>
                  <a:gd name="connsiteX1" fmla="*/ 0 w 1238250"/>
                  <a:gd name="connsiteY1" fmla="*/ 9439 h 757496"/>
                  <a:gd name="connsiteX2" fmla="*/ 952500 w 1238250"/>
                  <a:gd name="connsiteY2" fmla="*/ 752735 h 757496"/>
                  <a:gd name="connsiteX3" fmla="*/ 1238250 w 1238250"/>
                  <a:gd name="connsiteY3" fmla="*/ 757496 h 757496"/>
                  <a:gd name="connsiteX4" fmla="*/ 233363 w 1238250"/>
                  <a:gd name="connsiteY4" fmla="*/ 0 h 757496"/>
                  <a:gd name="connsiteX0" fmla="*/ 233363 w 1238250"/>
                  <a:gd name="connsiteY0" fmla="*/ 0 h 757496"/>
                  <a:gd name="connsiteX1" fmla="*/ 0 w 1238250"/>
                  <a:gd name="connsiteY1" fmla="*/ 9439 h 757496"/>
                  <a:gd name="connsiteX2" fmla="*/ 952500 w 1238250"/>
                  <a:gd name="connsiteY2" fmla="*/ 752735 h 757496"/>
                  <a:gd name="connsiteX3" fmla="*/ 1238250 w 1238250"/>
                  <a:gd name="connsiteY3" fmla="*/ 757496 h 757496"/>
                  <a:gd name="connsiteX4" fmla="*/ 233363 w 1238250"/>
                  <a:gd name="connsiteY4" fmla="*/ 0 h 757496"/>
                  <a:gd name="connsiteX0" fmla="*/ 243561 w 1248448"/>
                  <a:gd name="connsiteY0" fmla="*/ 573 h 758069"/>
                  <a:gd name="connsiteX1" fmla="*/ 0 w 1248448"/>
                  <a:gd name="connsiteY1" fmla="*/ 0 h 758069"/>
                  <a:gd name="connsiteX2" fmla="*/ 962698 w 1248448"/>
                  <a:gd name="connsiteY2" fmla="*/ 753308 h 758069"/>
                  <a:gd name="connsiteX3" fmla="*/ 1248448 w 1248448"/>
                  <a:gd name="connsiteY3" fmla="*/ 758069 h 758069"/>
                  <a:gd name="connsiteX4" fmla="*/ 243561 w 1248448"/>
                  <a:gd name="connsiteY4" fmla="*/ 573 h 758069"/>
                  <a:gd name="connsiteX0" fmla="*/ 243561 w 1248448"/>
                  <a:gd name="connsiteY0" fmla="*/ 573 h 758069"/>
                  <a:gd name="connsiteX1" fmla="*/ 0 w 1248448"/>
                  <a:gd name="connsiteY1" fmla="*/ 0 h 758069"/>
                  <a:gd name="connsiteX2" fmla="*/ 962698 w 1248448"/>
                  <a:gd name="connsiteY2" fmla="*/ 753308 h 758069"/>
                  <a:gd name="connsiteX3" fmla="*/ 1248448 w 1248448"/>
                  <a:gd name="connsiteY3" fmla="*/ 758069 h 758069"/>
                  <a:gd name="connsiteX4" fmla="*/ 243561 w 1248448"/>
                  <a:gd name="connsiteY4" fmla="*/ 573 h 7580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8448" h="758069">
                    <a:moveTo>
                      <a:pt x="243561" y="573"/>
                    </a:moveTo>
                    <a:cubicBezTo>
                      <a:pt x="162374" y="382"/>
                      <a:pt x="235530" y="6639"/>
                      <a:pt x="0" y="0"/>
                    </a:cubicBezTo>
                    <a:lnTo>
                      <a:pt x="962698" y="753308"/>
                    </a:lnTo>
                    <a:cubicBezTo>
                      <a:pt x="1114838" y="758721"/>
                      <a:pt x="1045247" y="751718"/>
                      <a:pt x="1248448" y="758069"/>
                    </a:cubicBezTo>
                    <a:lnTo>
                      <a:pt x="243561" y="573"/>
                    </a:lnTo>
                    <a:close/>
                  </a:path>
                </a:pathLst>
              </a:custGeom>
              <a:solidFill>
                <a:srgbClr val="0099C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98" name="Rectangle 97">
                <a:extLst>
                  <a:ext uri="{FF2B5EF4-FFF2-40B4-BE49-F238E27FC236}">
                    <a16:creationId xmlns:a16="http://schemas.microsoft.com/office/drawing/2014/main" id="{B5F298EC-5C7C-804F-B1E9-F0A0E4E57C02}"/>
                  </a:ext>
                </a:extLst>
              </p:cNvPr>
              <p:cNvSpPr/>
              <p:nvPr/>
            </p:nvSpPr>
            <p:spPr>
              <a:xfrm>
                <a:off x="1332065" y="1066560"/>
                <a:ext cx="296179" cy="1363508"/>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ＭＳ Ｐゴシック" charset="0"/>
                  <a:cs typeface="ＭＳ Ｐゴシック" charset="0"/>
                </a:endParaRPr>
              </a:p>
            </p:txBody>
          </p:sp>
        </p:grpSp>
        <p:grpSp>
          <p:nvGrpSpPr>
            <p:cNvPr id="108" name="Group 107">
              <a:extLst>
                <a:ext uri="{FF2B5EF4-FFF2-40B4-BE49-F238E27FC236}">
                  <a16:creationId xmlns:a16="http://schemas.microsoft.com/office/drawing/2014/main" id="{A9DD04DE-490A-BF4D-A7E2-3A174C7DB200}"/>
                </a:ext>
              </a:extLst>
            </p:cNvPr>
            <p:cNvGrpSpPr/>
            <p:nvPr/>
          </p:nvGrpSpPr>
          <p:grpSpPr>
            <a:xfrm>
              <a:off x="7434470" y="4043570"/>
              <a:ext cx="410817" cy="461665"/>
              <a:chOff x="2292626" y="5618921"/>
              <a:chExt cx="410817" cy="461665"/>
            </a:xfrm>
          </p:grpSpPr>
          <p:sp>
            <p:nvSpPr>
              <p:cNvPr id="109" name="Oval 108">
                <a:extLst>
                  <a:ext uri="{FF2B5EF4-FFF2-40B4-BE49-F238E27FC236}">
                    <a16:creationId xmlns:a16="http://schemas.microsoft.com/office/drawing/2014/main" id="{56289879-A092-1D48-94AB-CCE5CC88B4FF}"/>
                  </a:ext>
                </a:extLst>
              </p:cNvPr>
              <p:cNvSpPr/>
              <p:nvPr/>
            </p:nvSpPr>
            <p:spPr>
              <a:xfrm>
                <a:off x="2292626" y="5645426"/>
                <a:ext cx="410817" cy="410817"/>
              </a:xfrm>
              <a:prstGeom prst="ellipse">
                <a:avLst/>
              </a:prstGeom>
              <a:solidFill>
                <a:schemeClr val="bg1"/>
              </a:solidFill>
              <a:ln w="25400">
                <a:solidFill>
                  <a:srgbClr val="0000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10" name="TextBox 109">
                <a:extLst>
                  <a:ext uri="{FF2B5EF4-FFF2-40B4-BE49-F238E27FC236}">
                    <a16:creationId xmlns:a16="http://schemas.microsoft.com/office/drawing/2014/main" id="{B6F7794D-4F3F-5742-9DD7-7030CC3F326A}"/>
                  </a:ext>
                </a:extLst>
              </p:cNvPr>
              <p:cNvSpPr txBox="1"/>
              <p:nvPr/>
            </p:nvSpPr>
            <p:spPr>
              <a:xfrm>
                <a:off x="2319130" y="5618921"/>
                <a:ext cx="340158"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2</a:t>
                </a:r>
              </a:p>
            </p:txBody>
          </p:sp>
        </p:grpSp>
      </p:grpSp>
      <p:sp>
        <p:nvSpPr>
          <p:cNvPr id="111" name="TextBox 110">
            <a:extLst>
              <a:ext uri="{FF2B5EF4-FFF2-40B4-BE49-F238E27FC236}">
                <a16:creationId xmlns:a16="http://schemas.microsoft.com/office/drawing/2014/main" id="{B70654DC-D6ED-4743-B90B-BBDA82CBF7C1}"/>
              </a:ext>
            </a:extLst>
          </p:cNvPr>
          <p:cNvSpPr txBox="1"/>
          <p:nvPr/>
        </p:nvSpPr>
        <p:spPr>
          <a:xfrm>
            <a:off x="7901911" y="2228279"/>
            <a:ext cx="2951619"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Courier New" panose="02070309020205020404" pitchFamily="49" charset="0"/>
              </a:rPr>
              <a:t>ARP message into Ethernet frame (sent to </a:t>
            </a:r>
            <a:r>
              <a:rPr kumimoji="0" lang="en-US" sz="1600" b="0" i="0" u="none" strike="noStrike" kern="1200" cap="none" spc="0" normalizeH="0" baseline="0" noProof="0" dirty="0">
                <a:ln>
                  <a:noFill/>
                </a:ln>
                <a:solidFill>
                  <a:srgbClr val="000000"/>
                </a:solidFill>
                <a:effectLst/>
                <a:uLnTx/>
                <a:uFillTx/>
                <a:latin typeface="Calibri" panose="020F0502020204030204"/>
                <a:ea typeface="+mn-ea"/>
                <a:cs typeface="+mn-cs"/>
              </a:rPr>
              <a:t>71-65-F7-2B-08-53</a:t>
            </a: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a:t>
            </a:r>
            <a:endParaRPr kumimoji="0" lang="en-US" sz="1400" b="0" i="0" u="none" strike="noStrike" kern="1200" cap="none" spc="0" normalizeH="0" baseline="0" noProof="0" dirty="0">
              <a:ln>
                <a:noFill/>
              </a:ln>
              <a:solidFill>
                <a:prstClr val="black"/>
              </a:solidFill>
              <a:effectLst/>
              <a:uLnTx/>
              <a:uFillTx/>
              <a:latin typeface="Arial" charset="0"/>
              <a:ea typeface="+mn-ea"/>
              <a:cs typeface="+mn-cs"/>
            </a:endParaRPr>
          </a:p>
        </p:txBody>
      </p:sp>
    </p:spTree>
    <p:extLst>
      <p:ext uri="{BB962C8B-B14F-4D97-AF65-F5344CB8AC3E}">
        <p14:creationId xmlns:p14="http://schemas.microsoft.com/office/powerpoint/2010/main" val="440344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dissolve">
                                      <p:cBhvr>
                                        <p:cTn id="7" dur="500"/>
                                        <p:tgtEl>
                                          <p:spTgt spid="24"/>
                                        </p:tgtEl>
                                      </p:cBhvr>
                                    </p:animEffect>
                                  </p:childTnLst>
                                </p:cTn>
                              </p:par>
                              <p:par>
                                <p:cTn id="8" presetID="22" presetClass="entr" presetSubtype="2"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wipe(right)">
                                      <p:cBhvr>
                                        <p:cTn id="10" dur="5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nodeType="clickEffect">
                                  <p:stCondLst>
                                    <p:cond delay="0"/>
                                  </p:stCondLst>
                                  <p:childTnLst>
                                    <p:set>
                                      <p:cBhvr>
                                        <p:cTn id="14" dur="1" fill="hold">
                                          <p:stCondLst>
                                            <p:cond delay="0"/>
                                          </p:stCondLst>
                                        </p:cTn>
                                        <p:tgtEl>
                                          <p:spTgt spid="38"/>
                                        </p:tgtEl>
                                        <p:attrNameLst>
                                          <p:attrName>style.visibility</p:attrName>
                                        </p:attrNameLst>
                                      </p:cBhvr>
                                      <p:to>
                                        <p:strVal val="visible"/>
                                      </p:to>
                                    </p:set>
                                    <p:animEffect transition="in" filter="wipe(left)">
                                      <p:cBhvr>
                                        <p:cTn id="15" dur="500"/>
                                        <p:tgtEl>
                                          <p:spTgt spid="38"/>
                                        </p:tgtEl>
                                      </p:cBhvr>
                                    </p:animEffect>
                                  </p:childTnLst>
                                </p:cTn>
                              </p:par>
                              <p:par>
                                <p:cTn id="16" presetID="9" presetClass="entr" presetSubtype="0" fill="hold" grpId="0" nodeType="withEffect">
                                  <p:stCondLst>
                                    <p:cond delay="0"/>
                                  </p:stCondLst>
                                  <p:childTnLst>
                                    <p:set>
                                      <p:cBhvr>
                                        <p:cTn id="17" dur="1" fill="hold">
                                          <p:stCondLst>
                                            <p:cond delay="0"/>
                                          </p:stCondLst>
                                        </p:cTn>
                                        <p:tgtEl>
                                          <p:spTgt spid="111"/>
                                        </p:tgtEl>
                                        <p:attrNameLst>
                                          <p:attrName>style.visibility</p:attrName>
                                        </p:attrNameLst>
                                      </p:cBhvr>
                                      <p:to>
                                        <p:strVal val="visible"/>
                                      </p:to>
                                    </p:set>
                                    <p:animEffect transition="in" filter="dissolve">
                                      <p:cBhvr>
                                        <p:cTn id="18" dur="500"/>
                                        <p:tgtEl>
                                          <p:spTgt spid="1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Line 19">
            <a:extLst>
              <a:ext uri="{FF2B5EF4-FFF2-40B4-BE49-F238E27FC236}">
                <a16:creationId xmlns:a16="http://schemas.microsoft.com/office/drawing/2014/main" id="{F64820FD-43AE-524F-92B3-2C996E99E036}"/>
              </a:ext>
            </a:extLst>
          </p:cNvPr>
          <p:cNvSpPr>
            <a:spLocks noChangeShapeType="1"/>
          </p:cNvSpPr>
          <p:nvPr/>
        </p:nvSpPr>
        <p:spPr bwMode="auto">
          <a:xfrm>
            <a:off x="5103533" y="4310144"/>
            <a:ext cx="901700" cy="0"/>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49" name="Line 20">
            <a:extLst>
              <a:ext uri="{FF2B5EF4-FFF2-40B4-BE49-F238E27FC236}">
                <a16:creationId xmlns:a16="http://schemas.microsoft.com/office/drawing/2014/main" id="{671BEEC6-B648-BD41-8A64-91771D85E6AF}"/>
              </a:ext>
            </a:extLst>
          </p:cNvPr>
          <p:cNvSpPr>
            <a:spLocks noChangeShapeType="1"/>
          </p:cNvSpPr>
          <p:nvPr/>
        </p:nvSpPr>
        <p:spPr bwMode="auto">
          <a:xfrm>
            <a:off x="6888024" y="3390291"/>
            <a:ext cx="0" cy="655637"/>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51" name="Line 22">
            <a:extLst>
              <a:ext uri="{FF2B5EF4-FFF2-40B4-BE49-F238E27FC236}">
                <a16:creationId xmlns:a16="http://schemas.microsoft.com/office/drawing/2014/main" id="{4BD049D1-92B4-8841-8329-453013A739F7}"/>
              </a:ext>
            </a:extLst>
          </p:cNvPr>
          <p:cNvSpPr>
            <a:spLocks noChangeShapeType="1"/>
          </p:cNvSpPr>
          <p:nvPr/>
        </p:nvSpPr>
        <p:spPr bwMode="auto">
          <a:xfrm flipV="1">
            <a:off x="6664393" y="5337533"/>
            <a:ext cx="0" cy="438150"/>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800100" y="349426"/>
            <a:ext cx="10515600" cy="894622"/>
          </a:xfrm>
        </p:spPr>
        <p:txBody>
          <a:bodyPr>
            <a:normAutofit/>
          </a:bodyPr>
          <a:lstStyle/>
          <a:p>
            <a:r>
              <a:rPr lang="en-US" b="0" kern="0" dirty="0">
                <a:solidFill>
                  <a:srgbClr val="000099"/>
                </a:solidFill>
                <a:latin typeface="+mn-lt"/>
                <a:ea typeface="ＭＳ Ｐゴシック" charset="0"/>
              </a:rPr>
              <a:t>ARP protocol in action</a:t>
            </a:r>
            <a:endParaRPr lang="en-US" sz="4400" b="0" dirty="0">
              <a:latin typeface="+mn-lt"/>
            </a:endParaRPr>
          </a:p>
        </p:txBody>
      </p:sp>
      <p:sp>
        <p:nvSpPr>
          <p:cNvPr id="439" name="Slide Number Placeholder 4">
            <a:extLst>
              <a:ext uri="{FF2B5EF4-FFF2-40B4-BE49-F238E27FC236}">
                <a16:creationId xmlns:a16="http://schemas.microsoft.com/office/drawing/2014/main" id="{C87F3257-E91D-E144-BA13-B0DD96B23FDC}"/>
              </a:ext>
            </a:extLst>
          </p:cNvPr>
          <p:cNvSpPr>
            <a:spLocks noGrp="1"/>
          </p:cNvSpPr>
          <p:nvPr>
            <p:ph type="sldNum" sz="quarter" idx="4"/>
          </p:nvPr>
        </p:nvSpPr>
        <p:spPr>
          <a:xfrm>
            <a:off x="9219616" y="6443089"/>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rPr>
              <a:t>Link Layer: 6-</a:t>
            </a:r>
            <a:fld id="{C4204591-24BD-A542-B9D5-F8D8A88D2FEE}" type="slidenum">
              <a:rPr kumimoji="0" lang="en-US" sz="1100" b="0" i="0" u="none" strike="noStrike" kern="1200" cap="none" spc="0" normalizeH="0" baseline="0" noProof="0" smtClean="0">
                <a:ln>
                  <a:noFill/>
                </a:ln>
                <a:solidFill>
                  <a:prstClr val="white">
                    <a:lumMod val="50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1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endParaRPr>
          </a:p>
        </p:txBody>
      </p:sp>
      <p:sp>
        <p:nvSpPr>
          <p:cNvPr id="47" name="Freeform 8">
            <a:extLst>
              <a:ext uri="{FF2B5EF4-FFF2-40B4-BE49-F238E27FC236}">
                <a16:creationId xmlns:a16="http://schemas.microsoft.com/office/drawing/2014/main" id="{F57007A4-9929-8C47-B54D-D1B70F2B48AD}"/>
              </a:ext>
            </a:extLst>
          </p:cNvPr>
          <p:cNvSpPr>
            <a:spLocks/>
          </p:cNvSpPr>
          <p:nvPr/>
        </p:nvSpPr>
        <p:spPr bwMode="auto">
          <a:xfrm>
            <a:off x="5730736" y="3632282"/>
            <a:ext cx="2046288" cy="2049462"/>
          </a:xfrm>
          <a:custGeom>
            <a:avLst/>
            <a:gdLst>
              <a:gd name="T0" fmla="*/ 2147483647 w 1292"/>
              <a:gd name="T1" fmla="*/ 2147483647 h 1255"/>
              <a:gd name="T2" fmla="*/ 2147483647 w 1292"/>
              <a:gd name="T3" fmla="*/ 2147483647 h 1255"/>
              <a:gd name="T4" fmla="*/ 2147483647 w 1292"/>
              <a:gd name="T5" fmla="*/ 2147483647 h 1255"/>
              <a:gd name="T6" fmla="*/ 2147483647 w 1292"/>
              <a:gd name="T7" fmla="*/ 2147483647 h 1255"/>
              <a:gd name="T8" fmla="*/ 2147483647 w 1292"/>
              <a:gd name="T9" fmla="*/ 2147483647 h 1255"/>
              <a:gd name="T10" fmla="*/ 2147483647 w 1292"/>
              <a:gd name="T11" fmla="*/ 2147483647 h 1255"/>
              <a:gd name="T12" fmla="*/ 2147483647 w 1292"/>
              <a:gd name="T13" fmla="*/ 2147483647 h 1255"/>
              <a:gd name="T14" fmla="*/ 2147483647 w 1292"/>
              <a:gd name="T15" fmla="*/ 2147483647 h 1255"/>
              <a:gd name="T16" fmla="*/ 2147483647 w 1292"/>
              <a:gd name="T17" fmla="*/ 2147483647 h 1255"/>
              <a:gd name="T18" fmla="*/ 2147483647 w 1292"/>
              <a:gd name="T19" fmla="*/ 2147483647 h 1255"/>
              <a:gd name="T20" fmla="*/ 2147483647 w 1292"/>
              <a:gd name="T21" fmla="*/ 2147483647 h 1255"/>
              <a:gd name="T22" fmla="*/ 2147483647 w 1292"/>
              <a:gd name="T23" fmla="*/ 2147483647 h 125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292" h="1255">
                <a:moveTo>
                  <a:pt x="239" y="7"/>
                </a:moveTo>
                <a:cubicBezTo>
                  <a:pt x="120" y="14"/>
                  <a:pt x="70" y="71"/>
                  <a:pt x="35" y="157"/>
                </a:cubicBezTo>
                <a:cubicBezTo>
                  <a:pt x="0" y="243"/>
                  <a:pt x="26" y="411"/>
                  <a:pt x="29" y="523"/>
                </a:cubicBezTo>
                <a:cubicBezTo>
                  <a:pt x="32" y="635"/>
                  <a:pt x="17" y="771"/>
                  <a:pt x="53" y="829"/>
                </a:cubicBezTo>
                <a:cubicBezTo>
                  <a:pt x="89" y="887"/>
                  <a:pt x="146" y="821"/>
                  <a:pt x="245" y="871"/>
                </a:cubicBezTo>
                <a:cubicBezTo>
                  <a:pt x="344" y="921"/>
                  <a:pt x="522" y="1068"/>
                  <a:pt x="647" y="1129"/>
                </a:cubicBezTo>
                <a:cubicBezTo>
                  <a:pt x="772" y="1190"/>
                  <a:pt x="903" y="1255"/>
                  <a:pt x="995" y="1237"/>
                </a:cubicBezTo>
                <a:cubicBezTo>
                  <a:pt x="1087" y="1219"/>
                  <a:pt x="1153" y="1153"/>
                  <a:pt x="1199" y="1021"/>
                </a:cubicBezTo>
                <a:cubicBezTo>
                  <a:pt x="1245" y="889"/>
                  <a:pt x="1270" y="580"/>
                  <a:pt x="1271" y="445"/>
                </a:cubicBezTo>
                <a:cubicBezTo>
                  <a:pt x="1272" y="310"/>
                  <a:pt x="1292" y="266"/>
                  <a:pt x="1205" y="211"/>
                </a:cubicBezTo>
                <a:cubicBezTo>
                  <a:pt x="1118" y="156"/>
                  <a:pt x="908" y="150"/>
                  <a:pt x="749" y="115"/>
                </a:cubicBezTo>
                <a:cubicBezTo>
                  <a:pt x="590" y="80"/>
                  <a:pt x="358" y="0"/>
                  <a:pt x="239" y="7"/>
                </a:cubicBezTo>
                <a:close/>
              </a:path>
            </a:pathLst>
          </a:custGeom>
          <a:solidFill>
            <a:srgbClr val="9CE0FA"/>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charset="0"/>
              <a:ea typeface="ＭＳ Ｐゴシック" charset="0"/>
              <a:cs typeface="+mn-cs"/>
            </a:endParaRPr>
          </a:p>
        </p:txBody>
      </p:sp>
      <p:sp>
        <p:nvSpPr>
          <p:cNvPr id="50" name="Line 21">
            <a:extLst>
              <a:ext uri="{FF2B5EF4-FFF2-40B4-BE49-F238E27FC236}">
                <a16:creationId xmlns:a16="http://schemas.microsoft.com/office/drawing/2014/main" id="{8EE12B75-B162-D046-8610-F469FA2F14C7}"/>
              </a:ext>
            </a:extLst>
          </p:cNvPr>
          <p:cNvSpPr>
            <a:spLocks noChangeShapeType="1"/>
          </p:cNvSpPr>
          <p:nvPr/>
        </p:nvSpPr>
        <p:spPr bwMode="auto">
          <a:xfrm flipH="1">
            <a:off x="7751624" y="4359151"/>
            <a:ext cx="796925" cy="0"/>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54" name="Line 26">
            <a:extLst>
              <a:ext uri="{FF2B5EF4-FFF2-40B4-BE49-F238E27FC236}">
                <a16:creationId xmlns:a16="http://schemas.microsoft.com/office/drawing/2014/main" id="{D34196EA-878C-BD4B-B367-A871F347D705}"/>
              </a:ext>
            </a:extLst>
          </p:cNvPr>
          <p:cNvSpPr>
            <a:spLocks noChangeShapeType="1"/>
          </p:cNvSpPr>
          <p:nvPr/>
        </p:nvSpPr>
        <p:spPr bwMode="auto">
          <a:xfrm flipV="1">
            <a:off x="8310126" y="4475169"/>
            <a:ext cx="0" cy="373063"/>
          </a:xfrm>
          <a:prstGeom prst="line">
            <a:avLst/>
          </a:prstGeom>
          <a:noFill/>
          <a:ln w="9525">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55" name="Text Box 27">
            <a:extLst>
              <a:ext uri="{FF2B5EF4-FFF2-40B4-BE49-F238E27FC236}">
                <a16:creationId xmlns:a16="http://schemas.microsoft.com/office/drawing/2014/main" id="{9E6E8FDA-5A5E-0F42-B9A3-C2819201F1EA}"/>
              </a:ext>
            </a:extLst>
          </p:cNvPr>
          <p:cNvSpPr txBox="1">
            <a:spLocks noChangeArrowheads="1"/>
          </p:cNvSpPr>
          <p:nvPr/>
        </p:nvSpPr>
        <p:spPr bwMode="auto">
          <a:xfrm>
            <a:off x="8213996" y="4817733"/>
            <a:ext cx="1739900" cy="3048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Arial" charset="0"/>
                <a:ea typeface="ＭＳ Ｐゴシック" charset="0"/>
                <a:cs typeface="+mn-cs"/>
              </a:rPr>
              <a:t>58-23-D7-FA-20-B0</a:t>
            </a:r>
          </a:p>
        </p:txBody>
      </p:sp>
      <p:sp>
        <p:nvSpPr>
          <p:cNvPr id="61" name="Rectangle 37">
            <a:extLst>
              <a:ext uri="{FF2B5EF4-FFF2-40B4-BE49-F238E27FC236}">
                <a16:creationId xmlns:a16="http://schemas.microsoft.com/office/drawing/2014/main" id="{BD959ED9-514E-BB43-A03D-9610B0A43397}"/>
              </a:ext>
            </a:extLst>
          </p:cNvPr>
          <p:cNvSpPr>
            <a:spLocks noChangeArrowheads="1"/>
          </p:cNvSpPr>
          <p:nvPr/>
        </p:nvSpPr>
        <p:spPr bwMode="auto">
          <a:xfrm>
            <a:off x="6793652" y="3392113"/>
            <a:ext cx="160338" cy="255587"/>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Comic Sans MS" pitchFamily="66" charset="0"/>
              <a:ea typeface="ＭＳ Ｐゴシック" charset="0"/>
              <a:cs typeface="+mn-cs"/>
            </a:endParaRPr>
          </a:p>
        </p:txBody>
      </p:sp>
      <p:grpSp>
        <p:nvGrpSpPr>
          <p:cNvPr id="74" name="Group 44">
            <a:extLst>
              <a:ext uri="{FF2B5EF4-FFF2-40B4-BE49-F238E27FC236}">
                <a16:creationId xmlns:a16="http://schemas.microsoft.com/office/drawing/2014/main" id="{F28A69E5-B425-D84E-A92A-1BF2AE27083E}"/>
              </a:ext>
            </a:extLst>
          </p:cNvPr>
          <p:cNvGrpSpPr>
            <a:grpSpLocks/>
          </p:cNvGrpSpPr>
          <p:nvPr/>
        </p:nvGrpSpPr>
        <p:grpSpPr bwMode="auto">
          <a:xfrm>
            <a:off x="6335022" y="2859441"/>
            <a:ext cx="812800" cy="658813"/>
            <a:chOff x="-44" y="1473"/>
            <a:chExt cx="981" cy="1105"/>
          </a:xfrm>
        </p:grpSpPr>
        <p:pic>
          <p:nvPicPr>
            <p:cNvPr id="75" name="Picture 45" descr="desktop_computer_stylized_medium">
              <a:extLst>
                <a:ext uri="{FF2B5EF4-FFF2-40B4-BE49-F238E27FC236}">
                  <a16:creationId xmlns:a16="http://schemas.microsoft.com/office/drawing/2014/main" id="{28306720-28D9-9C4C-8C6D-B304BB9A449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76" name="Freeform 46">
              <a:extLst>
                <a:ext uri="{FF2B5EF4-FFF2-40B4-BE49-F238E27FC236}">
                  <a16:creationId xmlns:a16="http://schemas.microsoft.com/office/drawing/2014/main" id="{12165CA3-A696-A94F-A6BA-D9ECFB265DBA}"/>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grpSp>
      <p:sp>
        <p:nvSpPr>
          <p:cNvPr id="84" name="Rectangle 37">
            <a:extLst>
              <a:ext uri="{FF2B5EF4-FFF2-40B4-BE49-F238E27FC236}">
                <a16:creationId xmlns:a16="http://schemas.microsoft.com/office/drawing/2014/main" id="{820D05A1-5D97-6B44-A956-45C339CD6EC7}"/>
              </a:ext>
            </a:extLst>
          </p:cNvPr>
          <p:cNvSpPr>
            <a:spLocks noChangeArrowheads="1"/>
          </p:cNvSpPr>
          <p:nvPr/>
        </p:nvSpPr>
        <p:spPr bwMode="auto">
          <a:xfrm>
            <a:off x="6592477" y="5645423"/>
            <a:ext cx="160338" cy="255587"/>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Comic Sans MS" pitchFamily="66" charset="0"/>
              <a:ea typeface="ＭＳ Ｐゴシック" charset="0"/>
              <a:cs typeface="+mn-cs"/>
            </a:endParaRPr>
          </a:p>
        </p:txBody>
      </p:sp>
      <p:sp>
        <p:nvSpPr>
          <p:cNvPr id="85" name="Rectangle 37">
            <a:extLst>
              <a:ext uri="{FF2B5EF4-FFF2-40B4-BE49-F238E27FC236}">
                <a16:creationId xmlns:a16="http://schemas.microsoft.com/office/drawing/2014/main" id="{95FE12BC-DAAC-5848-8DA7-F4CB324AD8A0}"/>
              </a:ext>
            </a:extLst>
          </p:cNvPr>
          <p:cNvSpPr>
            <a:spLocks noChangeArrowheads="1"/>
          </p:cNvSpPr>
          <p:nvPr/>
        </p:nvSpPr>
        <p:spPr bwMode="auto">
          <a:xfrm rot="5400000">
            <a:off x="8336659" y="4240368"/>
            <a:ext cx="160338" cy="255587"/>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Comic Sans MS" pitchFamily="66" charset="0"/>
              <a:ea typeface="ＭＳ Ｐゴシック" charset="0"/>
              <a:cs typeface="+mn-cs"/>
            </a:endParaRPr>
          </a:p>
        </p:txBody>
      </p:sp>
      <p:grpSp>
        <p:nvGrpSpPr>
          <p:cNvPr id="79" name="Group 47">
            <a:extLst>
              <a:ext uri="{FF2B5EF4-FFF2-40B4-BE49-F238E27FC236}">
                <a16:creationId xmlns:a16="http://schemas.microsoft.com/office/drawing/2014/main" id="{44746C07-410E-1F4F-91B6-1B430F3CFA31}"/>
              </a:ext>
            </a:extLst>
          </p:cNvPr>
          <p:cNvGrpSpPr>
            <a:grpSpLocks/>
          </p:cNvGrpSpPr>
          <p:nvPr/>
        </p:nvGrpSpPr>
        <p:grpSpPr bwMode="auto">
          <a:xfrm>
            <a:off x="8184868" y="4087689"/>
            <a:ext cx="812800" cy="658812"/>
            <a:chOff x="-26" y="1473"/>
            <a:chExt cx="981" cy="1105"/>
          </a:xfrm>
        </p:grpSpPr>
        <p:pic>
          <p:nvPicPr>
            <p:cNvPr id="80" name="Picture 48" descr="desktop_computer_stylized_medium">
              <a:extLst>
                <a:ext uri="{FF2B5EF4-FFF2-40B4-BE49-F238E27FC236}">
                  <a16:creationId xmlns:a16="http://schemas.microsoft.com/office/drawing/2014/main" id="{3B33B5E2-E8CC-3C46-9F6A-AA84F471943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26" y="1473"/>
              <a:ext cx="981" cy="1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81" name="Freeform 49">
              <a:extLst>
                <a:ext uri="{FF2B5EF4-FFF2-40B4-BE49-F238E27FC236}">
                  <a16:creationId xmlns:a16="http://schemas.microsoft.com/office/drawing/2014/main" id="{7DA23775-D4E8-F544-B835-C7A71FAB6CEF}"/>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grpSp>
      <p:grpSp>
        <p:nvGrpSpPr>
          <p:cNvPr id="69" name="Group 41">
            <a:extLst>
              <a:ext uri="{FF2B5EF4-FFF2-40B4-BE49-F238E27FC236}">
                <a16:creationId xmlns:a16="http://schemas.microsoft.com/office/drawing/2014/main" id="{27B89BCB-87CA-7640-BC2D-65A05B519E96}"/>
              </a:ext>
            </a:extLst>
          </p:cNvPr>
          <p:cNvGrpSpPr>
            <a:grpSpLocks/>
          </p:cNvGrpSpPr>
          <p:nvPr/>
        </p:nvGrpSpPr>
        <p:grpSpPr bwMode="auto">
          <a:xfrm>
            <a:off x="6137343" y="5838977"/>
            <a:ext cx="812800" cy="658813"/>
            <a:chOff x="-44" y="1473"/>
            <a:chExt cx="981" cy="1105"/>
          </a:xfrm>
        </p:grpSpPr>
        <p:pic>
          <p:nvPicPr>
            <p:cNvPr id="70" name="Picture 42" descr="desktop_computer_stylized_medium">
              <a:extLst>
                <a:ext uri="{FF2B5EF4-FFF2-40B4-BE49-F238E27FC236}">
                  <a16:creationId xmlns:a16="http://schemas.microsoft.com/office/drawing/2014/main" id="{0C82CFB4-3428-8647-99DD-3B6C59F3E2E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71" name="Freeform 43">
              <a:extLst>
                <a:ext uri="{FF2B5EF4-FFF2-40B4-BE49-F238E27FC236}">
                  <a16:creationId xmlns:a16="http://schemas.microsoft.com/office/drawing/2014/main" id="{04A0D4C8-54E1-0E46-B711-36765520B5FF}"/>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grpSp>
      <p:sp>
        <p:nvSpPr>
          <p:cNvPr id="88" name="Text Box 36">
            <a:extLst>
              <a:ext uri="{FF2B5EF4-FFF2-40B4-BE49-F238E27FC236}">
                <a16:creationId xmlns:a16="http://schemas.microsoft.com/office/drawing/2014/main" id="{DD4B55F8-6951-BB48-93B1-8A8C712F3DFA}"/>
              </a:ext>
            </a:extLst>
          </p:cNvPr>
          <p:cNvSpPr txBox="1">
            <a:spLocks noChangeArrowheads="1"/>
          </p:cNvSpPr>
          <p:nvPr/>
        </p:nvSpPr>
        <p:spPr bwMode="auto">
          <a:xfrm>
            <a:off x="8208408" y="5016515"/>
            <a:ext cx="1217612" cy="3048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Arial" charset="0"/>
                <a:ea typeface="ＭＳ Ｐゴシック" charset="0"/>
                <a:cs typeface="+mn-cs"/>
              </a:rPr>
              <a:t>137.196.7.14</a:t>
            </a:r>
          </a:p>
        </p:txBody>
      </p:sp>
      <p:sp>
        <p:nvSpPr>
          <p:cNvPr id="40" name="TextBox 39">
            <a:extLst>
              <a:ext uri="{FF2B5EF4-FFF2-40B4-BE49-F238E27FC236}">
                <a16:creationId xmlns:a16="http://schemas.microsoft.com/office/drawing/2014/main" id="{03975A74-FFE9-0245-9159-E13D4A71F8FF}"/>
              </a:ext>
            </a:extLst>
          </p:cNvPr>
          <p:cNvSpPr txBox="1"/>
          <p:nvPr/>
        </p:nvSpPr>
        <p:spPr>
          <a:xfrm>
            <a:off x="8196469" y="3835414"/>
            <a:ext cx="351378"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0000A8"/>
                </a:solidFill>
                <a:effectLst/>
                <a:uLnTx/>
                <a:uFillTx/>
                <a:latin typeface="Calibri" panose="020F0502020204030204"/>
                <a:ea typeface="+mn-ea"/>
                <a:cs typeface="+mn-cs"/>
              </a:rPr>
              <a:t>B</a:t>
            </a:r>
          </a:p>
        </p:txBody>
      </p:sp>
      <p:sp>
        <p:nvSpPr>
          <p:cNvPr id="41" name="TextBox 40">
            <a:extLst>
              <a:ext uri="{FF2B5EF4-FFF2-40B4-BE49-F238E27FC236}">
                <a16:creationId xmlns:a16="http://schemas.microsoft.com/office/drawing/2014/main" id="{74B0E3B9-F445-2E4A-B8D9-5F1BEA2D72DF}"/>
              </a:ext>
            </a:extLst>
          </p:cNvPr>
          <p:cNvSpPr txBox="1"/>
          <p:nvPr/>
        </p:nvSpPr>
        <p:spPr>
          <a:xfrm>
            <a:off x="7116417" y="2702353"/>
            <a:ext cx="351378"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0000A8"/>
                </a:solidFill>
                <a:effectLst/>
                <a:uLnTx/>
                <a:uFillTx/>
                <a:latin typeface="Calibri" panose="020F0502020204030204"/>
                <a:ea typeface="+mn-ea"/>
                <a:cs typeface="+mn-cs"/>
              </a:rPr>
              <a:t>C</a:t>
            </a:r>
          </a:p>
        </p:txBody>
      </p:sp>
      <p:sp>
        <p:nvSpPr>
          <p:cNvPr id="42" name="TextBox 41">
            <a:extLst>
              <a:ext uri="{FF2B5EF4-FFF2-40B4-BE49-F238E27FC236}">
                <a16:creationId xmlns:a16="http://schemas.microsoft.com/office/drawing/2014/main" id="{784875AD-DADA-E849-ABCB-F9455A5A60CE}"/>
              </a:ext>
            </a:extLst>
          </p:cNvPr>
          <p:cNvSpPr txBox="1"/>
          <p:nvPr/>
        </p:nvSpPr>
        <p:spPr>
          <a:xfrm>
            <a:off x="6871252" y="6088283"/>
            <a:ext cx="373820"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0000A8"/>
                </a:solidFill>
                <a:effectLst/>
                <a:uLnTx/>
                <a:uFillTx/>
                <a:latin typeface="Calibri" panose="020F0502020204030204"/>
                <a:ea typeface="+mn-ea"/>
                <a:cs typeface="+mn-cs"/>
              </a:rPr>
              <a:t>D</a:t>
            </a:r>
          </a:p>
        </p:txBody>
      </p:sp>
      <p:sp>
        <p:nvSpPr>
          <p:cNvPr id="63" name="TextBox 62">
            <a:extLst>
              <a:ext uri="{FF2B5EF4-FFF2-40B4-BE49-F238E27FC236}">
                <a16:creationId xmlns:a16="http://schemas.microsoft.com/office/drawing/2014/main" id="{2E9B16A5-AC1C-0A48-BE4F-A199BCB6FFA7}"/>
              </a:ext>
            </a:extLst>
          </p:cNvPr>
          <p:cNvSpPr txBox="1"/>
          <p:nvPr/>
        </p:nvSpPr>
        <p:spPr>
          <a:xfrm>
            <a:off x="3664223" y="3615962"/>
            <a:ext cx="1166189"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TTL</a:t>
            </a:r>
          </a:p>
        </p:txBody>
      </p:sp>
      <p:sp>
        <p:nvSpPr>
          <p:cNvPr id="58" name="Line 30">
            <a:extLst>
              <a:ext uri="{FF2B5EF4-FFF2-40B4-BE49-F238E27FC236}">
                <a16:creationId xmlns:a16="http://schemas.microsoft.com/office/drawing/2014/main" id="{A3219F56-0BCF-1141-92E9-42AADFF29250}"/>
              </a:ext>
            </a:extLst>
          </p:cNvPr>
          <p:cNvSpPr>
            <a:spLocks noChangeShapeType="1"/>
          </p:cNvSpPr>
          <p:nvPr/>
        </p:nvSpPr>
        <p:spPr bwMode="auto">
          <a:xfrm flipV="1">
            <a:off x="5305073" y="4465719"/>
            <a:ext cx="0" cy="373063"/>
          </a:xfrm>
          <a:prstGeom prst="line">
            <a:avLst/>
          </a:prstGeom>
          <a:noFill/>
          <a:ln w="9525">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59" name="Text Box 31">
            <a:extLst>
              <a:ext uri="{FF2B5EF4-FFF2-40B4-BE49-F238E27FC236}">
                <a16:creationId xmlns:a16="http://schemas.microsoft.com/office/drawing/2014/main" id="{2EFE11A4-7F50-BB42-A3B3-7827175F341F}"/>
              </a:ext>
            </a:extLst>
          </p:cNvPr>
          <p:cNvSpPr txBox="1">
            <a:spLocks noChangeArrowheads="1"/>
          </p:cNvSpPr>
          <p:nvPr/>
        </p:nvSpPr>
        <p:spPr bwMode="auto">
          <a:xfrm>
            <a:off x="4387498" y="4840369"/>
            <a:ext cx="1689100" cy="3048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Arial" charset="0"/>
                <a:ea typeface="ＭＳ Ｐゴシック" charset="0"/>
                <a:cs typeface="+mn-cs"/>
              </a:rPr>
              <a:t>71-65-F7-2B-08-53</a:t>
            </a:r>
          </a:p>
        </p:txBody>
      </p:sp>
      <p:sp>
        <p:nvSpPr>
          <p:cNvPr id="83" name="Rectangle 37">
            <a:extLst>
              <a:ext uri="{FF2B5EF4-FFF2-40B4-BE49-F238E27FC236}">
                <a16:creationId xmlns:a16="http://schemas.microsoft.com/office/drawing/2014/main" id="{CD202D37-460B-D748-8210-605E1AE082D0}"/>
              </a:ext>
            </a:extLst>
          </p:cNvPr>
          <p:cNvSpPr>
            <a:spLocks noChangeArrowheads="1"/>
          </p:cNvSpPr>
          <p:nvPr/>
        </p:nvSpPr>
        <p:spPr bwMode="auto">
          <a:xfrm rot="5400000">
            <a:off x="5166994" y="4178448"/>
            <a:ext cx="160338" cy="255587"/>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Comic Sans MS" pitchFamily="66" charset="0"/>
              <a:ea typeface="ＭＳ Ｐゴシック" charset="0"/>
              <a:cs typeface="+mn-cs"/>
            </a:endParaRPr>
          </a:p>
        </p:txBody>
      </p:sp>
      <p:grpSp>
        <p:nvGrpSpPr>
          <p:cNvPr id="64" name="Group 38">
            <a:extLst>
              <a:ext uri="{FF2B5EF4-FFF2-40B4-BE49-F238E27FC236}">
                <a16:creationId xmlns:a16="http://schemas.microsoft.com/office/drawing/2014/main" id="{90CD0E16-8B92-9A4D-9A85-FA76287C25CA}"/>
              </a:ext>
            </a:extLst>
          </p:cNvPr>
          <p:cNvGrpSpPr>
            <a:grpSpLocks/>
          </p:cNvGrpSpPr>
          <p:nvPr/>
        </p:nvGrpSpPr>
        <p:grpSpPr bwMode="auto">
          <a:xfrm>
            <a:off x="4479021" y="3932319"/>
            <a:ext cx="812800" cy="658813"/>
            <a:chOff x="-44" y="1473"/>
            <a:chExt cx="981" cy="1105"/>
          </a:xfrm>
        </p:grpSpPr>
        <p:pic>
          <p:nvPicPr>
            <p:cNvPr id="65" name="Picture 39" descr="desktop_computer_stylized_medium">
              <a:extLst>
                <a:ext uri="{FF2B5EF4-FFF2-40B4-BE49-F238E27FC236}">
                  <a16:creationId xmlns:a16="http://schemas.microsoft.com/office/drawing/2014/main" id="{8751C04C-5F67-E747-BB72-C6A175F351E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66" name="Freeform 40">
              <a:extLst>
                <a:ext uri="{FF2B5EF4-FFF2-40B4-BE49-F238E27FC236}">
                  <a16:creationId xmlns:a16="http://schemas.microsoft.com/office/drawing/2014/main" id="{42DD46F7-3C85-0143-8A1D-B7410F2B0D09}"/>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grpSp>
      <p:sp>
        <p:nvSpPr>
          <p:cNvPr id="90" name="Text Box 31">
            <a:extLst>
              <a:ext uri="{FF2B5EF4-FFF2-40B4-BE49-F238E27FC236}">
                <a16:creationId xmlns:a16="http://schemas.microsoft.com/office/drawing/2014/main" id="{CD5A8CEC-3E57-A944-A0C6-256AED094136}"/>
              </a:ext>
            </a:extLst>
          </p:cNvPr>
          <p:cNvSpPr txBox="1">
            <a:spLocks noChangeArrowheads="1"/>
          </p:cNvSpPr>
          <p:nvPr/>
        </p:nvSpPr>
        <p:spPr bwMode="auto">
          <a:xfrm>
            <a:off x="4392191" y="5056271"/>
            <a:ext cx="1217612" cy="3048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Arial" charset="0"/>
                <a:ea typeface="ＭＳ Ｐゴシック" charset="0"/>
                <a:cs typeface="+mn-cs"/>
              </a:rPr>
              <a:t>137.196.7.23</a:t>
            </a:r>
          </a:p>
        </p:txBody>
      </p:sp>
      <p:sp>
        <p:nvSpPr>
          <p:cNvPr id="3" name="TextBox 2">
            <a:extLst>
              <a:ext uri="{FF2B5EF4-FFF2-40B4-BE49-F238E27FC236}">
                <a16:creationId xmlns:a16="http://schemas.microsoft.com/office/drawing/2014/main" id="{AE490856-D387-9F4E-92DD-613E16C75F36}"/>
              </a:ext>
            </a:extLst>
          </p:cNvPr>
          <p:cNvSpPr txBox="1"/>
          <p:nvPr/>
        </p:nvSpPr>
        <p:spPr>
          <a:xfrm>
            <a:off x="5274361" y="3775779"/>
            <a:ext cx="370614"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0000A8"/>
                </a:solidFill>
                <a:effectLst/>
                <a:uLnTx/>
                <a:uFillTx/>
                <a:latin typeface="Calibri" panose="020F0502020204030204"/>
                <a:ea typeface="+mn-ea"/>
                <a:cs typeface="+mn-cs"/>
              </a:rPr>
              <a:t>A</a:t>
            </a:r>
          </a:p>
        </p:txBody>
      </p:sp>
      <p:grpSp>
        <p:nvGrpSpPr>
          <p:cNvPr id="17" name="Group 16">
            <a:extLst>
              <a:ext uri="{FF2B5EF4-FFF2-40B4-BE49-F238E27FC236}">
                <a16:creationId xmlns:a16="http://schemas.microsoft.com/office/drawing/2014/main" id="{2C4CA1B8-D7B0-FE45-9DAE-1BE097F0A873}"/>
              </a:ext>
            </a:extLst>
          </p:cNvPr>
          <p:cNvGrpSpPr/>
          <p:nvPr/>
        </p:nvGrpSpPr>
        <p:grpSpPr>
          <a:xfrm>
            <a:off x="1186072" y="3311953"/>
            <a:ext cx="3690728" cy="1373671"/>
            <a:chOff x="404194" y="2544417"/>
            <a:chExt cx="3690728" cy="1373671"/>
          </a:xfrm>
        </p:grpSpPr>
        <p:sp>
          <p:nvSpPr>
            <p:cNvPr id="16" name="Freeform 15">
              <a:extLst>
                <a:ext uri="{FF2B5EF4-FFF2-40B4-BE49-F238E27FC236}">
                  <a16:creationId xmlns:a16="http://schemas.microsoft.com/office/drawing/2014/main" id="{DA69A91A-6B5A-764F-8871-0FBCD21B5E20}"/>
                </a:ext>
              </a:extLst>
            </p:cNvPr>
            <p:cNvSpPr/>
            <p:nvPr/>
          </p:nvSpPr>
          <p:spPr>
            <a:xfrm>
              <a:off x="3617843" y="2842867"/>
              <a:ext cx="477079" cy="1075221"/>
            </a:xfrm>
            <a:custGeom>
              <a:avLst/>
              <a:gdLst>
                <a:gd name="connsiteX0" fmla="*/ 477079 w 477079"/>
                <a:gd name="connsiteY0" fmla="*/ 357808 h 1166191"/>
                <a:gd name="connsiteX1" fmla="*/ 0 w 477079"/>
                <a:gd name="connsiteY1" fmla="*/ 0 h 1166191"/>
                <a:gd name="connsiteX2" fmla="*/ 13253 w 477079"/>
                <a:gd name="connsiteY2" fmla="*/ 1166191 h 1166191"/>
                <a:gd name="connsiteX3" fmla="*/ 384314 w 477079"/>
                <a:gd name="connsiteY3" fmla="*/ 649356 h 1166191"/>
                <a:gd name="connsiteX0" fmla="*/ 477079 w 477079"/>
                <a:gd name="connsiteY0" fmla="*/ 357808 h 1051327"/>
                <a:gd name="connsiteX1" fmla="*/ 0 w 477079"/>
                <a:gd name="connsiteY1" fmla="*/ 0 h 1051327"/>
                <a:gd name="connsiteX2" fmla="*/ 13253 w 477079"/>
                <a:gd name="connsiteY2" fmla="*/ 1051327 h 1051327"/>
                <a:gd name="connsiteX3" fmla="*/ 384314 w 477079"/>
                <a:gd name="connsiteY3" fmla="*/ 649356 h 1051327"/>
              </a:gdLst>
              <a:ahLst/>
              <a:cxnLst>
                <a:cxn ang="0">
                  <a:pos x="connsiteX0" y="connsiteY0"/>
                </a:cxn>
                <a:cxn ang="0">
                  <a:pos x="connsiteX1" y="connsiteY1"/>
                </a:cxn>
                <a:cxn ang="0">
                  <a:pos x="connsiteX2" y="connsiteY2"/>
                </a:cxn>
                <a:cxn ang="0">
                  <a:pos x="connsiteX3" y="connsiteY3"/>
                </a:cxn>
              </a:cxnLst>
              <a:rect l="l" t="t" r="r" b="b"/>
              <a:pathLst>
                <a:path w="477079" h="1051327">
                  <a:moveTo>
                    <a:pt x="477079" y="357808"/>
                  </a:moveTo>
                  <a:lnTo>
                    <a:pt x="0" y="0"/>
                  </a:lnTo>
                  <a:lnTo>
                    <a:pt x="13253" y="1051327"/>
                  </a:lnTo>
                  <a:lnTo>
                    <a:pt x="384314" y="649356"/>
                  </a:lnTo>
                </a:path>
              </a:pathLst>
            </a:custGeom>
            <a:gradFill>
              <a:gsLst>
                <a:gs pos="0">
                  <a:schemeClr val="bg1"/>
                </a:gs>
                <a:gs pos="99000">
                  <a:schemeClr val="bg1">
                    <a:lumMod val="7500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nvGrpSpPr>
            <p:cNvPr id="15" name="Group 14">
              <a:extLst>
                <a:ext uri="{FF2B5EF4-FFF2-40B4-BE49-F238E27FC236}">
                  <a16:creationId xmlns:a16="http://schemas.microsoft.com/office/drawing/2014/main" id="{EF6BEDD3-2381-F342-8772-EF22B2DD6391}"/>
                </a:ext>
              </a:extLst>
            </p:cNvPr>
            <p:cNvGrpSpPr/>
            <p:nvPr/>
          </p:nvGrpSpPr>
          <p:grpSpPr>
            <a:xfrm>
              <a:off x="404194" y="2544417"/>
              <a:ext cx="3379301" cy="1368152"/>
              <a:chOff x="404194" y="2544417"/>
              <a:chExt cx="3379301" cy="1368152"/>
            </a:xfrm>
          </p:grpSpPr>
          <p:sp>
            <p:nvSpPr>
              <p:cNvPr id="6" name="Rectangle 5">
                <a:extLst>
                  <a:ext uri="{FF2B5EF4-FFF2-40B4-BE49-F238E27FC236}">
                    <a16:creationId xmlns:a16="http://schemas.microsoft.com/office/drawing/2014/main" id="{9F0EA35A-16E9-6647-B826-0BDF18B31CE6}"/>
                  </a:ext>
                </a:extLst>
              </p:cNvPr>
              <p:cNvSpPr/>
              <p:nvPr/>
            </p:nvSpPr>
            <p:spPr>
              <a:xfrm>
                <a:off x="450575" y="2849217"/>
                <a:ext cx="3180521" cy="106017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 name="TextBox 4">
                <a:extLst>
                  <a:ext uri="{FF2B5EF4-FFF2-40B4-BE49-F238E27FC236}">
                    <a16:creationId xmlns:a16="http://schemas.microsoft.com/office/drawing/2014/main" id="{003A6087-C978-A74F-82FC-80BB9BB4CE42}"/>
                  </a:ext>
                </a:extLst>
              </p:cNvPr>
              <p:cNvSpPr txBox="1"/>
              <p:nvPr/>
            </p:nvSpPr>
            <p:spPr>
              <a:xfrm>
                <a:off x="530088" y="2544417"/>
                <a:ext cx="2796208"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ARP table in </a:t>
                </a:r>
                <a:r>
                  <a:rPr kumimoji="0" lang="en-US" sz="1800" b="0" i="0" u="none" strike="noStrike" kern="1200" cap="none" spc="0" normalizeH="0" baseline="0" noProof="0" dirty="0">
                    <a:ln>
                      <a:noFill/>
                    </a:ln>
                    <a:solidFill>
                      <a:srgbClr val="0000A8"/>
                    </a:solidFill>
                    <a:effectLst/>
                    <a:uLnTx/>
                    <a:uFillTx/>
                    <a:latin typeface="Calibri" panose="020F0502020204030204"/>
                    <a:ea typeface="+mn-ea"/>
                    <a:cs typeface="+mn-cs"/>
                  </a:rPr>
                  <a:t>A</a:t>
                </a:r>
              </a:p>
            </p:txBody>
          </p:sp>
          <p:cxnSp>
            <p:nvCxnSpPr>
              <p:cNvPr id="8" name="Straight Connector 7">
                <a:extLst>
                  <a:ext uri="{FF2B5EF4-FFF2-40B4-BE49-F238E27FC236}">
                    <a16:creationId xmlns:a16="http://schemas.microsoft.com/office/drawing/2014/main" id="{97ADA725-CF65-9446-A6E5-99769F3E8580}"/>
                  </a:ext>
                </a:extLst>
              </p:cNvPr>
              <p:cNvCxnSpPr>
                <a:cxnSpLocks/>
              </p:cNvCxnSpPr>
              <p:nvPr/>
            </p:nvCxnSpPr>
            <p:spPr>
              <a:xfrm>
                <a:off x="437324" y="3173896"/>
                <a:ext cx="318052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53" name="TextBox 52">
                <a:extLst>
                  <a:ext uri="{FF2B5EF4-FFF2-40B4-BE49-F238E27FC236}">
                    <a16:creationId xmlns:a16="http://schemas.microsoft.com/office/drawing/2014/main" id="{AD1A36C2-C660-CC48-A801-8B13046993C8}"/>
                  </a:ext>
                </a:extLst>
              </p:cNvPr>
              <p:cNvSpPr txBox="1"/>
              <p:nvPr/>
            </p:nvSpPr>
            <p:spPr>
              <a:xfrm>
                <a:off x="404194" y="2829339"/>
                <a:ext cx="934277"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IP addr</a:t>
                </a:r>
              </a:p>
            </p:txBody>
          </p:sp>
          <p:sp>
            <p:nvSpPr>
              <p:cNvPr id="62" name="TextBox 61">
                <a:extLst>
                  <a:ext uri="{FF2B5EF4-FFF2-40B4-BE49-F238E27FC236}">
                    <a16:creationId xmlns:a16="http://schemas.microsoft.com/office/drawing/2014/main" id="{39275495-9FB2-BE4E-99AA-073302DC06EF}"/>
                  </a:ext>
                </a:extLst>
              </p:cNvPr>
              <p:cNvSpPr txBox="1"/>
              <p:nvPr/>
            </p:nvSpPr>
            <p:spPr>
              <a:xfrm>
                <a:off x="1616766" y="2849217"/>
                <a:ext cx="1166189"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MAC addr</a:t>
                </a:r>
              </a:p>
            </p:txBody>
          </p:sp>
          <p:cxnSp>
            <p:nvCxnSpPr>
              <p:cNvPr id="13" name="Straight Connector 12">
                <a:extLst>
                  <a:ext uri="{FF2B5EF4-FFF2-40B4-BE49-F238E27FC236}">
                    <a16:creationId xmlns:a16="http://schemas.microsoft.com/office/drawing/2014/main" id="{8C873D52-0E3A-984E-872F-2E5F1E49C4BD}"/>
                  </a:ext>
                </a:extLst>
              </p:cNvPr>
              <p:cNvCxnSpPr>
                <a:cxnSpLocks/>
              </p:cNvCxnSpPr>
              <p:nvPr/>
            </p:nvCxnSpPr>
            <p:spPr>
              <a:xfrm>
                <a:off x="1325218" y="2849218"/>
                <a:ext cx="0" cy="10633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0F3D9DE6-1B37-F249-9BD4-104B41CEFDAE}"/>
                  </a:ext>
                </a:extLst>
              </p:cNvPr>
              <p:cNvCxnSpPr>
                <a:cxnSpLocks/>
              </p:cNvCxnSpPr>
              <p:nvPr/>
            </p:nvCxnSpPr>
            <p:spPr>
              <a:xfrm>
                <a:off x="3240152" y="2848944"/>
                <a:ext cx="0" cy="10604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2" name="TextBox 71">
                <a:extLst>
                  <a:ext uri="{FF2B5EF4-FFF2-40B4-BE49-F238E27FC236}">
                    <a16:creationId xmlns:a16="http://schemas.microsoft.com/office/drawing/2014/main" id="{8971A2F5-ACB5-294E-8846-0F74DE6EB747}"/>
                  </a:ext>
                </a:extLst>
              </p:cNvPr>
              <p:cNvSpPr txBox="1"/>
              <p:nvPr/>
            </p:nvSpPr>
            <p:spPr>
              <a:xfrm>
                <a:off x="3074505" y="2855842"/>
                <a:ext cx="70899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TTL</a:t>
                </a:r>
              </a:p>
            </p:txBody>
          </p:sp>
        </p:grpSp>
      </p:grpSp>
      <p:sp>
        <p:nvSpPr>
          <p:cNvPr id="68" name="Rectangle 3">
            <a:extLst>
              <a:ext uri="{FF2B5EF4-FFF2-40B4-BE49-F238E27FC236}">
                <a16:creationId xmlns:a16="http://schemas.microsoft.com/office/drawing/2014/main" id="{3E190205-EEDA-4A4B-922E-882CB0024C81}"/>
              </a:ext>
            </a:extLst>
          </p:cNvPr>
          <p:cNvSpPr txBox="1">
            <a:spLocks noChangeArrowheads="1"/>
          </p:cNvSpPr>
          <p:nvPr/>
        </p:nvSpPr>
        <p:spPr>
          <a:xfrm>
            <a:off x="1049752" y="1211677"/>
            <a:ext cx="10068822" cy="946907"/>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
                <a:srgbClr val="0000A3"/>
              </a:buClr>
              <a:buSzTx/>
              <a:buFont typeface="Wingdings" pitchFamily="2" charset="2"/>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example: A wants to send datagram to B</a:t>
            </a:r>
          </a:p>
          <a:p>
            <a:pPr marL="352425" marR="0" lvl="1" indent="-234950"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B</a:t>
            </a:r>
            <a:r>
              <a:rPr kumimoji="0" lang="ja-JP" altLang="en-US" sz="2000" b="0" i="0" u="none" strike="noStrike" kern="1200" cap="none" spc="0" normalizeH="0" baseline="0" noProof="0">
                <a:ln>
                  <a:noFill/>
                </a:ln>
                <a:solidFill>
                  <a:prstClr val="black"/>
                </a:solidFill>
                <a:effectLst/>
                <a:uLnTx/>
                <a:uFillTx/>
                <a:latin typeface="Calibri" panose="020F0502020204030204"/>
                <a:ea typeface="游ゴシック" panose="020B0400000000000000" pitchFamily="34" charset="-128"/>
                <a:cs typeface="+mn-cs"/>
              </a:rPr>
              <a:t>’</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s MAC address not in A</a:t>
            </a:r>
            <a:r>
              <a:rPr kumimoji="0" lang="en-US" altLang="ja-JP" sz="2000" b="0" i="0" u="none" strike="noStrike" kern="1200" cap="none" spc="0" normalizeH="0" baseline="0" noProof="0" dirty="0">
                <a:ln>
                  <a:noFill/>
                </a:ln>
                <a:solidFill>
                  <a:prstClr val="black"/>
                </a:solidFill>
                <a:effectLst/>
                <a:uLnTx/>
                <a:uFillTx/>
                <a:latin typeface="Calibri" panose="020F0502020204030204"/>
                <a:ea typeface="游ゴシック" panose="020B0400000000000000" pitchFamily="34" charset="-128"/>
                <a:cs typeface="+mn-cs"/>
              </a:rPr>
              <a:t>’</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s ARP table, so A uses ARP to find B’s MAC address</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24" name="Group 23">
            <a:extLst>
              <a:ext uri="{FF2B5EF4-FFF2-40B4-BE49-F238E27FC236}">
                <a16:creationId xmlns:a16="http://schemas.microsoft.com/office/drawing/2014/main" id="{013DE118-29AE-1147-9673-7A7F3BEC6EF7}"/>
              </a:ext>
            </a:extLst>
          </p:cNvPr>
          <p:cNvGrpSpPr/>
          <p:nvPr/>
        </p:nvGrpSpPr>
        <p:grpSpPr>
          <a:xfrm>
            <a:off x="1144656" y="5342636"/>
            <a:ext cx="4222474" cy="769441"/>
            <a:chOff x="689113" y="2308977"/>
            <a:chExt cx="4222474" cy="769441"/>
          </a:xfrm>
        </p:grpSpPr>
        <p:sp>
          <p:nvSpPr>
            <p:cNvPr id="18" name="TextBox 17">
              <a:extLst>
                <a:ext uri="{FF2B5EF4-FFF2-40B4-BE49-F238E27FC236}">
                  <a16:creationId xmlns:a16="http://schemas.microsoft.com/office/drawing/2014/main" id="{7230726C-A09E-6C44-A2D0-4B4AC64FB4B2}"/>
                </a:ext>
              </a:extLst>
            </p:cNvPr>
            <p:cNvSpPr txBox="1"/>
            <p:nvPr/>
          </p:nvSpPr>
          <p:spPr>
            <a:xfrm>
              <a:off x="1007166" y="2308977"/>
              <a:ext cx="3904421" cy="769441"/>
            </a:xfrm>
            <a:prstGeom prst="rect">
              <a:avLst/>
            </a:prstGeom>
            <a:noFill/>
          </p:spPr>
          <p:txBody>
            <a:bodyPr wrap="square" rtlCol="0">
              <a:spAutoFit/>
            </a:bodyPr>
            <a:lstStyle/>
            <a:p>
              <a:pPr marL="23495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0000A8"/>
                  </a:solidFill>
                  <a:effectLst/>
                  <a:uLnTx/>
                  <a:uFillTx/>
                  <a:latin typeface="Calibri" panose="020F0502020204030204"/>
                  <a:ea typeface="+mn-ea"/>
                  <a:cs typeface="+mn-cs"/>
                </a:rPr>
                <a:t>A</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receives B’s reply, adds B entry into its local ARP table</a:t>
              </a:r>
            </a:p>
          </p:txBody>
        </p:sp>
        <p:grpSp>
          <p:nvGrpSpPr>
            <p:cNvPr id="23" name="Group 22">
              <a:extLst>
                <a:ext uri="{FF2B5EF4-FFF2-40B4-BE49-F238E27FC236}">
                  <a16:creationId xmlns:a16="http://schemas.microsoft.com/office/drawing/2014/main" id="{E4C3EBDD-DD28-4A4F-803C-BE09994DBBCE}"/>
                </a:ext>
              </a:extLst>
            </p:cNvPr>
            <p:cNvGrpSpPr/>
            <p:nvPr/>
          </p:nvGrpSpPr>
          <p:grpSpPr>
            <a:xfrm>
              <a:off x="689113" y="2438399"/>
              <a:ext cx="410817" cy="461665"/>
              <a:chOff x="2292626" y="5618921"/>
              <a:chExt cx="410817" cy="461665"/>
            </a:xfrm>
          </p:grpSpPr>
          <p:sp>
            <p:nvSpPr>
              <p:cNvPr id="21" name="Oval 20">
                <a:extLst>
                  <a:ext uri="{FF2B5EF4-FFF2-40B4-BE49-F238E27FC236}">
                    <a16:creationId xmlns:a16="http://schemas.microsoft.com/office/drawing/2014/main" id="{081A63FD-6640-2C4D-94F4-10E452F85558}"/>
                  </a:ext>
                </a:extLst>
              </p:cNvPr>
              <p:cNvSpPr/>
              <p:nvPr/>
            </p:nvSpPr>
            <p:spPr>
              <a:xfrm>
                <a:off x="2292626" y="5645426"/>
                <a:ext cx="410817" cy="410817"/>
              </a:xfrm>
              <a:prstGeom prst="ellipse">
                <a:avLst/>
              </a:prstGeom>
              <a:solidFill>
                <a:schemeClr val="bg1"/>
              </a:solidFill>
              <a:ln w="25400">
                <a:solidFill>
                  <a:srgbClr val="0000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2" name="TextBox 21">
                <a:extLst>
                  <a:ext uri="{FF2B5EF4-FFF2-40B4-BE49-F238E27FC236}">
                    <a16:creationId xmlns:a16="http://schemas.microsoft.com/office/drawing/2014/main" id="{887B0C99-1512-F84B-A71F-D0B8F31B18C6}"/>
                  </a:ext>
                </a:extLst>
              </p:cNvPr>
              <p:cNvSpPr txBox="1"/>
              <p:nvPr/>
            </p:nvSpPr>
            <p:spPr>
              <a:xfrm>
                <a:off x="2319130" y="5618921"/>
                <a:ext cx="340158"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3</a:t>
                </a:r>
              </a:p>
            </p:txBody>
          </p:sp>
        </p:grpSp>
      </p:grpSp>
      <p:grpSp>
        <p:nvGrpSpPr>
          <p:cNvPr id="4" name="Group 3">
            <a:extLst>
              <a:ext uri="{FF2B5EF4-FFF2-40B4-BE49-F238E27FC236}">
                <a16:creationId xmlns:a16="http://schemas.microsoft.com/office/drawing/2014/main" id="{5DE12D9A-FE4D-0A48-A641-DB2148309CA9}"/>
              </a:ext>
            </a:extLst>
          </p:cNvPr>
          <p:cNvGrpSpPr/>
          <p:nvPr/>
        </p:nvGrpSpPr>
        <p:grpSpPr>
          <a:xfrm>
            <a:off x="5367131" y="3970949"/>
            <a:ext cx="1637539" cy="741718"/>
            <a:chOff x="5367131" y="3866019"/>
            <a:chExt cx="1637539" cy="741718"/>
          </a:xfrm>
        </p:grpSpPr>
        <p:sp>
          <p:nvSpPr>
            <p:cNvPr id="35" name="Right Arrow 34">
              <a:extLst>
                <a:ext uri="{FF2B5EF4-FFF2-40B4-BE49-F238E27FC236}">
                  <a16:creationId xmlns:a16="http://schemas.microsoft.com/office/drawing/2014/main" id="{8E8C1703-14D3-ED45-A5E7-3C816D2C6A36}"/>
                </a:ext>
              </a:extLst>
            </p:cNvPr>
            <p:cNvSpPr/>
            <p:nvPr/>
          </p:nvSpPr>
          <p:spPr>
            <a:xfrm rot="10800000">
              <a:off x="5367131" y="4187685"/>
              <a:ext cx="1060173" cy="172279"/>
            </a:xfrm>
            <a:prstGeom prst="rightArrow">
              <a:avLst/>
            </a:prstGeom>
            <a:gradFill>
              <a:gsLst>
                <a:gs pos="49500">
                  <a:schemeClr val="accent1">
                    <a:lumMod val="40000"/>
                    <a:lumOff val="60000"/>
                  </a:schemeClr>
                </a:gs>
                <a:gs pos="0">
                  <a:schemeClr val="bg1">
                    <a:alpha val="68000"/>
                  </a:schemeClr>
                </a:gs>
                <a:gs pos="98000">
                  <a:srgbClr val="0000A8"/>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nvGrpSpPr>
            <p:cNvPr id="95" name="Group 201">
              <a:extLst>
                <a:ext uri="{FF2B5EF4-FFF2-40B4-BE49-F238E27FC236}">
                  <a16:creationId xmlns:a16="http://schemas.microsoft.com/office/drawing/2014/main" id="{84F90531-593C-9146-AEE5-BEFEDB4FC6AF}"/>
                </a:ext>
              </a:extLst>
            </p:cNvPr>
            <p:cNvGrpSpPr>
              <a:grpSpLocks/>
            </p:cNvGrpSpPr>
            <p:nvPr/>
          </p:nvGrpSpPr>
          <p:grpSpPr bwMode="auto">
            <a:xfrm>
              <a:off x="6417064" y="3866019"/>
              <a:ext cx="587606" cy="741718"/>
              <a:chOff x="375561" y="297711"/>
              <a:chExt cx="1252683" cy="2138362"/>
            </a:xfrm>
          </p:grpSpPr>
          <p:sp>
            <p:nvSpPr>
              <p:cNvPr id="96" name="Freeform 95">
                <a:extLst>
                  <a:ext uri="{FF2B5EF4-FFF2-40B4-BE49-F238E27FC236}">
                    <a16:creationId xmlns:a16="http://schemas.microsoft.com/office/drawing/2014/main" id="{BB8D2B43-252A-154B-B33F-48E245DE4C33}"/>
                  </a:ext>
                </a:extLst>
              </p:cNvPr>
              <p:cNvSpPr/>
              <p:nvPr/>
            </p:nvSpPr>
            <p:spPr>
              <a:xfrm>
                <a:off x="375561" y="297711"/>
                <a:ext cx="971072" cy="2138362"/>
              </a:xfrm>
              <a:custGeom>
                <a:avLst/>
                <a:gdLst>
                  <a:gd name="connsiteX0" fmla="*/ 0 w 966787"/>
                  <a:gd name="connsiteY0" fmla="*/ 0 h 2138362"/>
                  <a:gd name="connsiteX1" fmla="*/ 0 w 966787"/>
                  <a:gd name="connsiteY1" fmla="*/ 1190625 h 2138362"/>
                  <a:gd name="connsiteX2" fmla="*/ 966787 w 966787"/>
                  <a:gd name="connsiteY2" fmla="*/ 2138362 h 2138362"/>
                  <a:gd name="connsiteX3" fmla="*/ 962025 w 966787"/>
                  <a:gd name="connsiteY3" fmla="*/ 742950 h 2138362"/>
                  <a:gd name="connsiteX4" fmla="*/ 0 w 966787"/>
                  <a:gd name="connsiteY4" fmla="*/ 0 h 21383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66787" h="2138362">
                    <a:moveTo>
                      <a:pt x="0" y="0"/>
                    </a:moveTo>
                    <a:lnTo>
                      <a:pt x="0" y="1190625"/>
                    </a:lnTo>
                    <a:lnTo>
                      <a:pt x="966787" y="2138362"/>
                    </a:lnTo>
                    <a:cubicBezTo>
                      <a:pt x="965200" y="1673225"/>
                      <a:pt x="963612" y="1208087"/>
                      <a:pt x="962025" y="742950"/>
                    </a:cubicBezTo>
                    <a:lnTo>
                      <a:pt x="0" y="0"/>
                    </a:lnTo>
                    <a:close/>
                  </a:path>
                </a:pathLst>
              </a:cu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97" name="Freeform 96">
                <a:extLst>
                  <a:ext uri="{FF2B5EF4-FFF2-40B4-BE49-F238E27FC236}">
                    <a16:creationId xmlns:a16="http://schemas.microsoft.com/office/drawing/2014/main" id="{BCDE178B-CBB7-904E-8D77-3C5E1D8D1367}"/>
                  </a:ext>
                </a:extLst>
              </p:cNvPr>
              <p:cNvSpPr/>
              <p:nvPr/>
            </p:nvSpPr>
            <p:spPr>
              <a:xfrm>
                <a:off x="375561" y="309724"/>
                <a:ext cx="1247826" cy="768849"/>
              </a:xfrm>
              <a:custGeom>
                <a:avLst/>
                <a:gdLst>
                  <a:gd name="connsiteX0" fmla="*/ 0 w 966787"/>
                  <a:gd name="connsiteY0" fmla="*/ 0 h 2138362"/>
                  <a:gd name="connsiteX1" fmla="*/ 0 w 966787"/>
                  <a:gd name="connsiteY1" fmla="*/ 1190625 h 2138362"/>
                  <a:gd name="connsiteX2" fmla="*/ 966787 w 966787"/>
                  <a:gd name="connsiteY2" fmla="*/ 2138362 h 2138362"/>
                  <a:gd name="connsiteX3" fmla="*/ 962025 w 966787"/>
                  <a:gd name="connsiteY3" fmla="*/ 742950 h 2138362"/>
                  <a:gd name="connsiteX4" fmla="*/ 0 w 966787"/>
                  <a:gd name="connsiteY4" fmla="*/ 0 h 2138362"/>
                  <a:gd name="connsiteX0" fmla="*/ 928688 w 1895475"/>
                  <a:gd name="connsiteY0" fmla="*/ 0 h 2138362"/>
                  <a:gd name="connsiteX1" fmla="*/ 0 w 1895475"/>
                  <a:gd name="connsiteY1" fmla="*/ 461963 h 2138362"/>
                  <a:gd name="connsiteX2" fmla="*/ 1895475 w 1895475"/>
                  <a:gd name="connsiteY2" fmla="*/ 2138362 h 2138362"/>
                  <a:gd name="connsiteX3" fmla="*/ 1890713 w 1895475"/>
                  <a:gd name="connsiteY3" fmla="*/ 742950 h 2138362"/>
                  <a:gd name="connsiteX4" fmla="*/ 928688 w 1895475"/>
                  <a:gd name="connsiteY4" fmla="*/ 0 h 2138362"/>
                  <a:gd name="connsiteX0" fmla="*/ 247650 w 1895475"/>
                  <a:gd name="connsiteY0" fmla="*/ 0 h 1738312"/>
                  <a:gd name="connsiteX1" fmla="*/ 0 w 1895475"/>
                  <a:gd name="connsiteY1" fmla="*/ 61913 h 1738312"/>
                  <a:gd name="connsiteX2" fmla="*/ 1895475 w 1895475"/>
                  <a:gd name="connsiteY2" fmla="*/ 1738312 h 1738312"/>
                  <a:gd name="connsiteX3" fmla="*/ 1890713 w 1895475"/>
                  <a:gd name="connsiteY3" fmla="*/ 342900 h 1738312"/>
                  <a:gd name="connsiteX4" fmla="*/ 247650 w 1895475"/>
                  <a:gd name="connsiteY4" fmla="*/ 0 h 1738312"/>
                  <a:gd name="connsiteX0" fmla="*/ 247650 w 1895475"/>
                  <a:gd name="connsiteY0" fmla="*/ 0 h 1738312"/>
                  <a:gd name="connsiteX1" fmla="*/ 0 w 1895475"/>
                  <a:gd name="connsiteY1" fmla="*/ 61913 h 1738312"/>
                  <a:gd name="connsiteX2" fmla="*/ 1895475 w 1895475"/>
                  <a:gd name="connsiteY2" fmla="*/ 1738312 h 1738312"/>
                  <a:gd name="connsiteX3" fmla="*/ 1143000 w 1895475"/>
                  <a:gd name="connsiteY3" fmla="*/ 776288 h 1738312"/>
                  <a:gd name="connsiteX4" fmla="*/ 247650 w 1895475"/>
                  <a:gd name="connsiteY4" fmla="*/ 0 h 1738312"/>
                  <a:gd name="connsiteX0" fmla="*/ 247650 w 1895475"/>
                  <a:gd name="connsiteY0" fmla="*/ 0 h 1738312"/>
                  <a:gd name="connsiteX1" fmla="*/ 0 w 1895475"/>
                  <a:gd name="connsiteY1" fmla="*/ 61913 h 1738312"/>
                  <a:gd name="connsiteX2" fmla="*/ 1895475 w 1895475"/>
                  <a:gd name="connsiteY2" fmla="*/ 1738312 h 1738312"/>
                  <a:gd name="connsiteX3" fmla="*/ 1143000 w 1895475"/>
                  <a:gd name="connsiteY3" fmla="*/ 776288 h 1738312"/>
                  <a:gd name="connsiteX4" fmla="*/ 247650 w 1895475"/>
                  <a:gd name="connsiteY4" fmla="*/ 0 h 1738312"/>
                  <a:gd name="connsiteX0" fmla="*/ 247650 w 1895475"/>
                  <a:gd name="connsiteY0" fmla="*/ 0 h 1738312"/>
                  <a:gd name="connsiteX1" fmla="*/ 0 w 1895475"/>
                  <a:gd name="connsiteY1" fmla="*/ 61913 h 1738312"/>
                  <a:gd name="connsiteX2" fmla="*/ 1895475 w 1895475"/>
                  <a:gd name="connsiteY2" fmla="*/ 1738312 h 1738312"/>
                  <a:gd name="connsiteX3" fmla="*/ 1238250 w 1895475"/>
                  <a:gd name="connsiteY3" fmla="*/ 814388 h 1738312"/>
                  <a:gd name="connsiteX4" fmla="*/ 247650 w 1895475"/>
                  <a:gd name="connsiteY4" fmla="*/ 0 h 1738312"/>
                  <a:gd name="connsiteX0" fmla="*/ 247650 w 1895475"/>
                  <a:gd name="connsiteY0" fmla="*/ 0 h 1738312"/>
                  <a:gd name="connsiteX1" fmla="*/ 0 w 1895475"/>
                  <a:gd name="connsiteY1" fmla="*/ 61913 h 1738312"/>
                  <a:gd name="connsiteX2" fmla="*/ 1895475 w 1895475"/>
                  <a:gd name="connsiteY2" fmla="*/ 1738312 h 1738312"/>
                  <a:gd name="connsiteX3" fmla="*/ 1238250 w 1895475"/>
                  <a:gd name="connsiteY3" fmla="*/ 814388 h 1738312"/>
                  <a:gd name="connsiteX4" fmla="*/ 247650 w 1895475"/>
                  <a:gd name="connsiteY4" fmla="*/ 0 h 1738312"/>
                  <a:gd name="connsiteX0" fmla="*/ 247650 w 1238250"/>
                  <a:gd name="connsiteY0" fmla="*/ 0 h 862012"/>
                  <a:gd name="connsiteX1" fmla="*/ 0 w 1238250"/>
                  <a:gd name="connsiteY1" fmla="*/ 61913 h 862012"/>
                  <a:gd name="connsiteX2" fmla="*/ 947738 w 1238250"/>
                  <a:gd name="connsiteY2" fmla="*/ 862012 h 862012"/>
                  <a:gd name="connsiteX3" fmla="*/ 1238250 w 1238250"/>
                  <a:gd name="connsiteY3" fmla="*/ 814388 h 862012"/>
                  <a:gd name="connsiteX4" fmla="*/ 247650 w 1238250"/>
                  <a:gd name="connsiteY4" fmla="*/ 0 h 862012"/>
                  <a:gd name="connsiteX0" fmla="*/ 247650 w 1238250"/>
                  <a:gd name="connsiteY0" fmla="*/ 0 h 823912"/>
                  <a:gd name="connsiteX1" fmla="*/ 0 w 1238250"/>
                  <a:gd name="connsiteY1" fmla="*/ 61913 h 823912"/>
                  <a:gd name="connsiteX2" fmla="*/ 952500 w 1238250"/>
                  <a:gd name="connsiteY2" fmla="*/ 823912 h 823912"/>
                  <a:gd name="connsiteX3" fmla="*/ 1238250 w 1238250"/>
                  <a:gd name="connsiteY3" fmla="*/ 814388 h 823912"/>
                  <a:gd name="connsiteX4" fmla="*/ 247650 w 1238250"/>
                  <a:gd name="connsiteY4" fmla="*/ 0 h 823912"/>
                  <a:gd name="connsiteX0" fmla="*/ 247650 w 1238250"/>
                  <a:gd name="connsiteY0" fmla="*/ 0 h 823912"/>
                  <a:gd name="connsiteX1" fmla="*/ 0 w 1238250"/>
                  <a:gd name="connsiteY1" fmla="*/ 61913 h 823912"/>
                  <a:gd name="connsiteX2" fmla="*/ 952500 w 1238250"/>
                  <a:gd name="connsiteY2" fmla="*/ 823912 h 823912"/>
                  <a:gd name="connsiteX3" fmla="*/ 1238250 w 1238250"/>
                  <a:gd name="connsiteY3" fmla="*/ 814388 h 823912"/>
                  <a:gd name="connsiteX4" fmla="*/ 247650 w 1238250"/>
                  <a:gd name="connsiteY4" fmla="*/ 0 h 823912"/>
                  <a:gd name="connsiteX0" fmla="*/ 233363 w 1238250"/>
                  <a:gd name="connsiteY0" fmla="*/ 0 h 766762"/>
                  <a:gd name="connsiteX1" fmla="*/ 0 w 1238250"/>
                  <a:gd name="connsiteY1" fmla="*/ 4763 h 766762"/>
                  <a:gd name="connsiteX2" fmla="*/ 952500 w 1238250"/>
                  <a:gd name="connsiteY2" fmla="*/ 766762 h 766762"/>
                  <a:gd name="connsiteX3" fmla="*/ 1238250 w 1238250"/>
                  <a:gd name="connsiteY3" fmla="*/ 757238 h 766762"/>
                  <a:gd name="connsiteX4" fmla="*/ 233363 w 1238250"/>
                  <a:gd name="connsiteY4" fmla="*/ 0 h 766762"/>
                  <a:gd name="connsiteX0" fmla="*/ 233363 w 1238250"/>
                  <a:gd name="connsiteY0" fmla="*/ 0 h 773376"/>
                  <a:gd name="connsiteX1" fmla="*/ 0 w 1238250"/>
                  <a:gd name="connsiteY1" fmla="*/ 4763 h 773376"/>
                  <a:gd name="connsiteX2" fmla="*/ 952500 w 1238250"/>
                  <a:gd name="connsiteY2" fmla="*/ 766762 h 773376"/>
                  <a:gd name="connsiteX3" fmla="*/ 1238250 w 1238250"/>
                  <a:gd name="connsiteY3" fmla="*/ 771525 h 773376"/>
                  <a:gd name="connsiteX4" fmla="*/ 233363 w 1238250"/>
                  <a:gd name="connsiteY4" fmla="*/ 0 h 773376"/>
                  <a:gd name="connsiteX0" fmla="*/ 233363 w 1238250"/>
                  <a:gd name="connsiteY0" fmla="*/ 0 h 766762"/>
                  <a:gd name="connsiteX1" fmla="*/ 0 w 1238250"/>
                  <a:gd name="connsiteY1" fmla="*/ 4763 h 766762"/>
                  <a:gd name="connsiteX2" fmla="*/ 952500 w 1238250"/>
                  <a:gd name="connsiteY2" fmla="*/ 766762 h 766762"/>
                  <a:gd name="connsiteX3" fmla="*/ 1238250 w 1238250"/>
                  <a:gd name="connsiteY3" fmla="*/ 757236 h 766762"/>
                  <a:gd name="connsiteX4" fmla="*/ 233363 w 1238250"/>
                  <a:gd name="connsiteY4" fmla="*/ 0 h 766762"/>
                  <a:gd name="connsiteX0" fmla="*/ 233363 w 1238250"/>
                  <a:gd name="connsiteY0" fmla="*/ 0 h 773375"/>
                  <a:gd name="connsiteX1" fmla="*/ 0 w 1238250"/>
                  <a:gd name="connsiteY1" fmla="*/ 4763 h 773375"/>
                  <a:gd name="connsiteX2" fmla="*/ 952500 w 1238250"/>
                  <a:gd name="connsiteY2" fmla="*/ 766762 h 773375"/>
                  <a:gd name="connsiteX3" fmla="*/ 1238250 w 1238250"/>
                  <a:gd name="connsiteY3" fmla="*/ 771523 h 773375"/>
                  <a:gd name="connsiteX4" fmla="*/ 233363 w 1238250"/>
                  <a:gd name="connsiteY4" fmla="*/ 0 h 773375"/>
                  <a:gd name="connsiteX0" fmla="*/ 233363 w 1238250"/>
                  <a:gd name="connsiteY0" fmla="*/ 0 h 771523"/>
                  <a:gd name="connsiteX1" fmla="*/ 0 w 1238250"/>
                  <a:gd name="connsiteY1" fmla="*/ 4763 h 771523"/>
                  <a:gd name="connsiteX2" fmla="*/ 952500 w 1238250"/>
                  <a:gd name="connsiteY2" fmla="*/ 766762 h 771523"/>
                  <a:gd name="connsiteX3" fmla="*/ 1238250 w 1238250"/>
                  <a:gd name="connsiteY3" fmla="*/ 771523 h 771523"/>
                  <a:gd name="connsiteX4" fmla="*/ 233363 w 1238250"/>
                  <a:gd name="connsiteY4" fmla="*/ 0 h 771523"/>
                  <a:gd name="connsiteX0" fmla="*/ 233363 w 1238250"/>
                  <a:gd name="connsiteY0" fmla="*/ 0 h 771523"/>
                  <a:gd name="connsiteX1" fmla="*/ 0 w 1238250"/>
                  <a:gd name="connsiteY1" fmla="*/ 23466 h 771523"/>
                  <a:gd name="connsiteX2" fmla="*/ 952500 w 1238250"/>
                  <a:gd name="connsiteY2" fmla="*/ 766762 h 771523"/>
                  <a:gd name="connsiteX3" fmla="*/ 1238250 w 1238250"/>
                  <a:gd name="connsiteY3" fmla="*/ 771523 h 771523"/>
                  <a:gd name="connsiteX4" fmla="*/ 233363 w 1238250"/>
                  <a:gd name="connsiteY4" fmla="*/ 0 h 771523"/>
                  <a:gd name="connsiteX0" fmla="*/ 233363 w 1238250"/>
                  <a:gd name="connsiteY0" fmla="*/ 0 h 757496"/>
                  <a:gd name="connsiteX1" fmla="*/ 0 w 1238250"/>
                  <a:gd name="connsiteY1" fmla="*/ 9439 h 757496"/>
                  <a:gd name="connsiteX2" fmla="*/ 952500 w 1238250"/>
                  <a:gd name="connsiteY2" fmla="*/ 752735 h 757496"/>
                  <a:gd name="connsiteX3" fmla="*/ 1238250 w 1238250"/>
                  <a:gd name="connsiteY3" fmla="*/ 757496 h 757496"/>
                  <a:gd name="connsiteX4" fmla="*/ 233363 w 1238250"/>
                  <a:gd name="connsiteY4" fmla="*/ 0 h 757496"/>
                  <a:gd name="connsiteX0" fmla="*/ 233363 w 1238250"/>
                  <a:gd name="connsiteY0" fmla="*/ 0 h 757496"/>
                  <a:gd name="connsiteX1" fmla="*/ 0 w 1238250"/>
                  <a:gd name="connsiteY1" fmla="*/ 9439 h 757496"/>
                  <a:gd name="connsiteX2" fmla="*/ 952500 w 1238250"/>
                  <a:gd name="connsiteY2" fmla="*/ 752735 h 757496"/>
                  <a:gd name="connsiteX3" fmla="*/ 1238250 w 1238250"/>
                  <a:gd name="connsiteY3" fmla="*/ 757496 h 757496"/>
                  <a:gd name="connsiteX4" fmla="*/ 233363 w 1238250"/>
                  <a:gd name="connsiteY4" fmla="*/ 0 h 757496"/>
                  <a:gd name="connsiteX0" fmla="*/ 243561 w 1248448"/>
                  <a:gd name="connsiteY0" fmla="*/ 573 h 758069"/>
                  <a:gd name="connsiteX1" fmla="*/ 0 w 1248448"/>
                  <a:gd name="connsiteY1" fmla="*/ 0 h 758069"/>
                  <a:gd name="connsiteX2" fmla="*/ 962698 w 1248448"/>
                  <a:gd name="connsiteY2" fmla="*/ 753308 h 758069"/>
                  <a:gd name="connsiteX3" fmla="*/ 1248448 w 1248448"/>
                  <a:gd name="connsiteY3" fmla="*/ 758069 h 758069"/>
                  <a:gd name="connsiteX4" fmla="*/ 243561 w 1248448"/>
                  <a:gd name="connsiteY4" fmla="*/ 573 h 758069"/>
                  <a:gd name="connsiteX0" fmla="*/ 243561 w 1248448"/>
                  <a:gd name="connsiteY0" fmla="*/ 573 h 758069"/>
                  <a:gd name="connsiteX1" fmla="*/ 0 w 1248448"/>
                  <a:gd name="connsiteY1" fmla="*/ 0 h 758069"/>
                  <a:gd name="connsiteX2" fmla="*/ 962698 w 1248448"/>
                  <a:gd name="connsiteY2" fmla="*/ 753308 h 758069"/>
                  <a:gd name="connsiteX3" fmla="*/ 1248448 w 1248448"/>
                  <a:gd name="connsiteY3" fmla="*/ 758069 h 758069"/>
                  <a:gd name="connsiteX4" fmla="*/ 243561 w 1248448"/>
                  <a:gd name="connsiteY4" fmla="*/ 573 h 7580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8448" h="758069">
                    <a:moveTo>
                      <a:pt x="243561" y="573"/>
                    </a:moveTo>
                    <a:cubicBezTo>
                      <a:pt x="162374" y="382"/>
                      <a:pt x="235530" y="6639"/>
                      <a:pt x="0" y="0"/>
                    </a:cubicBezTo>
                    <a:lnTo>
                      <a:pt x="962698" y="753308"/>
                    </a:lnTo>
                    <a:cubicBezTo>
                      <a:pt x="1114838" y="758721"/>
                      <a:pt x="1045247" y="751718"/>
                      <a:pt x="1248448" y="758069"/>
                    </a:cubicBezTo>
                    <a:lnTo>
                      <a:pt x="243561" y="573"/>
                    </a:lnTo>
                    <a:close/>
                  </a:path>
                </a:pathLst>
              </a:custGeom>
              <a:solidFill>
                <a:srgbClr val="0099C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98" name="Rectangle 97">
                <a:extLst>
                  <a:ext uri="{FF2B5EF4-FFF2-40B4-BE49-F238E27FC236}">
                    <a16:creationId xmlns:a16="http://schemas.microsoft.com/office/drawing/2014/main" id="{B5F298EC-5C7C-804F-B1E9-F0A0E4E57C02}"/>
                  </a:ext>
                </a:extLst>
              </p:cNvPr>
              <p:cNvSpPr/>
              <p:nvPr/>
            </p:nvSpPr>
            <p:spPr>
              <a:xfrm>
                <a:off x="1332065" y="1066560"/>
                <a:ext cx="296179" cy="1363508"/>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ＭＳ Ｐゴシック" charset="0"/>
                  <a:cs typeface="ＭＳ Ｐゴシック" charset="0"/>
                </a:endParaRPr>
              </a:p>
            </p:txBody>
          </p:sp>
        </p:grpSp>
      </p:grpSp>
      <p:grpSp>
        <p:nvGrpSpPr>
          <p:cNvPr id="7" name="Group 6">
            <a:extLst>
              <a:ext uri="{FF2B5EF4-FFF2-40B4-BE49-F238E27FC236}">
                <a16:creationId xmlns:a16="http://schemas.microsoft.com/office/drawing/2014/main" id="{45F39055-4138-5345-8C30-F70330025618}"/>
              </a:ext>
            </a:extLst>
          </p:cNvPr>
          <p:cNvGrpSpPr/>
          <p:nvPr/>
        </p:nvGrpSpPr>
        <p:grpSpPr>
          <a:xfrm>
            <a:off x="1217886" y="3923211"/>
            <a:ext cx="3224987" cy="523220"/>
            <a:chOff x="1217886" y="3818281"/>
            <a:chExt cx="3224987" cy="523220"/>
          </a:xfrm>
        </p:grpSpPr>
        <p:sp>
          <p:nvSpPr>
            <p:cNvPr id="73" name="Text Box 36">
              <a:extLst>
                <a:ext uri="{FF2B5EF4-FFF2-40B4-BE49-F238E27FC236}">
                  <a16:creationId xmlns:a16="http://schemas.microsoft.com/office/drawing/2014/main" id="{1DADF13F-2D2F-5443-842A-4A233EADB7E1}"/>
                </a:ext>
              </a:extLst>
            </p:cNvPr>
            <p:cNvSpPr txBox="1">
              <a:spLocks noChangeArrowheads="1"/>
            </p:cNvSpPr>
            <p:nvPr/>
          </p:nvSpPr>
          <p:spPr bwMode="auto">
            <a:xfrm>
              <a:off x="1217886" y="3818281"/>
              <a:ext cx="880369" cy="52322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Arial" charset="0"/>
                  <a:ea typeface="ＭＳ Ｐゴシック" charset="0"/>
                  <a:cs typeface="+mn-cs"/>
                </a:rPr>
                <a:t>137.196.</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Arial" charset="0"/>
                  <a:ea typeface="ＭＳ Ｐゴシック" charset="0"/>
                  <a:cs typeface="+mn-cs"/>
                </a:rPr>
                <a:t>       7.14</a:t>
              </a:r>
            </a:p>
          </p:txBody>
        </p:sp>
        <p:sp>
          <p:nvSpPr>
            <p:cNvPr id="77" name="Text Box 27">
              <a:extLst>
                <a:ext uri="{FF2B5EF4-FFF2-40B4-BE49-F238E27FC236}">
                  <a16:creationId xmlns:a16="http://schemas.microsoft.com/office/drawing/2014/main" id="{82505451-0901-AA46-96C0-FED04AABFA3D}"/>
                </a:ext>
              </a:extLst>
            </p:cNvPr>
            <p:cNvSpPr txBox="1">
              <a:spLocks noChangeArrowheads="1"/>
            </p:cNvSpPr>
            <p:nvPr/>
          </p:nvSpPr>
          <p:spPr bwMode="auto">
            <a:xfrm>
              <a:off x="2217388" y="3897795"/>
              <a:ext cx="1739900" cy="3048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Arial" charset="0"/>
                  <a:ea typeface="ＭＳ Ｐゴシック" charset="0"/>
                  <a:cs typeface="+mn-cs"/>
                </a:rPr>
                <a:t>58-23-D7-FA-20-B0</a:t>
              </a:r>
            </a:p>
          </p:txBody>
        </p:sp>
        <p:sp>
          <p:nvSpPr>
            <p:cNvPr id="78" name="Text Box 27">
              <a:extLst>
                <a:ext uri="{FF2B5EF4-FFF2-40B4-BE49-F238E27FC236}">
                  <a16:creationId xmlns:a16="http://schemas.microsoft.com/office/drawing/2014/main" id="{ED5A362E-E35A-6241-9A98-218C81894567}"/>
                </a:ext>
              </a:extLst>
            </p:cNvPr>
            <p:cNvSpPr txBox="1">
              <a:spLocks noChangeArrowheads="1"/>
            </p:cNvSpPr>
            <p:nvPr/>
          </p:nvSpPr>
          <p:spPr bwMode="auto">
            <a:xfrm>
              <a:off x="3960049" y="3891169"/>
              <a:ext cx="482824" cy="30777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Arial" charset="0"/>
                  <a:ea typeface="ＭＳ Ｐゴシック" charset="0"/>
                  <a:cs typeface="+mn-cs"/>
                </a:rPr>
                <a:t>500</a:t>
              </a:r>
            </a:p>
          </p:txBody>
        </p:sp>
      </p:grpSp>
    </p:spTree>
    <p:extLst>
      <p:ext uri="{BB962C8B-B14F-4D97-AF65-F5344CB8AC3E}">
        <p14:creationId xmlns:p14="http://schemas.microsoft.com/office/powerpoint/2010/main" val="40186674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right)">
                                      <p:cBhvr>
                                        <p:cTn id="7" dur="500"/>
                                        <p:tgtEl>
                                          <p:spTgt spid="4"/>
                                        </p:tgtEl>
                                      </p:cBhvr>
                                    </p:animEffect>
                                  </p:childTnLst>
                                </p:cTn>
                              </p:par>
                            </p:childTnLst>
                          </p:cTn>
                        </p:par>
                        <p:par>
                          <p:cTn id="8" fill="hold">
                            <p:stCondLst>
                              <p:cond delay="500"/>
                            </p:stCondLst>
                            <p:childTnLst>
                              <p:par>
                                <p:cTn id="9" presetID="9" presetClass="entr" presetSubtype="0" fill="hold" nodeType="afterEffect">
                                  <p:stCondLst>
                                    <p:cond delay="0"/>
                                  </p:stCondLst>
                                  <p:childTnLst>
                                    <p:set>
                                      <p:cBhvr>
                                        <p:cTn id="10" dur="1" fill="hold">
                                          <p:stCondLst>
                                            <p:cond delay="0"/>
                                          </p:stCondLst>
                                        </p:cTn>
                                        <p:tgtEl>
                                          <p:spTgt spid="24"/>
                                        </p:tgtEl>
                                        <p:attrNameLst>
                                          <p:attrName>style.visibility</p:attrName>
                                        </p:attrNameLst>
                                      </p:cBhvr>
                                      <p:to>
                                        <p:strVal val="visible"/>
                                      </p:to>
                                    </p:set>
                                    <p:animEffect transition="in" filter="dissolve">
                                      <p:cBhvr>
                                        <p:cTn id="11" dur="500"/>
                                        <p:tgtEl>
                                          <p:spTgt spid="24"/>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dissolve">
                                      <p:cBhvr>
                                        <p:cTn id="16" dur="500"/>
                                        <p:tgtEl>
                                          <p:spTgt spid="7"/>
                                        </p:tgtEl>
                                      </p:cBhvr>
                                    </p:animEffect>
                                  </p:childTnLst>
                                </p:cTn>
                              </p:par>
                              <p:par>
                                <p:cTn id="17" presetID="9" presetClass="exit" presetSubtype="0" fill="hold" nodeType="withEffect">
                                  <p:stCondLst>
                                    <p:cond delay="0"/>
                                  </p:stCondLst>
                                  <p:childTnLst>
                                    <p:animEffect transition="out" filter="dissolve">
                                      <p:cBhvr>
                                        <p:cTn id="18" dur="500"/>
                                        <p:tgtEl>
                                          <p:spTgt spid="4"/>
                                        </p:tgtEl>
                                      </p:cBhvr>
                                    </p:animEffect>
                                    <p:set>
                                      <p:cBhvr>
                                        <p:cTn id="19" dur="1" fill="hold">
                                          <p:stCondLst>
                                            <p:cond delay="499"/>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800100" y="349426"/>
            <a:ext cx="10515600" cy="894622"/>
          </a:xfrm>
        </p:spPr>
        <p:txBody>
          <a:bodyPr>
            <a:normAutofit/>
          </a:bodyPr>
          <a:lstStyle/>
          <a:p>
            <a:r>
              <a:rPr lang="en-US" b="0" kern="0" dirty="0">
                <a:solidFill>
                  <a:srgbClr val="000099"/>
                </a:solidFill>
                <a:latin typeface="+mn-lt"/>
                <a:ea typeface="ＭＳ Ｐゴシック" charset="0"/>
              </a:rPr>
              <a:t>Routing to another subnet: addressing</a:t>
            </a:r>
            <a:endParaRPr lang="en-US" sz="4400" b="0" dirty="0">
              <a:latin typeface="+mn-lt"/>
            </a:endParaRPr>
          </a:p>
        </p:txBody>
      </p:sp>
      <p:sp>
        <p:nvSpPr>
          <p:cNvPr id="439" name="Slide Number Placeholder 4">
            <a:extLst>
              <a:ext uri="{FF2B5EF4-FFF2-40B4-BE49-F238E27FC236}">
                <a16:creationId xmlns:a16="http://schemas.microsoft.com/office/drawing/2014/main" id="{C87F3257-E91D-E144-BA13-B0DD96B23FDC}"/>
              </a:ext>
            </a:extLst>
          </p:cNvPr>
          <p:cNvSpPr>
            <a:spLocks noGrp="1"/>
          </p:cNvSpPr>
          <p:nvPr>
            <p:ph type="sldNum" sz="quarter" idx="4"/>
          </p:nvPr>
        </p:nvSpPr>
        <p:spPr>
          <a:xfrm>
            <a:off x="9219616" y="6443089"/>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rPr>
              <a:t>Link Layer: 6-</a:t>
            </a:r>
            <a:fld id="{C4204591-24BD-A542-B9D5-F8D8A88D2FEE}" type="slidenum">
              <a:rPr kumimoji="0" lang="en-US" sz="1100" b="0" i="0" u="none" strike="noStrike" kern="1200" cap="none" spc="0" normalizeH="0" baseline="0" noProof="0" smtClean="0">
                <a:ln>
                  <a:noFill/>
                </a:ln>
                <a:solidFill>
                  <a:prstClr val="white">
                    <a:lumMod val="50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1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endParaRPr>
          </a:p>
        </p:txBody>
      </p:sp>
      <p:sp>
        <p:nvSpPr>
          <p:cNvPr id="82" name="Rectangle 2">
            <a:extLst>
              <a:ext uri="{FF2B5EF4-FFF2-40B4-BE49-F238E27FC236}">
                <a16:creationId xmlns:a16="http://schemas.microsoft.com/office/drawing/2014/main" id="{75C8B8F2-44A8-AE4D-95ED-0C45E84A2CCD}"/>
              </a:ext>
            </a:extLst>
          </p:cNvPr>
          <p:cNvSpPr txBox="1">
            <a:spLocks noChangeArrowheads="1"/>
          </p:cNvSpPr>
          <p:nvPr/>
        </p:nvSpPr>
        <p:spPr>
          <a:xfrm>
            <a:off x="935519" y="1322317"/>
            <a:ext cx="10831760" cy="1196031"/>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11125" marR="0" lvl="0" indent="-111125" algn="l" defTabSz="914400" rtl="0" eaLnBrk="1" fontAlgn="auto" latinLnBrk="0" hangingPunct="1">
              <a:lnSpc>
                <a:spcPct val="90000"/>
              </a:lnSpc>
              <a:spcBef>
                <a:spcPts val="1000"/>
              </a:spcBef>
              <a:spcAft>
                <a:spcPts val="0"/>
              </a:spcAft>
              <a:buClr>
                <a:srgbClr val="0000A3"/>
              </a:buClr>
              <a:buSzTx/>
              <a:buFont typeface="Wingdings" charset="0"/>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walkthrough</a:t>
            </a:r>
            <a:r>
              <a:rPr kumimoji="0" lang="en-US" sz="2800" b="0" i="0" u="none" strike="noStrike" kern="1200" cap="none" spc="0" normalizeH="0" baseline="0" noProof="0" dirty="0">
                <a:ln>
                  <a:noFill/>
                </a:ln>
                <a:solidFill>
                  <a:srgbClr val="CC0000"/>
                </a:solidFill>
                <a:effectLst/>
                <a:uLnTx/>
                <a:uFillTx/>
                <a:latin typeface="Calibri" panose="020F0502020204030204"/>
                <a:ea typeface="+mn-ea"/>
                <a:cs typeface="+mn-cs"/>
              </a:rPr>
              <a:t>: sending a  datagram from </a:t>
            </a:r>
            <a:r>
              <a:rPr kumimoji="0" lang="en-US" sz="2800" b="0" i="1" u="none" strike="noStrike" kern="1200" cap="none" spc="0" normalizeH="0" baseline="0" noProof="0" dirty="0">
                <a:ln>
                  <a:noFill/>
                </a:ln>
                <a:solidFill>
                  <a:srgbClr val="CC0000"/>
                </a:solidFill>
                <a:effectLst/>
                <a:uLnTx/>
                <a:uFillTx/>
                <a:latin typeface="Calibri" panose="020F0502020204030204"/>
                <a:ea typeface="+mn-ea"/>
                <a:cs typeface="+mn-cs"/>
              </a:rPr>
              <a:t>A</a:t>
            </a:r>
            <a:r>
              <a:rPr kumimoji="0" lang="en-US" sz="2800" b="0" i="0" u="none" strike="noStrike" kern="1200" cap="none" spc="0" normalizeH="0" baseline="0" noProof="0" dirty="0">
                <a:ln>
                  <a:noFill/>
                </a:ln>
                <a:solidFill>
                  <a:srgbClr val="CC0000"/>
                </a:solidFill>
                <a:effectLst/>
                <a:uLnTx/>
                <a:uFillTx/>
                <a:latin typeface="Calibri" panose="020F0502020204030204"/>
                <a:ea typeface="+mn-ea"/>
                <a:cs typeface="+mn-cs"/>
              </a:rPr>
              <a:t> to </a:t>
            </a:r>
            <a:r>
              <a:rPr kumimoji="0" lang="en-US" sz="2800" b="0" i="1" u="none" strike="noStrike" kern="1200" cap="none" spc="0" normalizeH="0" baseline="0" noProof="0" dirty="0">
                <a:ln>
                  <a:noFill/>
                </a:ln>
                <a:solidFill>
                  <a:srgbClr val="CC0000"/>
                </a:solidFill>
                <a:effectLst/>
                <a:uLnTx/>
                <a:uFillTx/>
                <a:latin typeface="Calibri" panose="020F0502020204030204"/>
                <a:ea typeface="+mn-ea"/>
                <a:cs typeface="+mn-cs"/>
              </a:rPr>
              <a:t>B</a:t>
            </a:r>
            <a:r>
              <a:rPr kumimoji="0" lang="en-US" sz="2800" b="0" i="0" u="none" strike="noStrike" kern="1200" cap="none" spc="0" normalizeH="0" baseline="0" noProof="0" dirty="0">
                <a:ln>
                  <a:noFill/>
                </a:ln>
                <a:solidFill>
                  <a:srgbClr val="CC0000"/>
                </a:solidFill>
                <a:effectLst/>
                <a:uLnTx/>
                <a:uFillTx/>
                <a:latin typeface="Calibri" panose="020F0502020204030204"/>
                <a:ea typeface="+mn-ea"/>
                <a:cs typeface="+mn-cs"/>
              </a:rPr>
              <a:t> via </a:t>
            </a:r>
            <a:r>
              <a:rPr kumimoji="0" lang="en-US" sz="2800" b="0" i="1" u="none" strike="noStrike" kern="1200" cap="none" spc="0" normalizeH="0" baseline="0" noProof="0" dirty="0">
                <a:ln>
                  <a:noFill/>
                </a:ln>
                <a:solidFill>
                  <a:srgbClr val="CC0000"/>
                </a:solidFill>
                <a:effectLst/>
                <a:uLnTx/>
                <a:uFillTx/>
                <a:latin typeface="Calibri" panose="020F0502020204030204"/>
                <a:ea typeface="+mn-ea"/>
                <a:cs typeface="+mn-cs"/>
              </a:rPr>
              <a:t>R</a:t>
            </a:r>
          </a:p>
          <a:p>
            <a:pPr marL="457200" marR="0" lvl="1" indent="-225425" algn="l" defTabSz="914400" rtl="0" eaLnBrk="1" fontAlgn="auto" latinLnBrk="0" hangingPunct="1">
              <a:lnSpc>
                <a:spcPct val="90000"/>
              </a:lnSpc>
              <a:spcBef>
                <a:spcPts val="500"/>
              </a:spcBef>
              <a:spcAft>
                <a:spcPts val="0"/>
              </a:spcAft>
              <a:buClr>
                <a:srgbClr val="0000A8"/>
              </a:buClr>
              <a:buSzTx/>
              <a:buFont typeface="Wingdings" charset="2"/>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focus on addressing – at IP (datagram) and MAC layer (frame) levels</a:t>
            </a:r>
          </a:p>
        </p:txBody>
      </p:sp>
      <p:cxnSp>
        <p:nvCxnSpPr>
          <p:cNvPr id="218" name="Straight Connector 217">
            <a:extLst>
              <a:ext uri="{FF2B5EF4-FFF2-40B4-BE49-F238E27FC236}">
                <a16:creationId xmlns:a16="http://schemas.microsoft.com/office/drawing/2014/main" id="{71633948-5785-5849-859F-87310A692F23}"/>
              </a:ext>
            </a:extLst>
          </p:cNvPr>
          <p:cNvCxnSpPr/>
          <p:nvPr/>
        </p:nvCxnSpPr>
        <p:spPr>
          <a:xfrm>
            <a:off x="4293702" y="5340624"/>
            <a:ext cx="3233531"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219" name="Text Box 4">
            <a:extLst>
              <a:ext uri="{FF2B5EF4-FFF2-40B4-BE49-F238E27FC236}">
                <a16:creationId xmlns:a16="http://schemas.microsoft.com/office/drawing/2014/main" id="{7AA3B0EC-8E9C-EA40-807D-C0DCADFC5E9A}"/>
              </a:ext>
            </a:extLst>
          </p:cNvPr>
          <p:cNvSpPr txBox="1">
            <a:spLocks noChangeArrowheads="1"/>
          </p:cNvSpPr>
          <p:nvPr/>
        </p:nvSpPr>
        <p:spPr bwMode="auto">
          <a:xfrm>
            <a:off x="5496545" y="4606786"/>
            <a:ext cx="380232" cy="523220"/>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sz="2800" b="0" i="0" u="none" strike="noStrike" kern="1200" cap="none" spc="0" normalizeH="0" baseline="0" noProof="0" dirty="0">
                <a:ln>
                  <a:noFill/>
                </a:ln>
                <a:solidFill>
                  <a:srgbClr val="0000A8"/>
                </a:solidFill>
                <a:effectLst/>
                <a:uLnTx/>
                <a:uFillTx/>
                <a:latin typeface="Calibri" panose="020F0502020204030204"/>
                <a:ea typeface="+mn-ea"/>
                <a:cs typeface="+mn-cs"/>
              </a:rPr>
              <a:t>R</a:t>
            </a:r>
            <a:endParaRPr kumimoji="0" lang="en-US" sz="2000" b="0" i="0" u="none" strike="noStrike" kern="1200" cap="none" spc="0" normalizeH="0" baseline="0" noProof="0" dirty="0">
              <a:ln>
                <a:noFill/>
              </a:ln>
              <a:solidFill>
                <a:srgbClr val="0000A8"/>
              </a:solidFill>
              <a:effectLst/>
              <a:uLnTx/>
              <a:uFillTx/>
              <a:latin typeface="Calibri" panose="020F0502020204030204"/>
              <a:ea typeface="+mn-ea"/>
              <a:cs typeface="+mn-cs"/>
            </a:endParaRPr>
          </a:p>
        </p:txBody>
      </p:sp>
      <p:sp>
        <p:nvSpPr>
          <p:cNvPr id="227" name="Freeform 39">
            <a:extLst>
              <a:ext uri="{FF2B5EF4-FFF2-40B4-BE49-F238E27FC236}">
                <a16:creationId xmlns:a16="http://schemas.microsoft.com/office/drawing/2014/main" id="{877FF5E7-E20D-C343-A6A6-C03781D86E63}"/>
              </a:ext>
            </a:extLst>
          </p:cNvPr>
          <p:cNvSpPr>
            <a:spLocks/>
          </p:cNvSpPr>
          <p:nvPr/>
        </p:nvSpPr>
        <p:spPr bwMode="auto">
          <a:xfrm>
            <a:off x="3637582" y="4808121"/>
            <a:ext cx="839788" cy="1069975"/>
          </a:xfrm>
          <a:custGeom>
            <a:avLst/>
            <a:gdLst>
              <a:gd name="T0" fmla="*/ 2147483647 w 1005"/>
              <a:gd name="T1" fmla="*/ 2147483647 h 996"/>
              <a:gd name="T2" fmla="*/ 2147483647 w 1005"/>
              <a:gd name="T3" fmla="*/ 2147483647 h 996"/>
              <a:gd name="T4" fmla="*/ 2147483647 w 1005"/>
              <a:gd name="T5" fmla="*/ 2147483647 h 996"/>
              <a:gd name="T6" fmla="*/ 2147483647 w 1005"/>
              <a:gd name="T7" fmla="*/ 2147483647 h 996"/>
              <a:gd name="T8" fmla="*/ 2147483647 w 1005"/>
              <a:gd name="T9" fmla="*/ 2147483647 h 996"/>
              <a:gd name="T10" fmla="*/ 2147483647 w 1005"/>
              <a:gd name="T11" fmla="*/ 2147483647 h 996"/>
              <a:gd name="T12" fmla="*/ 2147483647 w 1005"/>
              <a:gd name="T13" fmla="*/ 2147483647 h 996"/>
              <a:gd name="T14" fmla="*/ 2147483647 w 1005"/>
              <a:gd name="T15" fmla="*/ 2147483647 h 996"/>
              <a:gd name="T16" fmla="*/ 2147483647 w 1005"/>
              <a:gd name="T17" fmla="*/ 2147483647 h 996"/>
              <a:gd name="T18" fmla="*/ 2147483647 w 1005"/>
              <a:gd name="T19" fmla="*/ 2147483647 h 996"/>
              <a:gd name="T20" fmla="*/ 2147483647 w 1005"/>
              <a:gd name="T21" fmla="*/ 2147483647 h 996"/>
              <a:gd name="T22" fmla="*/ 2147483647 w 1005"/>
              <a:gd name="T23" fmla="*/ 2147483647 h 996"/>
              <a:gd name="T24" fmla="*/ 2147483647 w 1005"/>
              <a:gd name="T25" fmla="*/ 2147483647 h 99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005" h="996">
                <a:moveTo>
                  <a:pt x="307" y="83"/>
                </a:moveTo>
                <a:cubicBezTo>
                  <a:pt x="218" y="117"/>
                  <a:pt x="182" y="156"/>
                  <a:pt x="134" y="227"/>
                </a:cubicBezTo>
                <a:cubicBezTo>
                  <a:pt x="86" y="298"/>
                  <a:pt x="38" y="426"/>
                  <a:pt x="19" y="507"/>
                </a:cubicBezTo>
                <a:cubicBezTo>
                  <a:pt x="0" y="588"/>
                  <a:pt x="8" y="648"/>
                  <a:pt x="19" y="716"/>
                </a:cubicBezTo>
                <a:cubicBezTo>
                  <a:pt x="30" y="784"/>
                  <a:pt x="54" y="873"/>
                  <a:pt x="84" y="918"/>
                </a:cubicBezTo>
                <a:cubicBezTo>
                  <a:pt x="114" y="963"/>
                  <a:pt x="148" y="984"/>
                  <a:pt x="199" y="990"/>
                </a:cubicBezTo>
                <a:cubicBezTo>
                  <a:pt x="250" y="996"/>
                  <a:pt x="310" y="961"/>
                  <a:pt x="393" y="954"/>
                </a:cubicBezTo>
                <a:cubicBezTo>
                  <a:pt x="476" y="947"/>
                  <a:pt x="614" y="967"/>
                  <a:pt x="696" y="947"/>
                </a:cubicBezTo>
                <a:cubicBezTo>
                  <a:pt x="778" y="927"/>
                  <a:pt x="833" y="898"/>
                  <a:pt x="883" y="831"/>
                </a:cubicBezTo>
                <a:cubicBezTo>
                  <a:pt x="933" y="764"/>
                  <a:pt x="991" y="644"/>
                  <a:pt x="998" y="543"/>
                </a:cubicBezTo>
                <a:cubicBezTo>
                  <a:pt x="1005" y="442"/>
                  <a:pt x="981" y="313"/>
                  <a:pt x="926" y="227"/>
                </a:cubicBezTo>
                <a:cubicBezTo>
                  <a:pt x="871" y="141"/>
                  <a:pt x="768" y="50"/>
                  <a:pt x="667" y="25"/>
                </a:cubicBezTo>
                <a:cubicBezTo>
                  <a:pt x="566" y="0"/>
                  <a:pt x="396" y="49"/>
                  <a:pt x="307" y="83"/>
                </a:cubicBezTo>
                <a:close/>
              </a:path>
            </a:pathLst>
          </a:custGeom>
          <a:solidFill>
            <a:srgbClr val="9CE0FA"/>
          </a:solidFill>
          <a:ln w="9525" cap="flat" cmpd="sng">
            <a:noFill/>
            <a:prstDash val="solid"/>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8" name="Line 40">
            <a:extLst>
              <a:ext uri="{FF2B5EF4-FFF2-40B4-BE49-F238E27FC236}">
                <a16:creationId xmlns:a16="http://schemas.microsoft.com/office/drawing/2014/main" id="{F783F2B5-328E-0E4F-B70F-C2AE78E3D854}"/>
              </a:ext>
            </a:extLst>
          </p:cNvPr>
          <p:cNvSpPr>
            <a:spLocks noChangeShapeType="1"/>
          </p:cNvSpPr>
          <p:nvPr/>
        </p:nvSpPr>
        <p:spPr bwMode="auto">
          <a:xfrm>
            <a:off x="3334370" y="4787483"/>
            <a:ext cx="438150" cy="230188"/>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9" name="Line 41">
            <a:extLst>
              <a:ext uri="{FF2B5EF4-FFF2-40B4-BE49-F238E27FC236}">
                <a16:creationId xmlns:a16="http://schemas.microsoft.com/office/drawing/2014/main" id="{C060EFA7-8C6E-3D40-B474-D7EA7BAB1B73}"/>
              </a:ext>
            </a:extLst>
          </p:cNvPr>
          <p:cNvSpPr>
            <a:spLocks noChangeShapeType="1"/>
          </p:cNvSpPr>
          <p:nvPr/>
        </p:nvSpPr>
        <p:spPr bwMode="auto">
          <a:xfrm flipV="1">
            <a:off x="3406935" y="5732045"/>
            <a:ext cx="283036" cy="54447"/>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4" name="Text Box 58">
            <a:extLst>
              <a:ext uri="{FF2B5EF4-FFF2-40B4-BE49-F238E27FC236}">
                <a16:creationId xmlns:a16="http://schemas.microsoft.com/office/drawing/2014/main" id="{DB5EE02A-B01A-5E4C-B702-F6EBFE468866}"/>
              </a:ext>
            </a:extLst>
          </p:cNvPr>
          <p:cNvSpPr txBox="1">
            <a:spLocks noChangeArrowheads="1"/>
          </p:cNvSpPr>
          <p:nvPr/>
        </p:nvSpPr>
        <p:spPr bwMode="auto">
          <a:xfrm>
            <a:off x="2243136" y="4315099"/>
            <a:ext cx="393056" cy="52322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0000A8"/>
                </a:solidFill>
                <a:effectLst/>
                <a:uLnTx/>
                <a:uFillTx/>
                <a:latin typeface="Calibri" panose="020F0502020204030204"/>
                <a:ea typeface="+mn-ea"/>
                <a:cs typeface="+mn-cs"/>
              </a:rPr>
              <a:t>A</a:t>
            </a:r>
          </a:p>
        </p:txBody>
      </p:sp>
      <p:sp>
        <p:nvSpPr>
          <p:cNvPr id="236" name="Line 67">
            <a:extLst>
              <a:ext uri="{FF2B5EF4-FFF2-40B4-BE49-F238E27FC236}">
                <a16:creationId xmlns:a16="http://schemas.microsoft.com/office/drawing/2014/main" id="{C65C148F-06BF-C940-B2DD-A67AC4BE2733}"/>
              </a:ext>
            </a:extLst>
          </p:cNvPr>
          <p:cNvSpPr>
            <a:spLocks noChangeShapeType="1"/>
          </p:cNvSpPr>
          <p:nvPr/>
        </p:nvSpPr>
        <p:spPr bwMode="auto">
          <a:xfrm flipV="1">
            <a:off x="8215932" y="4787483"/>
            <a:ext cx="450850" cy="31750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9" name="Line 73">
            <a:extLst>
              <a:ext uri="{FF2B5EF4-FFF2-40B4-BE49-F238E27FC236}">
                <a16:creationId xmlns:a16="http://schemas.microsoft.com/office/drawing/2014/main" id="{2E33E508-B8D6-3E44-B5AA-A6A307EEE1B6}"/>
              </a:ext>
            </a:extLst>
          </p:cNvPr>
          <p:cNvSpPr>
            <a:spLocks noChangeShapeType="1"/>
          </p:cNvSpPr>
          <p:nvPr/>
        </p:nvSpPr>
        <p:spPr bwMode="auto">
          <a:xfrm flipH="1" flipV="1">
            <a:off x="8156672" y="5684421"/>
            <a:ext cx="267105" cy="200926"/>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0" name="Freeform 75">
            <a:extLst>
              <a:ext uri="{FF2B5EF4-FFF2-40B4-BE49-F238E27FC236}">
                <a16:creationId xmlns:a16="http://schemas.microsoft.com/office/drawing/2014/main" id="{25EB896A-E2EC-F64E-82DF-14D4BB8B17FF}"/>
              </a:ext>
            </a:extLst>
          </p:cNvPr>
          <p:cNvSpPr>
            <a:spLocks/>
          </p:cNvSpPr>
          <p:nvPr/>
        </p:nvSpPr>
        <p:spPr bwMode="auto">
          <a:xfrm>
            <a:off x="7476157" y="4811296"/>
            <a:ext cx="765175" cy="1081088"/>
          </a:xfrm>
          <a:custGeom>
            <a:avLst/>
            <a:gdLst>
              <a:gd name="T0" fmla="*/ 2147483647 w 1005"/>
              <a:gd name="T1" fmla="*/ 2147483647 h 996"/>
              <a:gd name="T2" fmla="*/ 2147483647 w 1005"/>
              <a:gd name="T3" fmla="*/ 2147483647 h 996"/>
              <a:gd name="T4" fmla="*/ 2147483647 w 1005"/>
              <a:gd name="T5" fmla="*/ 2147483647 h 996"/>
              <a:gd name="T6" fmla="*/ 2147483647 w 1005"/>
              <a:gd name="T7" fmla="*/ 2147483647 h 996"/>
              <a:gd name="T8" fmla="*/ 2147483647 w 1005"/>
              <a:gd name="T9" fmla="*/ 2147483647 h 996"/>
              <a:gd name="T10" fmla="*/ 2147483647 w 1005"/>
              <a:gd name="T11" fmla="*/ 2147483647 h 996"/>
              <a:gd name="T12" fmla="*/ 2147483647 w 1005"/>
              <a:gd name="T13" fmla="*/ 2147483647 h 996"/>
              <a:gd name="T14" fmla="*/ 2147483647 w 1005"/>
              <a:gd name="T15" fmla="*/ 2147483647 h 996"/>
              <a:gd name="T16" fmla="*/ 2147483647 w 1005"/>
              <a:gd name="T17" fmla="*/ 2147483647 h 996"/>
              <a:gd name="T18" fmla="*/ 2147483647 w 1005"/>
              <a:gd name="T19" fmla="*/ 2147483647 h 996"/>
              <a:gd name="T20" fmla="*/ 2147483647 w 1005"/>
              <a:gd name="T21" fmla="*/ 2147483647 h 996"/>
              <a:gd name="T22" fmla="*/ 2147483647 w 1005"/>
              <a:gd name="T23" fmla="*/ 2147483647 h 996"/>
              <a:gd name="T24" fmla="*/ 2147483647 w 1005"/>
              <a:gd name="T25" fmla="*/ 2147483647 h 99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005" h="996">
                <a:moveTo>
                  <a:pt x="307" y="83"/>
                </a:moveTo>
                <a:cubicBezTo>
                  <a:pt x="218" y="117"/>
                  <a:pt x="182" y="156"/>
                  <a:pt x="134" y="227"/>
                </a:cubicBezTo>
                <a:cubicBezTo>
                  <a:pt x="86" y="298"/>
                  <a:pt x="38" y="426"/>
                  <a:pt x="19" y="507"/>
                </a:cubicBezTo>
                <a:cubicBezTo>
                  <a:pt x="0" y="588"/>
                  <a:pt x="8" y="648"/>
                  <a:pt x="19" y="716"/>
                </a:cubicBezTo>
                <a:cubicBezTo>
                  <a:pt x="30" y="784"/>
                  <a:pt x="54" y="873"/>
                  <a:pt x="84" y="918"/>
                </a:cubicBezTo>
                <a:cubicBezTo>
                  <a:pt x="114" y="963"/>
                  <a:pt x="148" y="984"/>
                  <a:pt x="199" y="990"/>
                </a:cubicBezTo>
                <a:cubicBezTo>
                  <a:pt x="250" y="996"/>
                  <a:pt x="310" y="961"/>
                  <a:pt x="393" y="954"/>
                </a:cubicBezTo>
                <a:cubicBezTo>
                  <a:pt x="476" y="947"/>
                  <a:pt x="614" y="967"/>
                  <a:pt x="696" y="947"/>
                </a:cubicBezTo>
                <a:cubicBezTo>
                  <a:pt x="778" y="927"/>
                  <a:pt x="833" y="898"/>
                  <a:pt x="883" y="831"/>
                </a:cubicBezTo>
                <a:cubicBezTo>
                  <a:pt x="933" y="764"/>
                  <a:pt x="991" y="644"/>
                  <a:pt x="998" y="543"/>
                </a:cubicBezTo>
                <a:cubicBezTo>
                  <a:pt x="1005" y="442"/>
                  <a:pt x="981" y="313"/>
                  <a:pt x="926" y="227"/>
                </a:cubicBezTo>
                <a:cubicBezTo>
                  <a:pt x="871" y="141"/>
                  <a:pt x="768" y="50"/>
                  <a:pt x="667" y="25"/>
                </a:cubicBezTo>
                <a:cubicBezTo>
                  <a:pt x="566" y="0"/>
                  <a:pt x="396" y="49"/>
                  <a:pt x="307" y="83"/>
                </a:cubicBezTo>
                <a:close/>
              </a:path>
            </a:pathLst>
          </a:custGeom>
          <a:solidFill>
            <a:srgbClr val="9CE0FA"/>
          </a:solidFill>
          <a:ln w="9525" cap="flat" cmpd="sng">
            <a:noFill/>
            <a:prstDash val="solid"/>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1" name="Text Box 76">
            <a:extLst>
              <a:ext uri="{FF2B5EF4-FFF2-40B4-BE49-F238E27FC236}">
                <a16:creationId xmlns:a16="http://schemas.microsoft.com/office/drawing/2014/main" id="{6209BBA1-3ADB-DD4E-98BA-16778788FBC0}"/>
              </a:ext>
            </a:extLst>
          </p:cNvPr>
          <p:cNvSpPr txBox="1">
            <a:spLocks noChangeArrowheads="1"/>
          </p:cNvSpPr>
          <p:nvPr/>
        </p:nvSpPr>
        <p:spPr bwMode="auto">
          <a:xfrm>
            <a:off x="9407316" y="4484341"/>
            <a:ext cx="380232" cy="52322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0000A8"/>
                </a:solidFill>
                <a:effectLst/>
                <a:uLnTx/>
                <a:uFillTx/>
                <a:latin typeface="Calibri" panose="020F0502020204030204"/>
                <a:ea typeface="+mn-ea"/>
                <a:cs typeface="+mn-cs"/>
              </a:rPr>
              <a:t>B</a:t>
            </a:r>
          </a:p>
        </p:txBody>
      </p:sp>
      <p:grpSp>
        <p:nvGrpSpPr>
          <p:cNvPr id="242" name="Group 241">
            <a:extLst>
              <a:ext uri="{FF2B5EF4-FFF2-40B4-BE49-F238E27FC236}">
                <a16:creationId xmlns:a16="http://schemas.microsoft.com/office/drawing/2014/main" id="{31F04776-CE9C-1440-B37F-242C3E190A98}"/>
              </a:ext>
            </a:extLst>
          </p:cNvPr>
          <p:cNvGrpSpPr/>
          <p:nvPr/>
        </p:nvGrpSpPr>
        <p:grpSpPr>
          <a:xfrm>
            <a:off x="5001868" y="5038254"/>
            <a:ext cx="1310631" cy="501151"/>
            <a:chOff x="4909105" y="5767126"/>
            <a:chExt cx="1310631" cy="501151"/>
          </a:xfrm>
        </p:grpSpPr>
        <p:sp>
          <p:nvSpPr>
            <p:cNvPr id="261" name="Rectangle 37">
              <a:extLst>
                <a:ext uri="{FF2B5EF4-FFF2-40B4-BE49-F238E27FC236}">
                  <a16:creationId xmlns:a16="http://schemas.microsoft.com/office/drawing/2014/main" id="{7820489A-5549-C442-BF3C-BC1AC11B6FEF}"/>
                </a:ext>
              </a:extLst>
            </p:cNvPr>
            <p:cNvSpPr>
              <a:spLocks noChangeArrowheads="1"/>
            </p:cNvSpPr>
            <p:nvPr/>
          </p:nvSpPr>
          <p:spPr bwMode="auto">
            <a:xfrm rot="5400000">
              <a:off x="6024859" y="5937451"/>
              <a:ext cx="134168" cy="255587"/>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Comic Sans MS" pitchFamily="66" charset="0"/>
                <a:ea typeface="ＭＳ Ｐゴシック" charset="0"/>
                <a:cs typeface="+mn-cs"/>
              </a:endParaRPr>
            </a:p>
          </p:txBody>
        </p:sp>
        <p:sp>
          <p:nvSpPr>
            <p:cNvPr id="262" name="Rectangle 37">
              <a:extLst>
                <a:ext uri="{FF2B5EF4-FFF2-40B4-BE49-F238E27FC236}">
                  <a16:creationId xmlns:a16="http://schemas.microsoft.com/office/drawing/2014/main" id="{9AF76EFA-4C5B-674E-BA86-9C05702BA8E9}"/>
                </a:ext>
              </a:extLst>
            </p:cNvPr>
            <p:cNvSpPr>
              <a:spLocks noChangeArrowheads="1"/>
            </p:cNvSpPr>
            <p:nvPr/>
          </p:nvSpPr>
          <p:spPr bwMode="auto">
            <a:xfrm rot="5400000">
              <a:off x="4966501" y="5940764"/>
              <a:ext cx="140795" cy="255587"/>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Comic Sans MS" pitchFamily="66" charset="0"/>
                <a:ea typeface="ＭＳ Ｐゴシック" charset="0"/>
                <a:cs typeface="+mn-cs"/>
              </a:endParaRPr>
            </a:p>
          </p:txBody>
        </p:sp>
        <p:grpSp>
          <p:nvGrpSpPr>
            <p:cNvPr id="263" name="Group 262">
              <a:extLst>
                <a:ext uri="{FF2B5EF4-FFF2-40B4-BE49-F238E27FC236}">
                  <a16:creationId xmlns:a16="http://schemas.microsoft.com/office/drawing/2014/main" id="{84D12D1B-CACD-6E4B-9C38-D2F459245889}"/>
                </a:ext>
              </a:extLst>
            </p:cNvPr>
            <p:cNvGrpSpPr/>
            <p:nvPr/>
          </p:nvGrpSpPr>
          <p:grpSpPr>
            <a:xfrm>
              <a:off x="5115340" y="5767126"/>
              <a:ext cx="901147" cy="501151"/>
              <a:chOff x="7493876" y="2774731"/>
              <a:chExt cx="1481958" cy="894622"/>
            </a:xfrm>
          </p:grpSpPr>
          <p:sp>
            <p:nvSpPr>
              <p:cNvPr id="264" name="Freeform 263">
                <a:extLst>
                  <a:ext uri="{FF2B5EF4-FFF2-40B4-BE49-F238E27FC236}">
                    <a16:creationId xmlns:a16="http://schemas.microsoft.com/office/drawing/2014/main" id="{16FB099F-FBEA-9F48-8EAA-5BCE48732126}"/>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265" name="Oval 264">
                <a:extLst>
                  <a:ext uri="{FF2B5EF4-FFF2-40B4-BE49-F238E27FC236}">
                    <a16:creationId xmlns:a16="http://schemas.microsoft.com/office/drawing/2014/main" id="{13DBFA26-F015-2547-A930-D01540DA83C0}"/>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266" name="Group 265">
                <a:extLst>
                  <a:ext uri="{FF2B5EF4-FFF2-40B4-BE49-F238E27FC236}">
                    <a16:creationId xmlns:a16="http://schemas.microsoft.com/office/drawing/2014/main" id="{6BD83E9A-6CBF-3D4E-8F2F-EA68EE4D3756}"/>
                  </a:ext>
                </a:extLst>
              </p:cNvPr>
              <p:cNvGrpSpPr/>
              <p:nvPr/>
            </p:nvGrpSpPr>
            <p:grpSpPr>
              <a:xfrm>
                <a:off x="7713663" y="2848339"/>
                <a:ext cx="1042107" cy="425543"/>
                <a:chOff x="7786941" y="2884917"/>
                <a:chExt cx="897649" cy="353919"/>
              </a:xfrm>
            </p:grpSpPr>
            <p:sp>
              <p:nvSpPr>
                <p:cNvPr id="267" name="Freeform 266">
                  <a:extLst>
                    <a:ext uri="{FF2B5EF4-FFF2-40B4-BE49-F238E27FC236}">
                      <a16:creationId xmlns:a16="http://schemas.microsoft.com/office/drawing/2014/main" id="{24B4E4B6-6B7A-4A4B-A9EB-9BA919CAA349}"/>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68" name="Freeform 267">
                  <a:extLst>
                    <a:ext uri="{FF2B5EF4-FFF2-40B4-BE49-F238E27FC236}">
                      <a16:creationId xmlns:a16="http://schemas.microsoft.com/office/drawing/2014/main" id="{8A579144-F431-924D-BEDF-34C91BDD544C}"/>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69" name="Freeform 268">
                  <a:extLst>
                    <a:ext uri="{FF2B5EF4-FFF2-40B4-BE49-F238E27FC236}">
                      <a16:creationId xmlns:a16="http://schemas.microsoft.com/office/drawing/2014/main" id="{60A07585-2E49-1643-B16B-023093CA681A}"/>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70" name="Freeform 269">
                  <a:extLst>
                    <a:ext uri="{FF2B5EF4-FFF2-40B4-BE49-F238E27FC236}">
                      <a16:creationId xmlns:a16="http://schemas.microsoft.com/office/drawing/2014/main" id="{99C7FFFB-540E-F04A-8756-DC9317FA983F}"/>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sp>
        <p:nvSpPr>
          <p:cNvPr id="243" name="Rectangle 37">
            <a:extLst>
              <a:ext uri="{FF2B5EF4-FFF2-40B4-BE49-F238E27FC236}">
                <a16:creationId xmlns:a16="http://schemas.microsoft.com/office/drawing/2014/main" id="{2049FC20-01F9-A342-8ED2-71DDD4E2422B}"/>
              </a:ext>
            </a:extLst>
          </p:cNvPr>
          <p:cNvSpPr>
            <a:spLocks noChangeArrowheads="1"/>
          </p:cNvSpPr>
          <p:nvPr/>
        </p:nvSpPr>
        <p:spPr bwMode="auto">
          <a:xfrm rot="5400000">
            <a:off x="3161022" y="4666815"/>
            <a:ext cx="119903" cy="255587"/>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Comic Sans MS" pitchFamily="66" charset="0"/>
              <a:ea typeface="ＭＳ Ｐゴシック" charset="0"/>
              <a:cs typeface="+mn-cs"/>
            </a:endParaRPr>
          </a:p>
        </p:txBody>
      </p:sp>
      <p:grpSp>
        <p:nvGrpSpPr>
          <p:cNvPr id="244" name="Group 49">
            <a:extLst>
              <a:ext uri="{FF2B5EF4-FFF2-40B4-BE49-F238E27FC236}">
                <a16:creationId xmlns:a16="http://schemas.microsoft.com/office/drawing/2014/main" id="{0C6B5E2D-47E0-304A-802F-B33BA23951DC}"/>
              </a:ext>
            </a:extLst>
          </p:cNvPr>
          <p:cNvGrpSpPr>
            <a:grpSpLocks/>
          </p:cNvGrpSpPr>
          <p:nvPr/>
        </p:nvGrpSpPr>
        <p:grpSpPr bwMode="auto">
          <a:xfrm>
            <a:off x="2318687" y="4333458"/>
            <a:ext cx="936071" cy="761428"/>
            <a:chOff x="-44" y="1473"/>
            <a:chExt cx="981" cy="1105"/>
          </a:xfrm>
        </p:grpSpPr>
        <p:pic>
          <p:nvPicPr>
            <p:cNvPr id="259" name="Picture 50" descr="desktop_computer_stylized_medium">
              <a:extLst>
                <a:ext uri="{FF2B5EF4-FFF2-40B4-BE49-F238E27FC236}">
                  <a16:creationId xmlns:a16="http://schemas.microsoft.com/office/drawing/2014/main" id="{6C7B4EA6-CCA8-D147-AFAA-5DA13E6BAAF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260" name="Freeform 51">
              <a:extLst>
                <a:ext uri="{FF2B5EF4-FFF2-40B4-BE49-F238E27FC236}">
                  <a16:creationId xmlns:a16="http://schemas.microsoft.com/office/drawing/2014/main" id="{48DE1DAA-CF8A-A24A-8DD9-85EF022FE8D0}"/>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245" name="Rectangle 37">
            <a:extLst>
              <a:ext uri="{FF2B5EF4-FFF2-40B4-BE49-F238E27FC236}">
                <a16:creationId xmlns:a16="http://schemas.microsoft.com/office/drawing/2014/main" id="{1976AEED-D3C4-4C40-B836-5E4352A36112}"/>
              </a:ext>
            </a:extLst>
          </p:cNvPr>
          <p:cNvSpPr>
            <a:spLocks noChangeArrowheads="1"/>
          </p:cNvSpPr>
          <p:nvPr/>
        </p:nvSpPr>
        <p:spPr bwMode="auto">
          <a:xfrm rot="5400000">
            <a:off x="3271833" y="5687855"/>
            <a:ext cx="84261" cy="194751"/>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Comic Sans MS" pitchFamily="66" charset="0"/>
              <a:ea typeface="ＭＳ Ｐゴシック" charset="0"/>
              <a:cs typeface="+mn-cs"/>
            </a:endParaRPr>
          </a:p>
        </p:txBody>
      </p:sp>
      <p:grpSp>
        <p:nvGrpSpPr>
          <p:cNvPr id="246" name="Group 49">
            <a:extLst>
              <a:ext uri="{FF2B5EF4-FFF2-40B4-BE49-F238E27FC236}">
                <a16:creationId xmlns:a16="http://schemas.microsoft.com/office/drawing/2014/main" id="{CA4E329E-B85D-034A-AD4E-3AA827B8BDBB}"/>
              </a:ext>
            </a:extLst>
          </p:cNvPr>
          <p:cNvGrpSpPr>
            <a:grpSpLocks/>
          </p:cNvGrpSpPr>
          <p:nvPr/>
        </p:nvGrpSpPr>
        <p:grpSpPr bwMode="auto">
          <a:xfrm>
            <a:off x="2681426" y="5490561"/>
            <a:ext cx="639495" cy="517588"/>
            <a:chOff x="-44" y="1473"/>
            <a:chExt cx="981" cy="1105"/>
          </a:xfrm>
        </p:grpSpPr>
        <p:pic>
          <p:nvPicPr>
            <p:cNvPr id="257" name="Picture 50" descr="desktop_computer_stylized_medium">
              <a:extLst>
                <a:ext uri="{FF2B5EF4-FFF2-40B4-BE49-F238E27FC236}">
                  <a16:creationId xmlns:a16="http://schemas.microsoft.com/office/drawing/2014/main" id="{1DF9E5DC-786D-6C49-ADDC-C953FEFE6B3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258" name="Freeform 51">
              <a:extLst>
                <a:ext uri="{FF2B5EF4-FFF2-40B4-BE49-F238E27FC236}">
                  <a16:creationId xmlns:a16="http://schemas.microsoft.com/office/drawing/2014/main" id="{23D41A9D-8697-4D4D-8D16-A98A093EA1B1}"/>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247" name="Rectangle 37">
            <a:extLst>
              <a:ext uri="{FF2B5EF4-FFF2-40B4-BE49-F238E27FC236}">
                <a16:creationId xmlns:a16="http://schemas.microsoft.com/office/drawing/2014/main" id="{921F645F-8A94-2445-84B8-38720AF02008}"/>
              </a:ext>
            </a:extLst>
          </p:cNvPr>
          <p:cNvSpPr>
            <a:spLocks noChangeArrowheads="1"/>
          </p:cNvSpPr>
          <p:nvPr/>
        </p:nvSpPr>
        <p:spPr bwMode="auto">
          <a:xfrm rot="5400000">
            <a:off x="8726575" y="4653061"/>
            <a:ext cx="119903" cy="255587"/>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Comic Sans MS" pitchFamily="66" charset="0"/>
              <a:ea typeface="ＭＳ Ｐゴシック" charset="0"/>
              <a:cs typeface="+mn-cs"/>
            </a:endParaRPr>
          </a:p>
        </p:txBody>
      </p:sp>
      <p:sp>
        <p:nvSpPr>
          <p:cNvPr id="248" name="Rectangle 37">
            <a:extLst>
              <a:ext uri="{FF2B5EF4-FFF2-40B4-BE49-F238E27FC236}">
                <a16:creationId xmlns:a16="http://schemas.microsoft.com/office/drawing/2014/main" id="{7E4E6975-B2CA-7444-B862-F4B4940509B3}"/>
              </a:ext>
            </a:extLst>
          </p:cNvPr>
          <p:cNvSpPr>
            <a:spLocks noChangeArrowheads="1"/>
          </p:cNvSpPr>
          <p:nvPr/>
        </p:nvSpPr>
        <p:spPr bwMode="auto">
          <a:xfrm rot="5400000">
            <a:off x="8496816" y="5784803"/>
            <a:ext cx="84261" cy="194751"/>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Comic Sans MS" pitchFamily="66" charset="0"/>
              <a:ea typeface="ＭＳ Ｐゴシック" charset="0"/>
              <a:cs typeface="+mn-cs"/>
            </a:endParaRPr>
          </a:p>
        </p:txBody>
      </p:sp>
      <p:grpSp>
        <p:nvGrpSpPr>
          <p:cNvPr id="249" name="Group 44">
            <a:extLst>
              <a:ext uri="{FF2B5EF4-FFF2-40B4-BE49-F238E27FC236}">
                <a16:creationId xmlns:a16="http://schemas.microsoft.com/office/drawing/2014/main" id="{0E421EA6-E430-A84D-86CE-88CE29472188}"/>
              </a:ext>
            </a:extLst>
          </p:cNvPr>
          <p:cNvGrpSpPr>
            <a:grpSpLocks/>
          </p:cNvGrpSpPr>
          <p:nvPr/>
        </p:nvGrpSpPr>
        <p:grpSpPr bwMode="auto">
          <a:xfrm>
            <a:off x="8491273" y="4391325"/>
            <a:ext cx="1009650" cy="855028"/>
            <a:chOff x="-44" y="1473"/>
            <a:chExt cx="981" cy="1105"/>
          </a:xfrm>
        </p:grpSpPr>
        <p:pic>
          <p:nvPicPr>
            <p:cNvPr id="255" name="Picture 45" descr="desktop_computer_stylized_medium">
              <a:extLst>
                <a:ext uri="{FF2B5EF4-FFF2-40B4-BE49-F238E27FC236}">
                  <a16:creationId xmlns:a16="http://schemas.microsoft.com/office/drawing/2014/main" id="{0CFB0548-75C3-B541-8DF5-553BDA442FE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256" name="Freeform 46">
              <a:extLst>
                <a:ext uri="{FF2B5EF4-FFF2-40B4-BE49-F238E27FC236}">
                  <a16:creationId xmlns:a16="http://schemas.microsoft.com/office/drawing/2014/main" id="{A0094AEB-3AFF-0940-8C77-D29712E48189}"/>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250" name="Group 44">
            <a:extLst>
              <a:ext uri="{FF2B5EF4-FFF2-40B4-BE49-F238E27FC236}">
                <a16:creationId xmlns:a16="http://schemas.microsoft.com/office/drawing/2014/main" id="{BCF5D40A-A74B-274B-8ADA-55B66CD5DBFC}"/>
              </a:ext>
            </a:extLst>
          </p:cNvPr>
          <p:cNvGrpSpPr>
            <a:grpSpLocks/>
          </p:cNvGrpSpPr>
          <p:nvPr/>
        </p:nvGrpSpPr>
        <p:grpSpPr bwMode="auto">
          <a:xfrm>
            <a:off x="8343615" y="5618570"/>
            <a:ext cx="711200" cy="601028"/>
            <a:chOff x="-44" y="1473"/>
            <a:chExt cx="981" cy="1105"/>
          </a:xfrm>
        </p:grpSpPr>
        <p:pic>
          <p:nvPicPr>
            <p:cNvPr id="253" name="Picture 45" descr="desktop_computer_stylized_medium">
              <a:extLst>
                <a:ext uri="{FF2B5EF4-FFF2-40B4-BE49-F238E27FC236}">
                  <a16:creationId xmlns:a16="http://schemas.microsoft.com/office/drawing/2014/main" id="{771731DD-0069-DA47-95DF-85CE9F4918A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254" name="Freeform 46">
              <a:extLst>
                <a:ext uri="{FF2B5EF4-FFF2-40B4-BE49-F238E27FC236}">
                  <a16:creationId xmlns:a16="http://schemas.microsoft.com/office/drawing/2014/main" id="{0818206B-A68C-604B-A676-494044A074B4}"/>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20" name="Group 19">
            <a:extLst>
              <a:ext uri="{FF2B5EF4-FFF2-40B4-BE49-F238E27FC236}">
                <a16:creationId xmlns:a16="http://schemas.microsoft.com/office/drawing/2014/main" id="{16ACCC7A-2790-4042-9C87-704C4398F4FC}"/>
              </a:ext>
            </a:extLst>
          </p:cNvPr>
          <p:cNvGrpSpPr/>
          <p:nvPr/>
        </p:nvGrpSpPr>
        <p:grpSpPr>
          <a:xfrm>
            <a:off x="1799535" y="4860508"/>
            <a:ext cx="8432226" cy="1763135"/>
            <a:chOff x="1799535" y="4860508"/>
            <a:chExt cx="8432226" cy="1763135"/>
          </a:xfrm>
        </p:grpSpPr>
        <p:sp>
          <p:nvSpPr>
            <p:cNvPr id="220" name="Text Box 21">
              <a:extLst>
                <a:ext uri="{FF2B5EF4-FFF2-40B4-BE49-F238E27FC236}">
                  <a16:creationId xmlns:a16="http://schemas.microsoft.com/office/drawing/2014/main" id="{8B5C784D-B8E9-0242-B1BF-5469854FDC0C}"/>
                </a:ext>
              </a:extLst>
            </p:cNvPr>
            <p:cNvSpPr txBox="1">
              <a:spLocks noChangeArrowheads="1"/>
            </p:cNvSpPr>
            <p:nvPr/>
          </p:nvSpPr>
          <p:spPr bwMode="auto">
            <a:xfrm>
              <a:off x="5140945" y="5749508"/>
              <a:ext cx="1585947" cy="30777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1A-23-F9-CD-06-9B</a:t>
              </a:r>
            </a:p>
          </p:txBody>
        </p:sp>
        <p:sp>
          <p:nvSpPr>
            <p:cNvPr id="221" name="Text Box 22">
              <a:extLst>
                <a:ext uri="{FF2B5EF4-FFF2-40B4-BE49-F238E27FC236}">
                  <a16:creationId xmlns:a16="http://schemas.microsoft.com/office/drawing/2014/main" id="{C464F240-6EA6-E645-AE35-1132527BB1A2}"/>
                </a:ext>
              </a:extLst>
            </p:cNvPr>
            <p:cNvSpPr txBox="1">
              <a:spLocks noChangeArrowheads="1"/>
            </p:cNvSpPr>
            <p:nvPr/>
          </p:nvSpPr>
          <p:spPr bwMode="auto">
            <a:xfrm>
              <a:off x="5288582" y="5576471"/>
              <a:ext cx="1415772" cy="30777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222.222.222.220</a:t>
              </a:r>
            </a:p>
          </p:txBody>
        </p:sp>
        <p:grpSp>
          <p:nvGrpSpPr>
            <p:cNvPr id="222" name="Group 23">
              <a:extLst>
                <a:ext uri="{FF2B5EF4-FFF2-40B4-BE49-F238E27FC236}">
                  <a16:creationId xmlns:a16="http://schemas.microsoft.com/office/drawing/2014/main" id="{718D171D-585A-DA4B-8722-1465B928B34E}"/>
                </a:ext>
              </a:extLst>
            </p:cNvPr>
            <p:cNvGrpSpPr>
              <a:grpSpLocks/>
            </p:cNvGrpSpPr>
            <p:nvPr/>
          </p:nvGrpSpPr>
          <p:grpSpPr bwMode="auto">
            <a:xfrm>
              <a:off x="3992226" y="6027746"/>
              <a:ext cx="1573213" cy="482601"/>
              <a:chOff x="1934" y="2405"/>
              <a:chExt cx="991" cy="304"/>
            </a:xfrm>
          </p:grpSpPr>
          <p:sp>
            <p:nvSpPr>
              <p:cNvPr id="273" name="Text Box 24">
                <a:extLst>
                  <a:ext uri="{FF2B5EF4-FFF2-40B4-BE49-F238E27FC236}">
                    <a16:creationId xmlns:a16="http://schemas.microsoft.com/office/drawing/2014/main" id="{6074A99D-1DA4-3A42-9396-9E51D4D7D37C}"/>
                  </a:ext>
                </a:extLst>
              </p:cNvPr>
              <p:cNvSpPr txBox="1">
                <a:spLocks noChangeArrowheads="1"/>
              </p:cNvSpPr>
              <p:nvPr/>
            </p:nvSpPr>
            <p:spPr bwMode="auto">
              <a:xfrm>
                <a:off x="1934" y="2405"/>
                <a:ext cx="892" cy="19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111.111.111.110</a:t>
                </a:r>
              </a:p>
            </p:txBody>
          </p:sp>
          <p:sp>
            <p:nvSpPr>
              <p:cNvPr id="274" name="Text Box 25">
                <a:extLst>
                  <a:ext uri="{FF2B5EF4-FFF2-40B4-BE49-F238E27FC236}">
                    <a16:creationId xmlns:a16="http://schemas.microsoft.com/office/drawing/2014/main" id="{7F04AB82-B2F9-5040-9BD7-B58343D5B0A4}"/>
                  </a:ext>
                </a:extLst>
              </p:cNvPr>
              <p:cNvSpPr txBox="1">
                <a:spLocks noChangeArrowheads="1"/>
              </p:cNvSpPr>
              <p:nvPr/>
            </p:nvSpPr>
            <p:spPr bwMode="auto">
              <a:xfrm>
                <a:off x="1938" y="2515"/>
                <a:ext cx="987" cy="19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E6-E9-00-17-BB-4B</a:t>
                </a:r>
              </a:p>
            </p:txBody>
          </p:sp>
        </p:grpSp>
        <p:sp>
          <p:nvSpPr>
            <p:cNvPr id="223" name="Text Box 26">
              <a:extLst>
                <a:ext uri="{FF2B5EF4-FFF2-40B4-BE49-F238E27FC236}">
                  <a16:creationId xmlns:a16="http://schemas.microsoft.com/office/drawing/2014/main" id="{345706BC-EE35-E948-B847-B9C8F402B953}"/>
                </a:ext>
              </a:extLst>
            </p:cNvPr>
            <p:cNvSpPr txBox="1">
              <a:spLocks noChangeArrowheads="1"/>
            </p:cNvSpPr>
            <p:nvPr/>
          </p:nvSpPr>
          <p:spPr bwMode="auto">
            <a:xfrm>
              <a:off x="1983382" y="6174597"/>
              <a:ext cx="1634615" cy="30777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CC-49-DE-D0-AB-7D</a:t>
              </a:r>
            </a:p>
          </p:txBody>
        </p:sp>
        <p:sp>
          <p:nvSpPr>
            <p:cNvPr id="224" name="Text Box 27">
              <a:extLst>
                <a:ext uri="{FF2B5EF4-FFF2-40B4-BE49-F238E27FC236}">
                  <a16:creationId xmlns:a16="http://schemas.microsoft.com/office/drawing/2014/main" id="{C6892711-5B00-1B44-A3A1-ED7D7A05C67B}"/>
                </a:ext>
              </a:extLst>
            </p:cNvPr>
            <p:cNvSpPr txBox="1">
              <a:spLocks noChangeArrowheads="1"/>
            </p:cNvSpPr>
            <p:nvPr/>
          </p:nvSpPr>
          <p:spPr bwMode="auto">
            <a:xfrm>
              <a:off x="2183407" y="5985684"/>
              <a:ext cx="1415772" cy="30777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111.111.111.112</a:t>
              </a:r>
            </a:p>
          </p:txBody>
        </p:sp>
        <p:sp>
          <p:nvSpPr>
            <p:cNvPr id="225" name="Text Box 30">
              <a:extLst>
                <a:ext uri="{FF2B5EF4-FFF2-40B4-BE49-F238E27FC236}">
                  <a16:creationId xmlns:a16="http://schemas.microsoft.com/office/drawing/2014/main" id="{C9755018-30C5-2F48-B77B-D1C5089AD5E5}"/>
                </a:ext>
              </a:extLst>
            </p:cNvPr>
            <p:cNvSpPr txBox="1">
              <a:spLocks noChangeArrowheads="1"/>
            </p:cNvSpPr>
            <p:nvPr/>
          </p:nvSpPr>
          <p:spPr bwMode="auto">
            <a:xfrm>
              <a:off x="1901438" y="5007006"/>
              <a:ext cx="1415772" cy="30777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111.111.111.111</a:t>
              </a:r>
            </a:p>
          </p:txBody>
        </p:sp>
        <p:sp>
          <p:nvSpPr>
            <p:cNvPr id="226" name="Text Box 33">
              <a:extLst>
                <a:ext uri="{FF2B5EF4-FFF2-40B4-BE49-F238E27FC236}">
                  <a16:creationId xmlns:a16="http://schemas.microsoft.com/office/drawing/2014/main" id="{F8059422-13FC-B849-B3BE-4C2D1B546871}"/>
                </a:ext>
              </a:extLst>
            </p:cNvPr>
            <p:cNvSpPr txBox="1">
              <a:spLocks noChangeArrowheads="1"/>
            </p:cNvSpPr>
            <p:nvPr/>
          </p:nvSpPr>
          <p:spPr bwMode="auto">
            <a:xfrm>
              <a:off x="1799535" y="5196273"/>
              <a:ext cx="1535998" cy="30777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74-29-9C-E8-FF-55</a:t>
              </a:r>
            </a:p>
          </p:txBody>
        </p:sp>
        <p:sp>
          <p:nvSpPr>
            <p:cNvPr id="230" name="Line 44">
              <a:extLst>
                <a:ext uri="{FF2B5EF4-FFF2-40B4-BE49-F238E27FC236}">
                  <a16:creationId xmlns:a16="http://schemas.microsoft.com/office/drawing/2014/main" id="{5FF08ADC-A615-AA4F-988F-06E9F2E02204}"/>
                </a:ext>
              </a:extLst>
            </p:cNvPr>
            <p:cNvSpPr>
              <a:spLocks noChangeShapeType="1"/>
            </p:cNvSpPr>
            <p:nvPr/>
          </p:nvSpPr>
          <p:spPr bwMode="auto">
            <a:xfrm flipV="1">
              <a:off x="3342282" y="5842809"/>
              <a:ext cx="0" cy="163513"/>
            </a:xfrm>
            <a:prstGeom prst="line">
              <a:avLst/>
            </a:prstGeom>
            <a:noFill/>
            <a:ln w="9525">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1" name="Line 45">
              <a:extLst>
                <a:ext uri="{FF2B5EF4-FFF2-40B4-BE49-F238E27FC236}">
                  <a16:creationId xmlns:a16="http://schemas.microsoft.com/office/drawing/2014/main" id="{C98C8486-5AB7-664F-9D85-3DD76A362527}"/>
                </a:ext>
              </a:extLst>
            </p:cNvPr>
            <p:cNvSpPr>
              <a:spLocks noChangeShapeType="1"/>
            </p:cNvSpPr>
            <p:nvPr/>
          </p:nvSpPr>
          <p:spPr bwMode="auto">
            <a:xfrm flipH="1" flipV="1">
              <a:off x="3248645" y="4860508"/>
              <a:ext cx="0" cy="248128"/>
            </a:xfrm>
            <a:prstGeom prst="line">
              <a:avLst/>
            </a:prstGeom>
            <a:noFill/>
            <a:ln w="9525">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2" name="Line 46">
              <a:extLst>
                <a:ext uri="{FF2B5EF4-FFF2-40B4-BE49-F238E27FC236}">
                  <a16:creationId xmlns:a16="http://schemas.microsoft.com/office/drawing/2014/main" id="{B1A0EF95-B5D7-6443-84A3-A0E0B10496AB}"/>
                </a:ext>
              </a:extLst>
            </p:cNvPr>
            <p:cNvSpPr>
              <a:spLocks noChangeShapeType="1"/>
            </p:cNvSpPr>
            <p:nvPr/>
          </p:nvSpPr>
          <p:spPr bwMode="auto">
            <a:xfrm>
              <a:off x="5018707" y="5427247"/>
              <a:ext cx="0" cy="620504"/>
            </a:xfrm>
            <a:prstGeom prst="line">
              <a:avLst/>
            </a:prstGeom>
            <a:noFill/>
            <a:ln w="9525">
              <a:solidFill>
                <a:schemeClr val="tx1"/>
              </a:solidFill>
              <a:round/>
              <a:headEnd type="triangle" w="med" len="me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3" name="Line 47">
              <a:extLst>
                <a:ext uri="{FF2B5EF4-FFF2-40B4-BE49-F238E27FC236}">
                  <a16:creationId xmlns:a16="http://schemas.microsoft.com/office/drawing/2014/main" id="{4D21BB95-E938-424E-94A6-FA1551CE2B5F}"/>
                </a:ext>
              </a:extLst>
            </p:cNvPr>
            <p:cNvSpPr>
              <a:spLocks noChangeShapeType="1"/>
            </p:cNvSpPr>
            <p:nvPr/>
          </p:nvSpPr>
          <p:spPr bwMode="auto">
            <a:xfrm flipH="1" flipV="1">
              <a:off x="6207745" y="5417721"/>
              <a:ext cx="4762" cy="220662"/>
            </a:xfrm>
            <a:prstGeom prst="line">
              <a:avLst/>
            </a:prstGeom>
            <a:noFill/>
            <a:ln w="9525">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235" name="Group 63">
              <a:extLst>
                <a:ext uri="{FF2B5EF4-FFF2-40B4-BE49-F238E27FC236}">
                  <a16:creationId xmlns:a16="http://schemas.microsoft.com/office/drawing/2014/main" id="{022EBB57-7AB3-7C45-9AC9-24B737F13F22}"/>
                </a:ext>
              </a:extLst>
            </p:cNvPr>
            <p:cNvGrpSpPr>
              <a:grpSpLocks/>
            </p:cNvGrpSpPr>
            <p:nvPr/>
          </p:nvGrpSpPr>
          <p:grpSpPr bwMode="auto">
            <a:xfrm>
              <a:off x="8615685" y="5148731"/>
              <a:ext cx="1616076" cy="495300"/>
              <a:chOff x="4351" y="2786"/>
              <a:chExt cx="1018" cy="312"/>
            </a:xfrm>
          </p:grpSpPr>
          <p:sp>
            <p:nvSpPr>
              <p:cNvPr id="271" name="Text Box 64">
                <a:extLst>
                  <a:ext uri="{FF2B5EF4-FFF2-40B4-BE49-F238E27FC236}">
                    <a16:creationId xmlns:a16="http://schemas.microsoft.com/office/drawing/2014/main" id="{9C1790DC-D8F5-D148-A191-4095380CC68D}"/>
                  </a:ext>
                </a:extLst>
              </p:cNvPr>
              <p:cNvSpPr txBox="1">
                <a:spLocks noChangeArrowheads="1"/>
              </p:cNvSpPr>
              <p:nvPr/>
            </p:nvSpPr>
            <p:spPr bwMode="auto">
              <a:xfrm>
                <a:off x="4352" y="2786"/>
                <a:ext cx="892" cy="19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222.222.222.222</a:t>
                </a:r>
              </a:p>
            </p:txBody>
          </p:sp>
          <p:sp>
            <p:nvSpPr>
              <p:cNvPr id="272" name="Text Box 65">
                <a:extLst>
                  <a:ext uri="{FF2B5EF4-FFF2-40B4-BE49-F238E27FC236}">
                    <a16:creationId xmlns:a16="http://schemas.microsoft.com/office/drawing/2014/main" id="{B09022AD-3504-8E4C-B2F0-99A5DA41EFD0}"/>
                  </a:ext>
                </a:extLst>
              </p:cNvPr>
              <p:cNvSpPr txBox="1">
                <a:spLocks noChangeArrowheads="1"/>
              </p:cNvSpPr>
              <p:nvPr/>
            </p:nvSpPr>
            <p:spPr bwMode="auto">
              <a:xfrm>
                <a:off x="4351" y="2904"/>
                <a:ext cx="1018" cy="19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49-BD-D2-C7-56-2A</a:t>
                </a:r>
              </a:p>
            </p:txBody>
          </p:sp>
        </p:grpSp>
        <p:sp>
          <p:nvSpPr>
            <p:cNvPr id="237" name="Text Box 71">
              <a:extLst>
                <a:ext uri="{FF2B5EF4-FFF2-40B4-BE49-F238E27FC236}">
                  <a16:creationId xmlns:a16="http://schemas.microsoft.com/office/drawing/2014/main" id="{E34EA307-0F5E-7E4E-9CE6-4AB424039BE6}"/>
                </a:ext>
              </a:extLst>
            </p:cNvPr>
            <p:cNvSpPr txBox="1">
              <a:spLocks noChangeArrowheads="1"/>
            </p:cNvSpPr>
            <p:nvPr/>
          </p:nvSpPr>
          <p:spPr bwMode="auto">
            <a:xfrm>
              <a:off x="8307272" y="6136999"/>
              <a:ext cx="1415772" cy="30777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222.222.222.221</a:t>
              </a:r>
            </a:p>
          </p:txBody>
        </p:sp>
        <p:sp>
          <p:nvSpPr>
            <p:cNvPr id="238" name="Text Box 72">
              <a:extLst>
                <a:ext uri="{FF2B5EF4-FFF2-40B4-BE49-F238E27FC236}">
                  <a16:creationId xmlns:a16="http://schemas.microsoft.com/office/drawing/2014/main" id="{B5B6783C-814C-0B4E-B164-BE3DE87DBB57}"/>
                </a:ext>
              </a:extLst>
            </p:cNvPr>
            <p:cNvSpPr txBox="1">
              <a:spLocks noChangeArrowheads="1"/>
            </p:cNvSpPr>
            <p:nvPr/>
          </p:nvSpPr>
          <p:spPr bwMode="auto">
            <a:xfrm>
              <a:off x="8297391" y="6315866"/>
              <a:ext cx="1552284" cy="30777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88-B2-2F-54-1A-0F</a:t>
              </a:r>
            </a:p>
          </p:txBody>
        </p:sp>
        <p:cxnSp>
          <p:nvCxnSpPr>
            <p:cNvPr id="251" name="Straight Arrow Connector 250">
              <a:extLst>
                <a:ext uri="{FF2B5EF4-FFF2-40B4-BE49-F238E27FC236}">
                  <a16:creationId xmlns:a16="http://schemas.microsoft.com/office/drawing/2014/main" id="{64FFBE43-D54F-1248-BB0F-8C6305664255}"/>
                </a:ext>
              </a:extLst>
            </p:cNvPr>
            <p:cNvCxnSpPr/>
            <p:nvPr/>
          </p:nvCxnSpPr>
          <p:spPr>
            <a:xfrm flipV="1">
              <a:off x="8669292" y="4874844"/>
              <a:ext cx="0" cy="445971"/>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2" name="Straight Arrow Connector 251">
              <a:extLst>
                <a:ext uri="{FF2B5EF4-FFF2-40B4-BE49-F238E27FC236}">
                  <a16:creationId xmlns:a16="http://schemas.microsoft.com/office/drawing/2014/main" id="{AF922730-B346-B540-9CCA-A7D5E3F387C9}"/>
                </a:ext>
              </a:extLst>
            </p:cNvPr>
            <p:cNvCxnSpPr>
              <a:cxnSpLocks/>
            </p:cNvCxnSpPr>
            <p:nvPr/>
          </p:nvCxnSpPr>
          <p:spPr>
            <a:xfrm flipV="1">
              <a:off x="8447023" y="5943807"/>
              <a:ext cx="0" cy="241632"/>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275" name="Rectangle 2">
            <a:extLst>
              <a:ext uri="{FF2B5EF4-FFF2-40B4-BE49-F238E27FC236}">
                <a16:creationId xmlns:a16="http://schemas.microsoft.com/office/drawing/2014/main" id="{F2C09E71-12BD-2C45-A9FA-A6A951F6F19C}"/>
              </a:ext>
            </a:extLst>
          </p:cNvPr>
          <p:cNvSpPr txBox="1">
            <a:spLocks noChangeArrowheads="1"/>
          </p:cNvSpPr>
          <p:nvPr/>
        </p:nvSpPr>
        <p:spPr>
          <a:xfrm>
            <a:off x="923027" y="2179255"/>
            <a:ext cx="10196305" cy="1583277"/>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marR="0" lvl="1" indent="-225425" algn="l" defTabSz="914400" rtl="0" eaLnBrk="1" fontAlgn="auto" latinLnBrk="0" hangingPunct="1">
              <a:lnSpc>
                <a:spcPct val="90000"/>
              </a:lnSpc>
              <a:spcBef>
                <a:spcPts val="500"/>
              </a:spcBef>
              <a:spcAft>
                <a:spcPts val="0"/>
              </a:spcAft>
              <a:buClr>
                <a:srgbClr val="0000A8"/>
              </a:buClr>
              <a:buSzTx/>
              <a:buFont typeface="Wingdings" charset="2"/>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assume that:</a:t>
            </a:r>
          </a:p>
          <a:p>
            <a:pPr marL="1022350" marR="0" lvl="2" indent="-342900" algn="l" defTabSz="914400" rtl="0" eaLnBrk="1" fontAlgn="auto" latinLnBrk="0" hangingPunct="1">
              <a:lnSpc>
                <a:spcPct val="90000"/>
              </a:lnSpc>
              <a:spcBef>
                <a:spcPts val="0"/>
              </a:spcBef>
              <a:spcAft>
                <a:spcPts val="0"/>
              </a:spcAft>
              <a:buClr>
                <a:srgbClr val="0000A8"/>
              </a:buClr>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A knows B’s IP address</a:t>
            </a:r>
          </a:p>
          <a:p>
            <a:pPr marL="1022350" marR="0" lvl="2" indent="-342900" algn="l" defTabSz="914400" rtl="0" eaLnBrk="1" fontAlgn="auto" latinLnBrk="0" hangingPunct="1">
              <a:lnSpc>
                <a:spcPct val="90000"/>
              </a:lnSpc>
              <a:spcBef>
                <a:spcPts val="0"/>
              </a:spcBef>
              <a:spcAft>
                <a:spcPts val="0"/>
              </a:spcAft>
              <a:buClr>
                <a:srgbClr val="0000A8"/>
              </a:buClr>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A knows IP address of first hop router, R </a:t>
            </a:r>
            <a:r>
              <a:rPr kumimoji="0" lang="en-US" sz="2400" b="0" i="0" u="none" strike="noStrike" kern="1200" cap="none" spc="0" normalizeH="0" baseline="0" noProof="0" dirty="0">
                <a:ln>
                  <a:noFill/>
                </a:ln>
                <a:solidFill>
                  <a:srgbClr val="0000A8"/>
                </a:solidFill>
                <a:effectLst/>
                <a:uLnTx/>
                <a:uFillTx/>
                <a:latin typeface="Calibri" panose="020F0502020204030204"/>
                <a:ea typeface="+mn-ea"/>
                <a:cs typeface="+mn-cs"/>
              </a:rPr>
              <a:t>(how?)</a:t>
            </a:r>
          </a:p>
          <a:p>
            <a:pPr marL="1022350" marR="0" lvl="2" indent="-342900" algn="l" defTabSz="914400" rtl="0" eaLnBrk="1" fontAlgn="auto" latinLnBrk="0" hangingPunct="1">
              <a:lnSpc>
                <a:spcPct val="90000"/>
              </a:lnSpc>
              <a:spcBef>
                <a:spcPts val="0"/>
              </a:spcBef>
              <a:spcAft>
                <a:spcPts val="0"/>
              </a:spcAft>
              <a:buClr>
                <a:srgbClr val="0000A8"/>
              </a:buClr>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A knows R’s MAC address </a:t>
            </a:r>
            <a:r>
              <a:rPr kumimoji="0" lang="en-US" sz="2400" b="0" i="0" u="none" strike="noStrike" kern="1200" cap="none" spc="0" normalizeH="0" baseline="0" noProof="0" dirty="0">
                <a:ln>
                  <a:noFill/>
                </a:ln>
                <a:solidFill>
                  <a:srgbClr val="0000A8"/>
                </a:solidFill>
                <a:effectLst/>
                <a:uLnTx/>
                <a:uFillTx/>
                <a:latin typeface="Calibri" panose="020F0502020204030204"/>
                <a:ea typeface="+mn-ea"/>
                <a:cs typeface="+mn-cs"/>
              </a:rPr>
              <a:t>(how?)</a:t>
            </a:r>
          </a:p>
        </p:txBody>
      </p:sp>
    </p:spTree>
    <p:extLst>
      <p:ext uri="{BB962C8B-B14F-4D97-AF65-F5344CB8AC3E}">
        <p14:creationId xmlns:p14="http://schemas.microsoft.com/office/powerpoint/2010/main" val="13002622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dissolve">
                                      <p:cBhvr>
                                        <p:cTn id="7" dur="5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75"/>
                                        </p:tgtEl>
                                        <p:attrNameLst>
                                          <p:attrName>style.visibility</p:attrName>
                                        </p:attrNameLst>
                                      </p:cBhvr>
                                      <p:to>
                                        <p:strVal val="visible"/>
                                      </p:to>
                                    </p:set>
                                    <p:animEffect transition="in" filter="dissolve">
                                      <p:cBhvr>
                                        <p:cTn id="12" dur="500"/>
                                        <p:tgtEl>
                                          <p:spTgt spid="2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5"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800100" y="349426"/>
            <a:ext cx="10515600" cy="894622"/>
          </a:xfrm>
        </p:spPr>
        <p:txBody>
          <a:bodyPr>
            <a:normAutofit/>
          </a:bodyPr>
          <a:lstStyle/>
          <a:p>
            <a:r>
              <a:rPr lang="en-US" b="0" kern="0" dirty="0">
                <a:solidFill>
                  <a:srgbClr val="000099"/>
                </a:solidFill>
                <a:latin typeface="+mn-lt"/>
                <a:ea typeface="ＭＳ Ｐゴシック" charset="0"/>
              </a:rPr>
              <a:t>Routing to another subnet: addressing</a:t>
            </a:r>
            <a:endParaRPr lang="en-US" sz="4400" b="0" dirty="0">
              <a:latin typeface="+mn-lt"/>
            </a:endParaRPr>
          </a:p>
        </p:txBody>
      </p:sp>
      <p:sp>
        <p:nvSpPr>
          <p:cNvPr id="439" name="Slide Number Placeholder 4">
            <a:extLst>
              <a:ext uri="{FF2B5EF4-FFF2-40B4-BE49-F238E27FC236}">
                <a16:creationId xmlns:a16="http://schemas.microsoft.com/office/drawing/2014/main" id="{C87F3257-E91D-E144-BA13-B0DD96B23FDC}"/>
              </a:ext>
            </a:extLst>
          </p:cNvPr>
          <p:cNvSpPr>
            <a:spLocks noGrp="1"/>
          </p:cNvSpPr>
          <p:nvPr>
            <p:ph type="sldNum" sz="quarter" idx="4"/>
          </p:nvPr>
        </p:nvSpPr>
        <p:spPr>
          <a:xfrm>
            <a:off x="9219616" y="6443089"/>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rPr>
              <a:t>Link Layer: 6-</a:t>
            </a:r>
            <a:fld id="{C4204591-24BD-A542-B9D5-F8D8A88D2FEE}" type="slidenum">
              <a:rPr kumimoji="0" lang="en-US" sz="1100" b="0" i="0" u="none" strike="noStrike" kern="1200" cap="none" spc="0" normalizeH="0" baseline="0" noProof="0" smtClean="0">
                <a:ln>
                  <a:noFill/>
                </a:ln>
                <a:solidFill>
                  <a:prstClr val="white">
                    <a:lumMod val="50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1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endParaRPr>
          </a:p>
        </p:txBody>
      </p:sp>
      <p:grpSp>
        <p:nvGrpSpPr>
          <p:cNvPr id="4" name="Group 3">
            <a:extLst>
              <a:ext uri="{FF2B5EF4-FFF2-40B4-BE49-F238E27FC236}">
                <a16:creationId xmlns:a16="http://schemas.microsoft.com/office/drawing/2014/main" id="{60E8BE2D-BC96-5B4C-BB01-5A8A7B585BE8}"/>
              </a:ext>
            </a:extLst>
          </p:cNvPr>
          <p:cNvGrpSpPr/>
          <p:nvPr/>
        </p:nvGrpSpPr>
        <p:grpSpPr>
          <a:xfrm>
            <a:off x="1799535" y="4315099"/>
            <a:ext cx="8432226" cy="2308544"/>
            <a:chOff x="1799535" y="4315099"/>
            <a:chExt cx="8432226" cy="2308544"/>
          </a:xfrm>
        </p:grpSpPr>
        <p:cxnSp>
          <p:nvCxnSpPr>
            <p:cNvPr id="11" name="Straight Connector 10">
              <a:extLst>
                <a:ext uri="{FF2B5EF4-FFF2-40B4-BE49-F238E27FC236}">
                  <a16:creationId xmlns:a16="http://schemas.microsoft.com/office/drawing/2014/main" id="{0CFFE62D-54D4-2E4A-9F56-42AF465143DE}"/>
                </a:ext>
              </a:extLst>
            </p:cNvPr>
            <p:cNvCxnSpPr/>
            <p:nvPr/>
          </p:nvCxnSpPr>
          <p:spPr>
            <a:xfrm>
              <a:off x="4293702" y="5340624"/>
              <a:ext cx="3233531"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91" name="Text Box 4">
              <a:extLst>
                <a:ext uri="{FF2B5EF4-FFF2-40B4-BE49-F238E27FC236}">
                  <a16:creationId xmlns:a16="http://schemas.microsoft.com/office/drawing/2014/main" id="{2D2C1B49-6D05-3245-A14C-49597506C649}"/>
                </a:ext>
              </a:extLst>
            </p:cNvPr>
            <p:cNvSpPr txBox="1">
              <a:spLocks noChangeArrowheads="1"/>
            </p:cNvSpPr>
            <p:nvPr/>
          </p:nvSpPr>
          <p:spPr bwMode="auto">
            <a:xfrm>
              <a:off x="5496545" y="4606786"/>
              <a:ext cx="380232" cy="523220"/>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sz="2800" b="0" i="0" u="none" strike="noStrike" kern="1200" cap="none" spc="0" normalizeH="0" baseline="0" noProof="0" dirty="0">
                  <a:ln>
                    <a:noFill/>
                  </a:ln>
                  <a:solidFill>
                    <a:srgbClr val="0000A8"/>
                  </a:solidFill>
                  <a:effectLst/>
                  <a:uLnTx/>
                  <a:uFillTx/>
                  <a:latin typeface="Calibri" panose="020F0502020204030204"/>
                  <a:ea typeface="+mn-ea"/>
                  <a:cs typeface="+mn-cs"/>
                </a:rPr>
                <a:t>R</a:t>
              </a:r>
              <a:endParaRPr kumimoji="0" lang="en-US" sz="2000" b="0" i="0" u="none" strike="noStrike" kern="1200" cap="none" spc="0" normalizeH="0" baseline="0" noProof="0" dirty="0">
                <a:ln>
                  <a:noFill/>
                </a:ln>
                <a:solidFill>
                  <a:srgbClr val="0000A8"/>
                </a:solidFill>
                <a:effectLst/>
                <a:uLnTx/>
                <a:uFillTx/>
                <a:latin typeface="Calibri" panose="020F0502020204030204"/>
                <a:ea typeface="+mn-ea"/>
                <a:cs typeface="+mn-cs"/>
              </a:endParaRPr>
            </a:p>
          </p:txBody>
        </p:sp>
        <p:sp>
          <p:nvSpPr>
            <p:cNvPr id="92" name="Text Box 21">
              <a:extLst>
                <a:ext uri="{FF2B5EF4-FFF2-40B4-BE49-F238E27FC236}">
                  <a16:creationId xmlns:a16="http://schemas.microsoft.com/office/drawing/2014/main" id="{8E9F58B9-C012-7C42-9622-7098AAF9C744}"/>
                </a:ext>
              </a:extLst>
            </p:cNvPr>
            <p:cNvSpPr txBox="1">
              <a:spLocks noChangeArrowheads="1"/>
            </p:cNvSpPr>
            <p:nvPr/>
          </p:nvSpPr>
          <p:spPr bwMode="auto">
            <a:xfrm>
              <a:off x="5140945" y="5749508"/>
              <a:ext cx="1585947" cy="30777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1A-23-F9-CD-06-9B</a:t>
              </a:r>
            </a:p>
          </p:txBody>
        </p:sp>
        <p:sp>
          <p:nvSpPr>
            <p:cNvPr id="93" name="Text Box 22">
              <a:extLst>
                <a:ext uri="{FF2B5EF4-FFF2-40B4-BE49-F238E27FC236}">
                  <a16:creationId xmlns:a16="http://schemas.microsoft.com/office/drawing/2014/main" id="{D3BC78DD-68E2-3F42-A025-894036CA69F8}"/>
                </a:ext>
              </a:extLst>
            </p:cNvPr>
            <p:cNvSpPr txBox="1">
              <a:spLocks noChangeArrowheads="1"/>
            </p:cNvSpPr>
            <p:nvPr/>
          </p:nvSpPr>
          <p:spPr bwMode="auto">
            <a:xfrm>
              <a:off x="5288582" y="5576471"/>
              <a:ext cx="1415772" cy="30777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222.222.222.220</a:t>
              </a:r>
            </a:p>
          </p:txBody>
        </p:sp>
        <p:grpSp>
          <p:nvGrpSpPr>
            <p:cNvPr id="94" name="Group 23">
              <a:extLst>
                <a:ext uri="{FF2B5EF4-FFF2-40B4-BE49-F238E27FC236}">
                  <a16:creationId xmlns:a16="http://schemas.microsoft.com/office/drawing/2014/main" id="{026701D5-9E9E-EF42-B7AA-972F210D71D9}"/>
                </a:ext>
              </a:extLst>
            </p:cNvPr>
            <p:cNvGrpSpPr>
              <a:grpSpLocks/>
            </p:cNvGrpSpPr>
            <p:nvPr/>
          </p:nvGrpSpPr>
          <p:grpSpPr bwMode="auto">
            <a:xfrm>
              <a:off x="3992226" y="6027746"/>
              <a:ext cx="1573213" cy="482601"/>
              <a:chOff x="1934" y="2405"/>
              <a:chExt cx="991" cy="304"/>
            </a:xfrm>
          </p:grpSpPr>
          <p:sp>
            <p:nvSpPr>
              <p:cNvPr id="146" name="Text Box 24">
                <a:extLst>
                  <a:ext uri="{FF2B5EF4-FFF2-40B4-BE49-F238E27FC236}">
                    <a16:creationId xmlns:a16="http://schemas.microsoft.com/office/drawing/2014/main" id="{D19F6EF2-3DED-734B-B3EA-8B5850BFD7DC}"/>
                  </a:ext>
                </a:extLst>
              </p:cNvPr>
              <p:cNvSpPr txBox="1">
                <a:spLocks noChangeArrowheads="1"/>
              </p:cNvSpPr>
              <p:nvPr/>
            </p:nvSpPr>
            <p:spPr bwMode="auto">
              <a:xfrm>
                <a:off x="1934" y="2405"/>
                <a:ext cx="892" cy="19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111.111.111.110</a:t>
                </a:r>
              </a:p>
            </p:txBody>
          </p:sp>
          <p:sp>
            <p:nvSpPr>
              <p:cNvPr id="147" name="Text Box 25">
                <a:extLst>
                  <a:ext uri="{FF2B5EF4-FFF2-40B4-BE49-F238E27FC236}">
                    <a16:creationId xmlns:a16="http://schemas.microsoft.com/office/drawing/2014/main" id="{E60F6762-DC3F-2E40-B567-43C8BBD1B182}"/>
                  </a:ext>
                </a:extLst>
              </p:cNvPr>
              <p:cNvSpPr txBox="1">
                <a:spLocks noChangeArrowheads="1"/>
              </p:cNvSpPr>
              <p:nvPr/>
            </p:nvSpPr>
            <p:spPr bwMode="auto">
              <a:xfrm>
                <a:off x="1938" y="2515"/>
                <a:ext cx="987" cy="19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E6-E9-00-17-BB-4B</a:t>
                </a:r>
              </a:p>
            </p:txBody>
          </p:sp>
        </p:grpSp>
        <p:sp>
          <p:nvSpPr>
            <p:cNvPr id="99" name="Text Box 26">
              <a:extLst>
                <a:ext uri="{FF2B5EF4-FFF2-40B4-BE49-F238E27FC236}">
                  <a16:creationId xmlns:a16="http://schemas.microsoft.com/office/drawing/2014/main" id="{EB7AD1CB-7395-4048-94BA-078B6760194C}"/>
                </a:ext>
              </a:extLst>
            </p:cNvPr>
            <p:cNvSpPr txBox="1">
              <a:spLocks noChangeArrowheads="1"/>
            </p:cNvSpPr>
            <p:nvPr/>
          </p:nvSpPr>
          <p:spPr bwMode="auto">
            <a:xfrm>
              <a:off x="1983382" y="6174597"/>
              <a:ext cx="1634615" cy="30777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CC-49-DE-D0-AB-7D</a:t>
              </a:r>
            </a:p>
          </p:txBody>
        </p:sp>
        <p:sp>
          <p:nvSpPr>
            <p:cNvPr id="100" name="Text Box 27">
              <a:extLst>
                <a:ext uri="{FF2B5EF4-FFF2-40B4-BE49-F238E27FC236}">
                  <a16:creationId xmlns:a16="http://schemas.microsoft.com/office/drawing/2014/main" id="{883C22D8-5EE5-FD4B-A6BF-961F094C9520}"/>
                </a:ext>
              </a:extLst>
            </p:cNvPr>
            <p:cNvSpPr txBox="1">
              <a:spLocks noChangeArrowheads="1"/>
            </p:cNvSpPr>
            <p:nvPr/>
          </p:nvSpPr>
          <p:spPr bwMode="auto">
            <a:xfrm>
              <a:off x="2183407" y="5985684"/>
              <a:ext cx="1415772" cy="30777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111.111.111.112</a:t>
              </a:r>
            </a:p>
          </p:txBody>
        </p:sp>
        <p:sp>
          <p:nvSpPr>
            <p:cNvPr id="101" name="Text Box 30">
              <a:extLst>
                <a:ext uri="{FF2B5EF4-FFF2-40B4-BE49-F238E27FC236}">
                  <a16:creationId xmlns:a16="http://schemas.microsoft.com/office/drawing/2014/main" id="{F0A4A6D6-07D6-9540-9E22-87082344B6CE}"/>
                </a:ext>
              </a:extLst>
            </p:cNvPr>
            <p:cNvSpPr txBox="1">
              <a:spLocks noChangeArrowheads="1"/>
            </p:cNvSpPr>
            <p:nvPr/>
          </p:nvSpPr>
          <p:spPr bwMode="auto">
            <a:xfrm>
              <a:off x="1901438" y="5007006"/>
              <a:ext cx="1415772" cy="30777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111.111.111.111</a:t>
              </a:r>
            </a:p>
          </p:txBody>
        </p:sp>
        <p:sp>
          <p:nvSpPr>
            <p:cNvPr id="102" name="Text Box 33">
              <a:extLst>
                <a:ext uri="{FF2B5EF4-FFF2-40B4-BE49-F238E27FC236}">
                  <a16:creationId xmlns:a16="http://schemas.microsoft.com/office/drawing/2014/main" id="{98DB423A-5D18-F545-A673-502329AD2A00}"/>
                </a:ext>
              </a:extLst>
            </p:cNvPr>
            <p:cNvSpPr txBox="1">
              <a:spLocks noChangeArrowheads="1"/>
            </p:cNvSpPr>
            <p:nvPr/>
          </p:nvSpPr>
          <p:spPr bwMode="auto">
            <a:xfrm>
              <a:off x="1799535" y="5196273"/>
              <a:ext cx="1535998" cy="30777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74-29-9C-E8-FF-55</a:t>
              </a:r>
            </a:p>
          </p:txBody>
        </p:sp>
        <p:sp>
          <p:nvSpPr>
            <p:cNvPr id="103" name="Freeform 39">
              <a:extLst>
                <a:ext uri="{FF2B5EF4-FFF2-40B4-BE49-F238E27FC236}">
                  <a16:creationId xmlns:a16="http://schemas.microsoft.com/office/drawing/2014/main" id="{B2706607-111C-5245-B2CF-A17D7724FFA8}"/>
                </a:ext>
              </a:extLst>
            </p:cNvPr>
            <p:cNvSpPr>
              <a:spLocks/>
            </p:cNvSpPr>
            <p:nvPr/>
          </p:nvSpPr>
          <p:spPr bwMode="auto">
            <a:xfrm>
              <a:off x="3637582" y="4808121"/>
              <a:ext cx="839788" cy="1069975"/>
            </a:xfrm>
            <a:custGeom>
              <a:avLst/>
              <a:gdLst>
                <a:gd name="T0" fmla="*/ 2147483647 w 1005"/>
                <a:gd name="T1" fmla="*/ 2147483647 h 996"/>
                <a:gd name="T2" fmla="*/ 2147483647 w 1005"/>
                <a:gd name="T3" fmla="*/ 2147483647 h 996"/>
                <a:gd name="T4" fmla="*/ 2147483647 w 1005"/>
                <a:gd name="T5" fmla="*/ 2147483647 h 996"/>
                <a:gd name="T6" fmla="*/ 2147483647 w 1005"/>
                <a:gd name="T7" fmla="*/ 2147483647 h 996"/>
                <a:gd name="T8" fmla="*/ 2147483647 w 1005"/>
                <a:gd name="T9" fmla="*/ 2147483647 h 996"/>
                <a:gd name="T10" fmla="*/ 2147483647 w 1005"/>
                <a:gd name="T11" fmla="*/ 2147483647 h 996"/>
                <a:gd name="T12" fmla="*/ 2147483647 w 1005"/>
                <a:gd name="T13" fmla="*/ 2147483647 h 996"/>
                <a:gd name="T14" fmla="*/ 2147483647 w 1005"/>
                <a:gd name="T15" fmla="*/ 2147483647 h 996"/>
                <a:gd name="T16" fmla="*/ 2147483647 w 1005"/>
                <a:gd name="T17" fmla="*/ 2147483647 h 996"/>
                <a:gd name="T18" fmla="*/ 2147483647 w 1005"/>
                <a:gd name="T19" fmla="*/ 2147483647 h 996"/>
                <a:gd name="T20" fmla="*/ 2147483647 w 1005"/>
                <a:gd name="T21" fmla="*/ 2147483647 h 996"/>
                <a:gd name="T22" fmla="*/ 2147483647 w 1005"/>
                <a:gd name="T23" fmla="*/ 2147483647 h 996"/>
                <a:gd name="T24" fmla="*/ 2147483647 w 1005"/>
                <a:gd name="T25" fmla="*/ 2147483647 h 99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005" h="996">
                  <a:moveTo>
                    <a:pt x="307" y="83"/>
                  </a:moveTo>
                  <a:cubicBezTo>
                    <a:pt x="218" y="117"/>
                    <a:pt x="182" y="156"/>
                    <a:pt x="134" y="227"/>
                  </a:cubicBezTo>
                  <a:cubicBezTo>
                    <a:pt x="86" y="298"/>
                    <a:pt x="38" y="426"/>
                    <a:pt x="19" y="507"/>
                  </a:cubicBezTo>
                  <a:cubicBezTo>
                    <a:pt x="0" y="588"/>
                    <a:pt x="8" y="648"/>
                    <a:pt x="19" y="716"/>
                  </a:cubicBezTo>
                  <a:cubicBezTo>
                    <a:pt x="30" y="784"/>
                    <a:pt x="54" y="873"/>
                    <a:pt x="84" y="918"/>
                  </a:cubicBezTo>
                  <a:cubicBezTo>
                    <a:pt x="114" y="963"/>
                    <a:pt x="148" y="984"/>
                    <a:pt x="199" y="990"/>
                  </a:cubicBezTo>
                  <a:cubicBezTo>
                    <a:pt x="250" y="996"/>
                    <a:pt x="310" y="961"/>
                    <a:pt x="393" y="954"/>
                  </a:cubicBezTo>
                  <a:cubicBezTo>
                    <a:pt x="476" y="947"/>
                    <a:pt x="614" y="967"/>
                    <a:pt x="696" y="947"/>
                  </a:cubicBezTo>
                  <a:cubicBezTo>
                    <a:pt x="778" y="927"/>
                    <a:pt x="833" y="898"/>
                    <a:pt x="883" y="831"/>
                  </a:cubicBezTo>
                  <a:cubicBezTo>
                    <a:pt x="933" y="764"/>
                    <a:pt x="991" y="644"/>
                    <a:pt x="998" y="543"/>
                  </a:cubicBezTo>
                  <a:cubicBezTo>
                    <a:pt x="1005" y="442"/>
                    <a:pt x="981" y="313"/>
                    <a:pt x="926" y="227"/>
                  </a:cubicBezTo>
                  <a:cubicBezTo>
                    <a:pt x="871" y="141"/>
                    <a:pt x="768" y="50"/>
                    <a:pt x="667" y="25"/>
                  </a:cubicBezTo>
                  <a:cubicBezTo>
                    <a:pt x="566" y="0"/>
                    <a:pt x="396" y="49"/>
                    <a:pt x="307" y="83"/>
                  </a:cubicBezTo>
                  <a:close/>
                </a:path>
              </a:pathLst>
            </a:custGeom>
            <a:solidFill>
              <a:srgbClr val="9CE0FA"/>
            </a:solidFill>
            <a:ln w="9525" cap="flat" cmpd="sng">
              <a:noFill/>
              <a:prstDash val="solid"/>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4" name="Line 40">
              <a:extLst>
                <a:ext uri="{FF2B5EF4-FFF2-40B4-BE49-F238E27FC236}">
                  <a16:creationId xmlns:a16="http://schemas.microsoft.com/office/drawing/2014/main" id="{28F869C4-D67B-E043-97EC-60E9EE422E8C}"/>
                </a:ext>
              </a:extLst>
            </p:cNvPr>
            <p:cNvSpPr>
              <a:spLocks noChangeShapeType="1"/>
            </p:cNvSpPr>
            <p:nvPr/>
          </p:nvSpPr>
          <p:spPr bwMode="auto">
            <a:xfrm>
              <a:off x="3334370" y="4787483"/>
              <a:ext cx="438150" cy="230188"/>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5" name="Line 41">
              <a:extLst>
                <a:ext uri="{FF2B5EF4-FFF2-40B4-BE49-F238E27FC236}">
                  <a16:creationId xmlns:a16="http://schemas.microsoft.com/office/drawing/2014/main" id="{F58EADC2-5F53-3341-BAA6-DBF970DD75E5}"/>
                </a:ext>
              </a:extLst>
            </p:cNvPr>
            <p:cNvSpPr>
              <a:spLocks noChangeShapeType="1"/>
            </p:cNvSpPr>
            <p:nvPr/>
          </p:nvSpPr>
          <p:spPr bwMode="auto">
            <a:xfrm flipV="1">
              <a:off x="3406935" y="5732045"/>
              <a:ext cx="283036" cy="54447"/>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7" name="Line 44">
              <a:extLst>
                <a:ext uri="{FF2B5EF4-FFF2-40B4-BE49-F238E27FC236}">
                  <a16:creationId xmlns:a16="http://schemas.microsoft.com/office/drawing/2014/main" id="{9DEB43AB-0452-E74B-A267-354DF376C2C7}"/>
                </a:ext>
              </a:extLst>
            </p:cNvPr>
            <p:cNvSpPr>
              <a:spLocks noChangeShapeType="1"/>
            </p:cNvSpPr>
            <p:nvPr/>
          </p:nvSpPr>
          <p:spPr bwMode="auto">
            <a:xfrm flipV="1">
              <a:off x="3342282" y="5842809"/>
              <a:ext cx="0" cy="163513"/>
            </a:xfrm>
            <a:prstGeom prst="line">
              <a:avLst/>
            </a:prstGeom>
            <a:noFill/>
            <a:ln w="9525">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8" name="Line 45">
              <a:extLst>
                <a:ext uri="{FF2B5EF4-FFF2-40B4-BE49-F238E27FC236}">
                  <a16:creationId xmlns:a16="http://schemas.microsoft.com/office/drawing/2014/main" id="{FCE2A6D7-36B2-D94C-B589-354F8509B97B}"/>
                </a:ext>
              </a:extLst>
            </p:cNvPr>
            <p:cNvSpPr>
              <a:spLocks noChangeShapeType="1"/>
            </p:cNvSpPr>
            <p:nvPr/>
          </p:nvSpPr>
          <p:spPr bwMode="auto">
            <a:xfrm flipH="1" flipV="1">
              <a:off x="3248645" y="4860508"/>
              <a:ext cx="0" cy="248128"/>
            </a:xfrm>
            <a:prstGeom prst="line">
              <a:avLst/>
            </a:prstGeom>
            <a:noFill/>
            <a:ln w="9525">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9" name="Line 46">
              <a:extLst>
                <a:ext uri="{FF2B5EF4-FFF2-40B4-BE49-F238E27FC236}">
                  <a16:creationId xmlns:a16="http://schemas.microsoft.com/office/drawing/2014/main" id="{34C788DF-A7C4-7C49-A6BA-645F989435A2}"/>
                </a:ext>
              </a:extLst>
            </p:cNvPr>
            <p:cNvSpPr>
              <a:spLocks noChangeShapeType="1"/>
            </p:cNvSpPr>
            <p:nvPr/>
          </p:nvSpPr>
          <p:spPr bwMode="auto">
            <a:xfrm>
              <a:off x="5018707" y="5427247"/>
              <a:ext cx="0" cy="620504"/>
            </a:xfrm>
            <a:prstGeom prst="line">
              <a:avLst/>
            </a:prstGeom>
            <a:noFill/>
            <a:ln w="9525">
              <a:solidFill>
                <a:schemeClr val="tx1"/>
              </a:solidFill>
              <a:round/>
              <a:headEnd type="triangle" w="med" len="me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0" name="Line 47">
              <a:extLst>
                <a:ext uri="{FF2B5EF4-FFF2-40B4-BE49-F238E27FC236}">
                  <a16:creationId xmlns:a16="http://schemas.microsoft.com/office/drawing/2014/main" id="{74475E6E-D489-9D41-83DE-586A84785D27}"/>
                </a:ext>
              </a:extLst>
            </p:cNvPr>
            <p:cNvSpPr>
              <a:spLocks noChangeShapeType="1"/>
            </p:cNvSpPr>
            <p:nvPr/>
          </p:nvSpPr>
          <p:spPr bwMode="auto">
            <a:xfrm flipH="1" flipV="1">
              <a:off x="6207745" y="5417721"/>
              <a:ext cx="4762" cy="220662"/>
            </a:xfrm>
            <a:prstGeom prst="line">
              <a:avLst/>
            </a:prstGeom>
            <a:noFill/>
            <a:ln w="9525">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1" name="Text Box 58">
              <a:extLst>
                <a:ext uri="{FF2B5EF4-FFF2-40B4-BE49-F238E27FC236}">
                  <a16:creationId xmlns:a16="http://schemas.microsoft.com/office/drawing/2014/main" id="{9ED91BB2-5CD2-AF4D-990D-A02134AFDF18}"/>
                </a:ext>
              </a:extLst>
            </p:cNvPr>
            <p:cNvSpPr txBox="1">
              <a:spLocks noChangeArrowheads="1"/>
            </p:cNvSpPr>
            <p:nvPr/>
          </p:nvSpPr>
          <p:spPr bwMode="auto">
            <a:xfrm>
              <a:off x="2243136" y="4315099"/>
              <a:ext cx="393056" cy="52322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0000A8"/>
                  </a:solidFill>
                  <a:effectLst/>
                  <a:uLnTx/>
                  <a:uFillTx/>
                  <a:latin typeface="Calibri" panose="020F0502020204030204"/>
                  <a:ea typeface="+mn-ea"/>
                  <a:cs typeface="+mn-cs"/>
                </a:rPr>
                <a:t>A</a:t>
              </a:r>
            </a:p>
          </p:txBody>
        </p:sp>
        <p:grpSp>
          <p:nvGrpSpPr>
            <p:cNvPr id="113" name="Group 63">
              <a:extLst>
                <a:ext uri="{FF2B5EF4-FFF2-40B4-BE49-F238E27FC236}">
                  <a16:creationId xmlns:a16="http://schemas.microsoft.com/office/drawing/2014/main" id="{28E44824-539C-9E48-97D4-38EC5EF1A87D}"/>
                </a:ext>
              </a:extLst>
            </p:cNvPr>
            <p:cNvGrpSpPr>
              <a:grpSpLocks/>
            </p:cNvGrpSpPr>
            <p:nvPr/>
          </p:nvGrpSpPr>
          <p:grpSpPr bwMode="auto">
            <a:xfrm>
              <a:off x="8615685" y="5148731"/>
              <a:ext cx="1616076" cy="495300"/>
              <a:chOff x="4351" y="2786"/>
              <a:chExt cx="1018" cy="312"/>
            </a:xfrm>
          </p:grpSpPr>
          <p:sp>
            <p:nvSpPr>
              <p:cNvPr id="144" name="Text Box 64">
                <a:extLst>
                  <a:ext uri="{FF2B5EF4-FFF2-40B4-BE49-F238E27FC236}">
                    <a16:creationId xmlns:a16="http://schemas.microsoft.com/office/drawing/2014/main" id="{6F4DD6C5-5CCC-9A43-8DEF-22B166CC124F}"/>
                  </a:ext>
                </a:extLst>
              </p:cNvPr>
              <p:cNvSpPr txBox="1">
                <a:spLocks noChangeArrowheads="1"/>
              </p:cNvSpPr>
              <p:nvPr/>
            </p:nvSpPr>
            <p:spPr bwMode="auto">
              <a:xfrm>
                <a:off x="4352" y="2786"/>
                <a:ext cx="892" cy="19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222.222.222.222</a:t>
                </a:r>
              </a:p>
            </p:txBody>
          </p:sp>
          <p:sp>
            <p:nvSpPr>
              <p:cNvPr id="145" name="Text Box 65">
                <a:extLst>
                  <a:ext uri="{FF2B5EF4-FFF2-40B4-BE49-F238E27FC236}">
                    <a16:creationId xmlns:a16="http://schemas.microsoft.com/office/drawing/2014/main" id="{6E33AF33-87FC-744F-A61A-A574F7048B06}"/>
                  </a:ext>
                </a:extLst>
              </p:cNvPr>
              <p:cNvSpPr txBox="1">
                <a:spLocks noChangeArrowheads="1"/>
              </p:cNvSpPr>
              <p:nvPr/>
            </p:nvSpPr>
            <p:spPr bwMode="auto">
              <a:xfrm>
                <a:off x="4351" y="2904"/>
                <a:ext cx="1018" cy="19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49-BD-D2-C7-56-2A</a:t>
                </a:r>
              </a:p>
            </p:txBody>
          </p:sp>
        </p:grpSp>
        <p:sp>
          <p:nvSpPr>
            <p:cNvPr id="114" name="Line 67">
              <a:extLst>
                <a:ext uri="{FF2B5EF4-FFF2-40B4-BE49-F238E27FC236}">
                  <a16:creationId xmlns:a16="http://schemas.microsoft.com/office/drawing/2014/main" id="{351E9598-D6EF-0941-9E90-3FFDA09398B1}"/>
                </a:ext>
              </a:extLst>
            </p:cNvPr>
            <p:cNvSpPr>
              <a:spLocks noChangeShapeType="1"/>
            </p:cNvSpPr>
            <p:nvPr/>
          </p:nvSpPr>
          <p:spPr bwMode="auto">
            <a:xfrm flipV="1">
              <a:off x="8215932" y="4787483"/>
              <a:ext cx="450850" cy="31750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6" name="Text Box 71">
              <a:extLst>
                <a:ext uri="{FF2B5EF4-FFF2-40B4-BE49-F238E27FC236}">
                  <a16:creationId xmlns:a16="http://schemas.microsoft.com/office/drawing/2014/main" id="{A2452177-E551-CB48-A13E-9F30A8D87705}"/>
                </a:ext>
              </a:extLst>
            </p:cNvPr>
            <p:cNvSpPr txBox="1">
              <a:spLocks noChangeArrowheads="1"/>
            </p:cNvSpPr>
            <p:nvPr/>
          </p:nvSpPr>
          <p:spPr bwMode="auto">
            <a:xfrm>
              <a:off x="8307272" y="6136999"/>
              <a:ext cx="1415772" cy="30777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222.222.222.221</a:t>
              </a:r>
            </a:p>
          </p:txBody>
        </p:sp>
        <p:sp>
          <p:nvSpPr>
            <p:cNvPr id="117" name="Text Box 72">
              <a:extLst>
                <a:ext uri="{FF2B5EF4-FFF2-40B4-BE49-F238E27FC236}">
                  <a16:creationId xmlns:a16="http://schemas.microsoft.com/office/drawing/2014/main" id="{70A29F2B-254D-C242-BED3-63C6A20006BF}"/>
                </a:ext>
              </a:extLst>
            </p:cNvPr>
            <p:cNvSpPr txBox="1">
              <a:spLocks noChangeArrowheads="1"/>
            </p:cNvSpPr>
            <p:nvPr/>
          </p:nvSpPr>
          <p:spPr bwMode="auto">
            <a:xfrm>
              <a:off x="8297391" y="6315866"/>
              <a:ext cx="1552284" cy="30777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88-B2-2F-54-1A-0F</a:t>
              </a:r>
            </a:p>
          </p:txBody>
        </p:sp>
        <p:sp>
          <p:nvSpPr>
            <p:cNvPr id="118" name="Line 73">
              <a:extLst>
                <a:ext uri="{FF2B5EF4-FFF2-40B4-BE49-F238E27FC236}">
                  <a16:creationId xmlns:a16="http://schemas.microsoft.com/office/drawing/2014/main" id="{EA6BFE92-6101-754D-A5A8-900E35C4E79C}"/>
                </a:ext>
              </a:extLst>
            </p:cNvPr>
            <p:cNvSpPr>
              <a:spLocks noChangeShapeType="1"/>
            </p:cNvSpPr>
            <p:nvPr/>
          </p:nvSpPr>
          <p:spPr bwMode="auto">
            <a:xfrm flipH="1" flipV="1">
              <a:off x="8156672" y="5684421"/>
              <a:ext cx="267105" cy="200926"/>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0" name="Freeform 75">
              <a:extLst>
                <a:ext uri="{FF2B5EF4-FFF2-40B4-BE49-F238E27FC236}">
                  <a16:creationId xmlns:a16="http://schemas.microsoft.com/office/drawing/2014/main" id="{68E66362-A921-0844-BAA8-FB5279AD1D5D}"/>
                </a:ext>
              </a:extLst>
            </p:cNvPr>
            <p:cNvSpPr>
              <a:spLocks/>
            </p:cNvSpPr>
            <p:nvPr/>
          </p:nvSpPr>
          <p:spPr bwMode="auto">
            <a:xfrm>
              <a:off x="7476157" y="4811296"/>
              <a:ext cx="765175" cy="1081088"/>
            </a:xfrm>
            <a:custGeom>
              <a:avLst/>
              <a:gdLst>
                <a:gd name="T0" fmla="*/ 2147483647 w 1005"/>
                <a:gd name="T1" fmla="*/ 2147483647 h 996"/>
                <a:gd name="T2" fmla="*/ 2147483647 w 1005"/>
                <a:gd name="T3" fmla="*/ 2147483647 h 996"/>
                <a:gd name="T4" fmla="*/ 2147483647 w 1005"/>
                <a:gd name="T5" fmla="*/ 2147483647 h 996"/>
                <a:gd name="T6" fmla="*/ 2147483647 w 1005"/>
                <a:gd name="T7" fmla="*/ 2147483647 h 996"/>
                <a:gd name="T8" fmla="*/ 2147483647 w 1005"/>
                <a:gd name="T9" fmla="*/ 2147483647 h 996"/>
                <a:gd name="T10" fmla="*/ 2147483647 w 1005"/>
                <a:gd name="T11" fmla="*/ 2147483647 h 996"/>
                <a:gd name="T12" fmla="*/ 2147483647 w 1005"/>
                <a:gd name="T13" fmla="*/ 2147483647 h 996"/>
                <a:gd name="T14" fmla="*/ 2147483647 w 1005"/>
                <a:gd name="T15" fmla="*/ 2147483647 h 996"/>
                <a:gd name="T16" fmla="*/ 2147483647 w 1005"/>
                <a:gd name="T17" fmla="*/ 2147483647 h 996"/>
                <a:gd name="T18" fmla="*/ 2147483647 w 1005"/>
                <a:gd name="T19" fmla="*/ 2147483647 h 996"/>
                <a:gd name="T20" fmla="*/ 2147483647 w 1005"/>
                <a:gd name="T21" fmla="*/ 2147483647 h 996"/>
                <a:gd name="T22" fmla="*/ 2147483647 w 1005"/>
                <a:gd name="T23" fmla="*/ 2147483647 h 996"/>
                <a:gd name="T24" fmla="*/ 2147483647 w 1005"/>
                <a:gd name="T25" fmla="*/ 2147483647 h 99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005" h="996">
                  <a:moveTo>
                    <a:pt x="307" y="83"/>
                  </a:moveTo>
                  <a:cubicBezTo>
                    <a:pt x="218" y="117"/>
                    <a:pt x="182" y="156"/>
                    <a:pt x="134" y="227"/>
                  </a:cubicBezTo>
                  <a:cubicBezTo>
                    <a:pt x="86" y="298"/>
                    <a:pt x="38" y="426"/>
                    <a:pt x="19" y="507"/>
                  </a:cubicBezTo>
                  <a:cubicBezTo>
                    <a:pt x="0" y="588"/>
                    <a:pt x="8" y="648"/>
                    <a:pt x="19" y="716"/>
                  </a:cubicBezTo>
                  <a:cubicBezTo>
                    <a:pt x="30" y="784"/>
                    <a:pt x="54" y="873"/>
                    <a:pt x="84" y="918"/>
                  </a:cubicBezTo>
                  <a:cubicBezTo>
                    <a:pt x="114" y="963"/>
                    <a:pt x="148" y="984"/>
                    <a:pt x="199" y="990"/>
                  </a:cubicBezTo>
                  <a:cubicBezTo>
                    <a:pt x="250" y="996"/>
                    <a:pt x="310" y="961"/>
                    <a:pt x="393" y="954"/>
                  </a:cubicBezTo>
                  <a:cubicBezTo>
                    <a:pt x="476" y="947"/>
                    <a:pt x="614" y="967"/>
                    <a:pt x="696" y="947"/>
                  </a:cubicBezTo>
                  <a:cubicBezTo>
                    <a:pt x="778" y="927"/>
                    <a:pt x="833" y="898"/>
                    <a:pt x="883" y="831"/>
                  </a:cubicBezTo>
                  <a:cubicBezTo>
                    <a:pt x="933" y="764"/>
                    <a:pt x="991" y="644"/>
                    <a:pt x="998" y="543"/>
                  </a:cubicBezTo>
                  <a:cubicBezTo>
                    <a:pt x="1005" y="442"/>
                    <a:pt x="981" y="313"/>
                    <a:pt x="926" y="227"/>
                  </a:cubicBezTo>
                  <a:cubicBezTo>
                    <a:pt x="871" y="141"/>
                    <a:pt x="768" y="50"/>
                    <a:pt x="667" y="25"/>
                  </a:cubicBezTo>
                  <a:cubicBezTo>
                    <a:pt x="566" y="0"/>
                    <a:pt x="396" y="49"/>
                    <a:pt x="307" y="83"/>
                  </a:cubicBezTo>
                  <a:close/>
                </a:path>
              </a:pathLst>
            </a:custGeom>
            <a:solidFill>
              <a:srgbClr val="9CE0FA"/>
            </a:solidFill>
            <a:ln w="9525" cap="flat" cmpd="sng">
              <a:noFill/>
              <a:prstDash val="solid"/>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1" name="Text Box 76">
              <a:extLst>
                <a:ext uri="{FF2B5EF4-FFF2-40B4-BE49-F238E27FC236}">
                  <a16:creationId xmlns:a16="http://schemas.microsoft.com/office/drawing/2014/main" id="{DA57B50B-B7E5-2942-B45A-3152B6985451}"/>
                </a:ext>
              </a:extLst>
            </p:cNvPr>
            <p:cNvSpPr txBox="1">
              <a:spLocks noChangeArrowheads="1"/>
            </p:cNvSpPr>
            <p:nvPr/>
          </p:nvSpPr>
          <p:spPr bwMode="auto">
            <a:xfrm>
              <a:off x="9407316" y="4484341"/>
              <a:ext cx="380232" cy="52322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0000A8"/>
                  </a:solidFill>
                  <a:effectLst/>
                  <a:uLnTx/>
                  <a:uFillTx/>
                  <a:latin typeface="Calibri" panose="020F0502020204030204"/>
                  <a:ea typeface="+mn-ea"/>
                  <a:cs typeface="+mn-cs"/>
                </a:rPr>
                <a:t>B</a:t>
              </a:r>
            </a:p>
          </p:txBody>
        </p:sp>
        <p:grpSp>
          <p:nvGrpSpPr>
            <p:cNvPr id="9" name="Group 8">
              <a:extLst>
                <a:ext uri="{FF2B5EF4-FFF2-40B4-BE49-F238E27FC236}">
                  <a16:creationId xmlns:a16="http://schemas.microsoft.com/office/drawing/2014/main" id="{CC76A447-7E01-C147-9C89-C1C4C935DA7A}"/>
                </a:ext>
              </a:extLst>
            </p:cNvPr>
            <p:cNvGrpSpPr/>
            <p:nvPr/>
          </p:nvGrpSpPr>
          <p:grpSpPr>
            <a:xfrm>
              <a:off x="5001868" y="5038254"/>
              <a:ext cx="1310631" cy="501151"/>
              <a:chOff x="4909105" y="5767126"/>
              <a:chExt cx="1310631" cy="501151"/>
            </a:xfrm>
          </p:grpSpPr>
          <p:sp>
            <p:nvSpPr>
              <p:cNvPr id="167" name="Rectangle 37">
                <a:extLst>
                  <a:ext uri="{FF2B5EF4-FFF2-40B4-BE49-F238E27FC236}">
                    <a16:creationId xmlns:a16="http://schemas.microsoft.com/office/drawing/2014/main" id="{89D0886F-F835-2044-AB8F-F49ACC0B58EB}"/>
                  </a:ext>
                </a:extLst>
              </p:cNvPr>
              <p:cNvSpPr>
                <a:spLocks noChangeArrowheads="1"/>
              </p:cNvSpPr>
              <p:nvPr/>
            </p:nvSpPr>
            <p:spPr bwMode="auto">
              <a:xfrm rot="5400000">
                <a:off x="6024859" y="5937451"/>
                <a:ext cx="134168" cy="255587"/>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Comic Sans MS" pitchFamily="66" charset="0"/>
                  <a:ea typeface="ＭＳ Ｐゴシック" charset="0"/>
                  <a:cs typeface="+mn-cs"/>
                </a:endParaRPr>
              </a:p>
            </p:txBody>
          </p:sp>
          <p:sp>
            <p:nvSpPr>
              <p:cNvPr id="168" name="Rectangle 37">
                <a:extLst>
                  <a:ext uri="{FF2B5EF4-FFF2-40B4-BE49-F238E27FC236}">
                    <a16:creationId xmlns:a16="http://schemas.microsoft.com/office/drawing/2014/main" id="{C75323AD-DC39-4543-A0CC-4375A7BCF3F2}"/>
                  </a:ext>
                </a:extLst>
              </p:cNvPr>
              <p:cNvSpPr>
                <a:spLocks noChangeArrowheads="1"/>
              </p:cNvSpPr>
              <p:nvPr/>
            </p:nvSpPr>
            <p:spPr bwMode="auto">
              <a:xfrm rot="5400000">
                <a:off x="4966501" y="5940764"/>
                <a:ext cx="140795" cy="255587"/>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Comic Sans MS" pitchFamily="66" charset="0"/>
                  <a:ea typeface="ＭＳ Ｐゴシック" charset="0"/>
                  <a:cs typeface="+mn-cs"/>
                </a:endParaRPr>
              </a:p>
            </p:txBody>
          </p:sp>
          <p:grpSp>
            <p:nvGrpSpPr>
              <p:cNvPr id="156" name="Group 155">
                <a:extLst>
                  <a:ext uri="{FF2B5EF4-FFF2-40B4-BE49-F238E27FC236}">
                    <a16:creationId xmlns:a16="http://schemas.microsoft.com/office/drawing/2014/main" id="{EDD0BCD9-05EB-F249-AEA1-A9CCFBC80BB8}"/>
                  </a:ext>
                </a:extLst>
              </p:cNvPr>
              <p:cNvGrpSpPr/>
              <p:nvPr/>
            </p:nvGrpSpPr>
            <p:grpSpPr>
              <a:xfrm>
                <a:off x="5115340" y="5767126"/>
                <a:ext cx="901147" cy="501151"/>
                <a:chOff x="7493876" y="2774731"/>
                <a:chExt cx="1481958" cy="894622"/>
              </a:xfrm>
            </p:grpSpPr>
            <p:sp>
              <p:nvSpPr>
                <p:cNvPr id="157" name="Freeform 156">
                  <a:extLst>
                    <a:ext uri="{FF2B5EF4-FFF2-40B4-BE49-F238E27FC236}">
                      <a16:creationId xmlns:a16="http://schemas.microsoft.com/office/drawing/2014/main" id="{F5326B06-29FF-A544-BF80-2A0622229582}"/>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58" name="Oval 157">
                  <a:extLst>
                    <a:ext uri="{FF2B5EF4-FFF2-40B4-BE49-F238E27FC236}">
                      <a16:creationId xmlns:a16="http://schemas.microsoft.com/office/drawing/2014/main" id="{8065A2A5-902C-A940-821B-CBFC0122AC2F}"/>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159" name="Group 158">
                  <a:extLst>
                    <a:ext uri="{FF2B5EF4-FFF2-40B4-BE49-F238E27FC236}">
                      <a16:creationId xmlns:a16="http://schemas.microsoft.com/office/drawing/2014/main" id="{14C076B7-5A71-8644-9F5C-08E13F943BD5}"/>
                    </a:ext>
                  </a:extLst>
                </p:cNvPr>
                <p:cNvGrpSpPr/>
                <p:nvPr/>
              </p:nvGrpSpPr>
              <p:grpSpPr>
                <a:xfrm>
                  <a:off x="7713663" y="2848339"/>
                  <a:ext cx="1042107" cy="425543"/>
                  <a:chOff x="7786941" y="2884917"/>
                  <a:chExt cx="897649" cy="353919"/>
                </a:xfrm>
              </p:grpSpPr>
              <p:sp>
                <p:nvSpPr>
                  <p:cNvPr id="160" name="Freeform 159">
                    <a:extLst>
                      <a:ext uri="{FF2B5EF4-FFF2-40B4-BE49-F238E27FC236}">
                        <a16:creationId xmlns:a16="http://schemas.microsoft.com/office/drawing/2014/main" id="{13D62837-C3EA-8B4B-B09D-FC71F9727C64}"/>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61" name="Freeform 160">
                    <a:extLst>
                      <a:ext uri="{FF2B5EF4-FFF2-40B4-BE49-F238E27FC236}">
                        <a16:creationId xmlns:a16="http://schemas.microsoft.com/office/drawing/2014/main" id="{147D5E46-2372-FA45-9685-A7CC6CA91F5F}"/>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62" name="Freeform 161">
                    <a:extLst>
                      <a:ext uri="{FF2B5EF4-FFF2-40B4-BE49-F238E27FC236}">
                        <a16:creationId xmlns:a16="http://schemas.microsoft.com/office/drawing/2014/main" id="{6B2D97C5-61CB-9441-993B-95CAA7169FC7}"/>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63" name="Freeform 162">
                    <a:extLst>
                      <a:ext uri="{FF2B5EF4-FFF2-40B4-BE49-F238E27FC236}">
                        <a16:creationId xmlns:a16="http://schemas.microsoft.com/office/drawing/2014/main" id="{CD3C4F94-9D92-F048-A80A-0D709146CB4E}"/>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sp>
          <p:nvSpPr>
            <p:cNvPr id="171" name="Rectangle 37">
              <a:extLst>
                <a:ext uri="{FF2B5EF4-FFF2-40B4-BE49-F238E27FC236}">
                  <a16:creationId xmlns:a16="http://schemas.microsoft.com/office/drawing/2014/main" id="{A9816EEA-38E6-AE46-970F-D20738D1CBC9}"/>
                </a:ext>
              </a:extLst>
            </p:cNvPr>
            <p:cNvSpPr>
              <a:spLocks noChangeArrowheads="1"/>
            </p:cNvSpPr>
            <p:nvPr/>
          </p:nvSpPr>
          <p:spPr bwMode="auto">
            <a:xfrm rot="5400000">
              <a:off x="3161022" y="4666815"/>
              <a:ext cx="119903" cy="255587"/>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Comic Sans MS" pitchFamily="66" charset="0"/>
                <a:ea typeface="ＭＳ Ｐゴシック" charset="0"/>
                <a:cs typeface="+mn-cs"/>
              </a:endParaRPr>
            </a:p>
          </p:txBody>
        </p:sp>
        <p:grpSp>
          <p:nvGrpSpPr>
            <p:cNvPr id="149" name="Group 49">
              <a:extLst>
                <a:ext uri="{FF2B5EF4-FFF2-40B4-BE49-F238E27FC236}">
                  <a16:creationId xmlns:a16="http://schemas.microsoft.com/office/drawing/2014/main" id="{AD680CEA-D168-C84F-AAE1-D128195A44E7}"/>
                </a:ext>
              </a:extLst>
            </p:cNvPr>
            <p:cNvGrpSpPr>
              <a:grpSpLocks/>
            </p:cNvGrpSpPr>
            <p:nvPr/>
          </p:nvGrpSpPr>
          <p:grpSpPr bwMode="auto">
            <a:xfrm>
              <a:off x="2318687" y="4333458"/>
              <a:ext cx="936071" cy="761428"/>
              <a:chOff x="-44" y="1473"/>
              <a:chExt cx="981" cy="1105"/>
            </a:xfrm>
          </p:grpSpPr>
          <p:pic>
            <p:nvPicPr>
              <p:cNvPr id="150" name="Picture 50" descr="desktop_computer_stylized_medium">
                <a:extLst>
                  <a:ext uri="{FF2B5EF4-FFF2-40B4-BE49-F238E27FC236}">
                    <a16:creationId xmlns:a16="http://schemas.microsoft.com/office/drawing/2014/main" id="{DADE998E-D7B9-EC4F-9F94-E65CF536C41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51" name="Freeform 51">
                <a:extLst>
                  <a:ext uri="{FF2B5EF4-FFF2-40B4-BE49-F238E27FC236}">
                    <a16:creationId xmlns:a16="http://schemas.microsoft.com/office/drawing/2014/main" id="{BC38A1B0-555E-F049-93AC-48537726F700}"/>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180" name="Rectangle 37">
              <a:extLst>
                <a:ext uri="{FF2B5EF4-FFF2-40B4-BE49-F238E27FC236}">
                  <a16:creationId xmlns:a16="http://schemas.microsoft.com/office/drawing/2014/main" id="{51912ACC-FA1C-7E48-9062-DA96B6CD7C33}"/>
                </a:ext>
              </a:extLst>
            </p:cNvPr>
            <p:cNvSpPr>
              <a:spLocks noChangeArrowheads="1"/>
            </p:cNvSpPr>
            <p:nvPr/>
          </p:nvSpPr>
          <p:spPr bwMode="auto">
            <a:xfrm rot="5400000">
              <a:off x="3271833" y="5687855"/>
              <a:ext cx="84261" cy="194751"/>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Comic Sans MS" pitchFamily="66" charset="0"/>
                <a:ea typeface="ＭＳ Ｐゴシック" charset="0"/>
                <a:cs typeface="+mn-cs"/>
              </a:endParaRPr>
            </a:p>
          </p:txBody>
        </p:sp>
        <p:grpSp>
          <p:nvGrpSpPr>
            <p:cNvPr id="126" name="Group 49">
              <a:extLst>
                <a:ext uri="{FF2B5EF4-FFF2-40B4-BE49-F238E27FC236}">
                  <a16:creationId xmlns:a16="http://schemas.microsoft.com/office/drawing/2014/main" id="{164313DA-E436-B94D-946E-A9F9627207EA}"/>
                </a:ext>
              </a:extLst>
            </p:cNvPr>
            <p:cNvGrpSpPr>
              <a:grpSpLocks/>
            </p:cNvGrpSpPr>
            <p:nvPr/>
          </p:nvGrpSpPr>
          <p:grpSpPr bwMode="auto">
            <a:xfrm>
              <a:off x="2681426" y="5490561"/>
              <a:ext cx="639495" cy="517588"/>
              <a:chOff x="-44" y="1473"/>
              <a:chExt cx="981" cy="1105"/>
            </a:xfrm>
          </p:grpSpPr>
          <p:pic>
            <p:nvPicPr>
              <p:cNvPr id="127" name="Picture 50" descr="desktop_computer_stylized_medium">
                <a:extLst>
                  <a:ext uri="{FF2B5EF4-FFF2-40B4-BE49-F238E27FC236}">
                    <a16:creationId xmlns:a16="http://schemas.microsoft.com/office/drawing/2014/main" id="{2DC8C6C4-5C23-0541-8061-C718A5B9D9E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28" name="Freeform 51">
                <a:extLst>
                  <a:ext uri="{FF2B5EF4-FFF2-40B4-BE49-F238E27FC236}">
                    <a16:creationId xmlns:a16="http://schemas.microsoft.com/office/drawing/2014/main" id="{24E0555C-7855-E749-82E9-0F21AFA4C7C3}"/>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181" name="Rectangle 37">
              <a:extLst>
                <a:ext uri="{FF2B5EF4-FFF2-40B4-BE49-F238E27FC236}">
                  <a16:creationId xmlns:a16="http://schemas.microsoft.com/office/drawing/2014/main" id="{43F1B530-B1FE-5547-9108-2D9D5DEFE2F3}"/>
                </a:ext>
              </a:extLst>
            </p:cNvPr>
            <p:cNvSpPr>
              <a:spLocks noChangeArrowheads="1"/>
            </p:cNvSpPr>
            <p:nvPr/>
          </p:nvSpPr>
          <p:spPr bwMode="auto">
            <a:xfrm rot="5400000">
              <a:off x="8726575" y="4653061"/>
              <a:ext cx="119903" cy="255587"/>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Comic Sans MS" pitchFamily="66" charset="0"/>
                <a:ea typeface="ＭＳ Ｐゴシック" charset="0"/>
                <a:cs typeface="+mn-cs"/>
              </a:endParaRPr>
            </a:p>
          </p:txBody>
        </p:sp>
        <p:sp>
          <p:nvSpPr>
            <p:cNvPr id="182" name="Rectangle 37">
              <a:extLst>
                <a:ext uri="{FF2B5EF4-FFF2-40B4-BE49-F238E27FC236}">
                  <a16:creationId xmlns:a16="http://schemas.microsoft.com/office/drawing/2014/main" id="{7CF48F98-D094-CD4E-BD60-0DA33EA42206}"/>
                </a:ext>
              </a:extLst>
            </p:cNvPr>
            <p:cNvSpPr>
              <a:spLocks noChangeArrowheads="1"/>
            </p:cNvSpPr>
            <p:nvPr/>
          </p:nvSpPr>
          <p:spPr bwMode="auto">
            <a:xfrm rot="5400000">
              <a:off x="8496816" y="5784803"/>
              <a:ext cx="84261" cy="194751"/>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Comic Sans MS" pitchFamily="66" charset="0"/>
                <a:ea typeface="ＭＳ Ｐゴシック" charset="0"/>
                <a:cs typeface="+mn-cs"/>
              </a:endParaRPr>
            </a:p>
          </p:txBody>
        </p:sp>
        <p:grpSp>
          <p:nvGrpSpPr>
            <p:cNvPr id="140" name="Group 44">
              <a:extLst>
                <a:ext uri="{FF2B5EF4-FFF2-40B4-BE49-F238E27FC236}">
                  <a16:creationId xmlns:a16="http://schemas.microsoft.com/office/drawing/2014/main" id="{BF422F91-ACCF-D044-A60B-0B40246D065D}"/>
                </a:ext>
              </a:extLst>
            </p:cNvPr>
            <p:cNvGrpSpPr>
              <a:grpSpLocks/>
            </p:cNvGrpSpPr>
            <p:nvPr/>
          </p:nvGrpSpPr>
          <p:grpSpPr bwMode="auto">
            <a:xfrm>
              <a:off x="8491273" y="4391325"/>
              <a:ext cx="1009650" cy="855028"/>
              <a:chOff x="-44" y="1473"/>
              <a:chExt cx="981" cy="1105"/>
            </a:xfrm>
          </p:grpSpPr>
          <p:pic>
            <p:nvPicPr>
              <p:cNvPr id="142" name="Picture 45" descr="desktop_computer_stylized_medium">
                <a:extLst>
                  <a:ext uri="{FF2B5EF4-FFF2-40B4-BE49-F238E27FC236}">
                    <a16:creationId xmlns:a16="http://schemas.microsoft.com/office/drawing/2014/main" id="{707FEFA6-A5DE-6840-9994-DC6AA79BA0D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43" name="Freeform 46">
                <a:extLst>
                  <a:ext uri="{FF2B5EF4-FFF2-40B4-BE49-F238E27FC236}">
                    <a16:creationId xmlns:a16="http://schemas.microsoft.com/office/drawing/2014/main" id="{2330F56F-3837-6446-9F35-FB42B05CDD60}"/>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152" name="Group 44">
              <a:extLst>
                <a:ext uri="{FF2B5EF4-FFF2-40B4-BE49-F238E27FC236}">
                  <a16:creationId xmlns:a16="http://schemas.microsoft.com/office/drawing/2014/main" id="{083ACB0A-FBA9-0D43-9726-0A41424DD39D}"/>
                </a:ext>
              </a:extLst>
            </p:cNvPr>
            <p:cNvGrpSpPr>
              <a:grpSpLocks/>
            </p:cNvGrpSpPr>
            <p:nvPr/>
          </p:nvGrpSpPr>
          <p:grpSpPr bwMode="auto">
            <a:xfrm>
              <a:off x="8343615" y="5618570"/>
              <a:ext cx="711200" cy="601028"/>
              <a:chOff x="-44" y="1473"/>
              <a:chExt cx="981" cy="1105"/>
            </a:xfrm>
          </p:grpSpPr>
          <p:pic>
            <p:nvPicPr>
              <p:cNvPr id="154" name="Picture 45" descr="desktop_computer_stylized_medium">
                <a:extLst>
                  <a:ext uri="{FF2B5EF4-FFF2-40B4-BE49-F238E27FC236}">
                    <a16:creationId xmlns:a16="http://schemas.microsoft.com/office/drawing/2014/main" id="{C369DB0B-1F34-3B46-A82A-78A90E656D2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55" name="Freeform 46">
                <a:extLst>
                  <a:ext uri="{FF2B5EF4-FFF2-40B4-BE49-F238E27FC236}">
                    <a16:creationId xmlns:a16="http://schemas.microsoft.com/office/drawing/2014/main" id="{9C2398C0-FF47-894E-B5E8-11EB55029DCC}"/>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cxnSp>
          <p:nvCxnSpPr>
            <p:cNvPr id="14" name="Straight Arrow Connector 13">
              <a:extLst>
                <a:ext uri="{FF2B5EF4-FFF2-40B4-BE49-F238E27FC236}">
                  <a16:creationId xmlns:a16="http://schemas.microsoft.com/office/drawing/2014/main" id="{0F604162-E90D-984F-847A-C102A2F79780}"/>
                </a:ext>
              </a:extLst>
            </p:cNvPr>
            <p:cNvCxnSpPr/>
            <p:nvPr/>
          </p:nvCxnSpPr>
          <p:spPr>
            <a:xfrm flipV="1">
              <a:off x="8669292" y="4874844"/>
              <a:ext cx="0" cy="445971"/>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3" name="Straight Arrow Connector 182">
              <a:extLst>
                <a:ext uri="{FF2B5EF4-FFF2-40B4-BE49-F238E27FC236}">
                  <a16:creationId xmlns:a16="http://schemas.microsoft.com/office/drawing/2014/main" id="{ED79A4A8-654F-5C41-9FB9-78AF30E0F351}"/>
                </a:ext>
              </a:extLst>
            </p:cNvPr>
            <p:cNvCxnSpPr>
              <a:cxnSpLocks/>
            </p:cNvCxnSpPr>
            <p:nvPr/>
          </p:nvCxnSpPr>
          <p:spPr>
            <a:xfrm flipV="1">
              <a:off x="8447023" y="5943807"/>
              <a:ext cx="0" cy="241632"/>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177" name="AutoShape 153">
            <a:extLst>
              <a:ext uri="{FF2B5EF4-FFF2-40B4-BE49-F238E27FC236}">
                <a16:creationId xmlns:a16="http://schemas.microsoft.com/office/drawing/2014/main" id="{C1DEC24C-BFB2-6B4F-BA81-EEC3A6A9C41B}"/>
              </a:ext>
            </a:extLst>
          </p:cNvPr>
          <p:cNvSpPr>
            <a:spLocks noChangeArrowheads="1"/>
          </p:cNvSpPr>
          <p:nvPr/>
        </p:nvSpPr>
        <p:spPr bwMode="auto">
          <a:xfrm>
            <a:off x="3527282" y="3404150"/>
            <a:ext cx="314325" cy="792163"/>
          </a:xfrm>
          <a:prstGeom prst="downArrow">
            <a:avLst>
              <a:gd name="adj1" fmla="val 50000"/>
              <a:gd name="adj2" fmla="val 63005"/>
            </a:avLst>
          </a:prstGeom>
          <a:gradFill rotWithShape="1">
            <a:gsLst>
              <a:gs pos="0">
                <a:srgbClr val="FFFFFF"/>
              </a:gs>
              <a:gs pos="100000">
                <a:srgbClr val="FF0000"/>
              </a:gs>
            </a:gsLst>
            <a:lin ang="5400000" scaled="1"/>
          </a:gradFill>
          <a:ln w="9525">
            <a:solidFill>
              <a:srgbClr val="FFFFFF"/>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grpSp>
        <p:nvGrpSpPr>
          <p:cNvPr id="178" name="Group 130">
            <a:extLst>
              <a:ext uri="{FF2B5EF4-FFF2-40B4-BE49-F238E27FC236}">
                <a16:creationId xmlns:a16="http://schemas.microsoft.com/office/drawing/2014/main" id="{6F8155FF-5822-3549-98DF-05648529019B}"/>
              </a:ext>
            </a:extLst>
          </p:cNvPr>
          <p:cNvGrpSpPr>
            <a:grpSpLocks/>
          </p:cNvGrpSpPr>
          <p:nvPr/>
        </p:nvGrpSpPr>
        <p:grpSpPr bwMode="auto">
          <a:xfrm>
            <a:off x="1793938" y="3017352"/>
            <a:ext cx="976312" cy="1460500"/>
            <a:chOff x="337" y="1692"/>
            <a:chExt cx="615" cy="920"/>
          </a:xfrm>
        </p:grpSpPr>
        <p:sp>
          <p:nvSpPr>
            <p:cNvPr id="179" name="Freeform 65">
              <a:extLst>
                <a:ext uri="{FF2B5EF4-FFF2-40B4-BE49-F238E27FC236}">
                  <a16:creationId xmlns:a16="http://schemas.microsoft.com/office/drawing/2014/main" id="{CEE79BEE-4F75-0443-8BCC-AFB0A8B88F10}"/>
                </a:ext>
              </a:extLst>
            </p:cNvPr>
            <p:cNvSpPr>
              <a:spLocks/>
            </p:cNvSpPr>
            <p:nvPr/>
          </p:nvSpPr>
          <p:spPr bwMode="auto">
            <a:xfrm>
              <a:off x="348" y="1709"/>
              <a:ext cx="604" cy="903"/>
            </a:xfrm>
            <a:custGeom>
              <a:avLst/>
              <a:gdLst>
                <a:gd name="T0" fmla="*/ 496 w 604"/>
                <a:gd name="T1" fmla="*/ 0 h 903"/>
                <a:gd name="T2" fmla="*/ 604 w 604"/>
                <a:gd name="T3" fmla="*/ 903 h 903"/>
                <a:gd name="T4" fmla="*/ 0 w 604"/>
                <a:gd name="T5" fmla="*/ 788 h 903"/>
                <a:gd name="T6" fmla="*/ 456 w 604"/>
                <a:gd name="T7" fmla="*/ 750 h 903"/>
                <a:gd name="T8" fmla="*/ 496 w 604"/>
                <a:gd name="T9" fmla="*/ 0 h 903"/>
                <a:gd name="T10" fmla="*/ 0 60000 65536"/>
                <a:gd name="T11" fmla="*/ 0 60000 65536"/>
                <a:gd name="T12" fmla="*/ 0 60000 65536"/>
                <a:gd name="T13" fmla="*/ 0 60000 65536"/>
                <a:gd name="T14" fmla="*/ 0 60000 65536"/>
                <a:gd name="connsiteX0" fmla="*/ 8212 w 10000"/>
                <a:gd name="connsiteY0" fmla="*/ 0 h 10000"/>
                <a:gd name="connsiteX1" fmla="*/ 10000 w 10000"/>
                <a:gd name="connsiteY1" fmla="*/ 10000 h 10000"/>
                <a:gd name="connsiteX2" fmla="*/ 0 w 10000"/>
                <a:gd name="connsiteY2" fmla="*/ 8726 h 10000"/>
                <a:gd name="connsiteX3" fmla="*/ 8195 w 10000"/>
                <a:gd name="connsiteY3" fmla="*/ 8786 h 10000"/>
                <a:gd name="connsiteX4" fmla="*/ 8212 w 10000"/>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0">
                  <a:moveTo>
                    <a:pt x="8212" y="0"/>
                  </a:moveTo>
                  <a:lnTo>
                    <a:pt x="10000" y="10000"/>
                  </a:lnTo>
                  <a:lnTo>
                    <a:pt x="0" y="8726"/>
                  </a:lnTo>
                  <a:lnTo>
                    <a:pt x="8195" y="8786"/>
                  </a:lnTo>
                  <a:cubicBezTo>
                    <a:pt x="8201" y="5857"/>
                    <a:pt x="8206" y="2929"/>
                    <a:pt x="8212" y="0"/>
                  </a:cubicBezTo>
                  <a:close/>
                </a:path>
              </a:pathLst>
            </a:custGeom>
            <a:gradFill rotWithShape="1">
              <a:gsLst>
                <a:gs pos="0">
                  <a:schemeClr val="bg1">
                    <a:lumMod val="50000"/>
                  </a:schemeClr>
                </a:gs>
                <a:gs pos="100000">
                  <a:schemeClr val="bg1"/>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184" name="Rectangle 67">
              <a:extLst>
                <a:ext uri="{FF2B5EF4-FFF2-40B4-BE49-F238E27FC236}">
                  <a16:creationId xmlns:a16="http://schemas.microsoft.com/office/drawing/2014/main" id="{883ABF7E-6CB4-BC42-B575-A36EA900AF0E}"/>
                </a:ext>
              </a:extLst>
            </p:cNvPr>
            <p:cNvSpPr>
              <a:spLocks noChangeArrowheads="1"/>
            </p:cNvSpPr>
            <p:nvPr/>
          </p:nvSpPr>
          <p:spPr bwMode="auto">
            <a:xfrm>
              <a:off x="344" y="1711"/>
              <a:ext cx="493" cy="790"/>
            </a:xfrm>
            <a:prstGeom prst="rect">
              <a:avLst/>
            </a:prstGeom>
            <a:solidFill>
              <a:srgbClr val="FFFFFF"/>
            </a:solidFill>
            <a:ln w="9525">
              <a:solidFill>
                <a:srgbClr val="000000"/>
              </a:solidFill>
              <a:miter lim="800000"/>
              <a:headEnd/>
              <a:tailEnd/>
            </a:ln>
            <a:effectLst>
              <a:outerShdw blurRad="50800" dist="38100" dir="18900000" algn="bl" rotWithShape="0">
                <a:prstClr val="black">
                  <a:alpha val="40000"/>
                </a:prstClr>
              </a:outerShdw>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185" name="Text Box 68">
              <a:extLst>
                <a:ext uri="{FF2B5EF4-FFF2-40B4-BE49-F238E27FC236}">
                  <a16:creationId xmlns:a16="http://schemas.microsoft.com/office/drawing/2014/main" id="{66650C9E-5F29-884F-9159-45FAA57B881F}"/>
                </a:ext>
              </a:extLst>
            </p:cNvPr>
            <p:cNvSpPr txBox="1">
              <a:spLocks noChangeArrowheads="1"/>
            </p:cNvSpPr>
            <p:nvPr/>
          </p:nvSpPr>
          <p:spPr bwMode="auto">
            <a:xfrm>
              <a:off x="426" y="1692"/>
              <a:ext cx="309" cy="83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Arial" charset="0"/>
                <a:ea typeface="ＭＳ Ｐゴシック" charset="0"/>
                <a:cs typeface="+mn-cs"/>
              </a:endParaRPr>
            </a:p>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Arial" charset="0"/>
                <a:ea typeface="ＭＳ Ｐゴシック" charset="0"/>
                <a:cs typeface="+mn-cs"/>
              </a:endParaRP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IP</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Eth</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Phy</a:t>
              </a:r>
            </a:p>
          </p:txBody>
        </p:sp>
        <p:sp>
          <p:nvSpPr>
            <p:cNvPr id="186" name="Line 69">
              <a:extLst>
                <a:ext uri="{FF2B5EF4-FFF2-40B4-BE49-F238E27FC236}">
                  <a16:creationId xmlns:a16="http://schemas.microsoft.com/office/drawing/2014/main" id="{C38F4ABA-4642-6E42-A7ED-8B44FA41793A}"/>
                </a:ext>
              </a:extLst>
            </p:cNvPr>
            <p:cNvSpPr>
              <a:spLocks noChangeShapeType="1"/>
            </p:cNvSpPr>
            <p:nvPr/>
          </p:nvSpPr>
          <p:spPr bwMode="auto">
            <a:xfrm>
              <a:off x="346" y="1868"/>
              <a:ext cx="489" cy="0"/>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187" name="Line 70">
              <a:extLst>
                <a:ext uri="{FF2B5EF4-FFF2-40B4-BE49-F238E27FC236}">
                  <a16:creationId xmlns:a16="http://schemas.microsoft.com/office/drawing/2014/main" id="{398E3652-F593-0A4E-89E7-96E69780C59F}"/>
                </a:ext>
              </a:extLst>
            </p:cNvPr>
            <p:cNvSpPr>
              <a:spLocks noChangeShapeType="1"/>
            </p:cNvSpPr>
            <p:nvPr/>
          </p:nvSpPr>
          <p:spPr bwMode="auto">
            <a:xfrm>
              <a:off x="343" y="2027"/>
              <a:ext cx="489" cy="0"/>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188" name="Line 71">
              <a:extLst>
                <a:ext uri="{FF2B5EF4-FFF2-40B4-BE49-F238E27FC236}">
                  <a16:creationId xmlns:a16="http://schemas.microsoft.com/office/drawing/2014/main" id="{6DEE6E13-9D27-014C-AB56-6B66BF11EE22}"/>
                </a:ext>
              </a:extLst>
            </p:cNvPr>
            <p:cNvSpPr>
              <a:spLocks noChangeShapeType="1"/>
            </p:cNvSpPr>
            <p:nvPr/>
          </p:nvSpPr>
          <p:spPr bwMode="auto">
            <a:xfrm>
              <a:off x="340" y="2186"/>
              <a:ext cx="489" cy="0"/>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189" name="Line 72">
              <a:extLst>
                <a:ext uri="{FF2B5EF4-FFF2-40B4-BE49-F238E27FC236}">
                  <a16:creationId xmlns:a16="http://schemas.microsoft.com/office/drawing/2014/main" id="{8034621A-4B41-A146-99C4-7F51D5E7C4B3}"/>
                </a:ext>
              </a:extLst>
            </p:cNvPr>
            <p:cNvSpPr>
              <a:spLocks noChangeShapeType="1"/>
            </p:cNvSpPr>
            <p:nvPr/>
          </p:nvSpPr>
          <p:spPr bwMode="auto">
            <a:xfrm>
              <a:off x="337" y="2345"/>
              <a:ext cx="489" cy="0"/>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grpSp>
      <p:grpSp>
        <p:nvGrpSpPr>
          <p:cNvPr id="190" name="Group 151">
            <a:extLst>
              <a:ext uri="{FF2B5EF4-FFF2-40B4-BE49-F238E27FC236}">
                <a16:creationId xmlns:a16="http://schemas.microsoft.com/office/drawing/2014/main" id="{B486901D-4BFD-A447-BC3C-D5DADB46F879}"/>
              </a:ext>
            </a:extLst>
          </p:cNvPr>
          <p:cNvGrpSpPr>
            <a:grpSpLocks/>
          </p:cNvGrpSpPr>
          <p:nvPr/>
        </p:nvGrpSpPr>
        <p:grpSpPr bwMode="auto">
          <a:xfrm>
            <a:off x="3033570" y="2961238"/>
            <a:ext cx="2011362" cy="760412"/>
            <a:chOff x="1197" y="1665"/>
            <a:chExt cx="1267" cy="479"/>
          </a:xfrm>
        </p:grpSpPr>
        <p:grpSp>
          <p:nvGrpSpPr>
            <p:cNvPr id="191" name="Group 150">
              <a:extLst>
                <a:ext uri="{FF2B5EF4-FFF2-40B4-BE49-F238E27FC236}">
                  <a16:creationId xmlns:a16="http://schemas.microsoft.com/office/drawing/2014/main" id="{DB9AC85E-9F88-E44B-86D1-FA4DC8294CCF}"/>
                </a:ext>
              </a:extLst>
            </p:cNvPr>
            <p:cNvGrpSpPr>
              <a:grpSpLocks/>
            </p:cNvGrpSpPr>
            <p:nvPr/>
          </p:nvGrpSpPr>
          <p:grpSpPr bwMode="auto">
            <a:xfrm>
              <a:off x="1231" y="1990"/>
              <a:ext cx="691" cy="154"/>
              <a:chOff x="1231" y="1990"/>
              <a:chExt cx="691" cy="154"/>
            </a:xfrm>
          </p:grpSpPr>
          <p:sp>
            <p:nvSpPr>
              <p:cNvPr id="193" name="Rectangle 123">
                <a:extLst>
                  <a:ext uri="{FF2B5EF4-FFF2-40B4-BE49-F238E27FC236}">
                    <a16:creationId xmlns:a16="http://schemas.microsoft.com/office/drawing/2014/main" id="{82C7BD2C-0748-4943-8169-C086056359E7}"/>
                  </a:ext>
                </a:extLst>
              </p:cNvPr>
              <p:cNvSpPr>
                <a:spLocks noChangeArrowheads="1"/>
              </p:cNvSpPr>
              <p:nvPr/>
            </p:nvSpPr>
            <p:spPr bwMode="auto">
              <a:xfrm>
                <a:off x="1231" y="1991"/>
                <a:ext cx="691" cy="153"/>
              </a:xfrm>
              <a:prstGeom prst="rect">
                <a:avLst/>
              </a:prstGeom>
              <a:solidFill>
                <a:srgbClr val="00CC99"/>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194" name="Line 124">
                <a:extLst>
                  <a:ext uri="{FF2B5EF4-FFF2-40B4-BE49-F238E27FC236}">
                    <a16:creationId xmlns:a16="http://schemas.microsoft.com/office/drawing/2014/main" id="{CEC87B94-6EC9-8B4B-B829-61592882D582}"/>
                  </a:ext>
                </a:extLst>
              </p:cNvPr>
              <p:cNvSpPr>
                <a:spLocks noChangeShapeType="1"/>
              </p:cNvSpPr>
              <p:nvPr/>
            </p:nvSpPr>
            <p:spPr bwMode="auto">
              <a:xfrm>
                <a:off x="1337" y="1990"/>
                <a:ext cx="0" cy="152"/>
              </a:xfrm>
              <a:prstGeom prst="line">
                <a:avLst/>
              </a:prstGeom>
              <a:noFill/>
              <a:ln w="19050">
                <a:solidFill>
                  <a:srgbClr val="FFFFFF"/>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195" name="Line 125">
                <a:extLst>
                  <a:ext uri="{FF2B5EF4-FFF2-40B4-BE49-F238E27FC236}">
                    <a16:creationId xmlns:a16="http://schemas.microsoft.com/office/drawing/2014/main" id="{0397BBAB-8DE8-C34D-93BF-78BBA0802D4B}"/>
                  </a:ext>
                </a:extLst>
              </p:cNvPr>
              <p:cNvSpPr>
                <a:spLocks noChangeShapeType="1"/>
              </p:cNvSpPr>
              <p:nvPr/>
            </p:nvSpPr>
            <p:spPr bwMode="auto">
              <a:xfrm>
                <a:off x="1427" y="1992"/>
                <a:ext cx="0" cy="152"/>
              </a:xfrm>
              <a:prstGeom prst="line">
                <a:avLst/>
              </a:prstGeom>
              <a:noFill/>
              <a:ln w="19050">
                <a:solidFill>
                  <a:srgbClr val="FFFFFF"/>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grpSp>
        <p:sp>
          <p:nvSpPr>
            <p:cNvPr id="192" name="Text Box 126">
              <a:extLst>
                <a:ext uri="{FF2B5EF4-FFF2-40B4-BE49-F238E27FC236}">
                  <a16:creationId xmlns:a16="http://schemas.microsoft.com/office/drawing/2014/main" id="{3CF80CC5-5CA2-3F49-8AE1-D6488278A057}"/>
                </a:ext>
              </a:extLst>
            </p:cNvPr>
            <p:cNvSpPr txBox="1">
              <a:spLocks noChangeArrowheads="1"/>
            </p:cNvSpPr>
            <p:nvPr/>
          </p:nvSpPr>
          <p:spPr bwMode="auto">
            <a:xfrm>
              <a:off x="1197" y="1665"/>
              <a:ext cx="1267" cy="2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Arial" charset="0"/>
                  <a:ea typeface="ＭＳ Ｐゴシック" charset="0"/>
                  <a:cs typeface="+mn-cs"/>
                </a:rPr>
                <a:t>IP src: 111.111.111.111</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Arial" charset="0"/>
                  <a:ea typeface="ＭＳ Ｐゴシック" charset="0"/>
                  <a:cs typeface="+mn-cs"/>
                </a:rPr>
                <a:t>   IP dest: 222.222.222.222</a:t>
              </a:r>
            </a:p>
          </p:txBody>
        </p:sp>
      </p:grpSp>
      <p:grpSp>
        <p:nvGrpSpPr>
          <p:cNvPr id="196" name="Group 141">
            <a:extLst>
              <a:ext uri="{FF2B5EF4-FFF2-40B4-BE49-F238E27FC236}">
                <a16:creationId xmlns:a16="http://schemas.microsoft.com/office/drawing/2014/main" id="{43D6CC11-6A15-DA4D-A6B4-3A498BA39B16}"/>
              </a:ext>
            </a:extLst>
          </p:cNvPr>
          <p:cNvGrpSpPr>
            <a:grpSpLocks/>
          </p:cNvGrpSpPr>
          <p:nvPr/>
        </p:nvGrpSpPr>
        <p:grpSpPr bwMode="auto">
          <a:xfrm>
            <a:off x="3166920" y="3221588"/>
            <a:ext cx="146050" cy="385762"/>
            <a:chOff x="1272" y="1762"/>
            <a:chExt cx="92" cy="243"/>
          </a:xfrm>
        </p:grpSpPr>
        <p:sp>
          <p:nvSpPr>
            <p:cNvPr id="197" name="Line 127">
              <a:extLst>
                <a:ext uri="{FF2B5EF4-FFF2-40B4-BE49-F238E27FC236}">
                  <a16:creationId xmlns:a16="http://schemas.microsoft.com/office/drawing/2014/main" id="{CFF4232C-6C8D-CA46-B8DF-55A6B990E6C3}"/>
                </a:ext>
              </a:extLst>
            </p:cNvPr>
            <p:cNvSpPr>
              <a:spLocks noChangeShapeType="1"/>
            </p:cNvSpPr>
            <p:nvPr/>
          </p:nvSpPr>
          <p:spPr bwMode="auto">
            <a:xfrm>
              <a:off x="1272" y="1762"/>
              <a:ext cx="0" cy="243"/>
            </a:xfrm>
            <a:prstGeom prst="line">
              <a:avLst/>
            </a:prstGeom>
            <a:noFill/>
            <a:ln w="9525">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198" name="Line 128">
              <a:extLst>
                <a:ext uri="{FF2B5EF4-FFF2-40B4-BE49-F238E27FC236}">
                  <a16:creationId xmlns:a16="http://schemas.microsoft.com/office/drawing/2014/main" id="{0FC90CB0-074D-124C-8085-60D0348EE59A}"/>
                </a:ext>
              </a:extLst>
            </p:cNvPr>
            <p:cNvSpPr>
              <a:spLocks noChangeShapeType="1"/>
            </p:cNvSpPr>
            <p:nvPr/>
          </p:nvSpPr>
          <p:spPr bwMode="auto">
            <a:xfrm>
              <a:off x="1364" y="1878"/>
              <a:ext cx="0" cy="126"/>
            </a:xfrm>
            <a:prstGeom prst="line">
              <a:avLst/>
            </a:prstGeom>
            <a:noFill/>
            <a:ln w="9525">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grpSp>
      <p:sp>
        <p:nvSpPr>
          <p:cNvPr id="199" name="Rectangle 143">
            <a:extLst>
              <a:ext uri="{FF2B5EF4-FFF2-40B4-BE49-F238E27FC236}">
                <a16:creationId xmlns:a16="http://schemas.microsoft.com/office/drawing/2014/main" id="{F8580D94-0394-A442-8CB6-1546E5F044F1}"/>
              </a:ext>
            </a:extLst>
          </p:cNvPr>
          <p:cNvSpPr>
            <a:spLocks noChangeArrowheads="1"/>
          </p:cNvSpPr>
          <p:nvPr/>
        </p:nvSpPr>
        <p:spPr bwMode="auto">
          <a:xfrm>
            <a:off x="1249776" y="1283045"/>
            <a:ext cx="10769945" cy="55086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231775" marR="0" lvl="0" indent="-231775" algn="l" defTabSz="914400" rtl="0" eaLnBrk="0" fontAlgn="base" latinLnBrk="0" hangingPunct="0">
              <a:lnSpc>
                <a:spcPct val="85000"/>
              </a:lnSpc>
              <a:spcBef>
                <a:spcPct val="20000"/>
              </a:spcBef>
              <a:spcAft>
                <a:spcPct val="0"/>
              </a:spcAft>
              <a:buClr>
                <a:srgbClr val="000099"/>
              </a:buClr>
              <a:buSzPct val="100000"/>
              <a:buFont typeface="Wingdings" charset="2"/>
              <a:buChar char="§"/>
              <a:tabLst/>
              <a:defRPr/>
            </a:pPr>
            <a:r>
              <a:rPr kumimoji="0" lang="en-US" sz="24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rPr>
              <a:t>A creates IP datagram with IP source A, destination B </a:t>
            </a:r>
          </a:p>
        </p:txBody>
      </p:sp>
      <p:sp>
        <p:nvSpPr>
          <p:cNvPr id="200" name="Rectangle 144">
            <a:extLst>
              <a:ext uri="{FF2B5EF4-FFF2-40B4-BE49-F238E27FC236}">
                <a16:creationId xmlns:a16="http://schemas.microsoft.com/office/drawing/2014/main" id="{093EF9D2-90C4-4246-A4CE-501547C45E72}"/>
              </a:ext>
            </a:extLst>
          </p:cNvPr>
          <p:cNvSpPr>
            <a:spLocks noChangeArrowheads="1"/>
          </p:cNvSpPr>
          <p:nvPr/>
        </p:nvSpPr>
        <p:spPr bwMode="auto">
          <a:xfrm>
            <a:off x="1262476" y="1672614"/>
            <a:ext cx="10200653" cy="7223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231775" marR="0" lvl="0" indent="-231775" algn="l" defTabSz="914400" rtl="0" eaLnBrk="0" fontAlgn="base" latinLnBrk="0" hangingPunct="0">
              <a:lnSpc>
                <a:spcPct val="85000"/>
              </a:lnSpc>
              <a:spcBef>
                <a:spcPct val="20000"/>
              </a:spcBef>
              <a:spcAft>
                <a:spcPct val="0"/>
              </a:spcAft>
              <a:buClr>
                <a:srgbClr val="000099"/>
              </a:buClr>
              <a:buSzPct val="100000"/>
              <a:buFont typeface="Wingdings" charset="2"/>
              <a:buChar char="§"/>
              <a:tabLst/>
              <a:defRPr/>
            </a:pPr>
            <a:r>
              <a:rPr kumimoji="0" lang="en-US" sz="24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rPr>
              <a:t>A creates link-layer frame containing A-to-B IP datagram</a:t>
            </a:r>
          </a:p>
          <a:p>
            <a:pPr marL="574675" marR="0" lvl="1" indent="-231775" algn="l" defTabSz="914400" rtl="0" eaLnBrk="0" fontAlgn="base" latinLnBrk="0" hangingPunct="0">
              <a:lnSpc>
                <a:spcPct val="85000"/>
              </a:lnSpc>
              <a:spcBef>
                <a:spcPts val="400"/>
              </a:spcBef>
              <a:spcAft>
                <a:spcPct val="0"/>
              </a:spcAft>
              <a:buClr>
                <a:srgbClr val="000099"/>
              </a:buClr>
              <a:buSzPct val="100000"/>
              <a:buFont typeface="Arial" panose="020B0604020202020204" pitchFamily="34" charset="0"/>
              <a:buChar char="•"/>
              <a:tabLst/>
              <a:defRPr/>
            </a:pPr>
            <a:r>
              <a:rPr kumimoji="0" lang="en-US" sz="2400" b="0" i="0" u="none" strike="noStrike" kern="1200" cap="none" spc="0" normalizeH="0" baseline="0" noProof="0" dirty="0">
                <a:ln>
                  <a:noFill/>
                </a:ln>
                <a:solidFill>
                  <a:srgbClr val="C00000"/>
                </a:solidFill>
                <a:effectLst/>
                <a:uLnTx/>
                <a:uFillTx/>
                <a:latin typeface="Calibri" panose="020F0502020204030204"/>
                <a:ea typeface="ＭＳ Ｐゴシック" charset="0"/>
                <a:cs typeface="+mn-cs"/>
              </a:rPr>
              <a:t> R's </a:t>
            </a:r>
            <a:r>
              <a:rPr kumimoji="0" lang="en-US" sz="24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rPr>
              <a:t>MAC address is frame’s destination</a:t>
            </a:r>
            <a:endParaRPr kumimoji="0" lang="en-US" sz="32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endParaRPr>
          </a:p>
        </p:txBody>
      </p:sp>
      <p:grpSp>
        <p:nvGrpSpPr>
          <p:cNvPr id="201" name="Group 152">
            <a:extLst>
              <a:ext uri="{FF2B5EF4-FFF2-40B4-BE49-F238E27FC236}">
                <a16:creationId xmlns:a16="http://schemas.microsoft.com/office/drawing/2014/main" id="{30393C52-80B1-B34B-82FD-6D6AFC8693EE}"/>
              </a:ext>
            </a:extLst>
          </p:cNvPr>
          <p:cNvGrpSpPr>
            <a:grpSpLocks/>
          </p:cNvGrpSpPr>
          <p:nvPr/>
        </p:nvGrpSpPr>
        <p:grpSpPr bwMode="auto">
          <a:xfrm>
            <a:off x="2617645" y="2562775"/>
            <a:ext cx="2443162" cy="1519238"/>
            <a:chOff x="931" y="1414"/>
            <a:chExt cx="1539" cy="957"/>
          </a:xfrm>
        </p:grpSpPr>
        <p:sp>
          <p:nvSpPr>
            <p:cNvPr id="202" name="Text Box 135">
              <a:extLst>
                <a:ext uri="{FF2B5EF4-FFF2-40B4-BE49-F238E27FC236}">
                  <a16:creationId xmlns:a16="http://schemas.microsoft.com/office/drawing/2014/main" id="{374D8384-205B-1346-973B-C4A7A0B52B5F}"/>
                </a:ext>
              </a:extLst>
            </p:cNvPr>
            <p:cNvSpPr txBox="1">
              <a:spLocks noChangeArrowheads="1"/>
            </p:cNvSpPr>
            <p:nvPr/>
          </p:nvSpPr>
          <p:spPr bwMode="auto">
            <a:xfrm>
              <a:off x="931" y="1414"/>
              <a:ext cx="1539" cy="29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Arial" charset="0"/>
                  <a:ea typeface="ＭＳ Ｐゴシック" charset="0"/>
                  <a:cs typeface="+mn-cs"/>
                </a:rPr>
                <a:t>MAC src: 74-29-9C-E8-FF-55</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Arial" charset="0"/>
                  <a:ea typeface="ＭＳ Ｐゴシック" charset="0"/>
                  <a:cs typeface="+mn-cs"/>
                </a:rPr>
                <a:t>   MAC dest: </a:t>
              </a:r>
              <a:r>
                <a:rPr kumimoji="0" lang="en-US" sz="1200" b="0" i="0" u="none" strike="noStrike" kern="0" cap="none" spc="0" normalizeH="0" baseline="0" noProof="0" dirty="0">
                  <a:ln>
                    <a:noFill/>
                  </a:ln>
                  <a:solidFill>
                    <a:srgbClr val="FF0000"/>
                  </a:solidFill>
                  <a:effectLst/>
                  <a:uLnTx/>
                  <a:uFillTx/>
                  <a:latin typeface="Arial" charset="0"/>
                  <a:ea typeface="ＭＳ Ｐゴシック" charset="0"/>
                  <a:cs typeface="+mn-cs"/>
                </a:rPr>
                <a:t>E6-E9-00-17-BB-4B</a:t>
              </a:r>
            </a:p>
          </p:txBody>
        </p:sp>
        <p:grpSp>
          <p:nvGrpSpPr>
            <p:cNvPr id="203" name="Group 145">
              <a:extLst>
                <a:ext uri="{FF2B5EF4-FFF2-40B4-BE49-F238E27FC236}">
                  <a16:creationId xmlns:a16="http://schemas.microsoft.com/office/drawing/2014/main" id="{324C4549-7D5D-384F-879F-F56865A6A850}"/>
                </a:ext>
              </a:extLst>
            </p:cNvPr>
            <p:cNvGrpSpPr>
              <a:grpSpLocks/>
            </p:cNvGrpSpPr>
            <p:nvPr/>
          </p:nvGrpSpPr>
          <p:grpSpPr bwMode="auto">
            <a:xfrm>
              <a:off x="981" y="2182"/>
              <a:ext cx="1049" cy="189"/>
              <a:chOff x="2829" y="2040"/>
              <a:chExt cx="1049" cy="189"/>
            </a:xfrm>
          </p:grpSpPr>
          <p:sp>
            <p:nvSpPr>
              <p:cNvPr id="208" name="Rectangle 138">
                <a:extLst>
                  <a:ext uri="{FF2B5EF4-FFF2-40B4-BE49-F238E27FC236}">
                    <a16:creationId xmlns:a16="http://schemas.microsoft.com/office/drawing/2014/main" id="{792B456E-98EA-6B4A-876C-B0AFF8E18455}"/>
                  </a:ext>
                </a:extLst>
              </p:cNvPr>
              <p:cNvSpPr>
                <a:spLocks noChangeArrowheads="1"/>
              </p:cNvSpPr>
              <p:nvPr/>
            </p:nvSpPr>
            <p:spPr bwMode="auto">
              <a:xfrm>
                <a:off x="2829" y="2042"/>
                <a:ext cx="1049" cy="185"/>
              </a:xfrm>
              <a:prstGeom prst="rect">
                <a:avLst/>
              </a:prstGeom>
              <a:solidFill>
                <a:srgbClr val="000099"/>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209" name="Rectangle 132">
                <a:extLst>
                  <a:ext uri="{FF2B5EF4-FFF2-40B4-BE49-F238E27FC236}">
                    <a16:creationId xmlns:a16="http://schemas.microsoft.com/office/drawing/2014/main" id="{1508FFC8-F29B-B547-818C-4E76AD809C05}"/>
                  </a:ext>
                </a:extLst>
              </p:cNvPr>
              <p:cNvSpPr>
                <a:spLocks noChangeArrowheads="1"/>
              </p:cNvSpPr>
              <p:nvPr/>
            </p:nvSpPr>
            <p:spPr bwMode="auto">
              <a:xfrm>
                <a:off x="3078" y="2060"/>
                <a:ext cx="691" cy="153"/>
              </a:xfrm>
              <a:prstGeom prst="rect">
                <a:avLst/>
              </a:prstGeom>
              <a:solidFill>
                <a:srgbClr val="00CC99"/>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210" name="Line 133">
                <a:extLst>
                  <a:ext uri="{FF2B5EF4-FFF2-40B4-BE49-F238E27FC236}">
                    <a16:creationId xmlns:a16="http://schemas.microsoft.com/office/drawing/2014/main" id="{9D7FBAE4-C7D6-034D-9F66-0E702A18BCC3}"/>
                  </a:ext>
                </a:extLst>
              </p:cNvPr>
              <p:cNvSpPr>
                <a:spLocks noChangeShapeType="1"/>
              </p:cNvSpPr>
              <p:nvPr/>
            </p:nvSpPr>
            <p:spPr bwMode="auto">
              <a:xfrm>
                <a:off x="3180" y="2063"/>
                <a:ext cx="0" cy="152"/>
              </a:xfrm>
              <a:prstGeom prst="line">
                <a:avLst/>
              </a:prstGeom>
              <a:noFill/>
              <a:ln w="19050">
                <a:solidFill>
                  <a:srgbClr val="FFFFFF"/>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211" name="Line 134">
                <a:extLst>
                  <a:ext uri="{FF2B5EF4-FFF2-40B4-BE49-F238E27FC236}">
                    <a16:creationId xmlns:a16="http://schemas.microsoft.com/office/drawing/2014/main" id="{9A8B4FC8-4A21-FC48-8F5C-42315337A0B2}"/>
                  </a:ext>
                </a:extLst>
              </p:cNvPr>
              <p:cNvSpPr>
                <a:spLocks noChangeShapeType="1"/>
              </p:cNvSpPr>
              <p:nvPr/>
            </p:nvSpPr>
            <p:spPr bwMode="auto">
              <a:xfrm>
                <a:off x="3276" y="2063"/>
                <a:ext cx="0" cy="152"/>
              </a:xfrm>
              <a:prstGeom prst="line">
                <a:avLst/>
              </a:prstGeom>
              <a:noFill/>
              <a:ln w="19050">
                <a:solidFill>
                  <a:srgbClr val="FFFFFF"/>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212" name="Line 139">
                <a:extLst>
                  <a:ext uri="{FF2B5EF4-FFF2-40B4-BE49-F238E27FC236}">
                    <a16:creationId xmlns:a16="http://schemas.microsoft.com/office/drawing/2014/main" id="{1BD450FA-6D95-6745-8EF4-368B3B8519A8}"/>
                  </a:ext>
                </a:extLst>
              </p:cNvPr>
              <p:cNvSpPr>
                <a:spLocks noChangeShapeType="1"/>
              </p:cNvSpPr>
              <p:nvPr/>
            </p:nvSpPr>
            <p:spPr bwMode="auto">
              <a:xfrm>
                <a:off x="2910" y="2040"/>
                <a:ext cx="0" cy="189"/>
              </a:xfrm>
              <a:prstGeom prst="line">
                <a:avLst/>
              </a:prstGeom>
              <a:noFill/>
              <a:ln w="19050">
                <a:solidFill>
                  <a:srgbClr val="FFFFFF"/>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213" name="Line 140">
                <a:extLst>
                  <a:ext uri="{FF2B5EF4-FFF2-40B4-BE49-F238E27FC236}">
                    <a16:creationId xmlns:a16="http://schemas.microsoft.com/office/drawing/2014/main" id="{0D4EB437-69D7-4C47-A77B-9756687B8B1C}"/>
                  </a:ext>
                </a:extLst>
              </p:cNvPr>
              <p:cNvSpPr>
                <a:spLocks noChangeShapeType="1"/>
              </p:cNvSpPr>
              <p:nvPr/>
            </p:nvSpPr>
            <p:spPr bwMode="auto">
              <a:xfrm>
                <a:off x="3006" y="2040"/>
                <a:ext cx="0" cy="189"/>
              </a:xfrm>
              <a:prstGeom prst="line">
                <a:avLst/>
              </a:prstGeom>
              <a:noFill/>
              <a:ln w="19050">
                <a:solidFill>
                  <a:srgbClr val="FFFFFF"/>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grpSp>
        <p:sp>
          <p:nvSpPr>
            <p:cNvPr id="204" name="Line 146">
              <a:extLst>
                <a:ext uri="{FF2B5EF4-FFF2-40B4-BE49-F238E27FC236}">
                  <a16:creationId xmlns:a16="http://schemas.microsoft.com/office/drawing/2014/main" id="{39B1C57E-A0B3-D648-A52F-CE4868DFC714}"/>
                </a:ext>
              </a:extLst>
            </p:cNvPr>
            <p:cNvSpPr>
              <a:spLocks noChangeShapeType="1"/>
            </p:cNvSpPr>
            <p:nvPr/>
          </p:nvSpPr>
          <p:spPr bwMode="auto">
            <a:xfrm flipV="1">
              <a:off x="1018" y="1576"/>
              <a:ext cx="2" cy="702"/>
            </a:xfrm>
            <a:prstGeom prst="line">
              <a:avLst/>
            </a:prstGeom>
            <a:noFill/>
            <a:ln w="9525">
              <a:solidFill>
                <a:srgbClr val="000000"/>
              </a:solidFill>
              <a:round/>
              <a:headEnd type="triangle" w="med" len="me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205" name="Line 147">
              <a:extLst>
                <a:ext uri="{FF2B5EF4-FFF2-40B4-BE49-F238E27FC236}">
                  <a16:creationId xmlns:a16="http://schemas.microsoft.com/office/drawing/2014/main" id="{5B09FD8B-0878-5849-9CD0-9079BE5AB60A}"/>
                </a:ext>
              </a:extLst>
            </p:cNvPr>
            <p:cNvSpPr>
              <a:spLocks noChangeShapeType="1"/>
            </p:cNvSpPr>
            <p:nvPr/>
          </p:nvSpPr>
          <p:spPr bwMode="auto">
            <a:xfrm flipV="1">
              <a:off x="1106" y="1680"/>
              <a:ext cx="0" cy="598"/>
            </a:xfrm>
            <a:prstGeom prst="line">
              <a:avLst/>
            </a:prstGeom>
            <a:noFill/>
            <a:ln w="9525">
              <a:solidFill>
                <a:srgbClr val="000000"/>
              </a:solidFill>
              <a:round/>
              <a:headEnd type="triangle" w="med" len="me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206" name="Line 148">
              <a:extLst>
                <a:ext uri="{FF2B5EF4-FFF2-40B4-BE49-F238E27FC236}">
                  <a16:creationId xmlns:a16="http://schemas.microsoft.com/office/drawing/2014/main" id="{F9CDF104-5CA2-3D47-B4A6-1BF38DE29BE6}"/>
                </a:ext>
              </a:extLst>
            </p:cNvPr>
            <p:cNvSpPr>
              <a:spLocks noChangeShapeType="1"/>
            </p:cNvSpPr>
            <p:nvPr/>
          </p:nvSpPr>
          <p:spPr bwMode="auto">
            <a:xfrm flipH="1" flipV="1">
              <a:off x="1276" y="1812"/>
              <a:ext cx="2" cy="470"/>
            </a:xfrm>
            <a:prstGeom prst="line">
              <a:avLst/>
            </a:prstGeom>
            <a:noFill/>
            <a:ln w="9525">
              <a:solidFill>
                <a:srgbClr val="000000"/>
              </a:solidFill>
              <a:round/>
              <a:headEnd type="triangle" w="med" len="me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207" name="Line 149">
              <a:extLst>
                <a:ext uri="{FF2B5EF4-FFF2-40B4-BE49-F238E27FC236}">
                  <a16:creationId xmlns:a16="http://schemas.microsoft.com/office/drawing/2014/main" id="{FA91BD8F-96F1-D84D-B88C-4AD05CA4A5FB}"/>
                </a:ext>
              </a:extLst>
            </p:cNvPr>
            <p:cNvSpPr>
              <a:spLocks noChangeShapeType="1"/>
            </p:cNvSpPr>
            <p:nvPr/>
          </p:nvSpPr>
          <p:spPr bwMode="auto">
            <a:xfrm>
              <a:off x="1368" y="1924"/>
              <a:ext cx="2" cy="358"/>
            </a:xfrm>
            <a:prstGeom prst="line">
              <a:avLst/>
            </a:prstGeom>
            <a:noFill/>
            <a:ln w="9525">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grpSp>
    </p:spTree>
    <p:extLst>
      <p:ext uri="{BB962C8B-B14F-4D97-AF65-F5344CB8AC3E}">
        <p14:creationId xmlns:p14="http://schemas.microsoft.com/office/powerpoint/2010/main" val="40986777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78"/>
                                        </p:tgtEl>
                                        <p:attrNameLst>
                                          <p:attrName>style.visibility</p:attrName>
                                        </p:attrNameLst>
                                      </p:cBhvr>
                                      <p:to>
                                        <p:strVal val="visible"/>
                                      </p:to>
                                    </p:set>
                                    <p:animEffect transition="in" filter="wipe(down)">
                                      <p:cBhvr>
                                        <p:cTn id="7" dur="500"/>
                                        <p:tgtEl>
                                          <p:spTgt spid="178"/>
                                        </p:tgtEl>
                                      </p:cBhvr>
                                    </p:animEffect>
                                  </p:childTnLst>
                                </p:cTn>
                              </p:par>
                            </p:childTnLst>
                          </p:cTn>
                        </p:par>
                        <p:par>
                          <p:cTn id="8" fill="hold">
                            <p:stCondLst>
                              <p:cond delay="500"/>
                            </p:stCondLst>
                            <p:childTnLst>
                              <p:par>
                                <p:cTn id="9" presetID="9" presetClass="entr" presetSubtype="0" fill="hold" nodeType="afterEffect">
                                  <p:stCondLst>
                                    <p:cond delay="0"/>
                                  </p:stCondLst>
                                  <p:childTnLst>
                                    <p:set>
                                      <p:cBhvr>
                                        <p:cTn id="10" dur="1" fill="hold">
                                          <p:stCondLst>
                                            <p:cond delay="0"/>
                                          </p:stCondLst>
                                        </p:cTn>
                                        <p:tgtEl>
                                          <p:spTgt spid="196"/>
                                        </p:tgtEl>
                                        <p:attrNameLst>
                                          <p:attrName>style.visibility</p:attrName>
                                        </p:attrNameLst>
                                      </p:cBhvr>
                                      <p:to>
                                        <p:strVal val="visible"/>
                                      </p:to>
                                    </p:set>
                                    <p:animEffect transition="in" filter="dissolve">
                                      <p:cBhvr>
                                        <p:cTn id="11" dur="500"/>
                                        <p:tgtEl>
                                          <p:spTgt spid="196"/>
                                        </p:tgtEl>
                                      </p:cBhvr>
                                    </p:animEffect>
                                  </p:childTnLst>
                                </p:cTn>
                              </p:par>
                              <p:par>
                                <p:cTn id="12" presetID="1" presetClass="entr" presetSubtype="0" fill="hold" grpId="0" nodeType="withEffect">
                                  <p:stCondLst>
                                    <p:cond delay="0"/>
                                  </p:stCondLst>
                                  <p:childTnLst>
                                    <p:set>
                                      <p:cBhvr>
                                        <p:cTn id="13" dur="1" fill="hold">
                                          <p:stCondLst>
                                            <p:cond delay="0"/>
                                          </p:stCondLst>
                                        </p:cTn>
                                        <p:tgtEl>
                                          <p:spTgt spid="199"/>
                                        </p:tgtEl>
                                        <p:attrNameLst>
                                          <p:attrName>style.visibility</p:attrName>
                                        </p:attrNameLst>
                                      </p:cBhvr>
                                      <p:to>
                                        <p:strVal val="visible"/>
                                      </p:to>
                                    </p:set>
                                  </p:childTnLst>
                                </p:cTn>
                              </p:par>
                              <p:par>
                                <p:cTn id="14" presetID="9" presetClass="entr" presetSubtype="0" fill="hold" nodeType="withEffect">
                                  <p:stCondLst>
                                    <p:cond delay="0"/>
                                  </p:stCondLst>
                                  <p:childTnLst>
                                    <p:set>
                                      <p:cBhvr>
                                        <p:cTn id="15" dur="1" fill="hold">
                                          <p:stCondLst>
                                            <p:cond delay="0"/>
                                          </p:stCondLst>
                                        </p:cTn>
                                        <p:tgtEl>
                                          <p:spTgt spid="190"/>
                                        </p:tgtEl>
                                        <p:attrNameLst>
                                          <p:attrName>style.visibility</p:attrName>
                                        </p:attrNameLst>
                                      </p:cBhvr>
                                      <p:to>
                                        <p:strVal val="visible"/>
                                      </p:to>
                                    </p:set>
                                    <p:animEffect transition="in" filter="dissolve">
                                      <p:cBhvr>
                                        <p:cTn id="16" dur="500"/>
                                        <p:tgtEl>
                                          <p:spTgt spid="190"/>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1" fill="hold" grpId="0" nodeType="clickEffect">
                                  <p:stCondLst>
                                    <p:cond delay="0"/>
                                  </p:stCondLst>
                                  <p:childTnLst>
                                    <p:set>
                                      <p:cBhvr>
                                        <p:cTn id="20" dur="1" fill="hold">
                                          <p:stCondLst>
                                            <p:cond delay="0"/>
                                          </p:stCondLst>
                                        </p:cTn>
                                        <p:tgtEl>
                                          <p:spTgt spid="177"/>
                                        </p:tgtEl>
                                        <p:attrNameLst>
                                          <p:attrName>style.visibility</p:attrName>
                                        </p:attrNameLst>
                                      </p:cBhvr>
                                      <p:to>
                                        <p:strVal val="visible"/>
                                      </p:to>
                                    </p:set>
                                    <p:animEffect transition="in" filter="wipe(up)">
                                      <p:cBhvr>
                                        <p:cTn id="21" dur="1000"/>
                                        <p:tgtEl>
                                          <p:spTgt spid="177"/>
                                        </p:tgtEl>
                                      </p:cBhvr>
                                    </p:animEffect>
                                  </p:childTnLst>
                                </p:cTn>
                              </p:par>
                            </p:childTnLst>
                          </p:cTn>
                        </p:par>
                        <p:par>
                          <p:cTn id="22" fill="hold">
                            <p:stCondLst>
                              <p:cond delay="1000"/>
                            </p:stCondLst>
                            <p:childTnLst>
                              <p:par>
                                <p:cTn id="23" presetID="1" presetClass="entr" presetSubtype="0" fill="hold" grpId="0" nodeType="afterEffect">
                                  <p:stCondLst>
                                    <p:cond delay="0"/>
                                  </p:stCondLst>
                                  <p:childTnLst>
                                    <p:set>
                                      <p:cBhvr>
                                        <p:cTn id="24" dur="1" fill="hold">
                                          <p:stCondLst>
                                            <p:cond delay="0"/>
                                          </p:stCondLst>
                                        </p:cTn>
                                        <p:tgtEl>
                                          <p:spTgt spid="200"/>
                                        </p:tgtEl>
                                        <p:attrNameLst>
                                          <p:attrName>style.visibility</p:attrName>
                                        </p:attrNameLst>
                                      </p:cBhvr>
                                      <p:to>
                                        <p:strVal val="visible"/>
                                      </p:to>
                                    </p:set>
                                  </p:childTnLst>
                                </p:cTn>
                              </p:par>
                              <p:par>
                                <p:cTn id="25" presetID="9" presetClass="exit" presetSubtype="0" fill="hold" nodeType="withEffect">
                                  <p:stCondLst>
                                    <p:cond delay="0"/>
                                  </p:stCondLst>
                                  <p:childTnLst>
                                    <p:animEffect transition="out" filter="dissolve">
                                      <p:cBhvr>
                                        <p:cTn id="26" dur="500"/>
                                        <p:tgtEl>
                                          <p:spTgt spid="196"/>
                                        </p:tgtEl>
                                      </p:cBhvr>
                                    </p:animEffect>
                                    <p:set>
                                      <p:cBhvr>
                                        <p:cTn id="27" dur="1" fill="hold">
                                          <p:stCondLst>
                                            <p:cond delay="499"/>
                                          </p:stCondLst>
                                        </p:cTn>
                                        <p:tgtEl>
                                          <p:spTgt spid="196"/>
                                        </p:tgtEl>
                                        <p:attrNameLst>
                                          <p:attrName>style.visibility</p:attrName>
                                        </p:attrNameLst>
                                      </p:cBhvr>
                                      <p:to>
                                        <p:strVal val="hidden"/>
                                      </p:to>
                                    </p:set>
                                  </p:childTnLst>
                                </p:cTn>
                              </p:par>
                              <p:par>
                                <p:cTn id="28" presetID="9" presetClass="entr" presetSubtype="0" fill="hold" nodeType="withEffect">
                                  <p:stCondLst>
                                    <p:cond delay="0"/>
                                  </p:stCondLst>
                                  <p:childTnLst>
                                    <p:set>
                                      <p:cBhvr>
                                        <p:cTn id="29" dur="1" fill="hold">
                                          <p:stCondLst>
                                            <p:cond delay="0"/>
                                          </p:stCondLst>
                                        </p:cTn>
                                        <p:tgtEl>
                                          <p:spTgt spid="201"/>
                                        </p:tgtEl>
                                        <p:attrNameLst>
                                          <p:attrName>style.visibility</p:attrName>
                                        </p:attrNameLst>
                                      </p:cBhvr>
                                      <p:to>
                                        <p:strVal val="visible"/>
                                      </p:to>
                                    </p:set>
                                    <p:animEffect transition="in" filter="dissolve">
                                      <p:cBhvr>
                                        <p:cTn id="30" dur="500"/>
                                        <p:tgtEl>
                                          <p:spTgt spid="2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7" grpId="0" animBg="1"/>
      <p:bldP spid="199" grpId="0"/>
      <p:bldP spid="200"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800100" y="349426"/>
            <a:ext cx="10515600" cy="894622"/>
          </a:xfrm>
        </p:spPr>
        <p:txBody>
          <a:bodyPr>
            <a:normAutofit/>
          </a:bodyPr>
          <a:lstStyle/>
          <a:p>
            <a:r>
              <a:rPr lang="en-US" b="0" kern="0" dirty="0">
                <a:solidFill>
                  <a:srgbClr val="000099"/>
                </a:solidFill>
                <a:latin typeface="+mn-lt"/>
                <a:ea typeface="ＭＳ Ｐゴシック" charset="0"/>
              </a:rPr>
              <a:t>Routing to another subnet: addressing</a:t>
            </a:r>
            <a:endParaRPr lang="en-US" sz="4400" b="0" dirty="0">
              <a:latin typeface="+mn-lt"/>
            </a:endParaRPr>
          </a:p>
        </p:txBody>
      </p:sp>
      <p:sp>
        <p:nvSpPr>
          <p:cNvPr id="439" name="Slide Number Placeholder 4">
            <a:extLst>
              <a:ext uri="{FF2B5EF4-FFF2-40B4-BE49-F238E27FC236}">
                <a16:creationId xmlns:a16="http://schemas.microsoft.com/office/drawing/2014/main" id="{C87F3257-E91D-E144-BA13-B0DD96B23FDC}"/>
              </a:ext>
            </a:extLst>
          </p:cNvPr>
          <p:cNvSpPr>
            <a:spLocks noGrp="1"/>
          </p:cNvSpPr>
          <p:nvPr>
            <p:ph type="sldNum" sz="quarter" idx="4"/>
          </p:nvPr>
        </p:nvSpPr>
        <p:spPr>
          <a:xfrm>
            <a:off x="9219616" y="6443089"/>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rPr>
              <a:t>Link Layer: 6-</a:t>
            </a:r>
            <a:fld id="{C4204591-24BD-A542-B9D5-F8D8A88D2FEE}" type="slidenum">
              <a:rPr kumimoji="0" lang="en-US" sz="1100" b="0" i="0" u="none" strike="noStrike" kern="1200" cap="none" spc="0" normalizeH="0" baseline="0" noProof="0" smtClean="0">
                <a:ln>
                  <a:noFill/>
                </a:ln>
                <a:solidFill>
                  <a:prstClr val="white">
                    <a:lumMod val="50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1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endParaRPr>
          </a:p>
        </p:txBody>
      </p:sp>
      <p:grpSp>
        <p:nvGrpSpPr>
          <p:cNvPr id="4" name="Group 3">
            <a:extLst>
              <a:ext uri="{FF2B5EF4-FFF2-40B4-BE49-F238E27FC236}">
                <a16:creationId xmlns:a16="http://schemas.microsoft.com/office/drawing/2014/main" id="{60E8BE2D-BC96-5B4C-BB01-5A8A7B585BE8}"/>
              </a:ext>
            </a:extLst>
          </p:cNvPr>
          <p:cNvGrpSpPr/>
          <p:nvPr/>
        </p:nvGrpSpPr>
        <p:grpSpPr>
          <a:xfrm>
            <a:off x="1799535" y="4315099"/>
            <a:ext cx="8432226" cy="2308544"/>
            <a:chOff x="1799535" y="4315099"/>
            <a:chExt cx="8432226" cy="2308544"/>
          </a:xfrm>
        </p:grpSpPr>
        <p:cxnSp>
          <p:nvCxnSpPr>
            <p:cNvPr id="11" name="Straight Connector 10">
              <a:extLst>
                <a:ext uri="{FF2B5EF4-FFF2-40B4-BE49-F238E27FC236}">
                  <a16:creationId xmlns:a16="http://schemas.microsoft.com/office/drawing/2014/main" id="{0CFFE62D-54D4-2E4A-9F56-42AF465143DE}"/>
                </a:ext>
              </a:extLst>
            </p:cNvPr>
            <p:cNvCxnSpPr/>
            <p:nvPr/>
          </p:nvCxnSpPr>
          <p:spPr>
            <a:xfrm>
              <a:off x="4293702" y="5340624"/>
              <a:ext cx="3233531"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91" name="Text Box 4">
              <a:extLst>
                <a:ext uri="{FF2B5EF4-FFF2-40B4-BE49-F238E27FC236}">
                  <a16:creationId xmlns:a16="http://schemas.microsoft.com/office/drawing/2014/main" id="{2D2C1B49-6D05-3245-A14C-49597506C649}"/>
                </a:ext>
              </a:extLst>
            </p:cNvPr>
            <p:cNvSpPr txBox="1">
              <a:spLocks noChangeArrowheads="1"/>
            </p:cNvSpPr>
            <p:nvPr/>
          </p:nvSpPr>
          <p:spPr bwMode="auto">
            <a:xfrm>
              <a:off x="5496545" y="4606786"/>
              <a:ext cx="380232" cy="523220"/>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sz="2800" b="0" i="0" u="none" strike="noStrike" kern="1200" cap="none" spc="0" normalizeH="0" baseline="0" noProof="0" dirty="0">
                  <a:ln>
                    <a:noFill/>
                  </a:ln>
                  <a:solidFill>
                    <a:srgbClr val="0000A8"/>
                  </a:solidFill>
                  <a:effectLst/>
                  <a:uLnTx/>
                  <a:uFillTx/>
                  <a:latin typeface="Calibri" panose="020F0502020204030204"/>
                  <a:ea typeface="+mn-ea"/>
                  <a:cs typeface="+mn-cs"/>
                </a:rPr>
                <a:t>R</a:t>
              </a:r>
              <a:endParaRPr kumimoji="0" lang="en-US" sz="2000" b="0" i="0" u="none" strike="noStrike" kern="1200" cap="none" spc="0" normalizeH="0" baseline="0" noProof="0" dirty="0">
                <a:ln>
                  <a:noFill/>
                </a:ln>
                <a:solidFill>
                  <a:srgbClr val="0000A8"/>
                </a:solidFill>
                <a:effectLst/>
                <a:uLnTx/>
                <a:uFillTx/>
                <a:latin typeface="Calibri" panose="020F0502020204030204"/>
                <a:ea typeface="+mn-ea"/>
                <a:cs typeface="+mn-cs"/>
              </a:endParaRPr>
            </a:p>
          </p:txBody>
        </p:sp>
        <p:sp>
          <p:nvSpPr>
            <p:cNvPr id="92" name="Text Box 21">
              <a:extLst>
                <a:ext uri="{FF2B5EF4-FFF2-40B4-BE49-F238E27FC236}">
                  <a16:creationId xmlns:a16="http://schemas.microsoft.com/office/drawing/2014/main" id="{8E9F58B9-C012-7C42-9622-7098AAF9C744}"/>
                </a:ext>
              </a:extLst>
            </p:cNvPr>
            <p:cNvSpPr txBox="1">
              <a:spLocks noChangeArrowheads="1"/>
            </p:cNvSpPr>
            <p:nvPr/>
          </p:nvSpPr>
          <p:spPr bwMode="auto">
            <a:xfrm>
              <a:off x="5140945" y="5749508"/>
              <a:ext cx="1585947" cy="30777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1A-23-F9-CD-06-9B</a:t>
              </a:r>
            </a:p>
          </p:txBody>
        </p:sp>
        <p:sp>
          <p:nvSpPr>
            <p:cNvPr id="93" name="Text Box 22">
              <a:extLst>
                <a:ext uri="{FF2B5EF4-FFF2-40B4-BE49-F238E27FC236}">
                  <a16:creationId xmlns:a16="http://schemas.microsoft.com/office/drawing/2014/main" id="{D3BC78DD-68E2-3F42-A025-894036CA69F8}"/>
                </a:ext>
              </a:extLst>
            </p:cNvPr>
            <p:cNvSpPr txBox="1">
              <a:spLocks noChangeArrowheads="1"/>
            </p:cNvSpPr>
            <p:nvPr/>
          </p:nvSpPr>
          <p:spPr bwMode="auto">
            <a:xfrm>
              <a:off x="5288582" y="5576471"/>
              <a:ext cx="1415772" cy="30777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222.222.222.220</a:t>
              </a:r>
            </a:p>
          </p:txBody>
        </p:sp>
        <p:grpSp>
          <p:nvGrpSpPr>
            <p:cNvPr id="94" name="Group 23">
              <a:extLst>
                <a:ext uri="{FF2B5EF4-FFF2-40B4-BE49-F238E27FC236}">
                  <a16:creationId xmlns:a16="http://schemas.microsoft.com/office/drawing/2014/main" id="{026701D5-9E9E-EF42-B7AA-972F210D71D9}"/>
                </a:ext>
              </a:extLst>
            </p:cNvPr>
            <p:cNvGrpSpPr>
              <a:grpSpLocks/>
            </p:cNvGrpSpPr>
            <p:nvPr/>
          </p:nvGrpSpPr>
          <p:grpSpPr bwMode="auto">
            <a:xfrm>
              <a:off x="3992226" y="6027746"/>
              <a:ext cx="1573213" cy="482601"/>
              <a:chOff x="1934" y="2405"/>
              <a:chExt cx="991" cy="304"/>
            </a:xfrm>
          </p:grpSpPr>
          <p:sp>
            <p:nvSpPr>
              <p:cNvPr id="146" name="Text Box 24">
                <a:extLst>
                  <a:ext uri="{FF2B5EF4-FFF2-40B4-BE49-F238E27FC236}">
                    <a16:creationId xmlns:a16="http://schemas.microsoft.com/office/drawing/2014/main" id="{D19F6EF2-3DED-734B-B3EA-8B5850BFD7DC}"/>
                  </a:ext>
                </a:extLst>
              </p:cNvPr>
              <p:cNvSpPr txBox="1">
                <a:spLocks noChangeArrowheads="1"/>
              </p:cNvSpPr>
              <p:nvPr/>
            </p:nvSpPr>
            <p:spPr bwMode="auto">
              <a:xfrm>
                <a:off x="1934" y="2405"/>
                <a:ext cx="892" cy="19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111.111.111.110</a:t>
                </a:r>
              </a:p>
            </p:txBody>
          </p:sp>
          <p:sp>
            <p:nvSpPr>
              <p:cNvPr id="147" name="Text Box 25">
                <a:extLst>
                  <a:ext uri="{FF2B5EF4-FFF2-40B4-BE49-F238E27FC236}">
                    <a16:creationId xmlns:a16="http://schemas.microsoft.com/office/drawing/2014/main" id="{E60F6762-DC3F-2E40-B567-43C8BBD1B182}"/>
                  </a:ext>
                </a:extLst>
              </p:cNvPr>
              <p:cNvSpPr txBox="1">
                <a:spLocks noChangeArrowheads="1"/>
              </p:cNvSpPr>
              <p:nvPr/>
            </p:nvSpPr>
            <p:spPr bwMode="auto">
              <a:xfrm>
                <a:off x="1938" y="2515"/>
                <a:ext cx="987" cy="19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E6-E9-00-17-BB-4B</a:t>
                </a:r>
              </a:p>
            </p:txBody>
          </p:sp>
        </p:grpSp>
        <p:sp>
          <p:nvSpPr>
            <p:cNvPr id="99" name="Text Box 26">
              <a:extLst>
                <a:ext uri="{FF2B5EF4-FFF2-40B4-BE49-F238E27FC236}">
                  <a16:creationId xmlns:a16="http://schemas.microsoft.com/office/drawing/2014/main" id="{EB7AD1CB-7395-4048-94BA-078B6760194C}"/>
                </a:ext>
              </a:extLst>
            </p:cNvPr>
            <p:cNvSpPr txBox="1">
              <a:spLocks noChangeArrowheads="1"/>
            </p:cNvSpPr>
            <p:nvPr/>
          </p:nvSpPr>
          <p:spPr bwMode="auto">
            <a:xfrm>
              <a:off x="1983382" y="6174597"/>
              <a:ext cx="1634615" cy="30777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CC-49-DE-D0-AB-7D</a:t>
              </a:r>
            </a:p>
          </p:txBody>
        </p:sp>
        <p:sp>
          <p:nvSpPr>
            <p:cNvPr id="100" name="Text Box 27">
              <a:extLst>
                <a:ext uri="{FF2B5EF4-FFF2-40B4-BE49-F238E27FC236}">
                  <a16:creationId xmlns:a16="http://schemas.microsoft.com/office/drawing/2014/main" id="{883C22D8-5EE5-FD4B-A6BF-961F094C9520}"/>
                </a:ext>
              </a:extLst>
            </p:cNvPr>
            <p:cNvSpPr txBox="1">
              <a:spLocks noChangeArrowheads="1"/>
            </p:cNvSpPr>
            <p:nvPr/>
          </p:nvSpPr>
          <p:spPr bwMode="auto">
            <a:xfrm>
              <a:off x="2183407" y="5985684"/>
              <a:ext cx="1415772" cy="30777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111.111.111.112</a:t>
              </a:r>
            </a:p>
          </p:txBody>
        </p:sp>
        <p:sp>
          <p:nvSpPr>
            <p:cNvPr id="101" name="Text Box 30">
              <a:extLst>
                <a:ext uri="{FF2B5EF4-FFF2-40B4-BE49-F238E27FC236}">
                  <a16:creationId xmlns:a16="http://schemas.microsoft.com/office/drawing/2014/main" id="{F0A4A6D6-07D6-9540-9E22-87082344B6CE}"/>
                </a:ext>
              </a:extLst>
            </p:cNvPr>
            <p:cNvSpPr txBox="1">
              <a:spLocks noChangeArrowheads="1"/>
            </p:cNvSpPr>
            <p:nvPr/>
          </p:nvSpPr>
          <p:spPr bwMode="auto">
            <a:xfrm>
              <a:off x="1901438" y="5007006"/>
              <a:ext cx="1415772" cy="30777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111.111.111.111</a:t>
              </a:r>
            </a:p>
          </p:txBody>
        </p:sp>
        <p:sp>
          <p:nvSpPr>
            <p:cNvPr id="102" name="Text Box 33">
              <a:extLst>
                <a:ext uri="{FF2B5EF4-FFF2-40B4-BE49-F238E27FC236}">
                  <a16:creationId xmlns:a16="http://schemas.microsoft.com/office/drawing/2014/main" id="{98DB423A-5D18-F545-A673-502329AD2A00}"/>
                </a:ext>
              </a:extLst>
            </p:cNvPr>
            <p:cNvSpPr txBox="1">
              <a:spLocks noChangeArrowheads="1"/>
            </p:cNvSpPr>
            <p:nvPr/>
          </p:nvSpPr>
          <p:spPr bwMode="auto">
            <a:xfrm>
              <a:off x="1799535" y="5196273"/>
              <a:ext cx="1535998" cy="30777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74-29-9C-E8-FF-55</a:t>
              </a:r>
            </a:p>
          </p:txBody>
        </p:sp>
        <p:sp>
          <p:nvSpPr>
            <p:cNvPr id="103" name="Freeform 39">
              <a:extLst>
                <a:ext uri="{FF2B5EF4-FFF2-40B4-BE49-F238E27FC236}">
                  <a16:creationId xmlns:a16="http://schemas.microsoft.com/office/drawing/2014/main" id="{B2706607-111C-5245-B2CF-A17D7724FFA8}"/>
                </a:ext>
              </a:extLst>
            </p:cNvPr>
            <p:cNvSpPr>
              <a:spLocks/>
            </p:cNvSpPr>
            <p:nvPr/>
          </p:nvSpPr>
          <p:spPr bwMode="auto">
            <a:xfrm>
              <a:off x="3637582" y="4808121"/>
              <a:ext cx="839788" cy="1069975"/>
            </a:xfrm>
            <a:custGeom>
              <a:avLst/>
              <a:gdLst>
                <a:gd name="T0" fmla="*/ 2147483647 w 1005"/>
                <a:gd name="T1" fmla="*/ 2147483647 h 996"/>
                <a:gd name="T2" fmla="*/ 2147483647 w 1005"/>
                <a:gd name="T3" fmla="*/ 2147483647 h 996"/>
                <a:gd name="T4" fmla="*/ 2147483647 w 1005"/>
                <a:gd name="T5" fmla="*/ 2147483647 h 996"/>
                <a:gd name="T6" fmla="*/ 2147483647 w 1005"/>
                <a:gd name="T7" fmla="*/ 2147483647 h 996"/>
                <a:gd name="T8" fmla="*/ 2147483647 w 1005"/>
                <a:gd name="T9" fmla="*/ 2147483647 h 996"/>
                <a:gd name="T10" fmla="*/ 2147483647 w 1005"/>
                <a:gd name="T11" fmla="*/ 2147483647 h 996"/>
                <a:gd name="T12" fmla="*/ 2147483647 w 1005"/>
                <a:gd name="T13" fmla="*/ 2147483647 h 996"/>
                <a:gd name="T14" fmla="*/ 2147483647 w 1005"/>
                <a:gd name="T15" fmla="*/ 2147483647 h 996"/>
                <a:gd name="T16" fmla="*/ 2147483647 w 1005"/>
                <a:gd name="T17" fmla="*/ 2147483647 h 996"/>
                <a:gd name="T18" fmla="*/ 2147483647 w 1005"/>
                <a:gd name="T19" fmla="*/ 2147483647 h 996"/>
                <a:gd name="T20" fmla="*/ 2147483647 w 1005"/>
                <a:gd name="T21" fmla="*/ 2147483647 h 996"/>
                <a:gd name="T22" fmla="*/ 2147483647 w 1005"/>
                <a:gd name="T23" fmla="*/ 2147483647 h 996"/>
                <a:gd name="T24" fmla="*/ 2147483647 w 1005"/>
                <a:gd name="T25" fmla="*/ 2147483647 h 99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005" h="996">
                  <a:moveTo>
                    <a:pt x="307" y="83"/>
                  </a:moveTo>
                  <a:cubicBezTo>
                    <a:pt x="218" y="117"/>
                    <a:pt x="182" y="156"/>
                    <a:pt x="134" y="227"/>
                  </a:cubicBezTo>
                  <a:cubicBezTo>
                    <a:pt x="86" y="298"/>
                    <a:pt x="38" y="426"/>
                    <a:pt x="19" y="507"/>
                  </a:cubicBezTo>
                  <a:cubicBezTo>
                    <a:pt x="0" y="588"/>
                    <a:pt x="8" y="648"/>
                    <a:pt x="19" y="716"/>
                  </a:cubicBezTo>
                  <a:cubicBezTo>
                    <a:pt x="30" y="784"/>
                    <a:pt x="54" y="873"/>
                    <a:pt x="84" y="918"/>
                  </a:cubicBezTo>
                  <a:cubicBezTo>
                    <a:pt x="114" y="963"/>
                    <a:pt x="148" y="984"/>
                    <a:pt x="199" y="990"/>
                  </a:cubicBezTo>
                  <a:cubicBezTo>
                    <a:pt x="250" y="996"/>
                    <a:pt x="310" y="961"/>
                    <a:pt x="393" y="954"/>
                  </a:cubicBezTo>
                  <a:cubicBezTo>
                    <a:pt x="476" y="947"/>
                    <a:pt x="614" y="967"/>
                    <a:pt x="696" y="947"/>
                  </a:cubicBezTo>
                  <a:cubicBezTo>
                    <a:pt x="778" y="927"/>
                    <a:pt x="833" y="898"/>
                    <a:pt x="883" y="831"/>
                  </a:cubicBezTo>
                  <a:cubicBezTo>
                    <a:pt x="933" y="764"/>
                    <a:pt x="991" y="644"/>
                    <a:pt x="998" y="543"/>
                  </a:cubicBezTo>
                  <a:cubicBezTo>
                    <a:pt x="1005" y="442"/>
                    <a:pt x="981" y="313"/>
                    <a:pt x="926" y="227"/>
                  </a:cubicBezTo>
                  <a:cubicBezTo>
                    <a:pt x="871" y="141"/>
                    <a:pt x="768" y="50"/>
                    <a:pt x="667" y="25"/>
                  </a:cubicBezTo>
                  <a:cubicBezTo>
                    <a:pt x="566" y="0"/>
                    <a:pt x="396" y="49"/>
                    <a:pt x="307" y="83"/>
                  </a:cubicBezTo>
                  <a:close/>
                </a:path>
              </a:pathLst>
            </a:custGeom>
            <a:solidFill>
              <a:srgbClr val="9CE0FA"/>
            </a:solidFill>
            <a:ln w="9525" cap="flat" cmpd="sng">
              <a:noFill/>
              <a:prstDash val="solid"/>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4" name="Line 40">
              <a:extLst>
                <a:ext uri="{FF2B5EF4-FFF2-40B4-BE49-F238E27FC236}">
                  <a16:creationId xmlns:a16="http://schemas.microsoft.com/office/drawing/2014/main" id="{28F869C4-D67B-E043-97EC-60E9EE422E8C}"/>
                </a:ext>
              </a:extLst>
            </p:cNvPr>
            <p:cNvSpPr>
              <a:spLocks noChangeShapeType="1"/>
            </p:cNvSpPr>
            <p:nvPr/>
          </p:nvSpPr>
          <p:spPr bwMode="auto">
            <a:xfrm>
              <a:off x="3334370" y="4787483"/>
              <a:ext cx="438150" cy="230188"/>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5" name="Line 41">
              <a:extLst>
                <a:ext uri="{FF2B5EF4-FFF2-40B4-BE49-F238E27FC236}">
                  <a16:creationId xmlns:a16="http://schemas.microsoft.com/office/drawing/2014/main" id="{F58EADC2-5F53-3341-BAA6-DBF970DD75E5}"/>
                </a:ext>
              </a:extLst>
            </p:cNvPr>
            <p:cNvSpPr>
              <a:spLocks noChangeShapeType="1"/>
            </p:cNvSpPr>
            <p:nvPr/>
          </p:nvSpPr>
          <p:spPr bwMode="auto">
            <a:xfrm flipV="1">
              <a:off x="3406935" y="5732045"/>
              <a:ext cx="283036" cy="54447"/>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7" name="Line 44">
              <a:extLst>
                <a:ext uri="{FF2B5EF4-FFF2-40B4-BE49-F238E27FC236}">
                  <a16:creationId xmlns:a16="http://schemas.microsoft.com/office/drawing/2014/main" id="{9DEB43AB-0452-E74B-A267-354DF376C2C7}"/>
                </a:ext>
              </a:extLst>
            </p:cNvPr>
            <p:cNvSpPr>
              <a:spLocks noChangeShapeType="1"/>
            </p:cNvSpPr>
            <p:nvPr/>
          </p:nvSpPr>
          <p:spPr bwMode="auto">
            <a:xfrm flipV="1">
              <a:off x="3342282" y="5842809"/>
              <a:ext cx="0" cy="163513"/>
            </a:xfrm>
            <a:prstGeom prst="line">
              <a:avLst/>
            </a:prstGeom>
            <a:noFill/>
            <a:ln w="9525">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8" name="Line 45">
              <a:extLst>
                <a:ext uri="{FF2B5EF4-FFF2-40B4-BE49-F238E27FC236}">
                  <a16:creationId xmlns:a16="http://schemas.microsoft.com/office/drawing/2014/main" id="{FCE2A6D7-36B2-D94C-B589-354F8509B97B}"/>
                </a:ext>
              </a:extLst>
            </p:cNvPr>
            <p:cNvSpPr>
              <a:spLocks noChangeShapeType="1"/>
            </p:cNvSpPr>
            <p:nvPr/>
          </p:nvSpPr>
          <p:spPr bwMode="auto">
            <a:xfrm flipH="1" flipV="1">
              <a:off x="3248645" y="4860508"/>
              <a:ext cx="0" cy="248128"/>
            </a:xfrm>
            <a:prstGeom prst="line">
              <a:avLst/>
            </a:prstGeom>
            <a:noFill/>
            <a:ln w="9525">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9" name="Line 46">
              <a:extLst>
                <a:ext uri="{FF2B5EF4-FFF2-40B4-BE49-F238E27FC236}">
                  <a16:creationId xmlns:a16="http://schemas.microsoft.com/office/drawing/2014/main" id="{34C788DF-A7C4-7C49-A6BA-645F989435A2}"/>
                </a:ext>
              </a:extLst>
            </p:cNvPr>
            <p:cNvSpPr>
              <a:spLocks noChangeShapeType="1"/>
            </p:cNvSpPr>
            <p:nvPr/>
          </p:nvSpPr>
          <p:spPr bwMode="auto">
            <a:xfrm>
              <a:off x="5018707" y="5427247"/>
              <a:ext cx="0" cy="620504"/>
            </a:xfrm>
            <a:prstGeom prst="line">
              <a:avLst/>
            </a:prstGeom>
            <a:noFill/>
            <a:ln w="9525">
              <a:solidFill>
                <a:schemeClr val="tx1"/>
              </a:solidFill>
              <a:round/>
              <a:headEnd type="triangle" w="med" len="me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0" name="Line 47">
              <a:extLst>
                <a:ext uri="{FF2B5EF4-FFF2-40B4-BE49-F238E27FC236}">
                  <a16:creationId xmlns:a16="http://schemas.microsoft.com/office/drawing/2014/main" id="{74475E6E-D489-9D41-83DE-586A84785D27}"/>
                </a:ext>
              </a:extLst>
            </p:cNvPr>
            <p:cNvSpPr>
              <a:spLocks noChangeShapeType="1"/>
            </p:cNvSpPr>
            <p:nvPr/>
          </p:nvSpPr>
          <p:spPr bwMode="auto">
            <a:xfrm flipH="1" flipV="1">
              <a:off x="6207745" y="5417721"/>
              <a:ext cx="4762" cy="220662"/>
            </a:xfrm>
            <a:prstGeom prst="line">
              <a:avLst/>
            </a:prstGeom>
            <a:noFill/>
            <a:ln w="9525">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1" name="Text Box 58">
              <a:extLst>
                <a:ext uri="{FF2B5EF4-FFF2-40B4-BE49-F238E27FC236}">
                  <a16:creationId xmlns:a16="http://schemas.microsoft.com/office/drawing/2014/main" id="{9ED91BB2-5CD2-AF4D-990D-A02134AFDF18}"/>
                </a:ext>
              </a:extLst>
            </p:cNvPr>
            <p:cNvSpPr txBox="1">
              <a:spLocks noChangeArrowheads="1"/>
            </p:cNvSpPr>
            <p:nvPr/>
          </p:nvSpPr>
          <p:spPr bwMode="auto">
            <a:xfrm>
              <a:off x="2243136" y="4315099"/>
              <a:ext cx="393056" cy="52322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0000A8"/>
                  </a:solidFill>
                  <a:effectLst/>
                  <a:uLnTx/>
                  <a:uFillTx/>
                  <a:latin typeface="Calibri" panose="020F0502020204030204"/>
                  <a:ea typeface="+mn-ea"/>
                  <a:cs typeface="+mn-cs"/>
                </a:rPr>
                <a:t>A</a:t>
              </a:r>
            </a:p>
          </p:txBody>
        </p:sp>
        <p:grpSp>
          <p:nvGrpSpPr>
            <p:cNvPr id="113" name="Group 63">
              <a:extLst>
                <a:ext uri="{FF2B5EF4-FFF2-40B4-BE49-F238E27FC236}">
                  <a16:creationId xmlns:a16="http://schemas.microsoft.com/office/drawing/2014/main" id="{28E44824-539C-9E48-97D4-38EC5EF1A87D}"/>
                </a:ext>
              </a:extLst>
            </p:cNvPr>
            <p:cNvGrpSpPr>
              <a:grpSpLocks/>
            </p:cNvGrpSpPr>
            <p:nvPr/>
          </p:nvGrpSpPr>
          <p:grpSpPr bwMode="auto">
            <a:xfrm>
              <a:off x="8615685" y="5148731"/>
              <a:ext cx="1616076" cy="495300"/>
              <a:chOff x="4351" y="2786"/>
              <a:chExt cx="1018" cy="312"/>
            </a:xfrm>
          </p:grpSpPr>
          <p:sp>
            <p:nvSpPr>
              <p:cNvPr id="144" name="Text Box 64">
                <a:extLst>
                  <a:ext uri="{FF2B5EF4-FFF2-40B4-BE49-F238E27FC236}">
                    <a16:creationId xmlns:a16="http://schemas.microsoft.com/office/drawing/2014/main" id="{6F4DD6C5-5CCC-9A43-8DEF-22B166CC124F}"/>
                  </a:ext>
                </a:extLst>
              </p:cNvPr>
              <p:cNvSpPr txBox="1">
                <a:spLocks noChangeArrowheads="1"/>
              </p:cNvSpPr>
              <p:nvPr/>
            </p:nvSpPr>
            <p:spPr bwMode="auto">
              <a:xfrm>
                <a:off x="4352" y="2786"/>
                <a:ext cx="892" cy="19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222.222.222.222</a:t>
                </a:r>
              </a:p>
            </p:txBody>
          </p:sp>
          <p:sp>
            <p:nvSpPr>
              <p:cNvPr id="145" name="Text Box 65">
                <a:extLst>
                  <a:ext uri="{FF2B5EF4-FFF2-40B4-BE49-F238E27FC236}">
                    <a16:creationId xmlns:a16="http://schemas.microsoft.com/office/drawing/2014/main" id="{6E33AF33-87FC-744F-A61A-A574F7048B06}"/>
                  </a:ext>
                </a:extLst>
              </p:cNvPr>
              <p:cNvSpPr txBox="1">
                <a:spLocks noChangeArrowheads="1"/>
              </p:cNvSpPr>
              <p:nvPr/>
            </p:nvSpPr>
            <p:spPr bwMode="auto">
              <a:xfrm>
                <a:off x="4351" y="2904"/>
                <a:ext cx="1018" cy="19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49-BD-D2-C7-56-2A</a:t>
                </a:r>
              </a:p>
            </p:txBody>
          </p:sp>
        </p:grpSp>
        <p:sp>
          <p:nvSpPr>
            <p:cNvPr id="114" name="Line 67">
              <a:extLst>
                <a:ext uri="{FF2B5EF4-FFF2-40B4-BE49-F238E27FC236}">
                  <a16:creationId xmlns:a16="http://schemas.microsoft.com/office/drawing/2014/main" id="{351E9598-D6EF-0941-9E90-3FFDA09398B1}"/>
                </a:ext>
              </a:extLst>
            </p:cNvPr>
            <p:cNvSpPr>
              <a:spLocks noChangeShapeType="1"/>
            </p:cNvSpPr>
            <p:nvPr/>
          </p:nvSpPr>
          <p:spPr bwMode="auto">
            <a:xfrm flipV="1">
              <a:off x="8215932" y="4787483"/>
              <a:ext cx="450850" cy="31750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6" name="Text Box 71">
              <a:extLst>
                <a:ext uri="{FF2B5EF4-FFF2-40B4-BE49-F238E27FC236}">
                  <a16:creationId xmlns:a16="http://schemas.microsoft.com/office/drawing/2014/main" id="{A2452177-E551-CB48-A13E-9F30A8D87705}"/>
                </a:ext>
              </a:extLst>
            </p:cNvPr>
            <p:cNvSpPr txBox="1">
              <a:spLocks noChangeArrowheads="1"/>
            </p:cNvSpPr>
            <p:nvPr/>
          </p:nvSpPr>
          <p:spPr bwMode="auto">
            <a:xfrm>
              <a:off x="8307272" y="6136999"/>
              <a:ext cx="1415772" cy="30777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222.222.222.221</a:t>
              </a:r>
            </a:p>
          </p:txBody>
        </p:sp>
        <p:sp>
          <p:nvSpPr>
            <p:cNvPr id="117" name="Text Box 72">
              <a:extLst>
                <a:ext uri="{FF2B5EF4-FFF2-40B4-BE49-F238E27FC236}">
                  <a16:creationId xmlns:a16="http://schemas.microsoft.com/office/drawing/2014/main" id="{70A29F2B-254D-C242-BED3-63C6A20006BF}"/>
                </a:ext>
              </a:extLst>
            </p:cNvPr>
            <p:cNvSpPr txBox="1">
              <a:spLocks noChangeArrowheads="1"/>
            </p:cNvSpPr>
            <p:nvPr/>
          </p:nvSpPr>
          <p:spPr bwMode="auto">
            <a:xfrm>
              <a:off x="8297391" y="6315866"/>
              <a:ext cx="1552284" cy="30777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88-B2-2F-54-1A-0F</a:t>
              </a:r>
            </a:p>
          </p:txBody>
        </p:sp>
        <p:sp>
          <p:nvSpPr>
            <p:cNvPr id="118" name="Line 73">
              <a:extLst>
                <a:ext uri="{FF2B5EF4-FFF2-40B4-BE49-F238E27FC236}">
                  <a16:creationId xmlns:a16="http://schemas.microsoft.com/office/drawing/2014/main" id="{EA6BFE92-6101-754D-A5A8-900E35C4E79C}"/>
                </a:ext>
              </a:extLst>
            </p:cNvPr>
            <p:cNvSpPr>
              <a:spLocks noChangeShapeType="1"/>
            </p:cNvSpPr>
            <p:nvPr/>
          </p:nvSpPr>
          <p:spPr bwMode="auto">
            <a:xfrm flipH="1" flipV="1">
              <a:off x="8156672" y="5684421"/>
              <a:ext cx="267105" cy="200926"/>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0" name="Freeform 75">
              <a:extLst>
                <a:ext uri="{FF2B5EF4-FFF2-40B4-BE49-F238E27FC236}">
                  <a16:creationId xmlns:a16="http://schemas.microsoft.com/office/drawing/2014/main" id="{68E66362-A921-0844-BAA8-FB5279AD1D5D}"/>
                </a:ext>
              </a:extLst>
            </p:cNvPr>
            <p:cNvSpPr>
              <a:spLocks/>
            </p:cNvSpPr>
            <p:nvPr/>
          </p:nvSpPr>
          <p:spPr bwMode="auto">
            <a:xfrm>
              <a:off x="7476157" y="4811296"/>
              <a:ext cx="765175" cy="1081088"/>
            </a:xfrm>
            <a:custGeom>
              <a:avLst/>
              <a:gdLst>
                <a:gd name="T0" fmla="*/ 2147483647 w 1005"/>
                <a:gd name="T1" fmla="*/ 2147483647 h 996"/>
                <a:gd name="T2" fmla="*/ 2147483647 w 1005"/>
                <a:gd name="T3" fmla="*/ 2147483647 h 996"/>
                <a:gd name="T4" fmla="*/ 2147483647 w 1005"/>
                <a:gd name="T5" fmla="*/ 2147483647 h 996"/>
                <a:gd name="T6" fmla="*/ 2147483647 w 1005"/>
                <a:gd name="T7" fmla="*/ 2147483647 h 996"/>
                <a:gd name="T8" fmla="*/ 2147483647 w 1005"/>
                <a:gd name="T9" fmla="*/ 2147483647 h 996"/>
                <a:gd name="T10" fmla="*/ 2147483647 w 1005"/>
                <a:gd name="T11" fmla="*/ 2147483647 h 996"/>
                <a:gd name="T12" fmla="*/ 2147483647 w 1005"/>
                <a:gd name="T13" fmla="*/ 2147483647 h 996"/>
                <a:gd name="T14" fmla="*/ 2147483647 w 1005"/>
                <a:gd name="T15" fmla="*/ 2147483647 h 996"/>
                <a:gd name="T16" fmla="*/ 2147483647 w 1005"/>
                <a:gd name="T17" fmla="*/ 2147483647 h 996"/>
                <a:gd name="T18" fmla="*/ 2147483647 w 1005"/>
                <a:gd name="T19" fmla="*/ 2147483647 h 996"/>
                <a:gd name="T20" fmla="*/ 2147483647 w 1005"/>
                <a:gd name="T21" fmla="*/ 2147483647 h 996"/>
                <a:gd name="T22" fmla="*/ 2147483647 w 1005"/>
                <a:gd name="T23" fmla="*/ 2147483647 h 996"/>
                <a:gd name="T24" fmla="*/ 2147483647 w 1005"/>
                <a:gd name="T25" fmla="*/ 2147483647 h 99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005" h="996">
                  <a:moveTo>
                    <a:pt x="307" y="83"/>
                  </a:moveTo>
                  <a:cubicBezTo>
                    <a:pt x="218" y="117"/>
                    <a:pt x="182" y="156"/>
                    <a:pt x="134" y="227"/>
                  </a:cubicBezTo>
                  <a:cubicBezTo>
                    <a:pt x="86" y="298"/>
                    <a:pt x="38" y="426"/>
                    <a:pt x="19" y="507"/>
                  </a:cubicBezTo>
                  <a:cubicBezTo>
                    <a:pt x="0" y="588"/>
                    <a:pt x="8" y="648"/>
                    <a:pt x="19" y="716"/>
                  </a:cubicBezTo>
                  <a:cubicBezTo>
                    <a:pt x="30" y="784"/>
                    <a:pt x="54" y="873"/>
                    <a:pt x="84" y="918"/>
                  </a:cubicBezTo>
                  <a:cubicBezTo>
                    <a:pt x="114" y="963"/>
                    <a:pt x="148" y="984"/>
                    <a:pt x="199" y="990"/>
                  </a:cubicBezTo>
                  <a:cubicBezTo>
                    <a:pt x="250" y="996"/>
                    <a:pt x="310" y="961"/>
                    <a:pt x="393" y="954"/>
                  </a:cubicBezTo>
                  <a:cubicBezTo>
                    <a:pt x="476" y="947"/>
                    <a:pt x="614" y="967"/>
                    <a:pt x="696" y="947"/>
                  </a:cubicBezTo>
                  <a:cubicBezTo>
                    <a:pt x="778" y="927"/>
                    <a:pt x="833" y="898"/>
                    <a:pt x="883" y="831"/>
                  </a:cubicBezTo>
                  <a:cubicBezTo>
                    <a:pt x="933" y="764"/>
                    <a:pt x="991" y="644"/>
                    <a:pt x="998" y="543"/>
                  </a:cubicBezTo>
                  <a:cubicBezTo>
                    <a:pt x="1005" y="442"/>
                    <a:pt x="981" y="313"/>
                    <a:pt x="926" y="227"/>
                  </a:cubicBezTo>
                  <a:cubicBezTo>
                    <a:pt x="871" y="141"/>
                    <a:pt x="768" y="50"/>
                    <a:pt x="667" y="25"/>
                  </a:cubicBezTo>
                  <a:cubicBezTo>
                    <a:pt x="566" y="0"/>
                    <a:pt x="396" y="49"/>
                    <a:pt x="307" y="83"/>
                  </a:cubicBezTo>
                  <a:close/>
                </a:path>
              </a:pathLst>
            </a:custGeom>
            <a:solidFill>
              <a:srgbClr val="9CE0FA"/>
            </a:solidFill>
            <a:ln w="9525" cap="flat" cmpd="sng">
              <a:noFill/>
              <a:prstDash val="solid"/>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1" name="Text Box 76">
              <a:extLst>
                <a:ext uri="{FF2B5EF4-FFF2-40B4-BE49-F238E27FC236}">
                  <a16:creationId xmlns:a16="http://schemas.microsoft.com/office/drawing/2014/main" id="{DA57B50B-B7E5-2942-B45A-3152B6985451}"/>
                </a:ext>
              </a:extLst>
            </p:cNvPr>
            <p:cNvSpPr txBox="1">
              <a:spLocks noChangeArrowheads="1"/>
            </p:cNvSpPr>
            <p:nvPr/>
          </p:nvSpPr>
          <p:spPr bwMode="auto">
            <a:xfrm>
              <a:off x="9407316" y="4484341"/>
              <a:ext cx="380232" cy="52322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0000A8"/>
                  </a:solidFill>
                  <a:effectLst/>
                  <a:uLnTx/>
                  <a:uFillTx/>
                  <a:latin typeface="Calibri" panose="020F0502020204030204"/>
                  <a:ea typeface="+mn-ea"/>
                  <a:cs typeface="+mn-cs"/>
                </a:rPr>
                <a:t>B</a:t>
              </a:r>
            </a:p>
          </p:txBody>
        </p:sp>
        <p:grpSp>
          <p:nvGrpSpPr>
            <p:cNvPr id="9" name="Group 8">
              <a:extLst>
                <a:ext uri="{FF2B5EF4-FFF2-40B4-BE49-F238E27FC236}">
                  <a16:creationId xmlns:a16="http://schemas.microsoft.com/office/drawing/2014/main" id="{CC76A447-7E01-C147-9C89-C1C4C935DA7A}"/>
                </a:ext>
              </a:extLst>
            </p:cNvPr>
            <p:cNvGrpSpPr/>
            <p:nvPr/>
          </p:nvGrpSpPr>
          <p:grpSpPr>
            <a:xfrm>
              <a:off x="5001868" y="5038254"/>
              <a:ext cx="1310631" cy="501151"/>
              <a:chOff x="4909105" y="5767126"/>
              <a:chExt cx="1310631" cy="501151"/>
            </a:xfrm>
          </p:grpSpPr>
          <p:sp>
            <p:nvSpPr>
              <p:cNvPr id="167" name="Rectangle 37">
                <a:extLst>
                  <a:ext uri="{FF2B5EF4-FFF2-40B4-BE49-F238E27FC236}">
                    <a16:creationId xmlns:a16="http://schemas.microsoft.com/office/drawing/2014/main" id="{89D0886F-F835-2044-AB8F-F49ACC0B58EB}"/>
                  </a:ext>
                </a:extLst>
              </p:cNvPr>
              <p:cNvSpPr>
                <a:spLocks noChangeArrowheads="1"/>
              </p:cNvSpPr>
              <p:nvPr/>
            </p:nvSpPr>
            <p:spPr bwMode="auto">
              <a:xfrm rot="5400000">
                <a:off x="6024859" y="5937451"/>
                <a:ext cx="134168" cy="255587"/>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Comic Sans MS" pitchFamily="66" charset="0"/>
                  <a:ea typeface="ＭＳ Ｐゴシック" charset="0"/>
                  <a:cs typeface="+mn-cs"/>
                </a:endParaRPr>
              </a:p>
            </p:txBody>
          </p:sp>
          <p:sp>
            <p:nvSpPr>
              <p:cNvPr id="168" name="Rectangle 37">
                <a:extLst>
                  <a:ext uri="{FF2B5EF4-FFF2-40B4-BE49-F238E27FC236}">
                    <a16:creationId xmlns:a16="http://schemas.microsoft.com/office/drawing/2014/main" id="{C75323AD-DC39-4543-A0CC-4375A7BCF3F2}"/>
                  </a:ext>
                </a:extLst>
              </p:cNvPr>
              <p:cNvSpPr>
                <a:spLocks noChangeArrowheads="1"/>
              </p:cNvSpPr>
              <p:nvPr/>
            </p:nvSpPr>
            <p:spPr bwMode="auto">
              <a:xfrm rot="5400000">
                <a:off x="4966501" y="5940764"/>
                <a:ext cx="140795" cy="255587"/>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Comic Sans MS" pitchFamily="66" charset="0"/>
                  <a:ea typeface="ＭＳ Ｐゴシック" charset="0"/>
                  <a:cs typeface="+mn-cs"/>
                </a:endParaRPr>
              </a:p>
            </p:txBody>
          </p:sp>
          <p:grpSp>
            <p:nvGrpSpPr>
              <p:cNvPr id="156" name="Group 155">
                <a:extLst>
                  <a:ext uri="{FF2B5EF4-FFF2-40B4-BE49-F238E27FC236}">
                    <a16:creationId xmlns:a16="http://schemas.microsoft.com/office/drawing/2014/main" id="{EDD0BCD9-05EB-F249-AEA1-A9CCFBC80BB8}"/>
                  </a:ext>
                </a:extLst>
              </p:cNvPr>
              <p:cNvGrpSpPr/>
              <p:nvPr/>
            </p:nvGrpSpPr>
            <p:grpSpPr>
              <a:xfrm>
                <a:off x="5115340" y="5767126"/>
                <a:ext cx="901147" cy="501151"/>
                <a:chOff x="7493876" y="2774731"/>
                <a:chExt cx="1481958" cy="894622"/>
              </a:xfrm>
            </p:grpSpPr>
            <p:sp>
              <p:nvSpPr>
                <p:cNvPr id="157" name="Freeform 156">
                  <a:extLst>
                    <a:ext uri="{FF2B5EF4-FFF2-40B4-BE49-F238E27FC236}">
                      <a16:creationId xmlns:a16="http://schemas.microsoft.com/office/drawing/2014/main" id="{F5326B06-29FF-A544-BF80-2A0622229582}"/>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58" name="Oval 157">
                  <a:extLst>
                    <a:ext uri="{FF2B5EF4-FFF2-40B4-BE49-F238E27FC236}">
                      <a16:creationId xmlns:a16="http://schemas.microsoft.com/office/drawing/2014/main" id="{8065A2A5-902C-A940-821B-CBFC0122AC2F}"/>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159" name="Group 158">
                  <a:extLst>
                    <a:ext uri="{FF2B5EF4-FFF2-40B4-BE49-F238E27FC236}">
                      <a16:creationId xmlns:a16="http://schemas.microsoft.com/office/drawing/2014/main" id="{14C076B7-5A71-8644-9F5C-08E13F943BD5}"/>
                    </a:ext>
                  </a:extLst>
                </p:cNvPr>
                <p:cNvGrpSpPr/>
                <p:nvPr/>
              </p:nvGrpSpPr>
              <p:grpSpPr>
                <a:xfrm>
                  <a:off x="7713663" y="2848339"/>
                  <a:ext cx="1042107" cy="425543"/>
                  <a:chOff x="7786941" y="2884917"/>
                  <a:chExt cx="897649" cy="353919"/>
                </a:xfrm>
              </p:grpSpPr>
              <p:sp>
                <p:nvSpPr>
                  <p:cNvPr id="160" name="Freeform 159">
                    <a:extLst>
                      <a:ext uri="{FF2B5EF4-FFF2-40B4-BE49-F238E27FC236}">
                        <a16:creationId xmlns:a16="http://schemas.microsoft.com/office/drawing/2014/main" id="{13D62837-C3EA-8B4B-B09D-FC71F9727C64}"/>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61" name="Freeform 160">
                    <a:extLst>
                      <a:ext uri="{FF2B5EF4-FFF2-40B4-BE49-F238E27FC236}">
                        <a16:creationId xmlns:a16="http://schemas.microsoft.com/office/drawing/2014/main" id="{147D5E46-2372-FA45-9685-A7CC6CA91F5F}"/>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62" name="Freeform 161">
                    <a:extLst>
                      <a:ext uri="{FF2B5EF4-FFF2-40B4-BE49-F238E27FC236}">
                        <a16:creationId xmlns:a16="http://schemas.microsoft.com/office/drawing/2014/main" id="{6B2D97C5-61CB-9441-993B-95CAA7169FC7}"/>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63" name="Freeform 162">
                    <a:extLst>
                      <a:ext uri="{FF2B5EF4-FFF2-40B4-BE49-F238E27FC236}">
                        <a16:creationId xmlns:a16="http://schemas.microsoft.com/office/drawing/2014/main" id="{CD3C4F94-9D92-F048-A80A-0D709146CB4E}"/>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sp>
          <p:nvSpPr>
            <p:cNvPr id="171" name="Rectangle 37">
              <a:extLst>
                <a:ext uri="{FF2B5EF4-FFF2-40B4-BE49-F238E27FC236}">
                  <a16:creationId xmlns:a16="http://schemas.microsoft.com/office/drawing/2014/main" id="{A9816EEA-38E6-AE46-970F-D20738D1CBC9}"/>
                </a:ext>
              </a:extLst>
            </p:cNvPr>
            <p:cNvSpPr>
              <a:spLocks noChangeArrowheads="1"/>
            </p:cNvSpPr>
            <p:nvPr/>
          </p:nvSpPr>
          <p:spPr bwMode="auto">
            <a:xfrm rot="5400000">
              <a:off x="3161022" y="4666815"/>
              <a:ext cx="119903" cy="255587"/>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Comic Sans MS" pitchFamily="66" charset="0"/>
                <a:ea typeface="ＭＳ Ｐゴシック" charset="0"/>
                <a:cs typeface="+mn-cs"/>
              </a:endParaRPr>
            </a:p>
          </p:txBody>
        </p:sp>
        <p:grpSp>
          <p:nvGrpSpPr>
            <p:cNvPr id="149" name="Group 49">
              <a:extLst>
                <a:ext uri="{FF2B5EF4-FFF2-40B4-BE49-F238E27FC236}">
                  <a16:creationId xmlns:a16="http://schemas.microsoft.com/office/drawing/2014/main" id="{AD680CEA-D168-C84F-AAE1-D128195A44E7}"/>
                </a:ext>
              </a:extLst>
            </p:cNvPr>
            <p:cNvGrpSpPr>
              <a:grpSpLocks/>
            </p:cNvGrpSpPr>
            <p:nvPr/>
          </p:nvGrpSpPr>
          <p:grpSpPr bwMode="auto">
            <a:xfrm>
              <a:off x="2318687" y="4333458"/>
              <a:ext cx="936071" cy="761428"/>
              <a:chOff x="-44" y="1473"/>
              <a:chExt cx="981" cy="1105"/>
            </a:xfrm>
          </p:grpSpPr>
          <p:pic>
            <p:nvPicPr>
              <p:cNvPr id="150" name="Picture 50" descr="desktop_computer_stylized_medium">
                <a:extLst>
                  <a:ext uri="{FF2B5EF4-FFF2-40B4-BE49-F238E27FC236}">
                    <a16:creationId xmlns:a16="http://schemas.microsoft.com/office/drawing/2014/main" id="{DADE998E-D7B9-EC4F-9F94-E65CF536C41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51" name="Freeform 51">
                <a:extLst>
                  <a:ext uri="{FF2B5EF4-FFF2-40B4-BE49-F238E27FC236}">
                    <a16:creationId xmlns:a16="http://schemas.microsoft.com/office/drawing/2014/main" id="{BC38A1B0-555E-F049-93AC-48537726F700}"/>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180" name="Rectangle 37">
              <a:extLst>
                <a:ext uri="{FF2B5EF4-FFF2-40B4-BE49-F238E27FC236}">
                  <a16:creationId xmlns:a16="http://schemas.microsoft.com/office/drawing/2014/main" id="{51912ACC-FA1C-7E48-9062-DA96B6CD7C33}"/>
                </a:ext>
              </a:extLst>
            </p:cNvPr>
            <p:cNvSpPr>
              <a:spLocks noChangeArrowheads="1"/>
            </p:cNvSpPr>
            <p:nvPr/>
          </p:nvSpPr>
          <p:spPr bwMode="auto">
            <a:xfrm rot="5400000">
              <a:off x="3271833" y="5687855"/>
              <a:ext cx="84261" cy="194751"/>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Comic Sans MS" pitchFamily="66" charset="0"/>
                <a:ea typeface="ＭＳ Ｐゴシック" charset="0"/>
                <a:cs typeface="+mn-cs"/>
              </a:endParaRPr>
            </a:p>
          </p:txBody>
        </p:sp>
        <p:grpSp>
          <p:nvGrpSpPr>
            <p:cNvPr id="126" name="Group 49">
              <a:extLst>
                <a:ext uri="{FF2B5EF4-FFF2-40B4-BE49-F238E27FC236}">
                  <a16:creationId xmlns:a16="http://schemas.microsoft.com/office/drawing/2014/main" id="{164313DA-E436-B94D-946E-A9F9627207EA}"/>
                </a:ext>
              </a:extLst>
            </p:cNvPr>
            <p:cNvGrpSpPr>
              <a:grpSpLocks/>
            </p:cNvGrpSpPr>
            <p:nvPr/>
          </p:nvGrpSpPr>
          <p:grpSpPr bwMode="auto">
            <a:xfrm>
              <a:off x="2681426" y="5490561"/>
              <a:ext cx="639495" cy="517588"/>
              <a:chOff x="-44" y="1473"/>
              <a:chExt cx="981" cy="1105"/>
            </a:xfrm>
          </p:grpSpPr>
          <p:pic>
            <p:nvPicPr>
              <p:cNvPr id="127" name="Picture 50" descr="desktop_computer_stylized_medium">
                <a:extLst>
                  <a:ext uri="{FF2B5EF4-FFF2-40B4-BE49-F238E27FC236}">
                    <a16:creationId xmlns:a16="http://schemas.microsoft.com/office/drawing/2014/main" id="{2DC8C6C4-5C23-0541-8061-C718A5B9D9E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28" name="Freeform 51">
                <a:extLst>
                  <a:ext uri="{FF2B5EF4-FFF2-40B4-BE49-F238E27FC236}">
                    <a16:creationId xmlns:a16="http://schemas.microsoft.com/office/drawing/2014/main" id="{24E0555C-7855-E749-82E9-0F21AFA4C7C3}"/>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181" name="Rectangle 37">
              <a:extLst>
                <a:ext uri="{FF2B5EF4-FFF2-40B4-BE49-F238E27FC236}">
                  <a16:creationId xmlns:a16="http://schemas.microsoft.com/office/drawing/2014/main" id="{43F1B530-B1FE-5547-9108-2D9D5DEFE2F3}"/>
                </a:ext>
              </a:extLst>
            </p:cNvPr>
            <p:cNvSpPr>
              <a:spLocks noChangeArrowheads="1"/>
            </p:cNvSpPr>
            <p:nvPr/>
          </p:nvSpPr>
          <p:spPr bwMode="auto">
            <a:xfrm rot="5400000">
              <a:off x="8726575" y="4653061"/>
              <a:ext cx="119903" cy="255587"/>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Comic Sans MS" pitchFamily="66" charset="0"/>
                <a:ea typeface="ＭＳ Ｐゴシック" charset="0"/>
                <a:cs typeface="+mn-cs"/>
              </a:endParaRPr>
            </a:p>
          </p:txBody>
        </p:sp>
        <p:sp>
          <p:nvSpPr>
            <p:cNvPr id="182" name="Rectangle 37">
              <a:extLst>
                <a:ext uri="{FF2B5EF4-FFF2-40B4-BE49-F238E27FC236}">
                  <a16:creationId xmlns:a16="http://schemas.microsoft.com/office/drawing/2014/main" id="{7CF48F98-D094-CD4E-BD60-0DA33EA42206}"/>
                </a:ext>
              </a:extLst>
            </p:cNvPr>
            <p:cNvSpPr>
              <a:spLocks noChangeArrowheads="1"/>
            </p:cNvSpPr>
            <p:nvPr/>
          </p:nvSpPr>
          <p:spPr bwMode="auto">
            <a:xfrm rot="5400000">
              <a:off x="8496816" y="5784803"/>
              <a:ext cx="84261" cy="194751"/>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Comic Sans MS" pitchFamily="66" charset="0"/>
                <a:ea typeface="ＭＳ Ｐゴシック" charset="0"/>
                <a:cs typeface="+mn-cs"/>
              </a:endParaRPr>
            </a:p>
          </p:txBody>
        </p:sp>
        <p:grpSp>
          <p:nvGrpSpPr>
            <p:cNvPr id="140" name="Group 44">
              <a:extLst>
                <a:ext uri="{FF2B5EF4-FFF2-40B4-BE49-F238E27FC236}">
                  <a16:creationId xmlns:a16="http://schemas.microsoft.com/office/drawing/2014/main" id="{BF422F91-ACCF-D044-A60B-0B40246D065D}"/>
                </a:ext>
              </a:extLst>
            </p:cNvPr>
            <p:cNvGrpSpPr>
              <a:grpSpLocks/>
            </p:cNvGrpSpPr>
            <p:nvPr/>
          </p:nvGrpSpPr>
          <p:grpSpPr bwMode="auto">
            <a:xfrm>
              <a:off x="8491273" y="4391325"/>
              <a:ext cx="1009650" cy="855028"/>
              <a:chOff x="-44" y="1473"/>
              <a:chExt cx="981" cy="1105"/>
            </a:xfrm>
          </p:grpSpPr>
          <p:pic>
            <p:nvPicPr>
              <p:cNvPr id="142" name="Picture 45" descr="desktop_computer_stylized_medium">
                <a:extLst>
                  <a:ext uri="{FF2B5EF4-FFF2-40B4-BE49-F238E27FC236}">
                    <a16:creationId xmlns:a16="http://schemas.microsoft.com/office/drawing/2014/main" id="{707FEFA6-A5DE-6840-9994-DC6AA79BA0D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43" name="Freeform 46">
                <a:extLst>
                  <a:ext uri="{FF2B5EF4-FFF2-40B4-BE49-F238E27FC236}">
                    <a16:creationId xmlns:a16="http://schemas.microsoft.com/office/drawing/2014/main" id="{2330F56F-3837-6446-9F35-FB42B05CDD60}"/>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152" name="Group 44">
              <a:extLst>
                <a:ext uri="{FF2B5EF4-FFF2-40B4-BE49-F238E27FC236}">
                  <a16:creationId xmlns:a16="http://schemas.microsoft.com/office/drawing/2014/main" id="{083ACB0A-FBA9-0D43-9726-0A41424DD39D}"/>
                </a:ext>
              </a:extLst>
            </p:cNvPr>
            <p:cNvGrpSpPr>
              <a:grpSpLocks/>
            </p:cNvGrpSpPr>
            <p:nvPr/>
          </p:nvGrpSpPr>
          <p:grpSpPr bwMode="auto">
            <a:xfrm>
              <a:off x="8343615" y="5618570"/>
              <a:ext cx="711200" cy="601028"/>
              <a:chOff x="-44" y="1473"/>
              <a:chExt cx="981" cy="1105"/>
            </a:xfrm>
          </p:grpSpPr>
          <p:pic>
            <p:nvPicPr>
              <p:cNvPr id="154" name="Picture 45" descr="desktop_computer_stylized_medium">
                <a:extLst>
                  <a:ext uri="{FF2B5EF4-FFF2-40B4-BE49-F238E27FC236}">
                    <a16:creationId xmlns:a16="http://schemas.microsoft.com/office/drawing/2014/main" id="{C369DB0B-1F34-3B46-A82A-78A90E656D2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55" name="Freeform 46">
                <a:extLst>
                  <a:ext uri="{FF2B5EF4-FFF2-40B4-BE49-F238E27FC236}">
                    <a16:creationId xmlns:a16="http://schemas.microsoft.com/office/drawing/2014/main" id="{9C2398C0-FF47-894E-B5E8-11EB55029DCC}"/>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cxnSp>
          <p:nvCxnSpPr>
            <p:cNvPr id="14" name="Straight Arrow Connector 13">
              <a:extLst>
                <a:ext uri="{FF2B5EF4-FFF2-40B4-BE49-F238E27FC236}">
                  <a16:creationId xmlns:a16="http://schemas.microsoft.com/office/drawing/2014/main" id="{0F604162-E90D-984F-847A-C102A2F79780}"/>
                </a:ext>
              </a:extLst>
            </p:cNvPr>
            <p:cNvCxnSpPr/>
            <p:nvPr/>
          </p:nvCxnSpPr>
          <p:spPr>
            <a:xfrm flipV="1">
              <a:off x="8669292" y="4874844"/>
              <a:ext cx="0" cy="445971"/>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3" name="Straight Arrow Connector 182">
              <a:extLst>
                <a:ext uri="{FF2B5EF4-FFF2-40B4-BE49-F238E27FC236}">
                  <a16:creationId xmlns:a16="http://schemas.microsoft.com/office/drawing/2014/main" id="{ED79A4A8-654F-5C41-9FB9-78AF30E0F351}"/>
                </a:ext>
              </a:extLst>
            </p:cNvPr>
            <p:cNvCxnSpPr>
              <a:cxnSpLocks/>
            </p:cNvCxnSpPr>
            <p:nvPr/>
          </p:nvCxnSpPr>
          <p:spPr>
            <a:xfrm flipV="1">
              <a:off x="8447023" y="5943807"/>
              <a:ext cx="0" cy="241632"/>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78" name="Group 130">
            <a:extLst>
              <a:ext uri="{FF2B5EF4-FFF2-40B4-BE49-F238E27FC236}">
                <a16:creationId xmlns:a16="http://schemas.microsoft.com/office/drawing/2014/main" id="{6F8155FF-5822-3549-98DF-05648529019B}"/>
              </a:ext>
            </a:extLst>
          </p:cNvPr>
          <p:cNvGrpSpPr>
            <a:grpSpLocks/>
          </p:cNvGrpSpPr>
          <p:nvPr/>
        </p:nvGrpSpPr>
        <p:grpSpPr bwMode="auto">
          <a:xfrm>
            <a:off x="1793938" y="3017352"/>
            <a:ext cx="976312" cy="1460500"/>
            <a:chOff x="337" y="1692"/>
            <a:chExt cx="615" cy="920"/>
          </a:xfrm>
        </p:grpSpPr>
        <p:sp>
          <p:nvSpPr>
            <p:cNvPr id="179" name="Freeform 65">
              <a:extLst>
                <a:ext uri="{FF2B5EF4-FFF2-40B4-BE49-F238E27FC236}">
                  <a16:creationId xmlns:a16="http://schemas.microsoft.com/office/drawing/2014/main" id="{CEE79BEE-4F75-0443-8BCC-AFB0A8B88F10}"/>
                </a:ext>
              </a:extLst>
            </p:cNvPr>
            <p:cNvSpPr>
              <a:spLocks/>
            </p:cNvSpPr>
            <p:nvPr/>
          </p:nvSpPr>
          <p:spPr bwMode="auto">
            <a:xfrm>
              <a:off x="348" y="1709"/>
              <a:ext cx="604" cy="903"/>
            </a:xfrm>
            <a:custGeom>
              <a:avLst/>
              <a:gdLst>
                <a:gd name="T0" fmla="*/ 496 w 604"/>
                <a:gd name="T1" fmla="*/ 0 h 903"/>
                <a:gd name="T2" fmla="*/ 604 w 604"/>
                <a:gd name="T3" fmla="*/ 903 h 903"/>
                <a:gd name="T4" fmla="*/ 0 w 604"/>
                <a:gd name="T5" fmla="*/ 788 h 903"/>
                <a:gd name="T6" fmla="*/ 456 w 604"/>
                <a:gd name="T7" fmla="*/ 750 h 903"/>
                <a:gd name="T8" fmla="*/ 496 w 604"/>
                <a:gd name="T9" fmla="*/ 0 h 903"/>
                <a:gd name="T10" fmla="*/ 0 60000 65536"/>
                <a:gd name="T11" fmla="*/ 0 60000 65536"/>
                <a:gd name="T12" fmla="*/ 0 60000 65536"/>
                <a:gd name="T13" fmla="*/ 0 60000 65536"/>
                <a:gd name="T14" fmla="*/ 0 60000 65536"/>
                <a:gd name="connsiteX0" fmla="*/ 8212 w 10000"/>
                <a:gd name="connsiteY0" fmla="*/ 0 h 10000"/>
                <a:gd name="connsiteX1" fmla="*/ 10000 w 10000"/>
                <a:gd name="connsiteY1" fmla="*/ 10000 h 10000"/>
                <a:gd name="connsiteX2" fmla="*/ 0 w 10000"/>
                <a:gd name="connsiteY2" fmla="*/ 8726 h 10000"/>
                <a:gd name="connsiteX3" fmla="*/ 8195 w 10000"/>
                <a:gd name="connsiteY3" fmla="*/ 8786 h 10000"/>
                <a:gd name="connsiteX4" fmla="*/ 8212 w 10000"/>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0">
                  <a:moveTo>
                    <a:pt x="8212" y="0"/>
                  </a:moveTo>
                  <a:lnTo>
                    <a:pt x="10000" y="10000"/>
                  </a:lnTo>
                  <a:lnTo>
                    <a:pt x="0" y="8726"/>
                  </a:lnTo>
                  <a:lnTo>
                    <a:pt x="8195" y="8786"/>
                  </a:lnTo>
                  <a:cubicBezTo>
                    <a:pt x="8201" y="5857"/>
                    <a:pt x="8206" y="2929"/>
                    <a:pt x="8212" y="0"/>
                  </a:cubicBezTo>
                  <a:close/>
                </a:path>
              </a:pathLst>
            </a:custGeom>
            <a:gradFill rotWithShape="1">
              <a:gsLst>
                <a:gs pos="0">
                  <a:schemeClr val="bg1">
                    <a:lumMod val="50000"/>
                  </a:schemeClr>
                </a:gs>
                <a:gs pos="100000">
                  <a:schemeClr val="bg1"/>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184" name="Rectangle 67">
              <a:extLst>
                <a:ext uri="{FF2B5EF4-FFF2-40B4-BE49-F238E27FC236}">
                  <a16:creationId xmlns:a16="http://schemas.microsoft.com/office/drawing/2014/main" id="{883ABF7E-6CB4-BC42-B575-A36EA900AF0E}"/>
                </a:ext>
              </a:extLst>
            </p:cNvPr>
            <p:cNvSpPr>
              <a:spLocks noChangeArrowheads="1"/>
            </p:cNvSpPr>
            <p:nvPr/>
          </p:nvSpPr>
          <p:spPr bwMode="auto">
            <a:xfrm>
              <a:off x="344" y="1711"/>
              <a:ext cx="493" cy="790"/>
            </a:xfrm>
            <a:prstGeom prst="rect">
              <a:avLst/>
            </a:prstGeom>
            <a:solidFill>
              <a:srgbClr val="FFFFFF"/>
            </a:solidFill>
            <a:ln w="9525">
              <a:solidFill>
                <a:srgbClr val="000000"/>
              </a:solidFill>
              <a:miter lim="800000"/>
              <a:headEnd/>
              <a:tailEnd/>
            </a:ln>
            <a:effectLst>
              <a:outerShdw blurRad="50800" dist="38100" dir="18900000" algn="bl" rotWithShape="0">
                <a:prstClr val="black">
                  <a:alpha val="40000"/>
                </a:prstClr>
              </a:outerShdw>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185" name="Text Box 68">
              <a:extLst>
                <a:ext uri="{FF2B5EF4-FFF2-40B4-BE49-F238E27FC236}">
                  <a16:creationId xmlns:a16="http://schemas.microsoft.com/office/drawing/2014/main" id="{66650C9E-5F29-884F-9159-45FAA57B881F}"/>
                </a:ext>
              </a:extLst>
            </p:cNvPr>
            <p:cNvSpPr txBox="1">
              <a:spLocks noChangeArrowheads="1"/>
            </p:cNvSpPr>
            <p:nvPr/>
          </p:nvSpPr>
          <p:spPr bwMode="auto">
            <a:xfrm>
              <a:off x="426" y="1692"/>
              <a:ext cx="309" cy="83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Arial" charset="0"/>
                <a:ea typeface="ＭＳ Ｐゴシック" charset="0"/>
                <a:cs typeface="+mn-cs"/>
              </a:endParaRPr>
            </a:p>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Arial" charset="0"/>
                <a:ea typeface="ＭＳ Ｐゴシック" charset="0"/>
                <a:cs typeface="+mn-cs"/>
              </a:endParaRP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IP</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Eth</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Calibri" panose="020F0502020204030204"/>
                  <a:ea typeface="ＭＳ Ｐゴシック" charset="0"/>
                  <a:cs typeface="+mn-cs"/>
                </a:rPr>
                <a:t>Phy</a:t>
              </a:r>
            </a:p>
          </p:txBody>
        </p:sp>
        <p:sp>
          <p:nvSpPr>
            <p:cNvPr id="186" name="Line 69">
              <a:extLst>
                <a:ext uri="{FF2B5EF4-FFF2-40B4-BE49-F238E27FC236}">
                  <a16:creationId xmlns:a16="http://schemas.microsoft.com/office/drawing/2014/main" id="{C38F4ABA-4642-6E42-A7ED-8B44FA41793A}"/>
                </a:ext>
              </a:extLst>
            </p:cNvPr>
            <p:cNvSpPr>
              <a:spLocks noChangeShapeType="1"/>
            </p:cNvSpPr>
            <p:nvPr/>
          </p:nvSpPr>
          <p:spPr bwMode="auto">
            <a:xfrm>
              <a:off x="346" y="1868"/>
              <a:ext cx="489" cy="0"/>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187" name="Line 70">
              <a:extLst>
                <a:ext uri="{FF2B5EF4-FFF2-40B4-BE49-F238E27FC236}">
                  <a16:creationId xmlns:a16="http://schemas.microsoft.com/office/drawing/2014/main" id="{398E3652-F593-0A4E-89E7-96E69780C59F}"/>
                </a:ext>
              </a:extLst>
            </p:cNvPr>
            <p:cNvSpPr>
              <a:spLocks noChangeShapeType="1"/>
            </p:cNvSpPr>
            <p:nvPr/>
          </p:nvSpPr>
          <p:spPr bwMode="auto">
            <a:xfrm>
              <a:off x="343" y="2027"/>
              <a:ext cx="489" cy="0"/>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188" name="Line 71">
              <a:extLst>
                <a:ext uri="{FF2B5EF4-FFF2-40B4-BE49-F238E27FC236}">
                  <a16:creationId xmlns:a16="http://schemas.microsoft.com/office/drawing/2014/main" id="{6DEE6E13-9D27-014C-AB56-6B66BF11EE22}"/>
                </a:ext>
              </a:extLst>
            </p:cNvPr>
            <p:cNvSpPr>
              <a:spLocks noChangeShapeType="1"/>
            </p:cNvSpPr>
            <p:nvPr/>
          </p:nvSpPr>
          <p:spPr bwMode="auto">
            <a:xfrm>
              <a:off x="340" y="2186"/>
              <a:ext cx="489" cy="0"/>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189" name="Line 72">
              <a:extLst>
                <a:ext uri="{FF2B5EF4-FFF2-40B4-BE49-F238E27FC236}">
                  <a16:creationId xmlns:a16="http://schemas.microsoft.com/office/drawing/2014/main" id="{8034621A-4B41-A146-99C4-7F51D5E7C4B3}"/>
                </a:ext>
              </a:extLst>
            </p:cNvPr>
            <p:cNvSpPr>
              <a:spLocks noChangeShapeType="1"/>
            </p:cNvSpPr>
            <p:nvPr/>
          </p:nvSpPr>
          <p:spPr bwMode="auto">
            <a:xfrm>
              <a:off x="337" y="2345"/>
              <a:ext cx="489" cy="0"/>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grpSp>
      <p:sp>
        <p:nvSpPr>
          <p:cNvPr id="216" name="Rectangle 76">
            <a:extLst>
              <a:ext uri="{FF2B5EF4-FFF2-40B4-BE49-F238E27FC236}">
                <a16:creationId xmlns:a16="http://schemas.microsoft.com/office/drawing/2014/main" id="{0C39CCFA-046E-A446-84EF-1BEA3B8C7C66}"/>
              </a:ext>
            </a:extLst>
          </p:cNvPr>
          <p:cNvSpPr>
            <a:spLocks noChangeArrowheads="1"/>
          </p:cNvSpPr>
          <p:nvPr/>
        </p:nvSpPr>
        <p:spPr bwMode="auto">
          <a:xfrm>
            <a:off x="1276283" y="1283047"/>
            <a:ext cx="7772400" cy="47942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231775" marR="0" lvl="0" indent="-231775" algn="l" defTabSz="914400" rtl="0" eaLnBrk="0" fontAlgn="base" latinLnBrk="0" hangingPunct="0">
              <a:lnSpc>
                <a:spcPct val="85000"/>
              </a:lnSpc>
              <a:spcBef>
                <a:spcPct val="20000"/>
              </a:spcBef>
              <a:spcAft>
                <a:spcPct val="0"/>
              </a:spcAft>
              <a:buClr>
                <a:srgbClr val="000099"/>
              </a:buClr>
              <a:buSzPct val="100000"/>
              <a:buFont typeface="Wingdings" charset="2"/>
              <a:buChar char="§"/>
              <a:tabLst/>
              <a:defRPr/>
            </a:pPr>
            <a:r>
              <a:rPr kumimoji="0" lang="en-US" sz="24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rPr>
              <a:t>frame sent from A to R</a:t>
            </a:r>
          </a:p>
        </p:txBody>
      </p:sp>
      <p:grpSp>
        <p:nvGrpSpPr>
          <p:cNvPr id="217" name="Group 100">
            <a:extLst>
              <a:ext uri="{FF2B5EF4-FFF2-40B4-BE49-F238E27FC236}">
                <a16:creationId xmlns:a16="http://schemas.microsoft.com/office/drawing/2014/main" id="{26593A8D-E362-224D-9E7E-B61DB7194FD2}"/>
              </a:ext>
            </a:extLst>
          </p:cNvPr>
          <p:cNvGrpSpPr>
            <a:grpSpLocks/>
          </p:cNvGrpSpPr>
          <p:nvPr/>
        </p:nvGrpSpPr>
        <p:grpSpPr bwMode="auto">
          <a:xfrm>
            <a:off x="5329167" y="3001010"/>
            <a:ext cx="836613" cy="2081213"/>
            <a:chOff x="2838" y="1545"/>
            <a:chExt cx="527" cy="1311"/>
          </a:xfrm>
        </p:grpSpPr>
        <p:sp>
          <p:nvSpPr>
            <p:cNvPr id="218" name="Freeform 93">
              <a:extLst>
                <a:ext uri="{FF2B5EF4-FFF2-40B4-BE49-F238E27FC236}">
                  <a16:creationId xmlns:a16="http://schemas.microsoft.com/office/drawing/2014/main" id="{42C52F5E-B581-5146-A523-9B4DBBF2A386}"/>
                </a:ext>
              </a:extLst>
            </p:cNvPr>
            <p:cNvSpPr>
              <a:spLocks/>
            </p:cNvSpPr>
            <p:nvPr/>
          </p:nvSpPr>
          <p:spPr bwMode="auto">
            <a:xfrm>
              <a:off x="2838" y="2342"/>
              <a:ext cx="527" cy="514"/>
            </a:xfrm>
            <a:custGeom>
              <a:avLst/>
              <a:gdLst>
                <a:gd name="T0" fmla="*/ 564 w 564"/>
                <a:gd name="T1" fmla="*/ 0 h 564"/>
                <a:gd name="T2" fmla="*/ 287 w 564"/>
                <a:gd name="T3" fmla="*/ 564 h 564"/>
                <a:gd name="T4" fmla="*/ 0 w 564"/>
                <a:gd name="T5" fmla="*/ 0 h 564"/>
                <a:gd name="T6" fmla="*/ 564 w 564"/>
                <a:gd name="T7" fmla="*/ 0 h 564"/>
                <a:gd name="T8" fmla="*/ 0 60000 65536"/>
                <a:gd name="T9" fmla="*/ 0 60000 65536"/>
                <a:gd name="T10" fmla="*/ 0 60000 65536"/>
                <a:gd name="T11" fmla="*/ 0 60000 65536"/>
                <a:gd name="connsiteX0" fmla="*/ 10000 w 10000"/>
                <a:gd name="connsiteY0" fmla="*/ 0 h 10486"/>
                <a:gd name="connsiteX1" fmla="*/ 5770 w 10000"/>
                <a:gd name="connsiteY1" fmla="*/ 10486 h 10486"/>
                <a:gd name="connsiteX2" fmla="*/ 0 w 10000"/>
                <a:gd name="connsiteY2" fmla="*/ 0 h 10486"/>
                <a:gd name="connsiteX3" fmla="*/ 10000 w 10000"/>
                <a:gd name="connsiteY3" fmla="*/ 0 h 10486"/>
                <a:gd name="connsiteX0" fmla="*/ 10000 w 10000"/>
                <a:gd name="connsiteY0" fmla="*/ 0 h 10486"/>
                <a:gd name="connsiteX1" fmla="*/ 5770 w 10000"/>
                <a:gd name="connsiteY1" fmla="*/ 10486 h 10486"/>
                <a:gd name="connsiteX2" fmla="*/ 2703 w 10000"/>
                <a:gd name="connsiteY2" fmla="*/ 5075 h 10486"/>
                <a:gd name="connsiteX3" fmla="*/ 0 w 10000"/>
                <a:gd name="connsiteY3" fmla="*/ 0 h 10486"/>
                <a:gd name="connsiteX4" fmla="*/ 10000 w 10000"/>
                <a:gd name="connsiteY4" fmla="*/ 0 h 10486"/>
                <a:gd name="connsiteX0" fmla="*/ 10000 w 10000"/>
                <a:gd name="connsiteY0" fmla="*/ 0 h 10720"/>
                <a:gd name="connsiteX1" fmla="*/ 5770 w 10000"/>
                <a:gd name="connsiteY1" fmla="*/ 10486 h 10720"/>
                <a:gd name="connsiteX2" fmla="*/ 563 w 10000"/>
                <a:gd name="connsiteY2" fmla="*/ 10720 h 10720"/>
                <a:gd name="connsiteX3" fmla="*/ 0 w 10000"/>
                <a:gd name="connsiteY3" fmla="*/ 0 h 10720"/>
                <a:gd name="connsiteX4" fmla="*/ 10000 w 10000"/>
                <a:gd name="connsiteY4" fmla="*/ 0 h 10720"/>
                <a:gd name="connsiteX0" fmla="*/ 10000 w 10000"/>
                <a:gd name="connsiteY0" fmla="*/ 0 h 10720"/>
                <a:gd name="connsiteX1" fmla="*/ 5770 w 10000"/>
                <a:gd name="connsiteY1" fmla="*/ 10486 h 10720"/>
                <a:gd name="connsiteX2" fmla="*/ 563 w 10000"/>
                <a:gd name="connsiteY2" fmla="*/ 10720 h 10720"/>
                <a:gd name="connsiteX3" fmla="*/ 0 w 10000"/>
                <a:gd name="connsiteY3" fmla="*/ 0 h 10720"/>
                <a:gd name="connsiteX4" fmla="*/ 10000 w 10000"/>
                <a:gd name="connsiteY4" fmla="*/ 0 h 10720"/>
                <a:gd name="connsiteX0" fmla="*/ 10000 w 10000"/>
                <a:gd name="connsiteY0" fmla="*/ 0 h 10489"/>
                <a:gd name="connsiteX1" fmla="*/ 5770 w 10000"/>
                <a:gd name="connsiteY1" fmla="*/ 10486 h 10489"/>
                <a:gd name="connsiteX2" fmla="*/ 271 w 10000"/>
                <a:gd name="connsiteY2" fmla="*/ 10331 h 10489"/>
                <a:gd name="connsiteX3" fmla="*/ 0 w 10000"/>
                <a:gd name="connsiteY3" fmla="*/ 0 h 10489"/>
                <a:gd name="connsiteX4" fmla="*/ 10000 w 10000"/>
                <a:gd name="connsiteY4" fmla="*/ 0 h 10489"/>
                <a:gd name="connsiteX0" fmla="*/ 10000 w 10000"/>
                <a:gd name="connsiteY0" fmla="*/ 0 h 10489"/>
                <a:gd name="connsiteX1" fmla="*/ 6548 w 10000"/>
                <a:gd name="connsiteY1" fmla="*/ 10486 h 10489"/>
                <a:gd name="connsiteX2" fmla="*/ 271 w 10000"/>
                <a:gd name="connsiteY2" fmla="*/ 10331 h 10489"/>
                <a:gd name="connsiteX3" fmla="*/ 0 w 10000"/>
                <a:gd name="connsiteY3" fmla="*/ 0 h 10489"/>
                <a:gd name="connsiteX4" fmla="*/ 10000 w 10000"/>
                <a:gd name="connsiteY4" fmla="*/ 0 h 10489"/>
                <a:gd name="connsiteX0" fmla="*/ 10000 w 10000"/>
                <a:gd name="connsiteY0" fmla="*/ 0 h 10492"/>
                <a:gd name="connsiteX1" fmla="*/ 6548 w 10000"/>
                <a:gd name="connsiteY1" fmla="*/ 10486 h 10492"/>
                <a:gd name="connsiteX2" fmla="*/ 271 w 10000"/>
                <a:gd name="connsiteY2" fmla="*/ 10331 h 10492"/>
                <a:gd name="connsiteX3" fmla="*/ 0 w 10000"/>
                <a:gd name="connsiteY3" fmla="*/ 0 h 10492"/>
                <a:gd name="connsiteX4" fmla="*/ 10000 w 10000"/>
                <a:gd name="connsiteY4" fmla="*/ 0 h 10492"/>
                <a:gd name="connsiteX0" fmla="*/ 9749 w 9749"/>
                <a:gd name="connsiteY0" fmla="*/ 0 h 10492"/>
                <a:gd name="connsiteX1" fmla="*/ 6297 w 9749"/>
                <a:gd name="connsiteY1" fmla="*/ 10486 h 10492"/>
                <a:gd name="connsiteX2" fmla="*/ 20 w 9749"/>
                <a:gd name="connsiteY2" fmla="*/ 10331 h 10492"/>
                <a:gd name="connsiteX3" fmla="*/ 916 w 9749"/>
                <a:gd name="connsiteY3" fmla="*/ 1363 h 10492"/>
                <a:gd name="connsiteX4" fmla="*/ 9749 w 9749"/>
                <a:gd name="connsiteY4" fmla="*/ 0 h 10492"/>
                <a:gd name="connsiteX0" fmla="*/ 9600 w 9600"/>
                <a:gd name="connsiteY0" fmla="*/ 372 h 8700"/>
                <a:gd name="connsiteX1" fmla="*/ 6458 w 9600"/>
                <a:gd name="connsiteY1" fmla="*/ 8695 h 8700"/>
                <a:gd name="connsiteX2" fmla="*/ 20 w 9600"/>
                <a:gd name="connsiteY2" fmla="*/ 8548 h 8700"/>
                <a:gd name="connsiteX3" fmla="*/ 939 w 9600"/>
                <a:gd name="connsiteY3" fmla="*/ 0 h 8700"/>
                <a:gd name="connsiteX4" fmla="*/ 9600 w 9600"/>
                <a:gd name="connsiteY4" fmla="*/ 372 h 8700"/>
                <a:gd name="connsiteX0" fmla="*/ 10000 w 10000"/>
                <a:gd name="connsiteY0" fmla="*/ 428 h 10000"/>
                <a:gd name="connsiteX1" fmla="*/ 6727 w 10000"/>
                <a:gd name="connsiteY1" fmla="*/ 9994 h 10000"/>
                <a:gd name="connsiteX2" fmla="*/ 21 w 10000"/>
                <a:gd name="connsiteY2" fmla="*/ 9825 h 10000"/>
                <a:gd name="connsiteX3" fmla="*/ 978 w 10000"/>
                <a:gd name="connsiteY3" fmla="*/ 0 h 10000"/>
                <a:gd name="connsiteX4" fmla="*/ 10000 w 10000"/>
                <a:gd name="connsiteY4" fmla="*/ 428 h 10000"/>
                <a:gd name="connsiteX0" fmla="*/ 9997 w 9997"/>
                <a:gd name="connsiteY0" fmla="*/ 428 h 10000"/>
                <a:gd name="connsiteX1" fmla="*/ 6724 w 9997"/>
                <a:gd name="connsiteY1" fmla="*/ 9994 h 10000"/>
                <a:gd name="connsiteX2" fmla="*/ 18 w 9997"/>
                <a:gd name="connsiteY2" fmla="*/ 9825 h 10000"/>
                <a:gd name="connsiteX3" fmla="*/ 975 w 9997"/>
                <a:gd name="connsiteY3" fmla="*/ 0 h 10000"/>
                <a:gd name="connsiteX4" fmla="*/ 9997 w 9997"/>
                <a:gd name="connsiteY4" fmla="*/ 428 h 10000"/>
                <a:gd name="connsiteX0" fmla="*/ 9982 w 9982"/>
                <a:gd name="connsiteY0" fmla="*/ 428 h 10000"/>
                <a:gd name="connsiteX1" fmla="*/ 6708 w 9982"/>
                <a:gd name="connsiteY1" fmla="*/ 9994 h 10000"/>
                <a:gd name="connsiteX2" fmla="*/ 0 w 9982"/>
                <a:gd name="connsiteY2" fmla="*/ 9825 h 10000"/>
                <a:gd name="connsiteX3" fmla="*/ 957 w 9982"/>
                <a:gd name="connsiteY3" fmla="*/ 0 h 10000"/>
                <a:gd name="connsiteX4" fmla="*/ 9982 w 9982"/>
                <a:gd name="connsiteY4" fmla="*/ 428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82" h="10000">
                  <a:moveTo>
                    <a:pt x="9982" y="428"/>
                  </a:moveTo>
                  <a:cubicBezTo>
                    <a:pt x="6708" y="5645"/>
                    <a:pt x="7799" y="6805"/>
                    <a:pt x="6708" y="9994"/>
                  </a:cubicBezTo>
                  <a:cubicBezTo>
                    <a:pt x="4852" y="10080"/>
                    <a:pt x="3414" y="9311"/>
                    <a:pt x="0" y="9825"/>
                  </a:cubicBezTo>
                  <a:cubicBezTo>
                    <a:pt x="1461" y="5697"/>
                    <a:pt x="1365" y="4235"/>
                    <a:pt x="957" y="0"/>
                  </a:cubicBezTo>
                  <a:lnTo>
                    <a:pt x="9982" y="428"/>
                  </a:lnTo>
                  <a:close/>
                </a:path>
              </a:pathLst>
            </a:custGeom>
            <a:gradFill rotWithShape="1">
              <a:gsLst>
                <a:gs pos="0">
                  <a:schemeClr val="bg1">
                    <a:lumMod val="75000"/>
                  </a:schemeClr>
                </a:gs>
                <a:gs pos="100000">
                  <a:schemeClr val="bg1">
                    <a:alpha val="72000"/>
                  </a:schemeClr>
                </a:gs>
              </a:gsLst>
              <a:lin ang="54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219" name="Rectangle 94">
              <a:extLst>
                <a:ext uri="{FF2B5EF4-FFF2-40B4-BE49-F238E27FC236}">
                  <a16:creationId xmlns:a16="http://schemas.microsoft.com/office/drawing/2014/main" id="{1FCD4D83-89D6-3841-86ED-D90DD589A8AB}"/>
                </a:ext>
              </a:extLst>
            </p:cNvPr>
            <p:cNvSpPr>
              <a:spLocks noChangeArrowheads="1"/>
            </p:cNvSpPr>
            <p:nvPr/>
          </p:nvSpPr>
          <p:spPr bwMode="auto">
            <a:xfrm>
              <a:off x="2872" y="1877"/>
              <a:ext cx="493" cy="477"/>
            </a:xfrm>
            <a:prstGeom prst="rect">
              <a:avLst/>
            </a:prstGeom>
            <a:solidFill>
              <a:srgbClr val="FFFFFF"/>
            </a:solidFill>
            <a:ln w="9525">
              <a:solidFill>
                <a:srgbClr val="000000"/>
              </a:solidFill>
              <a:miter lim="800000"/>
              <a:headEnd/>
              <a:tailEnd/>
            </a:ln>
            <a:effectLst>
              <a:outerShdw blurRad="50800" dist="38100" dir="18900000" algn="bl" rotWithShape="0">
                <a:prstClr val="black">
                  <a:alpha val="40000"/>
                </a:prstClr>
              </a:outerShdw>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220" name="Text Box 95">
              <a:extLst>
                <a:ext uri="{FF2B5EF4-FFF2-40B4-BE49-F238E27FC236}">
                  <a16:creationId xmlns:a16="http://schemas.microsoft.com/office/drawing/2014/main" id="{AF3AB9C7-326F-214C-B68F-8E9DBB6D3AA9}"/>
                </a:ext>
              </a:extLst>
            </p:cNvPr>
            <p:cNvSpPr txBox="1">
              <a:spLocks noChangeArrowheads="1"/>
            </p:cNvSpPr>
            <p:nvPr/>
          </p:nvSpPr>
          <p:spPr bwMode="auto">
            <a:xfrm>
              <a:off x="2941" y="1545"/>
              <a:ext cx="336" cy="82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Arial" charset="0"/>
                <a:ea typeface="ＭＳ Ｐゴシック" charset="0"/>
                <a:cs typeface="+mn-cs"/>
              </a:endParaRPr>
            </a:p>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Arial" charset="0"/>
                <a:ea typeface="ＭＳ Ｐゴシック" charset="0"/>
                <a:cs typeface="+mn-cs"/>
              </a:endParaRP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Arial" charset="0"/>
                  <a:ea typeface="ＭＳ Ｐゴシック" charset="0"/>
                  <a:cs typeface="+mn-cs"/>
                </a:rPr>
                <a:t>IP</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Arial" charset="0"/>
                  <a:ea typeface="ＭＳ Ｐゴシック" charset="0"/>
                  <a:cs typeface="+mn-cs"/>
                </a:rPr>
                <a:t>Eth</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Arial" charset="0"/>
                  <a:ea typeface="ＭＳ Ｐゴシック" charset="0"/>
                  <a:cs typeface="+mn-cs"/>
                </a:rPr>
                <a:t>Phy</a:t>
              </a:r>
            </a:p>
          </p:txBody>
        </p:sp>
        <p:sp>
          <p:nvSpPr>
            <p:cNvPr id="221" name="Line 98">
              <a:extLst>
                <a:ext uri="{FF2B5EF4-FFF2-40B4-BE49-F238E27FC236}">
                  <a16:creationId xmlns:a16="http://schemas.microsoft.com/office/drawing/2014/main" id="{B4AA6736-B872-464D-8F00-A2300EE0D10A}"/>
                </a:ext>
              </a:extLst>
            </p:cNvPr>
            <p:cNvSpPr>
              <a:spLocks noChangeShapeType="1"/>
            </p:cNvSpPr>
            <p:nvPr/>
          </p:nvSpPr>
          <p:spPr bwMode="auto">
            <a:xfrm>
              <a:off x="2868" y="2039"/>
              <a:ext cx="489" cy="0"/>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222" name="Line 99">
              <a:extLst>
                <a:ext uri="{FF2B5EF4-FFF2-40B4-BE49-F238E27FC236}">
                  <a16:creationId xmlns:a16="http://schemas.microsoft.com/office/drawing/2014/main" id="{CB139325-F501-DB43-B9CC-6A6C52C7F63B}"/>
                </a:ext>
              </a:extLst>
            </p:cNvPr>
            <p:cNvSpPr>
              <a:spLocks noChangeShapeType="1"/>
            </p:cNvSpPr>
            <p:nvPr/>
          </p:nvSpPr>
          <p:spPr bwMode="auto">
            <a:xfrm>
              <a:off x="2865" y="2198"/>
              <a:ext cx="489" cy="0"/>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grpSp>
      <p:sp>
        <p:nvSpPr>
          <p:cNvPr id="223" name="Rectangle 101">
            <a:extLst>
              <a:ext uri="{FF2B5EF4-FFF2-40B4-BE49-F238E27FC236}">
                <a16:creationId xmlns:a16="http://schemas.microsoft.com/office/drawing/2014/main" id="{8EBFBDEF-AAA3-4340-9162-016BC02BBF5D}"/>
              </a:ext>
            </a:extLst>
          </p:cNvPr>
          <p:cNvSpPr>
            <a:spLocks noChangeArrowheads="1"/>
          </p:cNvSpPr>
          <p:nvPr/>
        </p:nvSpPr>
        <p:spPr bwMode="auto">
          <a:xfrm>
            <a:off x="1266206" y="1744664"/>
            <a:ext cx="7772400" cy="47942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231775" marR="0" lvl="0" indent="-231775" algn="l" defTabSz="914400" rtl="0" eaLnBrk="0" fontAlgn="base" latinLnBrk="0" hangingPunct="0">
              <a:lnSpc>
                <a:spcPct val="85000"/>
              </a:lnSpc>
              <a:spcBef>
                <a:spcPct val="20000"/>
              </a:spcBef>
              <a:spcAft>
                <a:spcPct val="0"/>
              </a:spcAft>
              <a:buClr>
                <a:srgbClr val="000099"/>
              </a:buClr>
              <a:buSzPct val="100000"/>
              <a:buFont typeface="Wingdings" charset="2"/>
              <a:buChar char="§"/>
              <a:tabLst/>
              <a:defRPr/>
            </a:pPr>
            <a:r>
              <a:rPr kumimoji="0" lang="en-US" sz="24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rPr>
              <a:t>frame received at R, datagram removed, passed up to IP</a:t>
            </a:r>
          </a:p>
        </p:txBody>
      </p:sp>
      <p:grpSp>
        <p:nvGrpSpPr>
          <p:cNvPr id="224" name="Group 131">
            <a:extLst>
              <a:ext uri="{FF2B5EF4-FFF2-40B4-BE49-F238E27FC236}">
                <a16:creationId xmlns:a16="http://schemas.microsoft.com/office/drawing/2014/main" id="{95486488-4C25-234D-AE46-F14C0273A412}"/>
              </a:ext>
            </a:extLst>
          </p:cNvPr>
          <p:cNvGrpSpPr>
            <a:grpSpLocks/>
          </p:cNvGrpSpPr>
          <p:nvPr/>
        </p:nvGrpSpPr>
        <p:grpSpPr bwMode="auto">
          <a:xfrm>
            <a:off x="2617650" y="2562774"/>
            <a:ext cx="2443162" cy="1519238"/>
            <a:chOff x="931" y="1414"/>
            <a:chExt cx="1539" cy="957"/>
          </a:xfrm>
        </p:grpSpPr>
        <p:sp>
          <p:nvSpPr>
            <p:cNvPr id="225" name="Text Box 79">
              <a:extLst>
                <a:ext uri="{FF2B5EF4-FFF2-40B4-BE49-F238E27FC236}">
                  <a16:creationId xmlns:a16="http://schemas.microsoft.com/office/drawing/2014/main" id="{D2216B94-937D-4644-A4B0-B59D607E0EE8}"/>
                </a:ext>
              </a:extLst>
            </p:cNvPr>
            <p:cNvSpPr txBox="1">
              <a:spLocks noChangeArrowheads="1"/>
            </p:cNvSpPr>
            <p:nvPr/>
          </p:nvSpPr>
          <p:spPr bwMode="auto">
            <a:xfrm>
              <a:off x="931" y="1414"/>
              <a:ext cx="1539" cy="29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Arial" charset="0"/>
                  <a:ea typeface="ＭＳ Ｐゴシック" charset="0"/>
                  <a:cs typeface="+mn-cs"/>
                </a:rPr>
                <a:t>MAC src: 74-29-9C-E8-FF-55</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Arial" charset="0"/>
                  <a:ea typeface="ＭＳ Ｐゴシック" charset="0"/>
                  <a:cs typeface="+mn-cs"/>
                </a:rPr>
                <a:t>   MAC dest: E6-E9-00-17-BB-4B</a:t>
              </a:r>
            </a:p>
          </p:txBody>
        </p:sp>
        <p:grpSp>
          <p:nvGrpSpPr>
            <p:cNvPr id="226" name="Group 80">
              <a:extLst>
                <a:ext uri="{FF2B5EF4-FFF2-40B4-BE49-F238E27FC236}">
                  <a16:creationId xmlns:a16="http://schemas.microsoft.com/office/drawing/2014/main" id="{74FDF8C0-9447-DE41-BACB-360101EE6FBB}"/>
                </a:ext>
              </a:extLst>
            </p:cNvPr>
            <p:cNvGrpSpPr>
              <a:grpSpLocks/>
            </p:cNvGrpSpPr>
            <p:nvPr/>
          </p:nvGrpSpPr>
          <p:grpSpPr bwMode="auto">
            <a:xfrm>
              <a:off x="981" y="2182"/>
              <a:ext cx="1049" cy="189"/>
              <a:chOff x="2829" y="2040"/>
              <a:chExt cx="1049" cy="189"/>
            </a:xfrm>
          </p:grpSpPr>
          <p:sp>
            <p:nvSpPr>
              <p:cNvPr id="232" name="Rectangle 81">
                <a:extLst>
                  <a:ext uri="{FF2B5EF4-FFF2-40B4-BE49-F238E27FC236}">
                    <a16:creationId xmlns:a16="http://schemas.microsoft.com/office/drawing/2014/main" id="{91B41E0A-F429-5E45-AC76-2FCB31FCCF43}"/>
                  </a:ext>
                </a:extLst>
              </p:cNvPr>
              <p:cNvSpPr>
                <a:spLocks noChangeArrowheads="1"/>
              </p:cNvSpPr>
              <p:nvPr/>
            </p:nvSpPr>
            <p:spPr bwMode="auto">
              <a:xfrm>
                <a:off x="2829" y="2042"/>
                <a:ext cx="1049" cy="185"/>
              </a:xfrm>
              <a:prstGeom prst="rect">
                <a:avLst/>
              </a:prstGeom>
              <a:solidFill>
                <a:srgbClr val="000099"/>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233" name="Rectangle 82">
                <a:extLst>
                  <a:ext uri="{FF2B5EF4-FFF2-40B4-BE49-F238E27FC236}">
                    <a16:creationId xmlns:a16="http://schemas.microsoft.com/office/drawing/2014/main" id="{1C3169C4-E630-6A41-9685-666E6C384C2A}"/>
                  </a:ext>
                </a:extLst>
              </p:cNvPr>
              <p:cNvSpPr>
                <a:spLocks noChangeArrowheads="1"/>
              </p:cNvSpPr>
              <p:nvPr/>
            </p:nvSpPr>
            <p:spPr bwMode="auto">
              <a:xfrm>
                <a:off x="3078" y="2060"/>
                <a:ext cx="691" cy="153"/>
              </a:xfrm>
              <a:prstGeom prst="rect">
                <a:avLst/>
              </a:prstGeom>
              <a:solidFill>
                <a:srgbClr val="00CC99"/>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234" name="Line 83">
                <a:extLst>
                  <a:ext uri="{FF2B5EF4-FFF2-40B4-BE49-F238E27FC236}">
                    <a16:creationId xmlns:a16="http://schemas.microsoft.com/office/drawing/2014/main" id="{CED1F1A7-B695-6E4E-9FA6-5AA850143F75}"/>
                  </a:ext>
                </a:extLst>
              </p:cNvPr>
              <p:cNvSpPr>
                <a:spLocks noChangeShapeType="1"/>
              </p:cNvSpPr>
              <p:nvPr/>
            </p:nvSpPr>
            <p:spPr bwMode="auto">
              <a:xfrm>
                <a:off x="3180" y="2063"/>
                <a:ext cx="0" cy="152"/>
              </a:xfrm>
              <a:prstGeom prst="line">
                <a:avLst/>
              </a:prstGeom>
              <a:noFill/>
              <a:ln w="19050">
                <a:solidFill>
                  <a:srgbClr val="FFFFFF"/>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235" name="Line 84">
                <a:extLst>
                  <a:ext uri="{FF2B5EF4-FFF2-40B4-BE49-F238E27FC236}">
                    <a16:creationId xmlns:a16="http://schemas.microsoft.com/office/drawing/2014/main" id="{08886298-54D3-1A46-8429-10B826D26803}"/>
                  </a:ext>
                </a:extLst>
              </p:cNvPr>
              <p:cNvSpPr>
                <a:spLocks noChangeShapeType="1"/>
              </p:cNvSpPr>
              <p:nvPr/>
            </p:nvSpPr>
            <p:spPr bwMode="auto">
              <a:xfrm>
                <a:off x="3276" y="2063"/>
                <a:ext cx="0" cy="152"/>
              </a:xfrm>
              <a:prstGeom prst="line">
                <a:avLst/>
              </a:prstGeom>
              <a:noFill/>
              <a:ln w="19050">
                <a:solidFill>
                  <a:srgbClr val="FFFFFF"/>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236" name="Line 85">
                <a:extLst>
                  <a:ext uri="{FF2B5EF4-FFF2-40B4-BE49-F238E27FC236}">
                    <a16:creationId xmlns:a16="http://schemas.microsoft.com/office/drawing/2014/main" id="{F5285889-1D2B-B547-B316-981ED840CC09}"/>
                  </a:ext>
                </a:extLst>
              </p:cNvPr>
              <p:cNvSpPr>
                <a:spLocks noChangeShapeType="1"/>
              </p:cNvSpPr>
              <p:nvPr/>
            </p:nvSpPr>
            <p:spPr bwMode="auto">
              <a:xfrm>
                <a:off x="2910" y="2040"/>
                <a:ext cx="0" cy="189"/>
              </a:xfrm>
              <a:prstGeom prst="line">
                <a:avLst/>
              </a:prstGeom>
              <a:noFill/>
              <a:ln w="19050">
                <a:solidFill>
                  <a:srgbClr val="FFFFFF"/>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237" name="Line 86">
                <a:extLst>
                  <a:ext uri="{FF2B5EF4-FFF2-40B4-BE49-F238E27FC236}">
                    <a16:creationId xmlns:a16="http://schemas.microsoft.com/office/drawing/2014/main" id="{17AB5318-1DFA-814E-B7AA-B0A13DDABA9C}"/>
                  </a:ext>
                </a:extLst>
              </p:cNvPr>
              <p:cNvSpPr>
                <a:spLocks noChangeShapeType="1"/>
              </p:cNvSpPr>
              <p:nvPr/>
            </p:nvSpPr>
            <p:spPr bwMode="auto">
              <a:xfrm>
                <a:off x="3006" y="2040"/>
                <a:ext cx="0" cy="189"/>
              </a:xfrm>
              <a:prstGeom prst="line">
                <a:avLst/>
              </a:prstGeom>
              <a:noFill/>
              <a:ln w="19050">
                <a:solidFill>
                  <a:srgbClr val="FFFFFF"/>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grpSp>
        <p:sp>
          <p:nvSpPr>
            <p:cNvPr id="227" name="Line 87">
              <a:extLst>
                <a:ext uri="{FF2B5EF4-FFF2-40B4-BE49-F238E27FC236}">
                  <a16:creationId xmlns:a16="http://schemas.microsoft.com/office/drawing/2014/main" id="{D3C56A82-378C-D642-AF1E-FDE107787B1C}"/>
                </a:ext>
              </a:extLst>
            </p:cNvPr>
            <p:cNvSpPr>
              <a:spLocks noChangeShapeType="1"/>
            </p:cNvSpPr>
            <p:nvPr/>
          </p:nvSpPr>
          <p:spPr bwMode="auto">
            <a:xfrm flipV="1">
              <a:off x="1018" y="1576"/>
              <a:ext cx="2" cy="702"/>
            </a:xfrm>
            <a:prstGeom prst="line">
              <a:avLst/>
            </a:prstGeom>
            <a:noFill/>
            <a:ln w="9525">
              <a:solidFill>
                <a:srgbClr val="000000"/>
              </a:solidFill>
              <a:round/>
              <a:headEnd type="triangle" w="med" len="me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228" name="Line 88">
              <a:extLst>
                <a:ext uri="{FF2B5EF4-FFF2-40B4-BE49-F238E27FC236}">
                  <a16:creationId xmlns:a16="http://schemas.microsoft.com/office/drawing/2014/main" id="{DFF54215-DE96-B14B-BA21-CC331FD7604C}"/>
                </a:ext>
              </a:extLst>
            </p:cNvPr>
            <p:cNvSpPr>
              <a:spLocks noChangeShapeType="1"/>
            </p:cNvSpPr>
            <p:nvPr/>
          </p:nvSpPr>
          <p:spPr bwMode="auto">
            <a:xfrm flipV="1">
              <a:off x="1106" y="1680"/>
              <a:ext cx="0" cy="598"/>
            </a:xfrm>
            <a:prstGeom prst="line">
              <a:avLst/>
            </a:prstGeom>
            <a:noFill/>
            <a:ln w="9525">
              <a:solidFill>
                <a:srgbClr val="000000"/>
              </a:solidFill>
              <a:round/>
              <a:headEnd type="triangle" w="med" len="me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229" name="Line 89">
              <a:extLst>
                <a:ext uri="{FF2B5EF4-FFF2-40B4-BE49-F238E27FC236}">
                  <a16:creationId xmlns:a16="http://schemas.microsoft.com/office/drawing/2014/main" id="{A24A71FF-A793-E749-AC22-A4A0D350FC96}"/>
                </a:ext>
              </a:extLst>
            </p:cNvPr>
            <p:cNvSpPr>
              <a:spLocks noChangeShapeType="1"/>
            </p:cNvSpPr>
            <p:nvPr/>
          </p:nvSpPr>
          <p:spPr bwMode="auto">
            <a:xfrm flipH="1" flipV="1">
              <a:off x="1276" y="1812"/>
              <a:ext cx="2" cy="470"/>
            </a:xfrm>
            <a:prstGeom prst="line">
              <a:avLst/>
            </a:prstGeom>
            <a:noFill/>
            <a:ln w="9525">
              <a:solidFill>
                <a:srgbClr val="000000"/>
              </a:solidFill>
              <a:round/>
              <a:headEnd type="triangle" w="med" len="me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230" name="Line 90">
              <a:extLst>
                <a:ext uri="{FF2B5EF4-FFF2-40B4-BE49-F238E27FC236}">
                  <a16:creationId xmlns:a16="http://schemas.microsoft.com/office/drawing/2014/main" id="{C1F3029F-74E1-934A-94C0-39E2BE291F71}"/>
                </a:ext>
              </a:extLst>
            </p:cNvPr>
            <p:cNvSpPr>
              <a:spLocks noChangeShapeType="1"/>
            </p:cNvSpPr>
            <p:nvPr/>
          </p:nvSpPr>
          <p:spPr bwMode="auto">
            <a:xfrm>
              <a:off x="1368" y="1924"/>
              <a:ext cx="2" cy="358"/>
            </a:xfrm>
            <a:prstGeom prst="line">
              <a:avLst/>
            </a:prstGeom>
            <a:noFill/>
            <a:ln w="9525">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231" name="Text Box 130">
              <a:extLst>
                <a:ext uri="{FF2B5EF4-FFF2-40B4-BE49-F238E27FC236}">
                  <a16:creationId xmlns:a16="http://schemas.microsoft.com/office/drawing/2014/main" id="{EB155DAE-47C1-D14B-8A96-D36900431F25}"/>
                </a:ext>
              </a:extLst>
            </p:cNvPr>
            <p:cNvSpPr txBox="1">
              <a:spLocks noChangeArrowheads="1"/>
            </p:cNvSpPr>
            <p:nvPr/>
          </p:nvSpPr>
          <p:spPr bwMode="auto">
            <a:xfrm>
              <a:off x="1193" y="1665"/>
              <a:ext cx="1267" cy="2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Arial" charset="0"/>
                  <a:ea typeface="ＭＳ Ｐゴシック" charset="0"/>
                  <a:cs typeface="+mn-cs"/>
                </a:rPr>
                <a:t>IP src: 111.111.111.111</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Arial" charset="0"/>
                  <a:ea typeface="ＭＳ Ｐゴシック" charset="0"/>
                  <a:cs typeface="+mn-cs"/>
                </a:rPr>
                <a:t>   IP dest: 222.222.222.222</a:t>
              </a:r>
            </a:p>
          </p:txBody>
        </p:sp>
      </p:grpSp>
      <p:grpSp>
        <p:nvGrpSpPr>
          <p:cNvPr id="254" name="Group 68">
            <a:extLst>
              <a:ext uri="{FF2B5EF4-FFF2-40B4-BE49-F238E27FC236}">
                <a16:creationId xmlns:a16="http://schemas.microsoft.com/office/drawing/2014/main" id="{1A75D45F-AC9A-1841-96BB-54AD4F3B3AA3}"/>
              </a:ext>
            </a:extLst>
          </p:cNvPr>
          <p:cNvGrpSpPr>
            <a:grpSpLocks/>
          </p:cNvGrpSpPr>
          <p:nvPr/>
        </p:nvGrpSpPr>
        <p:grpSpPr bwMode="auto">
          <a:xfrm>
            <a:off x="4185539" y="3526195"/>
            <a:ext cx="1096962" cy="244475"/>
            <a:chOff x="1231" y="1990"/>
            <a:chExt cx="691" cy="154"/>
          </a:xfrm>
        </p:grpSpPr>
        <p:sp>
          <p:nvSpPr>
            <p:cNvPr id="255" name="Rectangle 69">
              <a:extLst>
                <a:ext uri="{FF2B5EF4-FFF2-40B4-BE49-F238E27FC236}">
                  <a16:creationId xmlns:a16="http://schemas.microsoft.com/office/drawing/2014/main" id="{F9CA10E0-D12F-234C-A388-A4AA3D27CF94}"/>
                </a:ext>
              </a:extLst>
            </p:cNvPr>
            <p:cNvSpPr>
              <a:spLocks noChangeArrowheads="1"/>
            </p:cNvSpPr>
            <p:nvPr/>
          </p:nvSpPr>
          <p:spPr bwMode="auto">
            <a:xfrm>
              <a:off x="1231" y="1991"/>
              <a:ext cx="691" cy="153"/>
            </a:xfrm>
            <a:prstGeom prst="rect">
              <a:avLst/>
            </a:prstGeom>
            <a:solidFill>
              <a:srgbClr val="00CC99"/>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256" name="Line 70">
              <a:extLst>
                <a:ext uri="{FF2B5EF4-FFF2-40B4-BE49-F238E27FC236}">
                  <a16:creationId xmlns:a16="http://schemas.microsoft.com/office/drawing/2014/main" id="{F89DE28D-1CB2-694F-BB37-0E108EEA4612}"/>
                </a:ext>
              </a:extLst>
            </p:cNvPr>
            <p:cNvSpPr>
              <a:spLocks noChangeShapeType="1"/>
            </p:cNvSpPr>
            <p:nvPr/>
          </p:nvSpPr>
          <p:spPr bwMode="auto">
            <a:xfrm>
              <a:off x="1337" y="1990"/>
              <a:ext cx="0" cy="152"/>
            </a:xfrm>
            <a:prstGeom prst="line">
              <a:avLst/>
            </a:prstGeom>
            <a:noFill/>
            <a:ln w="19050">
              <a:solidFill>
                <a:srgbClr val="FFFFFF"/>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257" name="Line 71">
              <a:extLst>
                <a:ext uri="{FF2B5EF4-FFF2-40B4-BE49-F238E27FC236}">
                  <a16:creationId xmlns:a16="http://schemas.microsoft.com/office/drawing/2014/main" id="{E471EBCA-2760-5D46-BDF2-79AA0D584E7F}"/>
                </a:ext>
              </a:extLst>
            </p:cNvPr>
            <p:cNvSpPr>
              <a:spLocks noChangeShapeType="1"/>
            </p:cNvSpPr>
            <p:nvPr/>
          </p:nvSpPr>
          <p:spPr bwMode="auto">
            <a:xfrm>
              <a:off x="1427" y="1992"/>
              <a:ext cx="0" cy="152"/>
            </a:xfrm>
            <a:prstGeom prst="line">
              <a:avLst/>
            </a:prstGeom>
            <a:noFill/>
            <a:ln w="19050">
              <a:solidFill>
                <a:srgbClr val="FFFFFF"/>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grpSp>
      <p:grpSp>
        <p:nvGrpSpPr>
          <p:cNvPr id="258" name="Group 146">
            <a:extLst>
              <a:ext uri="{FF2B5EF4-FFF2-40B4-BE49-F238E27FC236}">
                <a16:creationId xmlns:a16="http://schemas.microsoft.com/office/drawing/2014/main" id="{6236AA8D-2F27-404F-95A3-EBA53FD8D9F3}"/>
              </a:ext>
            </a:extLst>
          </p:cNvPr>
          <p:cNvGrpSpPr>
            <a:grpSpLocks/>
          </p:cNvGrpSpPr>
          <p:nvPr/>
        </p:nvGrpSpPr>
        <p:grpSpPr bwMode="auto">
          <a:xfrm>
            <a:off x="4139501" y="2695932"/>
            <a:ext cx="2011363" cy="979488"/>
            <a:chOff x="4493" y="1480"/>
            <a:chExt cx="1267" cy="617"/>
          </a:xfrm>
        </p:grpSpPr>
        <p:sp>
          <p:nvSpPr>
            <p:cNvPr id="259" name="Line 143">
              <a:extLst>
                <a:ext uri="{FF2B5EF4-FFF2-40B4-BE49-F238E27FC236}">
                  <a16:creationId xmlns:a16="http://schemas.microsoft.com/office/drawing/2014/main" id="{5AC998EC-DB9D-8148-9F1F-2192C496ADB2}"/>
                </a:ext>
              </a:extLst>
            </p:cNvPr>
            <p:cNvSpPr>
              <a:spLocks noChangeShapeType="1"/>
            </p:cNvSpPr>
            <p:nvPr/>
          </p:nvSpPr>
          <p:spPr bwMode="auto">
            <a:xfrm flipH="1" flipV="1">
              <a:off x="4576" y="1627"/>
              <a:ext cx="2" cy="470"/>
            </a:xfrm>
            <a:prstGeom prst="line">
              <a:avLst/>
            </a:prstGeom>
            <a:noFill/>
            <a:ln w="9525">
              <a:solidFill>
                <a:srgbClr val="000000"/>
              </a:solidFill>
              <a:round/>
              <a:headEnd type="triangle" w="med" len="me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260" name="Line 144">
              <a:extLst>
                <a:ext uri="{FF2B5EF4-FFF2-40B4-BE49-F238E27FC236}">
                  <a16:creationId xmlns:a16="http://schemas.microsoft.com/office/drawing/2014/main" id="{5CE2DD15-1141-5C45-87A0-DFED66E19E3B}"/>
                </a:ext>
              </a:extLst>
            </p:cNvPr>
            <p:cNvSpPr>
              <a:spLocks noChangeShapeType="1"/>
            </p:cNvSpPr>
            <p:nvPr/>
          </p:nvSpPr>
          <p:spPr bwMode="auto">
            <a:xfrm>
              <a:off x="4668" y="1739"/>
              <a:ext cx="2" cy="358"/>
            </a:xfrm>
            <a:prstGeom prst="line">
              <a:avLst/>
            </a:prstGeom>
            <a:noFill/>
            <a:ln w="9525">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261" name="Text Box 145">
              <a:extLst>
                <a:ext uri="{FF2B5EF4-FFF2-40B4-BE49-F238E27FC236}">
                  <a16:creationId xmlns:a16="http://schemas.microsoft.com/office/drawing/2014/main" id="{078DCCF7-88A5-9245-8B08-6E0254E6A680}"/>
                </a:ext>
              </a:extLst>
            </p:cNvPr>
            <p:cNvSpPr txBox="1">
              <a:spLocks noChangeArrowheads="1"/>
            </p:cNvSpPr>
            <p:nvPr/>
          </p:nvSpPr>
          <p:spPr bwMode="auto">
            <a:xfrm>
              <a:off x="4493" y="1480"/>
              <a:ext cx="1267" cy="2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Arial" charset="0"/>
                  <a:ea typeface="ＭＳ Ｐゴシック" charset="0"/>
                  <a:cs typeface="+mn-cs"/>
                </a:rPr>
                <a:t>IP src: 111.111.111.111</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Arial" charset="0"/>
                  <a:ea typeface="ＭＳ Ｐゴシック" charset="0"/>
                  <a:cs typeface="+mn-cs"/>
                </a:rPr>
                <a:t>   IP dest: 222.222.222.222</a:t>
              </a:r>
            </a:p>
          </p:txBody>
        </p:sp>
      </p:grpSp>
    </p:spTree>
    <p:extLst>
      <p:ext uri="{BB962C8B-B14F-4D97-AF65-F5344CB8AC3E}">
        <p14:creationId xmlns:p14="http://schemas.microsoft.com/office/powerpoint/2010/main" val="34070465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217"/>
                                        </p:tgtEl>
                                        <p:attrNameLst>
                                          <p:attrName>style.visibility</p:attrName>
                                        </p:attrNameLst>
                                      </p:cBhvr>
                                      <p:to>
                                        <p:strVal val="visible"/>
                                      </p:to>
                                    </p:set>
                                    <p:animEffect transition="in" filter="wipe(down)">
                                      <p:cBhvr>
                                        <p:cTn id="7" dur="1000"/>
                                        <p:tgtEl>
                                          <p:spTgt spid="217"/>
                                        </p:tgtEl>
                                      </p:cBhvr>
                                    </p:animEffect>
                                  </p:childTnLst>
                                </p:cTn>
                              </p:par>
                            </p:childTnLst>
                          </p:cTn>
                        </p:par>
                      </p:childTnLst>
                    </p:cTn>
                  </p:par>
                  <p:par>
                    <p:cTn id="8" fill="hold">
                      <p:stCondLst>
                        <p:cond delay="indefinite"/>
                      </p:stCondLst>
                      <p:childTnLst>
                        <p:par>
                          <p:cTn id="9" fill="hold">
                            <p:stCondLst>
                              <p:cond delay="0"/>
                            </p:stCondLst>
                            <p:childTnLst>
                              <p:par>
                                <p:cTn id="10" presetID="0" presetClass="path" presetSubtype="0" accel="50000" decel="50000" fill="hold" nodeType="clickEffect">
                                  <p:stCondLst>
                                    <p:cond delay="0"/>
                                  </p:stCondLst>
                                  <p:childTnLst>
                                    <p:animMotion origin="layout" path="M -3.75E-6 -0.00046 L -3.75E-6 0.13287 L 0.0405 0.16296 L 0.0849 0.16296 C 0.08451 0.11319 0.08464 0.04792 0.08438 -0.00139 " pathEditMode="relative" rAng="0" ptsTypes="AAAAA">
                                      <p:cBhvr>
                                        <p:cTn id="11" dur="2000" fill="hold"/>
                                        <p:tgtEl>
                                          <p:spTgt spid="224"/>
                                        </p:tgtEl>
                                        <p:attrNameLst>
                                          <p:attrName>ppt_x</p:attrName>
                                          <p:attrName>ppt_y</p:attrName>
                                        </p:attrNameLst>
                                      </p:cBhvr>
                                      <p:rCtr x="4245" y="8125"/>
                                    </p:animMotion>
                                  </p:childTnLst>
                                </p:cTn>
                              </p:par>
                            </p:childTnLst>
                          </p:cTn>
                        </p:par>
                        <p:par>
                          <p:cTn id="12" fill="hold">
                            <p:stCondLst>
                              <p:cond delay="2000"/>
                            </p:stCondLst>
                            <p:childTnLst>
                              <p:par>
                                <p:cTn id="13" presetID="1" presetClass="entr" presetSubtype="0" fill="hold" grpId="0" nodeType="afterEffect">
                                  <p:stCondLst>
                                    <p:cond delay="0"/>
                                  </p:stCondLst>
                                  <p:childTnLst>
                                    <p:set>
                                      <p:cBhvr>
                                        <p:cTn id="14" dur="1" fill="hold">
                                          <p:stCondLst>
                                            <p:cond delay="0"/>
                                          </p:stCondLst>
                                        </p:cTn>
                                        <p:tgtEl>
                                          <p:spTgt spid="223"/>
                                        </p:tgtEl>
                                        <p:attrNameLst>
                                          <p:attrName>style.visibility</p:attrName>
                                        </p:attrNameLst>
                                      </p:cBhvr>
                                      <p:to>
                                        <p:strVal val="visible"/>
                                      </p:to>
                                    </p:set>
                                  </p:childTnLst>
                                </p:cTn>
                              </p:par>
                              <p:par>
                                <p:cTn id="15" presetID="9" presetClass="exit" presetSubtype="0" fill="hold" nodeType="withEffect">
                                  <p:stCondLst>
                                    <p:cond delay="0"/>
                                  </p:stCondLst>
                                  <p:childTnLst>
                                    <p:animEffect transition="out" filter="dissolve">
                                      <p:cBhvr>
                                        <p:cTn id="16" dur="500"/>
                                        <p:tgtEl>
                                          <p:spTgt spid="224"/>
                                        </p:tgtEl>
                                      </p:cBhvr>
                                    </p:animEffect>
                                    <p:set>
                                      <p:cBhvr>
                                        <p:cTn id="17" dur="1" fill="hold">
                                          <p:stCondLst>
                                            <p:cond delay="499"/>
                                          </p:stCondLst>
                                        </p:cTn>
                                        <p:tgtEl>
                                          <p:spTgt spid="224"/>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254"/>
                                        </p:tgtEl>
                                        <p:attrNameLst>
                                          <p:attrName>style.visibility</p:attrName>
                                        </p:attrNameLst>
                                      </p:cBhvr>
                                      <p:to>
                                        <p:strVal val="visible"/>
                                      </p:to>
                                    </p:set>
                                    <p:animEffect transition="in" filter="dissolve">
                                      <p:cBhvr>
                                        <p:cTn id="22" dur="500"/>
                                        <p:tgtEl>
                                          <p:spTgt spid="254"/>
                                        </p:tgtEl>
                                      </p:cBhvr>
                                    </p:animEffect>
                                  </p:childTnLst>
                                </p:cTn>
                              </p:par>
                              <p:par>
                                <p:cTn id="23" presetID="9" presetClass="entr" presetSubtype="0" fill="hold" nodeType="withEffect">
                                  <p:stCondLst>
                                    <p:cond delay="0"/>
                                  </p:stCondLst>
                                  <p:childTnLst>
                                    <p:set>
                                      <p:cBhvr>
                                        <p:cTn id="24" dur="1" fill="hold">
                                          <p:stCondLst>
                                            <p:cond delay="0"/>
                                          </p:stCondLst>
                                        </p:cTn>
                                        <p:tgtEl>
                                          <p:spTgt spid="258"/>
                                        </p:tgtEl>
                                        <p:attrNameLst>
                                          <p:attrName>style.visibility</p:attrName>
                                        </p:attrNameLst>
                                      </p:cBhvr>
                                      <p:to>
                                        <p:strVal val="visible"/>
                                      </p:to>
                                    </p:set>
                                    <p:animEffect transition="in" filter="dissolve">
                                      <p:cBhvr>
                                        <p:cTn id="25" dur="500"/>
                                        <p:tgtEl>
                                          <p:spTgt spid="2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3"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800100" y="349426"/>
            <a:ext cx="10515600" cy="894622"/>
          </a:xfrm>
        </p:spPr>
        <p:txBody>
          <a:bodyPr>
            <a:normAutofit/>
          </a:bodyPr>
          <a:lstStyle/>
          <a:p>
            <a:r>
              <a:rPr lang="en-US" b="0" kern="0" dirty="0">
                <a:solidFill>
                  <a:srgbClr val="000099"/>
                </a:solidFill>
                <a:latin typeface="+mn-lt"/>
                <a:ea typeface="ＭＳ Ｐゴシック" charset="0"/>
              </a:rPr>
              <a:t>Routing to another subnet: addressing</a:t>
            </a:r>
            <a:endParaRPr lang="en-US" sz="4400" b="0" dirty="0">
              <a:latin typeface="+mn-lt"/>
            </a:endParaRPr>
          </a:p>
        </p:txBody>
      </p:sp>
      <p:sp>
        <p:nvSpPr>
          <p:cNvPr id="439" name="Slide Number Placeholder 4">
            <a:extLst>
              <a:ext uri="{FF2B5EF4-FFF2-40B4-BE49-F238E27FC236}">
                <a16:creationId xmlns:a16="http://schemas.microsoft.com/office/drawing/2014/main" id="{C87F3257-E91D-E144-BA13-B0DD96B23FDC}"/>
              </a:ext>
            </a:extLst>
          </p:cNvPr>
          <p:cNvSpPr>
            <a:spLocks noGrp="1"/>
          </p:cNvSpPr>
          <p:nvPr>
            <p:ph type="sldNum" sz="quarter" idx="4"/>
          </p:nvPr>
        </p:nvSpPr>
        <p:spPr>
          <a:xfrm>
            <a:off x="9219616" y="6443089"/>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rPr>
              <a:t>Link Layer: 6-</a:t>
            </a:r>
            <a:fld id="{C4204591-24BD-A542-B9D5-F8D8A88D2FEE}" type="slidenum">
              <a:rPr kumimoji="0" lang="en-US" sz="1100" b="0" i="0" u="none" strike="noStrike" kern="1200" cap="none" spc="0" normalizeH="0" baseline="0" noProof="0" smtClean="0">
                <a:ln>
                  <a:noFill/>
                </a:ln>
                <a:solidFill>
                  <a:prstClr val="white">
                    <a:lumMod val="50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11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endParaRPr>
          </a:p>
        </p:txBody>
      </p:sp>
      <p:cxnSp>
        <p:nvCxnSpPr>
          <p:cNvPr id="11" name="Straight Connector 10">
            <a:extLst>
              <a:ext uri="{FF2B5EF4-FFF2-40B4-BE49-F238E27FC236}">
                <a16:creationId xmlns:a16="http://schemas.microsoft.com/office/drawing/2014/main" id="{0CFFE62D-54D4-2E4A-9F56-42AF465143DE}"/>
              </a:ext>
            </a:extLst>
          </p:cNvPr>
          <p:cNvCxnSpPr/>
          <p:nvPr/>
        </p:nvCxnSpPr>
        <p:spPr>
          <a:xfrm>
            <a:off x="4293702" y="5340624"/>
            <a:ext cx="3233531"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91" name="Text Box 4">
            <a:extLst>
              <a:ext uri="{FF2B5EF4-FFF2-40B4-BE49-F238E27FC236}">
                <a16:creationId xmlns:a16="http://schemas.microsoft.com/office/drawing/2014/main" id="{2D2C1B49-6D05-3245-A14C-49597506C649}"/>
              </a:ext>
            </a:extLst>
          </p:cNvPr>
          <p:cNvSpPr txBox="1">
            <a:spLocks noChangeArrowheads="1"/>
          </p:cNvSpPr>
          <p:nvPr/>
        </p:nvSpPr>
        <p:spPr bwMode="auto">
          <a:xfrm>
            <a:off x="5496545" y="4606786"/>
            <a:ext cx="380232" cy="523220"/>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sz="2800" b="0" i="0" u="none" strike="noStrike" kern="1200" cap="none" spc="0" normalizeH="0" baseline="0" noProof="0" dirty="0">
                <a:ln>
                  <a:noFill/>
                </a:ln>
                <a:solidFill>
                  <a:srgbClr val="0000A8"/>
                </a:solidFill>
                <a:effectLst/>
                <a:uLnTx/>
                <a:uFillTx/>
                <a:latin typeface="Calibri" panose="020F0502020204030204"/>
                <a:ea typeface="+mn-ea"/>
                <a:cs typeface="+mn-cs"/>
              </a:rPr>
              <a:t>R</a:t>
            </a:r>
            <a:endParaRPr kumimoji="0" lang="en-US" sz="2000" b="0" i="0" u="none" strike="noStrike" kern="1200" cap="none" spc="0" normalizeH="0" baseline="0" noProof="0" dirty="0">
              <a:ln>
                <a:noFill/>
              </a:ln>
              <a:solidFill>
                <a:srgbClr val="0000A8"/>
              </a:solidFill>
              <a:effectLst/>
              <a:uLnTx/>
              <a:uFillTx/>
              <a:latin typeface="Calibri" panose="020F0502020204030204"/>
              <a:ea typeface="+mn-ea"/>
              <a:cs typeface="+mn-cs"/>
            </a:endParaRPr>
          </a:p>
        </p:txBody>
      </p:sp>
      <p:sp>
        <p:nvSpPr>
          <p:cNvPr id="92" name="Text Box 21">
            <a:extLst>
              <a:ext uri="{FF2B5EF4-FFF2-40B4-BE49-F238E27FC236}">
                <a16:creationId xmlns:a16="http://schemas.microsoft.com/office/drawing/2014/main" id="{8E9F58B9-C012-7C42-9622-7098AAF9C744}"/>
              </a:ext>
            </a:extLst>
          </p:cNvPr>
          <p:cNvSpPr txBox="1">
            <a:spLocks noChangeArrowheads="1"/>
          </p:cNvSpPr>
          <p:nvPr/>
        </p:nvSpPr>
        <p:spPr bwMode="auto">
          <a:xfrm>
            <a:off x="5140945" y="5749508"/>
            <a:ext cx="1585947" cy="30777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1A-23-F9-CD-06-9B</a:t>
            </a:r>
          </a:p>
        </p:txBody>
      </p:sp>
      <p:sp>
        <p:nvSpPr>
          <p:cNvPr id="93" name="Text Box 22">
            <a:extLst>
              <a:ext uri="{FF2B5EF4-FFF2-40B4-BE49-F238E27FC236}">
                <a16:creationId xmlns:a16="http://schemas.microsoft.com/office/drawing/2014/main" id="{D3BC78DD-68E2-3F42-A025-894036CA69F8}"/>
              </a:ext>
            </a:extLst>
          </p:cNvPr>
          <p:cNvSpPr txBox="1">
            <a:spLocks noChangeArrowheads="1"/>
          </p:cNvSpPr>
          <p:nvPr/>
        </p:nvSpPr>
        <p:spPr bwMode="auto">
          <a:xfrm>
            <a:off x="5288582" y="5576471"/>
            <a:ext cx="1415772" cy="30777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222.222.222.220</a:t>
            </a:r>
          </a:p>
        </p:txBody>
      </p:sp>
      <p:grpSp>
        <p:nvGrpSpPr>
          <p:cNvPr id="94" name="Group 23">
            <a:extLst>
              <a:ext uri="{FF2B5EF4-FFF2-40B4-BE49-F238E27FC236}">
                <a16:creationId xmlns:a16="http://schemas.microsoft.com/office/drawing/2014/main" id="{026701D5-9E9E-EF42-B7AA-972F210D71D9}"/>
              </a:ext>
            </a:extLst>
          </p:cNvPr>
          <p:cNvGrpSpPr>
            <a:grpSpLocks/>
          </p:cNvGrpSpPr>
          <p:nvPr/>
        </p:nvGrpSpPr>
        <p:grpSpPr bwMode="auto">
          <a:xfrm>
            <a:off x="3992226" y="6027746"/>
            <a:ext cx="1573213" cy="482601"/>
            <a:chOff x="1934" y="2405"/>
            <a:chExt cx="991" cy="304"/>
          </a:xfrm>
        </p:grpSpPr>
        <p:sp>
          <p:nvSpPr>
            <p:cNvPr id="146" name="Text Box 24">
              <a:extLst>
                <a:ext uri="{FF2B5EF4-FFF2-40B4-BE49-F238E27FC236}">
                  <a16:creationId xmlns:a16="http://schemas.microsoft.com/office/drawing/2014/main" id="{D19F6EF2-3DED-734B-B3EA-8B5850BFD7DC}"/>
                </a:ext>
              </a:extLst>
            </p:cNvPr>
            <p:cNvSpPr txBox="1">
              <a:spLocks noChangeArrowheads="1"/>
            </p:cNvSpPr>
            <p:nvPr/>
          </p:nvSpPr>
          <p:spPr bwMode="auto">
            <a:xfrm>
              <a:off x="1934" y="2405"/>
              <a:ext cx="892" cy="19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111.111.111.110</a:t>
              </a:r>
            </a:p>
          </p:txBody>
        </p:sp>
        <p:sp>
          <p:nvSpPr>
            <p:cNvPr id="147" name="Text Box 25">
              <a:extLst>
                <a:ext uri="{FF2B5EF4-FFF2-40B4-BE49-F238E27FC236}">
                  <a16:creationId xmlns:a16="http://schemas.microsoft.com/office/drawing/2014/main" id="{E60F6762-DC3F-2E40-B567-43C8BBD1B182}"/>
                </a:ext>
              </a:extLst>
            </p:cNvPr>
            <p:cNvSpPr txBox="1">
              <a:spLocks noChangeArrowheads="1"/>
            </p:cNvSpPr>
            <p:nvPr/>
          </p:nvSpPr>
          <p:spPr bwMode="auto">
            <a:xfrm>
              <a:off x="1938" y="2515"/>
              <a:ext cx="987" cy="19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E6-E9-00-17-BB-4B</a:t>
              </a:r>
            </a:p>
          </p:txBody>
        </p:sp>
      </p:grpSp>
      <p:sp>
        <p:nvSpPr>
          <p:cNvPr id="99" name="Text Box 26">
            <a:extLst>
              <a:ext uri="{FF2B5EF4-FFF2-40B4-BE49-F238E27FC236}">
                <a16:creationId xmlns:a16="http://schemas.microsoft.com/office/drawing/2014/main" id="{EB7AD1CB-7395-4048-94BA-078B6760194C}"/>
              </a:ext>
            </a:extLst>
          </p:cNvPr>
          <p:cNvSpPr txBox="1">
            <a:spLocks noChangeArrowheads="1"/>
          </p:cNvSpPr>
          <p:nvPr/>
        </p:nvSpPr>
        <p:spPr bwMode="auto">
          <a:xfrm>
            <a:off x="1983382" y="6174597"/>
            <a:ext cx="1634615" cy="30777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CC-49-DE-D0-AB-7D</a:t>
            </a:r>
          </a:p>
        </p:txBody>
      </p:sp>
      <p:sp>
        <p:nvSpPr>
          <p:cNvPr id="100" name="Text Box 27">
            <a:extLst>
              <a:ext uri="{FF2B5EF4-FFF2-40B4-BE49-F238E27FC236}">
                <a16:creationId xmlns:a16="http://schemas.microsoft.com/office/drawing/2014/main" id="{883C22D8-5EE5-FD4B-A6BF-961F094C9520}"/>
              </a:ext>
            </a:extLst>
          </p:cNvPr>
          <p:cNvSpPr txBox="1">
            <a:spLocks noChangeArrowheads="1"/>
          </p:cNvSpPr>
          <p:nvPr/>
        </p:nvSpPr>
        <p:spPr bwMode="auto">
          <a:xfrm>
            <a:off x="2183407" y="5985684"/>
            <a:ext cx="1415772" cy="30777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111.111.111.112</a:t>
            </a:r>
          </a:p>
        </p:txBody>
      </p:sp>
      <p:sp>
        <p:nvSpPr>
          <p:cNvPr id="101" name="Text Box 30">
            <a:extLst>
              <a:ext uri="{FF2B5EF4-FFF2-40B4-BE49-F238E27FC236}">
                <a16:creationId xmlns:a16="http://schemas.microsoft.com/office/drawing/2014/main" id="{F0A4A6D6-07D6-9540-9E22-87082344B6CE}"/>
              </a:ext>
            </a:extLst>
          </p:cNvPr>
          <p:cNvSpPr txBox="1">
            <a:spLocks noChangeArrowheads="1"/>
          </p:cNvSpPr>
          <p:nvPr/>
        </p:nvSpPr>
        <p:spPr bwMode="auto">
          <a:xfrm>
            <a:off x="1901438" y="5007006"/>
            <a:ext cx="1415772" cy="30777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111.111.111.111</a:t>
            </a:r>
          </a:p>
        </p:txBody>
      </p:sp>
      <p:sp>
        <p:nvSpPr>
          <p:cNvPr id="102" name="Text Box 33">
            <a:extLst>
              <a:ext uri="{FF2B5EF4-FFF2-40B4-BE49-F238E27FC236}">
                <a16:creationId xmlns:a16="http://schemas.microsoft.com/office/drawing/2014/main" id="{98DB423A-5D18-F545-A673-502329AD2A00}"/>
              </a:ext>
            </a:extLst>
          </p:cNvPr>
          <p:cNvSpPr txBox="1">
            <a:spLocks noChangeArrowheads="1"/>
          </p:cNvSpPr>
          <p:nvPr/>
        </p:nvSpPr>
        <p:spPr bwMode="auto">
          <a:xfrm>
            <a:off x="1799535" y="5196273"/>
            <a:ext cx="1535998" cy="30777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74-29-9C-E8-FF-55</a:t>
            </a:r>
          </a:p>
        </p:txBody>
      </p:sp>
      <p:sp>
        <p:nvSpPr>
          <p:cNvPr id="103" name="Freeform 39">
            <a:extLst>
              <a:ext uri="{FF2B5EF4-FFF2-40B4-BE49-F238E27FC236}">
                <a16:creationId xmlns:a16="http://schemas.microsoft.com/office/drawing/2014/main" id="{B2706607-111C-5245-B2CF-A17D7724FFA8}"/>
              </a:ext>
            </a:extLst>
          </p:cNvPr>
          <p:cNvSpPr>
            <a:spLocks/>
          </p:cNvSpPr>
          <p:nvPr/>
        </p:nvSpPr>
        <p:spPr bwMode="auto">
          <a:xfrm>
            <a:off x="3637582" y="4808121"/>
            <a:ext cx="839788" cy="1069975"/>
          </a:xfrm>
          <a:custGeom>
            <a:avLst/>
            <a:gdLst>
              <a:gd name="T0" fmla="*/ 2147483647 w 1005"/>
              <a:gd name="T1" fmla="*/ 2147483647 h 996"/>
              <a:gd name="T2" fmla="*/ 2147483647 w 1005"/>
              <a:gd name="T3" fmla="*/ 2147483647 h 996"/>
              <a:gd name="T4" fmla="*/ 2147483647 w 1005"/>
              <a:gd name="T5" fmla="*/ 2147483647 h 996"/>
              <a:gd name="T6" fmla="*/ 2147483647 w 1005"/>
              <a:gd name="T7" fmla="*/ 2147483647 h 996"/>
              <a:gd name="T8" fmla="*/ 2147483647 w 1005"/>
              <a:gd name="T9" fmla="*/ 2147483647 h 996"/>
              <a:gd name="T10" fmla="*/ 2147483647 w 1005"/>
              <a:gd name="T11" fmla="*/ 2147483647 h 996"/>
              <a:gd name="T12" fmla="*/ 2147483647 w 1005"/>
              <a:gd name="T13" fmla="*/ 2147483647 h 996"/>
              <a:gd name="T14" fmla="*/ 2147483647 w 1005"/>
              <a:gd name="T15" fmla="*/ 2147483647 h 996"/>
              <a:gd name="T16" fmla="*/ 2147483647 w 1005"/>
              <a:gd name="T17" fmla="*/ 2147483647 h 996"/>
              <a:gd name="T18" fmla="*/ 2147483647 w 1005"/>
              <a:gd name="T19" fmla="*/ 2147483647 h 996"/>
              <a:gd name="T20" fmla="*/ 2147483647 w 1005"/>
              <a:gd name="T21" fmla="*/ 2147483647 h 996"/>
              <a:gd name="T22" fmla="*/ 2147483647 w 1005"/>
              <a:gd name="T23" fmla="*/ 2147483647 h 996"/>
              <a:gd name="T24" fmla="*/ 2147483647 w 1005"/>
              <a:gd name="T25" fmla="*/ 2147483647 h 99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005" h="996">
                <a:moveTo>
                  <a:pt x="307" y="83"/>
                </a:moveTo>
                <a:cubicBezTo>
                  <a:pt x="218" y="117"/>
                  <a:pt x="182" y="156"/>
                  <a:pt x="134" y="227"/>
                </a:cubicBezTo>
                <a:cubicBezTo>
                  <a:pt x="86" y="298"/>
                  <a:pt x="38" y="426"/>
                  <a:pt x="19" y="507"/>
                </a:cubicBezTo>
                <a:cubicBezTo>
                  <a:pt x="0" y="588"/>
                  <a:pt x="8" y="648"/>
                  <a:pt x="19" y="716"/>
                </a:cubicBezTo>
                <a:cubicBezTo>
                  <a:pt x="30" y="784"/>
                  <a:pt x="54" y="873"/>
                  <a:pt x="84" y="918"/>
                </a:cubicBezTo>
                <a:cubicBezTo>
                  <a:pt x="114" y="963"/>
                  <a:pt x="148" y="984"/>
                  <a:pt x="199" y="990"/>
                </a:cubicBezTo>
                <a:cubicBezTo>
                  <a:pt x="250" y="996"/>
                  <a:pt x="310" y="961"/>
                  <a:pt x="393" y="954"/>
                </a:cubicBezTo>
                <a:cubicBezTo>
                  <a:pt x="476" y="947"/>
                  <a:pt x="614" y="967"/>
                  <a:pt x="696" y="947"/>
                </a:cubicBezTo>
                <a:cubicBezTo>
                  <a:pt x="778" y="927"/>
                  <a:pt x="833" y="898"/>
                  <a:pt x="883" y="831"/>
                </a:cubicBezTo>
                <a:cubicBezTo>
                  <a:pt x="933" y="764"/>
                  <a:pt x="991" y="644"/>
                  <a:pt x="998" y="543"/>
                </a:cubicBezTo>
                <a:cubicBezTo>
                  <a:pt x="1005" y="442"/>
                  <a:pt x="981" y="313"/>
                  <a:pt x="926" y="227"/>
                </a:cubicBezTo>
                <a:cubicBezTo>
                  <a:pt x="871" y="141"/>
                  <a:pt x="768" y="50"/>
                  <a:pt x="667" y="25"/>
                </a:cubicBezTo>
                <a:cubicBezTo>
                  <a:pt x="566" y="0"/>
                  <a:pt x="396" y="49"/>
                  <a:pt x="307" y="83"/>
                </a:cubicBezTo>
                <a:close/>
              </a:path>
            </a:pathLst>
          </a:custGeom>
          <a:solidFill>
            <a:srgbClr val="9CE0FA"/>
          </a:solidFill>
          <a:ln w="9525" cap="flat" cmpd="sng">
            <a:noFill/>
            <a:prstDash val="solid"/>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4" name="Line 40">
            <a:extLst>
              <a:ext uri="{FF2B5EF4-FFF2-40B4-BE49-F238E27FC236}">
                <a16:creationId xmlns:a16="http://schemas.microsoft.com/office/drawing/2014/main" id="{28F869C4-D67B-E043-97EC-60E9EE422E8C}"/>
              </a:ext>
            </a:extLst>
          </p:cNvPr>
          <p:cNvSpPr>
            <a:spLocks noChangeShapeType="1"/>
          </p:cNvSpPr>
          <p:nvPr/>
        </p:nvSpPr>
        <p:spPr bwMode="auto">
          <a:xfrm>
            <a:off x="3334370" y="4787483"/>
            <a:ext cx="438150" cy="230188"/>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5" name="Line 41">
            <a:extLst>
              <a:ext uri="{FF2B5EF4-FFF2-40B4-BE49-F238E27FC236}">
                <a16:creationId xmlns:a16="http://schemas.microsoft.com/office/drawing/2014/main" id="{F58EADC2-5F53-3341-BAA6-DBF970DD75E5}"/>
              </a:ext>
            </a:extLst>
          </p:cNvPr>
          <p:cNvSpPr>
            <a:spLocks noChangeShapeType="1"/>
          </p:cNvSpPr>
          <p:nvPr/>
        </p:nvSpPr>
        <p:spPr bwMode="auto">
          <a:xfrm flipV="1">
            <a:off x="3406935" y="5732045"/>
            <a:ext cx="283036" cy="54447"/>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7" name="Line 44">
            <a:extLst>
              <a:ext uri="{FF2B5EF4-FFF2-40B4-BE49-F238E27FC236}">
                <a16:creationId xmlns:a16="http://schemas.microsoft.com/office/drawing/2014/main" id="{9DEB43AB-0452-E74B-A267-354DF376C2C7}"/>
              </a:ext>
            </a:extLst>
          </p:cNvPr>
          <p:cNvSpPr>
            <a:spLocks noChangeShapeType="1"/>
          </p:cNvSpPr>
          <p:nvPr/>
        </p:nvSpPr>
        <p:spPr bwMode="auto">
          <a:xfrm flipV="1">
            <a:off x="3342282" y="5842809"/>
            <a:ext cx="0" cy="163513"/>
          </a:xfrm>
          <a:prstGeom prst="line">
            <a:avLst/>
          </a:prstGeom>
          <a:noFill/>
          <a:ln w="9525">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8" name="Line 45">
            <a:extLst>
              <a:ext uri="{FF2B5EF4-FFF2-40B4-BE49-F238E27FC236}">
                <a16:creationId xmlns:a16="http://schemas.microsoft.com/office/drawing/2014/main" id="{FCE2A6D7-36B2-D94C-B589-354F8509B97B}"/>
              </a:ext>
            </a:extLst>
          </p:cNvPr>
          <p:cNvSpPr>
            <a:spLocks noChangeShapeType="1"/>
          </p:cNvSpPr>
          <p:nvPr/>
        </p:nvSpPr>
        <p:spPr bwMode="auto">
          <a:xfrm flipH="1" flipV="1">
            <a:off x="3248645" y="4860508"/>
            <a:ext cx="0" cy="248128"/>
          </a:xfrm>
          <a:prstGeom prst="line">
            <a:avLst/>
          </a:prstGeom>
          <a:noFill/>
          <a:ln w="9525">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9" name="Line 46">
            <a:extLst>
              <a:ext uri="{FF2B5EF4-FFF2-40B4-BE49-F238E27FC236}">
                <a16:creationId xmlns:a16="http://schemas.microsoft.com/office/drawing/2014/main" id="{34C788DF-A7C4-7C49-A6BA-645F989435A2}"/>
              </a:ext>
            </a:extLst>
          </p:cNvPr>
          <p:cNvSpPr>
            <a:spLocks noChangeShapeType="1"/>
          </p:cNvSpPr>
          <p:nvPr/>
        </p:nvSpPr>
        <p:spPr bwMode="auto">
          <a:xfrm>
            <a:off x="5018707" y="5427247"/>
            <a:ext cx="0" cy="620504"/>
          </a:xfrm>
          <a:prstGeom prst="line">
            <a:avLst/>
          </a:prstGeom>
          <a:noFill/>
          <a:ln w="9525">
            <a:solidFill>
              <a:schemeClr val="tx1"/>
            </a:solidFill>
            <a:round/>
            <a:headEnd type="triangle" w="med" len="me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0" name="Line 47">
            <a:extLst>
              <a:ext uri="{FF2B5EF4-FFF2-40B4-BE49-F238E27FC236}">
                <a16:creationId xmlns:a16="http://schemas.microsoft.com/office/drawing/2014/main" id="{74475E6E-D489-9D41-83DE-586A84785D27}"/>
              </a:ext>
            </a:extLst>
          </p:cNvPr>
          <p:cNvSpPr>
            <a:spLocks noChangeShapeType="1"/>
          </p:cNvSpPr>
          <p:nvPr/>
        </p:nvSpPr>
        <p:spPr bwMode="auto">
          <a:xfrm flipH="1" flipV="1">
            <a:off x="6207745" y="5417721"/>
            <a:ext cx="4762" cy="220662"/>
          </a:xfrm>
          <a:prstGeom prst="line">
            <a:avLst/>
          </a:prstGeom>
          <a:noFill/>
          <a:ln w="9525">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1" name="Text Box 58">
            <a:extLst>
              <a:ext uri="{FF2B5EF4-FFF2-40B4-BE49-F238E27FC236}">
                <a16:creationId xmlns:a16="http://schemas.microsoft.com/office/drawing/2014/main" id="{9ED91BB2-5CD2-AF4D-990D-A02134AFDF18}"/>
              </a:ext>
            </a:extLst>
          </p:cNvPr>
          <p:cNvSpPr txBox="1">
            <a:spLocks noChangeArrowheads="1"/>
          </p:cNvSpPr>
          <p:nvPr/>
        </p:nvSpPr>
        <p:spPr bwMode="auto">
          <a:xfrm>
            <a:off x="2243136" y="4315099"/>
            <a:ext cx="393056" cy="52322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0000A8"/>
                </a:solidFill>
                <a:effectLst/>
                <a:uLnTx/>
                <a:uFillTx/>
                <a:latin typeface="Calibri" panose="020F0502020204030204"/>
                <a:ea typeface="+mn-ea"/>
                <a:cs typeface="+mn-cs"/>
              </a:rPr>
              <a:t>A</a:t>
            </a:r>
          </a:p>
        </p:txBody>
      </p:sp>
      <p:grpSp>
        <p:nvGrpSpPr>
          <p:cNvPr id="113" name="Group 63">
            <a:extLst>
              <a:ext uri="{FF2B5EF4-FFF2-40B4-BE49-F238E27FC236}">
                <a16:creationId xmlns:a16="http://schemas.microsoft.com/office/drawing/2014/main" id="{28E44824-539C-9E48-97D4-38EC5EF1A87D}"/>
              </a:ext>
            </a:extLst>
          </p:cNvPr>
          <p:cNvGrpSpPr>
            <a:grpSpLocks/>
          </p:cNvGrpSpPr>
          <p:nvPr/>
        </p:nvGrpSpPr>
        <p:grpSpPr bwMode="auto">
          <a:xfrm>
            <a:off x="8615685" y="5148731"/>
            <a:ext cx="1616076" cy="495300"/>
            <a:chOff x="4351" y="2786"/>
            <a:chExt cx="1018" cy="312"/>
          </a:xfrm>
        </p:grpSpPr>
        <p:sp>
          <p:nvSpPr>
            <p:cNvPr id="144" name="Text Box 64">
              <a:extLst>
                <a:ext uri="{FF2B5EF4-FFF2-40B4-BE49-F238E27FC236}">
                  <a16:creationId xmlns:a16="http://schemas.microsoft.com/office/drawing/2014/main" id="{6F4DD6C5-5CCC-9A43-8DEF-22B166CC124F}"/>
                </a:ext>
              </a:extLst>
            </p:cNvPr>
            <p:cNvSpPr txBox="1">
              <a:spLocks noChangeArrowheads="1"/>
            </p:cNvSpPr>
            <p:nvPr/>
          </p:nvSpPr>
          <p:spPr bwMode="auto">
            <a:xfrm>
              <a:off x="4352" y="2786"/>
              <a:ext cx="892" cy="19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222.222.222.222</a:t>
              </a:r>
            </a:p>
          </p:txBody>
        </p:sp>
        <p:sp>
          <p:nvSpPr>
            <p:cNvPr id="145" name="Text Box 65">
              <a:extLst>
                <a:ext uri="{FF2B5EF4-FFF2-40B4-BE49-F238E27FC236}">
                  <a16:creationId xmlns:a16="http://schemas.microsoft.com/office/drawing/2014/main" id="{6E33AF33-87FC-744F-A61A-A574F7048B06}"/>
                </a:ext>
              </a:extLst>
            </p:cNvPr>
            <p:cNvSpPr txBox="1">
              <a:spLocks noChangeArrowheads="1"/>
            </p:cNvSpPr>
            <p:nvPr/>
          </p:nvSpPr>
          <p:spPr bwMode="auto">
            <a:xfrm>
              <a:off x="4351" y="2904"/>
              <a:ext cx="1018" cy="19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49-BD-D2-C7-56-2A</a:t>
              </a:r>
            </a:p>
          </p:txBody>
        </p:sp>
      </p:grpSp>
      <p:sp>
        <p:nvSpPr>
          <p:cNvPr id="114" name="Line 67">
            <a:extLst>
              <a:ext uri="{FF2B5EF4-FFF2-40B4-BE49-F238E27FC236}">
                <a16:creationId xmlns:a16="http://schemas.microsoft.com/office/drawing/2014/main" id="{351E9598-D6EF-0941-9E90-3FFDA09398B1}"/>
              </a:ext>
            </a:extLst>
          </p:cNvPr>
          <p:cNvSpPr>
            <a:spLocks noChangeShapeType="1"/>
          </p:cNvSpPr>
          <p:nvPr/>
        </p:nvSpPr>
        <p:spPr bwMode="auto">
          <a:xfrm flipV="1">
            <a:off x="8215932" y="4787483"/>
            <a:ext cx="450850" cy="31750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6" name="Text Box 71">
            <a:extLst>
              <a:ext uri="{FF2B5EF4-FFF2-40B4-BE49-F238E27FC236}">
                <a16:creationId xmlns:a16="http://schemas.microsoft.com/office/drawing/2014/main" id="{A2452177-E551-CB48-A13E-9F30A8D87705}"/>
              </a:ext>
            </a:extLst>
          </p:cNvPr>
          <p:cNvSpPr txBox="1">
            <a:spLocks noChangeArrowheads="1"/>
          </p:cNvSpPr>
          <p:nvPr/>
        </p:nvSpPr>
        <p:spPr bwMode="auto">
          <a:xfrm>
            <a:off x="8307272" y="6136999"/>
            <a:ext cx="1415772" cy="30777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222.222.222.221</a:t>
            </a:r>
          </a:p>
        </p:txBody>
      </p:sp>
      <p:sp>
        <p:nvSpPr>
          <p:cNvPr id="117" name="Text Box 72">
            <a:extLst>
              <a:ext uri="{FF2B5EF4-FFF2-40B4-BE49-F238E27FC236}">
                <a16:creationId xmlns:a16="http://schemas.microsoft.com/office/drawing/2014/main" id="{70A29F2B-254D-C242-BED3-63C6A20006BF}"/>
              </a:ext>
            </a:extLst>
          </p:cNvPr>
          <p:cNvSpPr txBox="1">
            <a:spLocks noChangeArrowheads="1"/>
          </p:cNvSpPr>
          <p:nvPr/>
        </p:nvSpPr>
        <p:spPr bwMode="auto">
          <a:xfrm>
            <a:off x="8297391" y="6315866"/>
            <a:ext cx="1552284" cy="30777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88-B2-2F-54-1A-0F</a:t>
            </a:r>
          </a:p>
        </p:txBody>
      </p:sp>
      <p:sp>
        <p:nvSpPr>
          <p:cNvPr id="118" name="Line 73">
            <a:extLst>
              <a:ext uri="{FF2B5EF4-FFF2-40B4-BE49-F238E27FC236}">
                <a16:creationId xmlns:a16="http://schemas.microsoft.com/office/drawing/2014/main" id="{EA6BFE92-6101-754D-A5A8-900E35C4E79C}"/>
              </a:ext>
            </a:extLst>
          </p:cNvPr>
          <p:cNvSpPr>
            <a:spLocks noChangeShapeType="1"/>
          </p:cNvSpPr>
          <p:nvPr/>
        </p:nvSpPr>
        <p:spPr bwMode="auto">
          <a:xfrm flipH="1" flipV="1">
            <a:off x="8156672" y="5684421"/>
            <a:ext cx="267105" cy="200926"/>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0" name="Freeform 75">
            <a:extLst>
              <a:ext uri="{FF2B5EF4-FFF2-40B4-BE49-F238E27FC236}">
                <a16:creationId xmlns:a16="http://schemas.microsoft.com/office/drawing/2014/main" id="{68E66362-A921-0844-BAA8-FB5279AD1D5D}"/>
              </a:ext>
            </a:extLst>
          </p:cNvPr>
          <p:cNvSpPr>
            <a:spLocks/>
          </p:cNvSpPr>
          <p:nvPr/>
        </p:nvSpPr>
        <p:spPr bwMode="auto">
          <a:xfrm>
            <a:off x="7476157" y="4811296"/>
            <a:ext cx="765175" cy="1081088"/>
          </a:xfrm>
          <a:custGeom>
            <a:avLst/>
            <a:gdLst>
              <a:gd name="T0" fmla="*/ 2147483647 w 1005"/>
              <a:gd name="T1" fmla="*/ 2147483647 h 996"/>
              <a:gd name="T2" fmla="*/ 2147483647 w 1005"/>
              <a:gd name="T3" fmla="*/ 2147483647 h 996"/>
              <a:gd name="T4" fmla="*/ 2147483647 w 1005"/>
              <a:gd name="T5" fmla="*/ 2147483647 h 996"/>
              <a:gd name="T6" fmla="*/ 2147483647 w 1005"/>
              <a:gd name="T7" fmla="*/ 2147483647 h 996"/>
              <a:gd name="T8" fmla="*/ 2147483647 w 1005"/>
              <a:gd name="T9" fmla="*/ 2147483647 h 996"/>
              <a:gd name="T10" fmla="*/ 2147483647 w 1005"/>
              <a:gd name="T11" fmla="*/ 2147483647 h 996"/>
              <a:gd name="T12" fmla="*/ 2147483647 w 1005"/>
              <a:gd name="T13" fmla="*/ 2147483647 h 996"/>
              <a:gd name="T14" fmla="*/ 2147483647 w 1005"/>
              <a:gd name="T15" fmla="*/ 2147483647 h 996"/>
              <a:gd name="T16" fmla="*/ 2147483647 w 1005"/>
              <a:gd name="T17" fmla="*/ 2147483647 h 996"/>
              <a:gd name="T18" fmla="*/ 2147483647 w 1005"/>
              <a:gd name="T19" fmla="*/ 2147483647 h 996"/>
              <a:gd name="T20" fmla="*/ 2147483647 w 1005"/>
              <a:gd name="T21" fmla="*/ 2147483647 h 996"/>
              <a:gd name="T22" fmla="*/ 2147483647 w 1005"/>
              <a:gd name="T23" fmla="*/ 2147483647 h 996"/>
              <a:gd name="T24" fmla="*/ 2147483647 w 1005"/>
              <a:gd name="T25" fmla="*/ 2147483647 h 99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005" h="996">
                <a:moveTo>
                  <a:pt x="307" y="83"/>
                </a:moveTo>
                <a:cubicBezTo>
                  <a:pt x="218" y="117"/>
                  <a:pt x="182" y="156"/>
                  <a:pt x="134" y="227"/>
                </a:cubicBezTo>
                <a:cubicBezTo>
                  <a:pt x="86" y="298"/>
                  <a:pt x="38" y="426"/>
                  <a:pt x="19" y="507"/>
                </a:cubicBezTo>
                <a:cubicBezTo>
                  <a:pt x="0" y="588"/>
                  <a:pt x="8" y="648"/>
                  <a:pt x="19" y="716"/>
                </a:cubicBezTo>
                <a:cubicBezTo>
                  <a:pt x="30" y="784"/>
                  <a:pt x="54" y="873"/>
                  <a:pt x="84" y="918"/>
                </a:cubicBezTo>
                <a:cubicBezTo>
                  <a:pt x="114" y="963"/>
                  <a:pt x="148" y="984"/>
                  <a:pt x="199" y="990"/>
                </a:cubicBezTo>
                <a:cubicBezTo>
                  <a:pt x="250" y="996"/>
                  <a:pt x="310" y="961"/>
                  <a:pt x="393" y="954"/>
                </a:cubicBezTo>
                <a:cubicBezTo>
                  <a:pt x="476" y="947"/>
                  <a:pt x="614" y="967"/>
                  <a:pt x="696" y="947"/>
                </a:cubicBezTo>
                <a:cubicBezTo>
                  <a:pt x="778" y="927"/>
                  <a:pt x="833" y="898"/>
                  <a:pt x="883" y="831"/>
                </a:cubicBezTo>
                <a:cubicBezTo>
                  <a:pt x="933" y="764"/>
                  <a:pt x="991" y="644"/>
                  <a:pt x="998" y="543"/>
                </a:cubicBezTo>
                <a:cubicBezTo>
                  <a:pt x="1005" y="442"/>
                  <a:pt x="981" y="313"/>
                  <a:pt x="926" y="227"/>
                </a:cubicBezTo>
                <a:cubicBezTo>
                  <a:pt x="871" y="141"/>
                  <a:pt x="768" y="50"/>
                  <a:pt x="667" y="25"/>
                </a:cubicBezTo>
                <a:cubicBezTo>
                  <a:pt x="566" y="0"/>
                  <a:pt x="396" y="49"/>
                  <a:pt x="307" y="83"/>
                </a:cubicBezTo>
                <a:close/>
              </a:path>
            </a:pathLst>
          </a:custGeom>
          <a:solidFill>
            <a:srgbClr val="9CE0FA"/>
          </a:solidFill>
          <a:ln w="9525" cap="flat" cmpd="sng">
            <a:noFill/>
            <a:prstDash val="solid"/>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1" name="Text Box 76">
            <a:extLst>
              <a:ext uri="{FF2B5EF4-FFF2-40B4-BE49-F238E27FC236}">
                <a16:creationId xmlns:a16="http://schemas.microsoft.com/office/drawing/2014/main" id="{DA57B50B-B7E5-2942-B45A-3152B6985451}"/>
              </a:ext>
            </a:extLst>
          </p:cNvPr>
          <p:cNvSpPr txBox="1">
            <a:spLocks noChangeArrowheads="1"/>
          </p:cNvSpPr>
          <p:nvPr/>
        </p:nvSpPr>
        <p:spPr bwMode="auto">
          <a:xfrm>
            <a:off x="9407316" y="4484341"/>
            <a:ext cx="380232" cy="52322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0000A8"/>
                </a:solidFill>
                <a:effectLst/>
                <a:uLnTx/>
                <a:uFillTx/>
                <a:latin typeface="Calibri" panose="020F0502020204030204"/>
                <a:ea typeface="+mn-ea"/>
                <a:cs typeface="+mn-cs"/>
              </a:rPr>
              <a:t>B</a:t>
            </a:r>
          </a:p>
        </p:txBody>
      </p:sp>
      <p:grpSp>
        <p:nvGrpSpPr>
          <p:cNvPr id="9" name="Group 8">
            <a:extLst>
              <a:ext uri="{FF2B5EF4-FFF2-40B4-BE49-F238E27FC236}">
                <a16:creationId xmlns:a16="http://schemas.microsoft.com/office/drawing/2014/main" id="{CC76A447-7E01-C147-9C89-C1C4C935DA7A}"/>
              </a:ext>
            </a:extLst>
          </p:cNvPr>
          <p:cNvGrpSpPr/>
          <p:nvPr/>
        </p:nvGrpSpPr>
        <p:grpSpPr>
          <a:xfrm>
            <a:off x="5001868" y="5038254"/>
            <a:ext cx="1310631" cy="501151"/>
            <a:chOff x="4909105" y="5767126"/>
            <a:chExt cx="1310631" cy="501151"/>
          </a:xfrm>
        </p:grpSpPr>
        <p:sp>
          <p:nvSpPr>
            <p:cNvPr id="167" name="Rectangle 37">
              <a:extLst>
                <a:ext uri="{FF2B5EF4-FFF2-40B4-BE49-F238E27FC236}">
                  <a16:creationId xmlns:a16="http://schemas.microsoft.com/office/drawing/2014/main" id="{89D0886F-F835-2044-AB8F-F49ACC0B58EB}"/>
                </a:ext>
              </a:extLst>
            </p:cNvPr>
            <p:cNvSpPr>
              <a:spLocks noChangeArrowheads="1"/>
            </p:cNvSpPr>
            <p:nvPr/>
          </p:nvSpPr>
          <p:spPr bwMode="auto">
            <a:xfrm rot="5400000">
              <a:off x="6024859" y="5937451"/>
              <a:ext cx="134168" cy="255587"/>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Comic Sans MS" pitchFamily="66" charset="0"/>
                <a:ea typeface="ＭＳ Ｐゴシック" charset="0"/>
                <a:cs typeface="+mn-cs"/>
              </a:endParaRPr>
            </a:p>
          </p:txBody>
        </p:sp>
        <p:sp>
          <p:nvSpPr>
            <p:cNvPr id="168" name="Rectangle 37">
              <a:extLst>
                <a:ext uri="{FF2B5EF4-FFF2-40B4-BE49-F238E27FC236}">
                  <a16:creationId xmlns:a16="http://schemas.microsoft.com/office/drawing/2014/main" id="{C75323AD-DC39-4543-A0CC-4375A7BCF3F2}"/>
                </a:ext>
              </a:extLst>
            </p:cNvPr>
            <p:cNvSpPr>
              <a:spLocks noChangeArrowheads="1"/>
            </p:cNvSpPr>
            <p:nvPr/>
          </p:nvSpPr>
          <p:spPr bwMode="auto">
            <a:xfrm rot="5400000">
              <a:off x="4966501" y="5940764"/>
              <a:ext cx="140795" cy="255587"/>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Comic Sans MS" pitchFamily="66" charset="0"/>
                <a:ea typeface="ＭＳ Ｐゴシック" charset="0"/>
                <a:cs typeface="+mn-cs"/>
              </a:endParaRPr>
            </a:p>
          </p:txBody>
        </p:sp>
        <p:grpSp>
          <p:nvGrpSpPr>
            <p:cNvPr id="156" name="Group 155">
              <a:extLst>
                <a:ext uri="{FF2B5EF4-FFF2-40B4-BE49-F238E27FC236}">
                  <a16:creationId xmlns:a16="http://schemas.microsoft.com/office/drawing/2014/main" id="{EDD0BCD9-05EB-F249-AEA1-A9CCFBC80BB8}"/>
                </a:ext>
              </a:extLst>
            </p:cNvPr>
            <p:cNvGrpSpPr/>
            <p:nvPr/>
          </p:nvGrpSpPr>
          <p:grpSpPr>
            <a:xfrm>
              <a:off x="5115340" y="5767126"/>
              <a:ext cx="901147" cy="501151"/>
              <a:chOff x="7493876" y="2774731"/>
              <a:chExt cx="1481958" cy="894622"/>
            </a:xfrm>
          </p:grpSpPr>
          <p:sp>
            <p:nvSpPr>
              <p:cNvPr id="157" name="Freeform 156">
                <a:extLst>
                  <a:ext uri="{FF2B5EF4-FFF2-40B4-BE49-F238E27FC236}">
                    <a16:creationId xmlns:a16="http://schemas.microsoft.com/office/drawing/2014/main" id="{F5326B06-29FF-A544-BF80-2A0622229582}"/>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58" name="Oval 157">
                <a:extLst>
                  <a:ext uri="{FF2B5EF4-FFF2-40B4-BE49-F238E27FC236}">
                    <a16:creationId xmlns:a16="http://schemas.microsoft.com/office/drawing/2014/main" id="{8065A2A5-902C-A940-821B-CBFC0122AC2F}"/>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159" name="Group 158">
                <a:extLst>
                  <a:ext uri="{FF2B5EF4-FFF2-40B4-BE49-F238E27FC236}">
                    <a16:creationId xmlns:a16="http://schemas.microsoft.com/office/drawing/2014/main" id="{14C076B7-5A71-8644-9F5C-08E13F943BD5}"/>
                  </a:ext>
                </a:extLst>
              </p:cNvPr>
              <p:cNvGrpSpPr/>
              <p:nvPr/>
            </p:nvGrpSpPr>
            <p:grpSpPr>
              <a:xfrm>
                <a:off x="7713663" y="2848339"/>
                <a:ext cx="1042107" cy="425543"/>
                <a:chOff x="7786941" y="2884917"/>
                <a:chExt cx="897649" cy="353919"/>
              </a:xfrm>
            </p:grpSpPr>
            <p:sp>
              <p:nvSpPr>
                <p:cNvPr id="160" name="Freeform 159">
                  <a:extLst>
                    <a:ext uri="{FF2B5EF4-FFF2-40B4-BE49-F238E27FC236}">
                      <a16:creationId xmlns:a16="http://schemas.microsoft.com/office/drawing/2014/main" id="{13D62837-C3EA-8B4B-B09D-FC71F9727C64}"/>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61" name="Freeform 160">
                  <a:extLst>
                    <a:ext uri="{FF2B5EF4-FFF2-40B4-BE49-F238E27FC236}">
                      <a16:creationId xmlns:a16="http://schemas.microsoft.com/office/drawing/2014/main" id="{147D5E46-2372-FA45-9685-A7CC6CA91F5F}"/>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62" name="Freeform 161">
                  <a:extLst>
                    <a:ext uri="{FF2B5EF4-FFF2-40B4-BE49-F238E27FC236}">
                      <a16:creationId xmlns:a16="http://schemas.microsoft.com/office/drawing/2014/main" id="{6B2D97C5-61CB-9441-993B-95CAA7169FC7}"/>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63" name="Freeform 162">
                  <a:extLst>
                    <a:ext uri="{FF2B5EF4-FFF2-40B4-BE49-F238E27FC236}">
                      <a16:creationId xmlns:a16="http://schemas.microsoft.com/office/drawing/2014/main" id="{CD3C4F94-9D92-F048-A80A-0D709146CB4E}"/>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sp>
        <p:nvSpPr>
          <p:cNvPr id="171" name="Rectangle 37">
            <a:extLst>
              <a:ext uri="{FF2B5EF4-FFF2-40B4-BE49-F238E27FC236}">
                <a16:creationId xmlns:a16="http://schemas.microsoft.com/office/drawing/2014/main" id="{A9816EEA-38E6-AE46-970F-D20738D1CBC9}"/>
              </a:ext>
            </a:extLst>
          </p:cNvPr>
          <p:cNvSpPr>
            <a:spLocks noChangeArrowheads="1"/>
          </p:cNvSpPr>
          <p:nvPr/>
        </p:nvSpPr>
        <p:spPr bwMode="auto">
          <a:xfrm rot="5400000">
            <a:off x="3161022" y="4666815"/>
            <a:ext cx="119903" cy="255587"/>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Comic Sans MS" pitchFamily="66" charset="0"/>
              <a:ea typeface="ＭＳ Ｐゴシック" charset="0"/>
              <a:cs typeface="+mn-cs"/>
            </a:endParaRPr>
          </a:p>
        </p:txBody>
      </p:sp>
      <p:grpSp>
        <p:nvGrpSpPr>
          <p:cNvPr id="149" name="Group 49">
            <a:extLst>
              <a:ext uri="{FF2B5EF4-FFF2-40B4-BE49-F238E27FC236}">
                <a16:creationId xmlns:a16="http://schemas.microsoft.com/office/drawing/2014/main" id="{AD680CEA-D168-C84F-AAE1-D128195A44E7}"/>
              </a:ext>
            </a:extLst>
          </p:cNvPr>
          <p:cNvGrpSpPr>
            <a:grpSpLocks/>
          </p:cNvGrpSpPr>
          <p:nvPr/>
        </p:nvGrpSpPr>
        <p:grpSpPr bwMode="auto">
          <a:xfrm>
            <a:off x="2318687" y="4333458"/>
            <a:ext cx="936071" cy="761428"/>
            <a:chOff x="-44" y="1473"/>
            <a:chExt cx="981" cy="1105"/>
          </a:xfrm>
        </p:grpSpPr>
        <p:pic>
          <p:nvPicPr>
            <p:cNvPr id="150" name="Picture 50" descr="desktop_computer_stylized_medium">
              <a:extLst>
                <a:ext uri="{FF2B5EF4-FFF2-40B4-BE49-F238E27FC236}">
                  <a16:creationId xmlns:a16="http://schemas.microsoft.com/office/drawing/2014/main" id="{DADE998E-D7B9-EC4F-9F94-E65CF536C41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51" name="Freeform 51">
              <a:extLst>
                <a:ext uri="{FF2B5EF4-FFF2-40B4-BE49-F238E27FC236}">
                  <a16:creationId xmlns:a16="http://schemas.microsoft.com/office/drawing/2014/main" id="{BC38A1B0-555E-F049-93AC-48537726F700}"/>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180" name="Rectangle 37">
            <a:extLst>
              <a:ext uri="{FF2B5EF4-FFF2-40B4-BE49-F238E27FC236}">
                <a16:creationId xmlns:a16="http://schemas.microsoft.com/office/drawing/2014/main" id="{51912ACC-FA1C-7E48-9062-DA96B6CD7C33}"/>
              </a:ext>
            </a:extLst>
          </p:cNvPr>
          <p:cNvSpPr>
            <a:spLocks noChangeArrowheads="1"/>
          </p:cNvSpPr>
          <p:nvPr/>
        </p:nvSpPr>
        <p:spPr bwMode="auto">
          <a:xfrm rot="5400000">
            <a:off x="3271833" y="5687855"/>
            <a:ext cx="84261" cy="194751"/>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Comic Sans MS" pitchFamily="66" charset="0"/>
              <a:ea typeface="ＭＳ Ｐゴシック" charset="0"/>
              <a:cs typeface="+mn-cs"/>
            </a:endParaRPr>
          </a:p>
        </p:txBody>
      </p:sp>
      <p:grpSp>
        <p:nvGrpSpPr>
          <p:cNvPr id="126" name="Group 49">
            <a:extLst>
              <a:ext uri="{FF2B5EF4-FFF2-40B4-BE49-F238E27FC236}">
                <a16:creationId xmlns:a16="http://schemas.microsoft.com/office/drawing/2014/main" id="{164313DA-E436-B94D-946E-A9F9627207EA}"/>
              </a:ext>
            </a:extLst>
          </p:cNvPr>
          <p:cNvGrpSpPr>
            <a:grpSpLocks/>
          </p:cNvGrpSpPr>
          <p:nvPr/>
        </p:nvGrpSpPr>
        <p:grpSpPr bwMode="auto">
          <a:xfrm>
            <a:off x="2681426" y="5490561"/>
            <a:ext cx="639495" cy="517588"/>
            <a:chOff x="-44" y="1473"/>
            <a:chExt cx="981" cy="1105"/>
          </a:xfrm>
        </p:grpSpPr>
        <p:pic>
          <p:nvPicPr>
            <p:cNvPr id="127" name="Picture 50" descr="desktop_computer_stylized_medium">
              <a:extLst>
                <a:ext uri="{FF2B5EF4-FFF2-40B4-BE49-F238E27FC236}">
                  <a16:creationId xmlns:a16="http://schemas.microsoft.com/office/drawing/2014/main" id="{2DC8C6C4-5C23-0541-8061-C718A5B9D9E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28" name="Freeform 51">
              <a:extLst>
                <a:ext uri="{FF2B5EF4-FFF2-40B4-BE49-F238E27FC236}">
                  <a16:creationId xmlns:a16="http://schemas.microsoft.com/office/drawing/2014/main" id="{24E0555C-7855-E749-82E9-0F21AFA4C7C3}"/>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181" name="Rectangle 37">
            <a:extLst>
              <a:ext uri="{FF2B5EF4-FFF2-40B4-BE49-F238E27FC236}">
                <a16:creationId xmlns:a16="http://schemas.microsoft.com/office/drawing/2014/main" id="{43F1B530-B1FE-5547-9108-2D9D5DEFE2F3}"/>
              </a:ext>
            </a:extLst>
          </p:cNvPr>
          <p:cNvSpPr>
            <a:spLocks noChangeArrowheads="1"/>
          </p:cNvSpPr>
          <p:nvPr/>
        </p:nvSpPr>
        <p:spPr bwMode="auto">
          <a:xfrm rot="5400000">
            <a:off x="8726575" y="4653061"/>
            <a:ext cx="119903" cy="255587"/>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Comic Sans MS" pitchFamily="66" charset="0"/>
              <a:ea typeface="ＭＳ Ｐゴシック" charset="0"/>
              <a:cs typeface="+mn-cs"/>
            </a:endParaRPr>
          </a:p>
        </p:txBody>
      </p:sp>
      <p:sp>
        <p:nvSpPr>
          <p:cNvPr id="182" name="Rectangle 37">
            <a:extLst>
              <a:ext uri="{FF2B5EF4-FFF2-40B4-BE49-F238E27FC236}">
                <a16:creationId xmlns:a16="http://schemas.microsoft.com/office/drawing/2014/main" id="{7CF48F98-D094-CD4E-BD60-0DA33EA42206}"/>
              </a:ext>
            </a:extLst>
          </p:cNvPr>
          <p:cNvSpPr>
            <a:spLocks noChangeArrowheads="1"/>
          </p:cNvSpPr>
          <p:nvPr/>
        </p:nvSpPr>
        <p:spPr bwMode="auto">
          <a:xfrm rot="5400000">
            <a:off x="8496816" y="5784803"/>
            <a:ext cx="84261" cy="194751"/>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Comic Sans MS" pitchFamily="66" charset="0"/>
              <a:ea typeface="ＭＳ Ｐゴシック" charset="0"/>
              <a:cs typeface="+mn-cs"/>
            </a:endParaRPr>
          </a:p>
        </p:txBody>
      </p:sp>
      <p:grpSp>
        <p:nvGrpSpPr>
          <p:cNvPr id="152" name="Group 44">
            <a:extLst>
              <a:ext uri="{FF2B5EF4-FFF2-40B4-BE49-F238E27FC236}">
                <a16:creationId xmlns:a16="http://schemas.microsoft.com/office/drawing/2014/main" id="{083ACB0A-FBA9-0D43-9726-0A41424DD39D}"/>
              </a:ext>
            </a:extLst>
          </p:cNvPr>
          <p:cNvGrpSpPr>
            <a:grpSpLocks/>
          </p:cNvGrpSpPr>
          <p:nvPr/>
        </p:nvGrpSpPr>
        <p:grpSpPr bwMode="auto">
          <a:xfrm>
            <a:off x="8343615" y="5618570"/>
            <a:ext cx="711200" cy="601028"/>
            <a:chOff x="-44" y="1473"/>
            <a:chExt cx="981" cy="1105"/>
          </a:xfrm>
        </p:grpSpPr>
        <p:pic>
          <p:nvPicPr>
            <p:cNvPr id="154" name="Picture 45" descr="desktop_computer_stylized_medium">
              <a:extLst>
                <a:ext uri="{FF2B5EF4-FFF2-40B4-BE49-F238E27FC236}">
                  <a16:creationId xmlns:a16="http://schemas.microsoft.com/office/drawing/2014/main" id="{C369DB0B-1F34-3B46-A82A-78A90E656D2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55" name="Freeform 46">
              <a:extLst>
                <a:ext uri="{FF2B5EF4-FFF2-40B4-BE49-F238E27FC236}">
                  <a16:creationId xmlns:a16="http://schemas.microsoft.com/office/drawing/2014/main" id="{9C2398C0-FF47-894E-B5E8-11EB55029DCC}"/>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cxnSp>
        <p:nvCxnSpPr>
          <p:cNvPr id="14" name="Straight Arrow Connector 13">
            <a:extLst>
              <a:ext uri="{FF2B5EF4-FFF2-40B4-BE49-F238E27FC236}">
                <a16:creationId xmlns:a16="http://schemas.microsoft.com/office/drawing/2014/main" id="{0F604162-E90D-984F-847A-C102A2F79780}"/>
              </a:ext>
            </a:extLst>
          </p:cNvPr>
          <p:cNvCxnSpPr/>
          <p:nvPr/>
        </p:nvCxnSpPr>
        <p:spPr>
          <a:xfrm flipV="1">
            <a:off x="8669292" y="4874844"/>
            <a:ext cx="0" cy="445971"/>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3" name="Straight Arrow Connector 182">
            <a:extLst>
              <a:ext uri="{FF2B5EF4-FFF2-40B4-BE49-F238E27FC236}">
                <a16:creationId xmlns:a16="http://schemas.microsoft.com/office/drawing/2014/main" id="{ED79A4A8-654F-5C41-9FB9-78AF30E0F351}"/>
              </a:ext>
            </a:extLst>
          </p:cNvPr>
          <p:cNvCxnSpPr>
            <a:cxnSpLocks/>
          </p:cNvCxnSpPr>
          <p:nvPr/>
        </p:nvCxnSpPr>
        <p:spPr>
          <a:xfrm flipV="1">
            <a:off x="8447023" y="5943807"/>
            <a:ext cx="0" cy="241632"/>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15" name="AutoShape 2">
            <a:extLst>
              <a:ext uri="{FF2B5EF4-FFF2-40B4-BE49-F238E27FC236}">
                <a16:creationId xmlns:a16="http://schemas.microsoft.com/office/drawing/2014/main" id="{9B1750D3-DB25-3942-83ED-EDC62E26C0DE}"/>
              </a:ext>
            </a:extLst>
          </p:cNvPr>
          <p:cNvSpPr>
            <a:spLocks noChangeArrowheads="1"/>
          </p:cNvSpPr>
          <p:nvPr/>
        </p:nvSpPr>
        <p:spPr bwMode="auto">
          <a:xfrm>
            <a:off x="7008951" y="3383377"/>
            <a:ext cx="314325" cy="792162"/>
          </a:xfrm>
          <a:prstGeom prst="downArrow">
            <a:avLst>
              <a:gd name="adj1" fmla="val 50000"/>
              <a:gd name="adj2" fmla="val 63005"/>
            </a:avLst>
          </a:prstGeom>
          <a:gradFill rotWithShape="1">
            <a:gsLst>
              <a:gs pos="0">
                <a:srgbClr val="FFFFFF"/>
              </a:gs>
              <a:gs pos="100000">
                <a:srgbClr val="FF0000"/>
              </a:gs>
            </a:gsLst>
            <a:lin ang="5400000" scaled="1"/>
          </a:gradFill>
          <a:ln w="9525">
            <a:solidFill>
              <a:srgbClr val="FFFFFF"/>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grpSp>
        <p:nvGrpSpPr>
          <p:cNvPr id="217" name="Group 68">
            <a:extLst>
              <a:ext uri="{FF2B5EF4-FFF2-40B4-BE49-F238E27FC236}">
                <a16:creationId xmlns:a16="http://schemas.microsoft.com/office/drawing/2014/main" id="{A2F9C891-FC37-7441-9AFE-1BF07B00CE9A}"/>
              </a:ext>
            </a:extLst>
          </p:cNvPr>
          <p:cNvGrpSpPr>
            <a:grpSpLocks/>
          </p:cNvGrpSpPr>
          <p:nvPr/>
        </p:nvGrpSpPr>
        <p:grpSpPr bwMode="auto">
          <a:xfrm>
            <a:off x="6569213" y="3456402"/>
            <a:ext cx="1096963" cy="244475"/>
            <a:chOff x="1231" y="1990"/>
            <a:chExt cx="691" cy="154"/>
          </a:xfrm>
        </p:grpSpPr>
        <p:sp>
          <p:nvSpPr>
            <p:cNvPr id="219" name="Rectangle 69">
              <a:extLst>
                <a:ext uri="{FF2B5EF4-FFF2-40B4-BE49-F238E27FC236}">
                  <a16:creationId xmlns:a16="http://schemas.microsoft.com/office/drawing/2014/main" id="{ABC7D2F8-BDEC-3A4D-901B-F82A6FF73CD8}"/>
                </a:ext>
              </a:extLst>
            </p:cNvPr>
            <p:cNvSpPr>
              <a:spLocks noChangeArrowheads="1"/>
            </p:cNvSpPr>
            <p:nvPr/>
          </p:nvSpPr>
          <p:spPr bwMode="auto">
            <a:xfrm>
              <a:off x="1231" y="1991"/>
              <a:ext cx="691" cy="153"/>
            </a:xfrm>
            <a:prstGeom prst="rect">
              <a:avLst/>
            </a:prstGeom>
            <a:solidFill>
              <a:srgbClr val="00CC99"/>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220" name="Line 70">
              <a:extLst>
                <a:ext uri="{FF2B5EF4-FFF2-40B4-BE49-F238E27FC236}">
                  <a16:creationId xmlns:a16="http://schemas.microsoft.com/office/drawing/2014/main" id="{AEEBCCC1-7FAE-2146-9E61-1664215255B6}"/>
                </a:ext>
              </a:extLst>
            </p:cNvPr>
            <p:cNvSpPr>
              <a:spLocks noChangeShapeType="1"/>
            </p:cNvSpPr>
            <p:nvPr/>
          </p:nvSpPr>
          <p:spPr bwMode="auto">
            <a:xfrm>
              <a:off x="1337" y="1990"/>
              <a:ext cx="0" cy="152"/>
            </a:xfrm>
            <a:prstGeom prst="line">
              <a:avLst/>
            </a:prstGeom>
            <a:noFill/>
            <a:ln w="19050">
              <a:solidFill>
                <a:srgbClr val="FFFFFF"/>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221" name="Line 71">
              <a:extLst>
                <a:ext uri="{FF2B5EF4-FFF2-40B4-BE49-F238E27FC236}">
                  <a16:creationId xmlns:a16="http://schemas.microsoft.com/office/drawing/2014/main" id="{D75FD9FE-4060-BA43-A7C5-75A49C0352C3}"/>
                </a:ext>
              </a:extLst>
            </p:cNvPr>
            <p:cNvSpPr>
              <a:spLocks noChangeShapeType="1"/>
            </p:cNvSpPr>
            <p:nvPr/>
          </p:nvSpPr>
          <p:spPr bwMode="auto">
            <a:xfrm>
              <a:off x="1427" y="1992"/>
              <a:ext cx="0" cy="152"/>
            </a:xfrm>
            <a:prstGeom prst="line">
              <a:avLst/>
            </a:prstGeom>
            <a:noFill/>
            <a:ln w="19050">
              <a:solidFill>
                <a:srgbClr val="FFFFFF"/>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grpSp>
      <p:sp>
        <p:nvSpPr>
          <p:cNvPr id="218" name="Text Box 72">
            <a:extLst>
              <a:ext uri="{FF2B5EF4-FFF2-40B4-BE49-F238E27FC236}">
                <a16:creationId xmlns:a16="http://schemas.microsoft.com/office/drawing/2014/main" id="{5DDEAD0E-76B7-8043-B2C1-C9DF8A6B251E}"/>
              </a:ext>
            </a:extLst>
          </p:cNvPr>
          <p:cNvSpPr txBox="1">
            <a:spLocks noChangeArrowheads="1"/>
          </p:cNvSpPr>
          <p:nvPr/>
        </p:nvSpPr>
        <p:spPr bwMode="auto">
          <a:xfrm>
            <a:off x="6515238" y="2940464"/>
            <a:ext cx="2011363" cy="4572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Arial" charset="0"/>
                <a:ea typeface="ＭＳ Ｐゴシック" charset="0"/>
                <a:cs typeface="+mn-cs"/>
              </a:rPr>
              <a:t>IP src: 111.111.111.111</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Arial" charset="0"/>
                <a:ea typeface="ＭＳ Ｐゴシック" charset="0"/>
                <a:cs typeface="+mn-cs"/>
              </a:rPr>
              <a:t>   IP dest: 222.222.222.222</a:t>
            </a:r>
          </a:p>
        </p:txBody>
      </p:sp>
      <p:grpSp>
        <p:nvGrpSpPr>
          <p:cNvPr id="222" name="Group 73">
            <a:extLst>
              <a:ext uri="{FF2B5EF4-FFF2-40B4-BE49-F238E27FC236}">
                <a16:creationId xmlns:a16="http://schemas.microsoft.com/office/drawing/2014/main" id="{D580AA98-14C0-524D-A89D-3790585B59D3}"/>
              </a:ext>
            </a:extLst>
          </p:cNvPr>
          <p:cNvGrpSpPr>
            <a:grpSpLocks/>
          </p:cNvGrpSpPr>
          <p:nvPr/>
        </p:nvGrpSpPr>
        <p:grpSpPr bwMode="auto">
          <a:xfrm>
            <a:off x="6639063" y="3191289"/>
            <a:ext cx="146050" cy="385763"/>
            <a:chOff x="1272" y="1762"/>
            <a:chExt cx="92" cy="243"/>
          </a:xfrm>
        </p:grpSpPr>
        <p:sp>
          <p:nvSpPr>
            <p:cNvPr id="223" name="Line 74">
              <a:extLst>
                <a:ext uri="{FF2B5EF4-FFF2-40B4-BE49-F238E27FC236}">
                  <a16:creationId xmlns:a16="http://schemas.microsoft.com/office/drawing/2014/main" id="{4C748A70-B8F0-294E-9362-22CA5C64518F}"/>
                </a:ext>
              </a:extLst>
            </p:cNvPr>
            <p:cNvSpPr>
              <a:spLocks noChangeShapeType="1"/>
            </p:cNvSpPr>
            <p:nvPr/>
          </p:nvSpPr>
          <p:spPr bwMode="auto">
            <a:xfrm>
              <a:off x="1272" y="1762"/>
              <a:ext cx="0" cy="243"/>
            </a:xfrm>
            <a:prstGeom prst="line">
              <a:avLst/>
            </a:prstGeom>
            <a:noFill/>
            <a:ln w="9525">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224" name="Line 75">
              <a:extLst>
                <a:ext uri="{FF2B5EF4-FFF2-40B4-BE49-F238E27FC236}">
                  <a16:creationId xmlns:a16="http://schemas.microsoft.com/office/drawing/2014/main" id="{9048F87D-3F66-C248-A9C5-CCD0E7322402}"/>
                </a:ext>
              </a:extLst>
            </p:cNvPr>
            <p:cNvSpPr>
              <a:spLocks noChangeShapeType="1"/>
            </p:cNvSpPr>
            <p:nvPr/>
          </p:nvSpPr>
          <p:spPr bwMode="auto">
            <a:xfrm>
              <a:off x="1364" y="1878"/>
              <a:ext cx="0" cy="126"/>
            </a:xfrm>
            <a:prstGeom prst="line">
              <a:avLst/>
            </a:prstGeom>
            <a:noFill/>
            <a:ln w="9525">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grpSp>
      <p:grpSp>
        <p:nvGrpSpPr>
          <p:cNvPr id="225" name="Group 78">
            <a:extLst>
              <a:ext uri="{FF2B5EF4-FFF2-40B4-BE49-F238E27FC236}">
                <a16:creationId xmlns:a16="http://schemas.microsoft.com/office/drawing/2014/main" id="{1261332F-D264-364F-88EB-BFD606F41948}"/>
              </a:ext>
            </a:extLst>
          </p:cNvPr>
          <p:cNvGrpSpPr>
            <a:grpSpLocks/>
          </p:cNvGrpSpPr>
          <p:nvPr/>
        </p:nvGrpSpPr>
        <p:grpSpPr bwMode="auto">
          <a:xfrm>
            <a:off x="6089788" y="2532477"/>
            <a:ext cx="2428876" cy="1519237"/>
            <a:chOff x="931" y="1414"/>
            <a:chExt cx="1530" cy="957"/>
          </a:xfrm>
        </p:grpSpPr>
        <p:sp>
          <p:nvSpPr>
            <p:cNvPr id="226" name="Text Box 79">
              <a:extLst>
                <a:ext uri="{FF2B5EF4-FFF2-40B4-BE49-F238E27FC236}">
                  <a16:creationId xmlns:a16="http://schemas.microsoft.com/office/drawing/2014/main" id="{28E9361B-9039-124A-9DC6-D122A7A2DF3F}"/>
                </a:ext>
              </a:extLst>
            </p:cNvPr>
            <p:cNvSpPr txBox="1">
              <a:spLocks noChangeArrowheads="1"/>
            </p:cNvSpPr>
            <p:nvPr/>
          </p:nvSpPr>
          <p:spPr bwMode="auto">
            <a:xfrm>
              <a:off x="931" y="1414"/>
              <a:ext cx="1530" cy="40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Arial" charset="0"/>
                  <a:ea typeface="ＭＳ Ｐゴシック" charset="0"/>
                  <a:cs typeface="+mn-cs"/>
                </a:rPr>
                <a:t>MAC src: </a:t>
              </a:r>
              <a:r>
                <a:rPr kumimoji="0" lang="en-US" sz="1200" b="0" i="0" u="none" strike="noStrike" kern="0" cap="none" spc="0" normalizeH="0" baseline="0" noProof="0" dirty="0">
                  <a:ln>
                    <a:noFill/>
                  </a:ln>
                  <a:solidFill>
                    <a:srgbClr val="FF0000"/>
                  </a:solidFill>
                  <a:effectLst/>
                  <a:uLnTx/>
                  <a:uFillTx/>
                  <a:latin typeface="Arial" charset="0"/>
                  <a:ea typeface="ＭＳ Ｐゴシック" charset="0"/>
                  <a:cs typeface="+mn-cs"/>
                </a:rPr>
                <a:t>1A-23-F9-CD-06-9B</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Arial" charset="0"/>
                  <a:ea typeface="ＭＳ Ｐゴシック" charset="0"/>
                  <a:cs typeface="+mn-cs"/>
                </a:rPr>
                <a:t>  MAC dest: </a:t>
              </a:r>
              <a:r>
                <a:rPr kumimoji="0" lang="en-US" sz="1200" b="0" i="0" u="none" strike="noStrike" kern="0" cap="none" spc="0" normalizeH="0" baseline="0" noProof="0" dirty="0">
                  <a:ln>
                    <a:noFill/>
                  </a:ln>
                  <a:solidFill>
                    <a:srgbClr val="FF0000"/>
                  </a:solidFill>
                  <a:effectLst/>
                  <a:uLnTx/>
                  <a:uFillTx/>
                  <a:latin typeface="Arial" charset="0"/>
                  <a:ea typeface="ＭＳ Ｐゴシック" charset="0"/>
                  <a:cs typeface="+mn-cs"/>
                </a:rPr>
                <a:t>49-BD-D2-C7-56-2A</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200" b="0" i="0" u="none" strike="noStrike" kern="0" cap="none" spc="0" normalizeH="0" baseline="0" noProof="0" dirty="0">
                <a:ln>
                  <a:noFill/>
                </a:ln>
                <a:solidFill>
                  <a:srgbClr val="FF0000"/>
                </a:solidFill>
                <a:effectLst/>
                <a:uLnTx/>
                <a:uFillTx/>
                <a:latin typeface="Arial" charset="0"/>
                <a:ea typeface="ＭＳ Ｐゴシック" charset="0"/>
                <a:cs typeface="+mn-cs"/>
              </a:endParaRPr>
            </a:p>
          </p:txBody>
        </p:sp>
        <p:grpSp>
          <p:nvGrpSpPr>
            <p:cNvPr id="227" name="Group 80">
              <a:extLst>
                <a:ext uri="{FF2B5EF4-FFF2-40B4-BE49-F238E27FC236}">
                  <a16:creationId xmlns:a16="http://schemas.microsoft.com/office/drawing/2014/main" id="{5F78FAD6-835B-074E-B7D5-09F7C0E391A2}"/>
                </a:ext>
              </a:extLst>
            </p:cNvPr>
            <p:cNvGrpSpPr>
              <a:grpSpLocks/>
            </p:cNvGrpSpPr>
            <p:nvPr/>
          </p:nvGrpSpPr>
          <p:grpSpPr bwMode="auto">
            <a:xfrm>
              <a:off x="981" y="2182"/>
              <a:ext cx="1049" cy="189"/>
              <a:chOff x="2829" y="2040"/>
              <a:chExt cx="1049" cy="189"/>
            </a:xfrm>
          </p:grpSpPr>
          <p:sp>
            <p:nvSpPr>
              <p:cNvPr id="232" name="Rectangle 81">
                <a:extLst>
                  <a:ext uri="{FF2B5EF4-FFF2-40B4-BE49-F238E27FC236}">
                    <a16:creationId xmlns:a16="http://schemas.microsoft.com/office/drawing/2014/main" id="{C3C06B5D-372C-AA47-A9A2-8B141925560A}"/>
                  </a:ext>
                </a:extLst>
              </p:cNvPr>
              <p:cNvSpPr>
                <a:spLocks noChangeArrowheads="1"/>
              </p:cNvSpPr>
              <p:nvPr/>
            </p:nvSpPr>
            <p:spPr bwMode="auto">
              <a:xfrm>
                <a:off x="2829" y="2042"/>
                <a:ext cx="1049" cy="185"/>
              </a:xfrm>
              <a:prstGeom prst="rect">
                <a:avLst/>
              </a:prstGeom>
              <a:solidFill>
                <a:srgbClr val="000099"/>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233" name="Rectangle 82">
                <a:extLst>
                  <a:ext uri="{FF2B5EF4-FFF2-40B4-BE49-F238E27FC236}">
                    <a16:creationId xmlns:a16="http://schemas.microsoft.com/office/drawing/2014/main" id="{F41D6B8B-E033-6742-9F0C-113ECBA9E438}"/>
                  </a:ext>
                </a:extLst>
              </p:cNvPr>
              <p:cNvSpPr>
                <a:spLocks noChangeArrowheads="1"/>
              </p:cNvSpPr>
              <p:nvPr/>
            </p:nvSpPr>
            <p:spPr bwMode="auto">
              <a:xfrm>
                <a:off x="3078" y="2060"/>
                <a:ext cx="691" cy="153"/>
              </a:xfrm>
              <a:prstGeom prst="rect">
                <a:avLst/>
              </a:prstGeom>
              <a:solidFill>
                <a:srgbClr val="00CC99"/>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234" name="Line 83">
                <a:extLst>
                  <a:ext uri="{FF2B5EF4-FFF2-40B4-BE49-F238E27FC236}">
                    <a16:creationId xmlns:a16="http://schemas.microsoft.com/office/drawing/2014/main" id="{8BEAB215-C9F8-034E-91D4-A6DDCCCF7810}"/>
                  </a:ext>
                </a:extLst>
              </p:cNvPr>
              <p:cNvSpPr>
                <a:spLocks noChangeShapeType="1"/>
              </p:cNvSpPr>
              <p:nvPr/>
            </p:nvSpPr>
            <p:spPr bwMode="auto">
              <a:xfrm>
                <a:off x="3180" y="2063"/>
                <a:ext cx="0" cy="152"/>
              </a:xfrm>
              <a:prstGeom prst="line">
                <a:avLst/>
              </a:prstGeom>
              <a:noFill/>
              <a:ln w="19050">
                <a:solidFill>
                  <a:srgbClr val="FFFFFF"/>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235" name="Line 84">
                <a:extLst>
                  <a:ext uri="{FF2B5EF4-FFF2-40B4-BE49-F238E27FC236}">
                    <a16:creationId xmlns:a16="http://schemas.microsoft.com/office/drawing/2014/main" id="{D3243B3D-1034-1F41-B1B4-AA332FBDCFB5}"/>
                  </a:ext>
                </a:extLst>
              </p:cNvPr>
              <p:cNvSpPr>
                <a:spLocks noChangeShapeType="1"/>
              </p:cNvSpPr>
              <p:nvPr/>
            </p:nvSpPr>
            <p:spPr bwMode="auto">
              <a:xfrm>
                <a:off x="3276" y="2063"/>
                <a:ext cx="0" cy="152"/>
              </a:xfrm>
              <a:prstGeom prst="line">
                <a:avLst/>
              </a:prstGeom>
              <a:noFill/>
              <a:ln w="19050">
                <a:solidFill>
                  <a:srgbClr val="FFFFFF"/>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236" name="Line 85">
                <a:extLst>
                  <a:ext uri="{FF2B5EF4-FFF2-40B4-BE49-F238E27FC236}">
                    <a16:creationId xmlns:a16="http://schemas.microsoft.com/office/drawing/2014/main" id="{753D2944-83E6-4545-AF25-FEA73A5C2C1B}"/>
                  </a:ext>
                </a:extLst>
              </p:cNvPr>
              <p:cNvSpPr>
                <a:spLocks noChangeShapeType="1"/>
              </p:cNvSpPr>
              <p:nvPr/>
            </p:nvSpPr>
            <p:spPr bwMode="auto">
              <a:xfrm>
                <a:off x="2910" y="2040"/>
                <a:ext cx="0" cy="189"/>
              </a:xfrm>
              <a:prstGeom prst="line">
                <a:avLst/>
              </a:prstGeom>
              <a:noFill/>
              <a:ln w="19050">
                <a:solidFill>
                  <a:srgbClr val="FFFFFF"/>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237" name="Line 86">
                <a:extLst>
                  <a:ext uri="{FF2B5EF4-FFF2-40B4-BE49-F238E27FC236}">
                    <a16:creationId xmlns:a16="http://schemas.microsoft.com/office/drawing/2014/main" id="{31BF5A48-20D7-BF42-A1EF-C3E4895801F1}"/>
                  </a:ext>
                </a:extLst>
              </p:cNvPr>
              <p:cNvSpPr>
                <a:spLocks noChangeShapeType="1"/>
              </p:cNvSpPr>
              <p:nvPr/>
            </p:nvSpPr>
            <p:spPr bwMode="auto">
              <a:xfrm>
                <a:off x="3006" y="2040"/>
                <a:ext cx="0" cy="189"/>
              </a:xfrm>
              <a:prstGeom prst="line">
                <a:avLst/>
              </a:prstGeom>
              <a:noFill/>
              <a:ln w="19050">
                <a:solidFill>
                  <a:srgbClr val="FFFFFF"/>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grpSp>
        <p:sp>
          <p:nvSpPr>
            <p:cNvPr id="228" name="Line 87">
              <a:extLst>
                <a:ext uri="{FF2B5EF4-FFF2-40B4-BE49-F238E27FC236}">
                  <a16:creationId xmlns:a16="http://schemas.microsoft.com/office/drawing/2014/main" id="{C5350C7E-16CE-C341-8351-C1500E39D548}"/>
                </a:ext>
              </a:extLst>
            </p:cNvPr>
            <p:cNvSpPr>
              <a:spLocks noChangeShapeType="1"/>
            </p:cNvSpPr>
            <p:nvPr/>
          </p:nvSpPr>
          <p:spPr bwMode="auto">
            <a:xfrm flipV="1">
              <a:off x="1018" y="1576"/>
              <a:ext cx="2" cy="702"/>
            </a:xfrm>
            <a:prstGeom prst="line">
              <a:avLst/>
            </a:prstGeom>
            <a:noFill/>
            <a:ln w="9525">
              <a:solidFill>
                <a:srgbClr val="000000"/>
              </a:solidFill>
              <a:round/>
              <a:headEnd type="triangle" w="med" len="me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229" name="Line 88">
              <a:extLst>
                <a:ext uri="{FF2B5EF4-FFF2-40B4-BE49-F238E27FC236}">
                  <a16:creationId xmlns:a16="http://schemas.microsoft.com/office/drawing/2014/main" id="{7383055F-34B4-384A-8524-0E5C772EB41F}"/>
                </a:ext>
              </a:extLst>
            </p:cNvPr>
            <p:cNvSpPr>
              <a:spLocks noChangeShapeType="1"/>
            </p:cNvSpPr>
            <p:nvPr/>
          </p:nvSpPr>
          <p:spPr bwMode="auto">
            <a:xfrm flipV="1">
              <a:off x="1106" y="1680"/>
              <a:ext cx="0" cy="598"/>
            </a:xfrm>
            <a:prstGeom prst="line">
              <a:avLst/>
            </a:prstGeom>
            <a:noFill/>
            <a:ln w="9525">
              <a:solidFill>
                <a:srgbClr val="000000"/>
              </a:solidFill>
              <a:round/>
              <a:headEnd type="triangle" w="med" len="me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230" name="Line 89">
              <a:extLst>
                <a:ext uri="{FF2B5EF4-FFF2-40B4-BE49-F238E27FC236}">
                  <a16:creationId xmlns:a16="http://schemas.microsoft.com/office/drawing/2014/main" id="{681D829B-43B8-1746-8FBA-1B62381E3113}"/>
                </a:ext>
              </a:extLst>
            </p:cNvPr>
            <p:cNvSpPr>
              <a:spLocks noChangeShapeType="1"/>
            </p:cNvSpPr>
            <p:nvPr/>
          </p:nvSpPr>
          <p:spPr bwMode="auto">
            <a:xfrm flipH="1" flipV="1">
              <a:off x="1276" y="1812"/>
              <a:ext cx="2" cy="470"/>
            </a:xfrm>
            <a:prstGeom prst="line">
              <a:avLst/>
            </a:prstGeom>
            <a:noFill/>
            <a:ln w="9525">
              <a:solidFill>
                <a:srgbClr val="000000"/>
              </a:solidFill>
              <a:round/>
              <a:headEnd type="triangle" w="med" len="me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231" name="Line 90">
              <a:extLst>
                <a:ext uri="{FF2B5EF4-FFF2-40B4-BE49-F238E27FC236}">
                  <a16:creationId xmlns:a16="http://schemas.microsoft.com/office/drawing/2014/main" id="{52C55227-72D6-FC49-8335-2193E937F169}"/>
                </a:ext>
              </a:extLst>
            </p:cNvPr>
            <p:cNvSpPr>
              <a:spLocks noChangeShapeType="1"/>
            </p:cNvSpPr>
            <p:nvPr/>
          </p:nvSpPr>
          <p:spPr bwMode="auto">
            <a:xfrm>
              <a:off x="1368" y="1924"/>
              <a:ext cx="2" cy="358"/>
            </a:xfrm>
            <a:prstGeom prst="line">
              <a:avLst/>
            </a:prstGeom>
            <a:noFill/>
            <a:ln w="9525">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grpSp>
      <p:grpSp>
        <p:nvGrpSpPr>
          <p:cNvPr id="140" name="Group 44">
            <a:extLst>
              <a:ext uri="{FF2B5EF4-FFF2-40B4-BE49-F238E27FC236}">
                <a16:creationId xmlns:a16="http://schemas.microsoft.com/office/drawing/2014/main" id="{BF422F91-ACCF-D044-A60B-0B40246D065D}"/>
              </a:ext>
            </a:extLst>
          </p:cNvPr>
          <p:cNvGrpSpPr>
            <a:grpSpLocks/>
          </p:cNvGrpSpPr>
          <p:nvPr/>
        </p:nvGrpSpPr>
        <p:grpSpPr bwMode="auto">
          <a:xfrm>
            <a:off x="8491273" y="4391325"/>
            <a:ext cx="1009650" cy="855028"/>
            <a:chOff x="-44" y="1473"/>
            <a:chExt cx="981" cy="1105"/>
          </a:xfrm>
        </p:grpSpPr>
        <p:pic>
          <p:nvPicPr>
            <p:cNvPr id="142" name="Picture 45" descr="desktop_computer_stylized_medium">
              <a:extLst>
                <a:ext uri="{FF2B5EF4-FFF2-40B4-BE49-F238E27FC236}">
                  <a16:creationId xmlns:a16="http://schemas.microsoft.com/office/drawing/2014/main" id="{707FEFA6-A5DE-6840-9994-DC6AA79BA0D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43" name="Freeform 46">
              <a:extLst>
                <a:ext uri="{FF2B5EF4-FFF2-40B4-BE49-F238E27FC236}">
                  <a16:creationId xmlns:a16="http://schemas.microsoft.com/office/drawing/2014/main" id="{2330F56F-3837-6446-9F35-FB42B05CDD60}"/>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252" name="Rectangle 76">
            <a:extLst>
              <a:ext uri="{FF2B5EF4-FFF2-40B4-BE49-F238E27FC236}">
                <a16:creationId xmlns:a16="http://schemas.microsoft.com/office/drawing/2014/main" id="{A9A61F84-DCC9-0442-B3AD-28B3BF3DAA43}"/>
              </a:ext>
            </a:extLst>
          </p:cNvPr>
          <p:cNvSpPr>
            <a:spLocks noChangeArrowheads="1"/>
          </p:cNvSpPr>
          <p:nvPr/>
        </p:nvSpPr>
        <p:spPr bwMode="auto">
          <a:xfrm>
            <a:off x="1236521" y="1283045"/>
            <a:ext cx="10571166" cy="55086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231775" marR="0" lvl="0" indent="-231775" algn="l" defTabSz="914400" rtl="0" eaLnBrk="1" fontAlgn="auto" latinLnBrk="0" hangingPunct="1">
              <a:lnSpc>
                <a:spcPct val="85000"/>
              </a:lnSpc>
              <a:spcBef>
                <a:spcPct val="20000"/>
              </a:spcBef>
              <a:spcAft>
                <a:spcPts val="0"/>
              </a:spcAft>
              <a:buClr>
                <a:srgbClr val="000099"/>
              </a:buClr>
              <a:buSzPct val="100000"/>
              <a:buFont typeface="Wingdings" charset="2"/>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R determines outgoing interface, passes datagram with IP source A, destination B to link layer </a:t>
            </a:r>
          </a:p>
        </p:txBody>
      </p:sp>
      <p:sp>
        <p:nvSpPr>
          <p:cNvPr id="253" name="Rectangle 77">
            <a:extLst>
              <a:ext uri="{FF2B5EF4-FFF2-40B4-BE49-F238E27FC236}">
                <a16:creationId xmlns:a16="http://schemas.microsoft.com/office/drawing/2014/main" id="{806738DB-9A7E-A345-80F1-AC4CD01DAC38}"/>
              </a:ext>
            </a:extLst>
          </p:cNvPr>
          <p:cNvSpPr>
            <a:spLocks noChangeArrowheads="1"/>
          </p:cNvSpPr>
          <p:nvPr/>
        </p:nvSpPr>
        <p:spPr bwMode="auto">
          <a:xfrm>
            <a:off x="1222717" y="1945029"/>
            <a:ext cx="10810254" cy="7223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231775" marR="0" lvl="0" indent="-231775" algn="l" defTabSz="914400" rtl="0" eaLnBrk="1" fontAlgn="auto" latinLnBrk="0" hangingPunct="1">
              <a:lnSpc>
                <a:spcPct val="85000"/>
              </a:lnSpc>
              <a:spcBef>
                <a:spcPct val="20000"/>
              </a:spcBef>
              <a:spcAft>
                <a:spcPts val="0"/>
              </a:spcAft>
              <a:buClr>
                <a:srgbClr val="000099"/>
              </a:buClr>
              <a:buSzPct val="100000"/>
              <a:buFont typeface="Wingdings" charset="2"/>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R creates link-layer frame containing A-to-B IP datagram. Frame destination address: B's MAC address</a:t>
            </a:r>
            <a:endPar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124" name="Group 100">
            <a:extLst>
              <a:ext uri="{FF2B5EF4-FFF2-40B4-BE49-F238E27FC236}">
                <a16:creationId xmlns:a16="http://schemas.microsoft.com/office/drawing/2014/main" id="{6FAC5503-9195-DF48-BF18-E7D249227C5B}"/>
              </a:ext>
            </a:extLst>
          </p:cNvPr>
          <p:cNvGrpSpPr>
            <a:grpSpLocks/>
          </p:cNvGrpSpPr>
          <p:nvPr/>
        </p:nvGrpSpPr>
        <p:grpSpPr bwMode="auto">
          <a:xfrm>
            <a:off x="5329167" y="3001010"/>
            <a:ext cx="836613" cy="2081213"/>
            <a:chOff x="2838" y="1545"/>
            <a:chExt cx="527" cy="1311"/>
          </a:xfrm>
        </p:grpSpPr>
        <p:sp>
          <p:nvSpPr>
            <p:cNvPr id="125" name="Freeform 93">
              <a:extLst>
                <a:ext uri="{FF2B5EF4-FFF2-40B4-BE49-F238E27FC236}">
                  <a16:creationId xmlns:a16="http://schemas.microsoft.com/office/drawing/2014/main" id="{9ADEE501-63F8-C84E-95DD-74C5774DAAFA}"/>
                </a:ext>
              </a:extLst>
            </p:cNvPr>
            <p:cNvSpPr>
              <a:spLocks/>
            </p:cNvSpPr>
            <p:nvPr/>
          </p:nvSpPr>
          <p:spPr bwMode="auto">
            <a:xfrm>
              <a:off x="2838" y="2342"/>
              <a:ext cx="527" cy="514"/>
            </a:xfrm>
            <a:custGeom>
              <a:avLst/>
              <a:gdLst>
                <a:gd name="T0" fmla="*/ 564 w 564"/>
                <a:gd name="T1" fmla="*/ 0 h 564"/>
                <a:gd name="T2" fmla="*/ 287 w 564"/>
                <a:gd name="T3" fmla="*/ 564 h 564"/>
                <a:gd name="T4" fmla="*/ 0 w 564"/>
                <a:gd name="T5" fmla="*/ 0 h 564"/>
                <a:gd name="T6" fmla="*/ 564 w 564"/>
                <a:gd name="T7" fmla="*/ 0 h 564"/>
                <a:gd name="T8" fmla="*/ 0 60000 65536"/>
                <a:gd name="T9" fmla="*/ 0 60000 65536"/>
                <a:gd name="T10" fmla="*/ 0 60000 65536"/>
                <a:gd name="T11" fmla="*/ 0 60000 65536"/>
                <a:gd name="connsiteX0" fmla="*/ 10000 w 10000"/>
                <a:gd name="connsiteY0" fmla="*/ 0 h 10486"/>
                <a:gd name="connsiteX1" fmla="*/ 5770 w 10000"/>
                <a:gd name="connsiteY1" fmla="*/ 10486 h 10486"/>
                <a:gd name="connsiteX2" fmla="*/ 0 w 10000"/>
                <a:gd name="connsiteY2" fmla="*/ 0 h 10486"/>
                <a:gd name="connsiteX3" fmla="*/ 10000 w 10000"/>
                <a:gd name="connsiteY3" fmla="*/ 0 h 10486"/>
                <a:gd name="connsiteX0" fmla="*/ 10000 w 10000"/>
                <a:gd name="connsiteY0" fmla="*/ 0 h 10486"/>
                <a:gd name="connsiteX1" fmla="*/ 5770 w 10000"/>
                <a:gd name="connsiteY1" fmla="*/ 10486 h 10486"/>
                <a:gd name="connsiteX2" fmla="*/ 2703 w 10000"/>
                <a:gd name="connsiteY2" fmla="*/ 5075 h 10486"/>
                <a:gd name="connsiteX3" fmla="*/ 0 w 10000"/>
                <a:gd name="connsiteY3" fmla="*/ 0 h 10486"/>
                <a:gd name="connsiteX4" fmla="*/ 10000 w 10000"/>
                <a:gd name="connsiteY4" fmla="*/ 0 h 10486"/>
                <a:gd name="connsiteX0" fmla="*/ 10000 w 10000"/>
                <a:gd name="connsiteY0" fmla="*/ 0 h 10720"/>
                <a:gd name="connsiteX1" fmla="*/ 5770 w 10000"/>
                <a:gd name="connsiteY1" fmla="*/ 10486 h 10720"/>
                <a:gd name="connsiteX2" fmla="*/ 563 w 10000"/>
                <a:gd name="connsiteY2" fmla="*/ 10720 h 10720"/>
                <a:gd name="connsiteX3" fmla="*/ 0 w 10000"/>
                <a:gd name="connsiteY3" fmla="*/ 0 h 10720"/>
                <a:gd name="connsiteX4" fmla="*/ 10000 w 10000"/>
                <a:gd name="connsiteY4" fmla="*/ 0 h 10720"/>
                <a:gd name="connsiteX0" fmla="*/ 10000 w 10000"/>
                <a:gd name="connsiteY0" fmla="*/ 0 h 10720"/>
                <a:gd name="connsiteX1" fmla="*/ 5770 w 10000"/>
                <a:gd name="connsiteY1" fmla="*/ 10486 h 10720"/>
                <a:gd name="connsiteX2" fmla="*/ 563 w 10000"/>
                <a:gd name="connsiteY2" fmla="*/ 10720 h 10720"/>
                <a:gd name="connsiteX3" fmla="*/ 0 w 10000"/>
                <a:gd name="connsiteY3" fmla="*/ 0 h 10720"/>
                <a:gd name="connsiteX4" fmla="*/ 10000 w 10000"/>
                <a:gd name="connsiteY4" fmla="*/ 0 h 10720"/>
                <a:gd name="connsiteX0" fmla="*/ 10000 w 10000"/>
                <a:gd name="connsiteY0" fmla="*/ 0 h 10489"/>
                <a:gd name="connsiteX1" fmla="*/ 5770 w 10000"/>
                <a:gd name="connsiteY1" fmla="*/ 10486 h 10489"/>
                <a:gd name="connsiteX2" fmla="*/ 271 w 10000"/>
                <a:gd name="connsiteY2" fmla="*/ 10331 h 10489"/>
                <a:gd name="connsiteX3" fmla="*/ 0 w 10000"/>
                <a:gd name="connsiteY3" fmla="*/ 0 h 10489"/>
                <a:gd name="connsiteX4" fmla="*/ 10000 w 10000"/>
                <a:gd name="connsiteY4" fmla="*/ 0 h 10489"/>
                <a:gd name="connsiteX0" fmla="*/ 10000 w 10000"/>
                <a:gd name="connsiteY0" fmla="*/ 0 h 10489"/>
                <a:gd name="connsiteX1" fmla="*/ 6548 w 10000"/>
                <a:gd name="connsiteY1" fmla="*/ 10486 h 10489"/>
                <a:gd name="connsiteX2" fmla="*/ 271 w 10000"/>
                <a:gd name="connsiteY2" fmla="*/ 10331 h 10489"/>
                <a:gd name="connsiteX3" fmla="*/ 0 w 10000"/>
                <a:gd name="connsiteY3" fmla="*/ 0 h 10489"/>
                <a:gd name="connsiteX4" fmla="*/ 10000 w 10000"/>
                <a:gd name="connsiteY4" fmla="*/ 0 h 10489"/>
                <a:gd name="connsiteX0" fmla="*/ 10000 w 10000"/>
                <a:gd name="connsiteY0" fmla="*/ 0 h 10492"/>
                <a:gd name="connsiteX1" fmla="*/ 6548 w 10000"/>
                <a:gd name="connsiteY1" fmla="*/ 10486 h 10492"/>
                <a:gd name="connsiteX2" fmla="*/ 271 w 10000"/>
                <a:gd name="connsiteY2" fmla="*/ 10331 h 10492"/>
                <a:gd name="connsiteX3" fmla="*/ 0 w 10000"/>
                <a:gd name="connsiteY3" fmla="*/ 0 h 10492"/>
                <a:gd name="connsiteX4" fmla="*/ 10000 w 10000"/>
                <a:gd name="connsiteY4" fmla="*/ 0 h 10492"/>
                <a:gd name="connsiteX0" fmla="*/ 9749 w 9749"/>
                <a:gd name="connsiteY0" fmla="*/ 0 h 10492"/>
                <a:gd name="connsiteX1" fmla="*/ 6297 w 9749"/>
                <a:gd name="connsiteY1" fmla="*/ 10486 h 10492"/>
                <a:gd name="connsiteX2" fmla="*/ 20 w 9749"/>
                <a:gd name="connsiteY2" fmla="*/ 10331 h 10492"/>
                <a:gd name="connsiteX3" fmla="*/ 916 w 9749"/>
                <a:gd name="connsiteY3" fmla="*/ 1363 h 10492"/>
                <a:gd name="connsiteX4" fmla="*/ 9749 w 9749"/>
                <a:gd name="connsiteY4" fmla="*/ 0 h 10492"/>
                <a:gd name="connsiteX0" fmla="*/ 9600 w 9600"/>
                <a:gd name="connsiteY0" fmla="*/ 372 h 8700"/>
                <a:gd name="connsiteX1" fmla="*/ 6458 w 9600"/>
                <a:gd name="connsiteY1" fmla="*/ 8695 h 8700"/>
                <a:gd name="connsiteX2" fmla="*/ 20 w 9600"/>
                <a:gd name="connsiteY2" fmla="*/ 8548 h 8700"/>
                <a:gd name="connsiteX3" fmla="*/ 939 w 9600"/>
                <a:gd name="connsiteY3" fmla="*/ 0 h 8700"/>
                <a:gd name="connsiteX4" fmla="*/ 9600 w 9600"/>
                <a:gd name="connsiteY4" fmla="*/ 372 h 8700"/>
                <a:gd name="connsiteX0" fmla="*/ 10000 w 10000"/>
                <a:gd name="connsiteY0" fmla="*/ 428 h 10000"/>
                <a:gd name="connsiteX1" fmla="*/ 6727 w 10000"/>
                <a:gd name="connsiteY1" fmla="*/ 9994 h 10000"/>
                <a:gd name="connsiteX2" fmla="*/ 21 w 10000"/>
                <a:gd name="connsiteY2" fmla="*/ 9825 h 10000"/>
                <a:gd name="connsiteX3" fmla="*/ 978 w 10000"/>
                <a:gd name="connsiteY3" fmla="*/ 0 h 10000"/>
                <a:gd name="connsiteX4" fmla="*/ 10000 w 10000"/>
                <a:gd name="connsiteY4" fmla="*/ 428 h 10000"/>
                <a:gd name="connsiteX0" fmla="*/ 9997 w 9997"/>
                <a:gd name="connsiteY0" fmla="*/ 428 h 10000"/>
                <a:gd name="connsiteX1" fmla="*/ 6724 w 9997"/>
                <a:gd name="connsiteY1" fmla="*/ 9994 h 10000"/>
                <a:gd name="connsiteX2" fmla="*/ 18 w 9997"/>
                <a:gd name="connsiteY2" fmla="*/ 9825 h 10000"/>
                <a:gd name="connsiteX3" fmla="*/ 975 w 9997"/>
                <a:gd name="connsiteY3" fmla="*/ 0 h 10000"/>
                <a:gd name="connsiteX4" fmla="*/ 9997 w 9997"/>
                <a:gd name="connsiteY4" fmla="*/ 428 h 10000"/>
                <a:gd name="connsiteX0" fmla="*/ 9982 w 9982"/>
                <a:gd name="connsiteY0" fmla="*/ 428 h 10000"/>
                <a:gd name="connsiteX1" fmla="*/ 6708 w 9982"/>
                <a:gd name="connsiteY1" fmla="*/ 9994 h 10000"/>
                <a:gd name="connsiteX2" fmla="*/ 0 w 9982"/>
                <a:gd name="connsiteY2" fmla="*/ 9825 h 10000"/>
                <a:gd name="connsiteX3" fmla="*/ 957 w 9982"/>
                <a:gd name="connsiteY3" fmla="*/ 0 h 10000"/>
                <a:gd name="connsiteX4" fmla="*/ 9982 w 9982"/>
                <a:gd name="connsiteY4" fmla="*/ 428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82" h="10000">
                  <a:moveTo>
                    <a:pt x="9982" y="428"/>
                  </a:moveTo>
                  <a:cubicBezTo>
                    <a:pt x="6708" y="5645"/>
                    <a:pt x="7799" y="6805"/>
                    <a:pt x="6708" y="9994"/>
                  </a:cubicBezTo>
                  <a:cubicBezTo>
                    <a:pt x="4852" y="10080"/>
                    <a:pt x="3414" y="9311"/>
                    <a:pt x="0" y="9825"/>
                  </a:cubicBezTo>
                  <a:cubicBezTo>
                    <a:pt x="1461" y="5697"/>
                    <a:pt x="1365" y="4235"/>
                    <a:pt x="957" y="0"/>
                  </a:cubicBezTo>
                  <a:lnTo>
                    <a:pt x="9982" y="428"/>
                  </a:lnTo>
                  <a:close/>
                </a:path>
              </a:pathLst>
            </a:custGeom>
            <a:gradFill rotWithShape="1">
              <a:gsLst>
                <a:gs pos="0">
                  <a:schemeClr val="bg1">
                    <a:lumMod val="75000"/>
                  </a:schemeClr>
                </a:gs>
                <a:gs pos="100000">
                  <a:schemeClr val="bg1">
                    <a:alpha val="72000"/>
                  </a:schemeClr>
                </a:gs>
              </a:gsLst>
              <a:lin ang="54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129" name="Rectangle 94">
              <a:extLst>
                <a:ext uri="{FF2B5EF4-FFF2-40B4-BE49-F238E27FC236}">
                  <a16:creationId xmlns:a16="http://schemas.microsoft.com/office/drawing/2014/main" id="{4A87A5E7-F047-7840-BBAF-012253EA528B}"/>
                </a:ext>
              </a:extLst>
            </p:cNvPr>
            <p:cNvSpPr>
              <a:spLocks noChangeArrowheads="1"/>
            </p:cNvSpPr>
            <p:nvPr/>
          </p:nvSpPr>
          <p:spPr bwMode="auto">
            <a:xfrm>
              <a:off x="2872" y="1877"/>
              <a:ext cx="493" cy="477"/>
            </a:xfrm>
            <a:prstGeom prst="rect">
              <a:avLst/>
            </a:prstGeom>
            <a:solidFill>
              <a:srgbClr val="FFFFFF"/>
            </a:solidFill>
            <a:ln w="9525">
              <a:solidFill>
                <a:srgbClr val="000000"/>
              </a:solidFill>
              <a:miter lim="800000"/>
              <a:headEnd/>
              <a:tailEnd/>
            </a:ln>
            <a:effectLst>
              <a:outerShdw blurRad="50800" dist="38100" dir="18900000" algn="bl" rotWithShape="0">
                <a:prstClr val="black">
                  <a:alpha val="40000"/>
                </a:prstClr>
              </a:outerShdw>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130" name="Text Box 95">
              <a:extLst>
                <a:ext uri="{FF2B5EF4-FFF2-40B4-BE49-F238E27FC236}">
                  <a16:creationId xmlns:a16="http://schemas.microsoft.com/office/drawing/2014/main" id="{6178E43E-D8F7-EC4A-AEDE-EC269AA14332}"/>
                </a:ext>
              </a:extLst>
            </p:cNvPr>
            <p:cNvSpPr txBox="1">
              <a:spLocks noChangeArrowheads="1"/>
            </p:cNvSpPr>
            <p:nvPr/>
          </p:nvSpPr>
          <p:spPr bwMode="auto">
            <a:xfrm>
              <a:off x="2941" y="1545"/>
              <a:ext cx="336" cy="82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Arial" charset="0"/>
                <a:ea typeface="ＭＳ Ｐゴシック" charset="0"/>
                <a:cs typeface="+mn-cs"/>
              </a:endParaRPr>
            </a:p>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Arial" charset="0"/>
                <a:ea typeface="ＭＳ Ｐゴシック" charset="0"/>
                <a:cs typeface="+mn-cs"/>
              </a:endParaRP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Arial" charset="0"/>
                  <a:ea typeface="ＭＳ Ｐゴシック" charset="0"/>
                  <a:cs typeface="+mn-cs"/>
                </a:rPr>
                <a:t>IP</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Arial" charset="0"/>
                  <a:ea typeface="ＭＳ Ｐゴシック" charset="0"/>
                  <a:cs typeface="+mn-cs"/>
                </a:rPr>
                <a:t>Eth</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Arial" charset="0"/>
                  <a:ea typeface="ＭＳ Ｐゴシック" charset="0"/>
                  <a:cs typeface="+mn-cs"/>
                </a:rPr>
                <a:t>Phy</a:t>
              </a:r>
            </a:p>
          </p:txBody>
        </p:sp>
        <p:sp>
          <p:nvSpPr>
            <p:cNvPr id="131" name="Line 98">
              <a:extLst>
                <a:ext uri="{FF2B5EF4-FFF2-40B4-BE49-F238E27FC236}">
                  <a16:creationId xmlns:a16="http://schemas.microsoft.com/office/drawing/2014/main" id="{981CF2C0-D84F-EE42-A47F-A00DF699C80D}"/>
                </a:ext>
              </a:extLst>
            </p:cNvPr>
            <p:cNvSpPr>
              <a:spLocks noChangeShapeType="1"/>
            </p:cNvSpPr>
            <p:nvPr/>
          </p:nvSpPr>
          <p:spPr bwMode="auto">
            <a:xfrm>
              <a:off x="2868" y="2039"/>
              <a:ext cx="489" cy="0"/>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132" name="Line 99">
              <a:extLst>
                <a:ext uri="{FF2B5EF4-FFF2-40B4-BE49-F238E27FC236}">
                  <a16:creationId xmlns:a16="http://schemas.microsoft.com/office/drawing/2014/main" id="{1CF9F5A6-31A7-6E4D-B8BD-A18B5282DB8B}"/>
                </a:ext>
              </a:extLst>
            </p:cNvPr>
            <p:cNvSpPr>
              <a:spLocks noChangeShapeType="1"/>
            </p:cNvSpPr>
            <p:nvPr/>
          </p:nvSpPr>
          <p:spPr bwMode="auto">
            <a:xfrm>
              <a:off x="2865" y="2198"/>
              <a:ext cx="489" cy="0"/>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grpSp>
    </p:spTree>
    <p:extLst>
      <p:ext uri="{BB962C8B-B14F-4D97-AF65-F5344CB8AC3E}">
        <p14:creationId xmlns:p14="http://schemas.microsoft.com/office/powerpoint/2010/main" val="12176339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15"/>
                                        </p:tgtEl>
                                        <p:attrNameLst>
                                          <p:attrName>style.visibility</p:attrName>
                                        </p:attrNameLst>
                                      </p:cBhvr>
                                      <p:to>
                                        <p:strVal val="visible"/>
                                      </p:to>
                                    </p:set>
                                    <p:animEffect transition="in" filter="wipe(up)">
                                      <p:cBhvr>
                                        <p:cTn id="7" dur="1000"/>
                                        <p:tgtEl>
                                          <p:spTgt spid="215"/>
                                        </p:tgtEl>
                                      </p:cBhvr>
                                    </p:animEffect>
                                  </p:childTnLst>
                                </p:cTn>
                              </p:par>
                              <p:par>
                                <p:cTn id="8" presetID="9" presetClass="exit" presetSubtype="0" fill="hold" nodeType="withEffect">
                                  <p:stCondLst>
                                    <p:cond delay="0"/>
                                  </p:stCondLst>
                                  <p:childTnLst>
                                    <p:animEffect transition="out" filter="dissolve">
                                      <p:cBhvr>
                                        <p:cTn id="9" dur="500"/>
                                        <p:tgtEl>
                                          <p:spTgt spid="222"/>
                                        </p:tgtEl>
                                      </p:cBhvr>
                                    </p:animEffect>
                                    <p:set>
                                      <p:cBhvr>
                                        <p:cTn id="10" dur="1" fill="hold">
                                          <p:stCondLst>
                                            <p:cond delay="499"/>
                                          </p:stCondLst>
                                        </p:cTn>
                                        <p:tgtEl>
                                          <p:spTgt spid="222"/>
                                        </p:tgtEl>
                                        <p:attrNameLst>
                                          <p:attrName>style.visibility</p:attrName>
                                        </p:attrNameLst>
                                      </p:cBhvr>
                                      <p:to>
                                        <p:strVal val="hidden"/>
                                      </p:to>
                                    </p:set>
                                  </p:childTnLst>
                                </p:cTn>
                              </p:par>
                              <p:par>
                                <p:cTn id="11" presetID="9" presetClass="entr" presetSubtype="0" fill="hold" nodeType="withEffect">
                                  <p:stCondLst>
                                    <p:cond delay="0"/>
                                  </p:stCondLst>
                                  <p:childTnLst>
                                    <p:set>
                                      <p:cBhvr>
                                        <p:cTn id="12" dur="1" fill="hold">
                                          <p:stCondLst>
                                            <p:cond delay="0"/>
                                          </p:stCondLst>
                                        </p:cTn>
                                        <p:tgtEl>
                                          <p:spTgt spid="225"/>
                                        </p:tgtEl>
                                        <p:attrNameLst>
                                          <p:attrName>style.visibility</p:attrName>
                                        </p:attrNameLst>
                                      </p:cBhvr>
                                      <p:to>
                                        <p:strVal val="visible"/>
                                      </p:to>
                                    </p:set>
                                    <p:animEffect transition="in" filter="dissolve">
                                      <p:cBhvr>
                                        <p:cTn id="13" dur="500"/>
                                        <p:tgtEl>
                                          <p:spTgt spid="225"/>
                                        </p:tgtEl>
                                      </p:cBhvr>
                                    </p:animEffect>
                                  </p:childTnLst>
                                </p:cTn>
                              </p:par>
                              <p:par>
                                <p:cTn id="14" presetID="1" presetClass="entr" presetSubtype="0" fill="hold" grpId="0" nodeType="withEffect">
                                  <p:stCondLst>
                                    <p:cond delay="0"/>
                                  </p:stCondLst>
                                  <p:childTnLst>
                                    <p:set>
                                      <p:cBhvr>
                                        <p:cTn id="15" dur="1" fill="hold">
                                          <p:stCondLst>
                                            <p:cond delay="0"/>
                                          </p:stCondLst>
                                        </p:cTn>
                                        <p:tgtEl>
                                          <p:spTgt spid="252"/>
                                        </p:tgtEl>
                                        <p:attrNameLst>
                                          <p:attrName>style.visibility</p:attrName>
                                        </p:attrNameLst>
                                      </p:cBhvr>
                                      <p:to>
                                        <p:strVal val="visible"/>
                                      </p:to>
                                    </p:set>
                                  </p:childTnLst>
                                </p:cTn>
                              </p:par>
                            </p:childTnLst>
                          </p:cTn>
                        </p:par>
                        <p:par>
                          <p:cTn id="16" fill="hold">
                            <p:stCondLst>
                              <p:cond delay="1000"/>
                            </p:stCondLst>
                            <p:childTnLst>
                              <p:par>
                                <p:cTn id="17" presetID="1" presetClass="entr" presetSubtype="0" fill="hold" grpId="0" nodeType="afterEffect">
                                  <p:stCondLst>
                                    <p:cond delay="0"/>
                                  </p:stCondLst>
                                  <p:childTnLst>
                                    <p:set>
                                      <p:cBhvr>
                                        <p:cTn id="18" dur="1" fill="hold">
                                          <p:stCondLst>
                                            <p:cond delay="0"/>
                                          </p:stCondLst>
                                        </p:cTn>
                                        <p:tgtEl>
                                          <p:spTgt spid="253"/>
                                        </p:tgtEl>
                                        <p:attrNameLst>
                                          <p:attrName>style.visibility</p:attrName>
                                        </p:attrNameLst>
                                      </p:cBhvr>
                                      <p:to>
                                        <p:strVal val="visible"/>
                                      </p:to>
                                    </p:set>
                                  </p:childTnLst>
                                </p:cTn>
                              </p:par>
                            </p:childTnLst>
                          </p:cTn>
                        </p:par>
                        <p:par>
                          <p:cTn id="19" fill="hold">
                            <p:stCondLst>
                              <p:cond delay="1000"/>
                            </p:stCondLst>
                            <p:childTnLst>
                              <p:par>
                                <p:cTn id="20" presetID="9" presetClass="exit" presetSubtype="0" fill="hold" grpId="1" nodeType="afterEffect">
                                  <p:stCondLst>
                                    <p:cond delay="0"/>
                                  </p:stCondLst>
                                  <p:childTnLst>
                                    <p:animEffect transition="out" filter="dissolve">
                                      <p:cBhvr>
                                        <p:cTn id="21" dur="500"/>
                                        <p:tgtEl>
                                          <p:spTgt spid="215"/>
                                        </p:tgtEl>
                                      </p:cBhvr>
                                    </p:animEffect>
                                    <p:set>
                                      <p:cBhvr>
                                        <p:cTn id="22" dur="1" fill="hold">
                                          <p:stCondLst>
                                            <p:cond delay="499"/>
                                          </p:stCondLst>
                                        </p:cTn>
                                        <p:tgtEl>
                                          <p:spTgt spid="215"/>
                                        </p:tgtEl>
                                        <p:attrNameLst>
                                          <p:attrName>style.visibility</p:attrName>
                                        </p:attrNameLst>
                                      </p:cBhvr>
                                      <p:to>
                                        <p:strVal val="hidden"/>
                                      </p:to>
                                    </p:set>
                                  </p:childTnLst>
                                </p:cTn>
                              </p:par>
                              <p:par>
                                <p:cTn id="23" presetID="9" presetClass="exit" presetSubtype="0" fill="hold" nodeType="withEffect">
                                  <p:stCondLst>
                                    <p:cond delay="0"/>
                                  </p:stCondLst>
                                  <p:childTnLst>
                                    <p:animEffect transition="out" filter="dissolve">
                                      <p:cBhvr>
                                        <p:cTn id="24" dur="500"/>
                                        <p:tgtEl>
                                          <p:spTgt spid="217"/>
                                        </p:tgtEl>
                                      </p:cBhvr>
                                    </p:animEffect>
                                    <p:set>
                                      <p:cBhvr>
                                        <p:cTn id="25" dur="1" fill="hold">
                                          <p:stCondLst>
                                            <p:cond delay="499"/>
                                          </p:stCondLst>
                                        </p:cTn>
                                        <p:tgtEl>
                                          <p:spTgt spid="21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 grpId="0" animBg="1"/>
      <p:bldP spid="215" grpId="1" animBg="1"/>
      <p:bldP spid="252" grpId="0"/>
      <p:bldP spid="253"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800100" y="349426"/>
            <a:ext cx="10515600" cy="894622"/>
          </a:xfrm>
        </p:spPr>
        <p:txBody>
          <a:bodyPr>
            <a:normAutofit/>
          </a:bodyPr>
          <a:lstStyle/>
          <a:p>
            <a:r>
              <a:rPr lang="en-US" b="0" kern="0" dirty="0">
                <a:solidFill>
                  <a:srgbClr val="000099"/>
                </a:solidFill>
                <a:latin typeface="+mn-lt"/>
                <a:ea typeface="ＭＳ Ｐゴシック" charset="0"/>
              </a:rPr>
              <a:t>Routing to another subnet: addressing</a:t>
            </a:r>
            <a:endParaRPr lang="en-US" sz="4400" b="0" dirty="0">
              <a:latin typeface="+mn-lt"/>
            </a:endParaRPr>
          </a:p>
        </p:txBody>
      </p:sp>
      <p:sp>
        <p:nvSpPr>
          <p:cNvPr id="439" name="Slide Number Placeholder 4">
            <a:extLst>
              <a:ext uri="{FF2B5EF4-FFF2-40B4-BE49-F238E27FC236}">
                <a16:creationId xmlns:a16="http://schemas.microsoft.com/office/drawing/2014/main" id="{C87F3257-E91D-E144-BA13-B0DD96B23FDC}"/>
              </a:ext>
            </a:extLst>
          </p:cNvPr>
          <p:cNvSpPr>
            <a:spLocks noGrp="1"/>
          </p:cNvSpPr>
          <p:nvPr>
            <p:ph type="sldNum" sz="quarter" idx="4"/>
          </p:nvPr>
        </p:nvSpPr>
        <p:spPr>
          <a:xfrm>
            <a:off x="9219616" y="6443089"/>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rPr>
              <a:t>Link Layer: 6-</a:t>
            </a:r>
            <a:fld id="{C4204591-24BD-A542-B9D5-F8D8A88D2FEE}" type="slidenum">
              <a:rPr kumimoji="0" lang="en-US" sz="1100" b="0" i="0" u="none" strike="noStrike" kern="1200" cap="none" spc="0" normalizeH="0" baseline="0" noProof="0" smtClean="0">
                <a:ln>
                  <a:noFill/>
                </a:ln>
                <a:solidFill>
                  <a:prstClr val="white">
                    <a:lumMod val="50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US" sz="11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endParaRPr>
          </a:p>
        </p:txBody>
      </p:sp>
      <p:cxnSp>
        <p:nvCxnSpPr>
          <p:cNvPr id="11" name="Straight Connector 10">
            <a:extLst>
              <a:ext uri="{FF2B5EF4-FFF2-40B4-BE49-F238E27FC236}">
                <a16:creationId xmlns:a16="http://schemas.microsoft.com/office/drawing/2014/main" id="{0CFFE62D-54D4-2E4A-9F56-42AF465143DE}"/>
              </a:ext>
            </a:extLst>
          </p:cNvPr>
          <p:cNvCxnSpPr/>
          <p:nvPr/>
        </p:nvCxnSpPr>
        <p:spPr>
          <a:xfrm>
            <a:off x="4293702" y="5340624"/>
            <a:ext cx="3233531"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91" name="Text Box 4">
            <a:extLst>
              <a:ext uri="{FF2B5EF4-FFF2-40B4-BE49-F238E27FC236}">
                <a16:creationId xmlns:a16="http://schemas.microsoft.com/office/drawing/2014/main" id="{2D2C1B49-6D05-3245-A14C-49597506C649}"/>
              </a:ext>
            </a:extLst>
          </p:cNvPr>
          <p:cNvSpPr txBox="1">
            <a:spLocks noChangeArrowheads="1"/>
          </p:cNvSpPr>
          <p:nvPr/>
        </p:nvSpPr>
        <p:spPr bwMode="auto">
          <a:xfrm>
            <a:off x="5496545" y="4606786"/>
            <a:ext cx="380232" cy="523220"/>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sz="2800" b="0" i="0" u="none" strike="noStrike" kern="1200" cap="none" spc="0" normalizeH="0" baseline="0" noProof="0" dirty="0">
                <a:ln>
                  <a:noFill/>
                </a:ln>
                <a:solidFill>
                  <a:srgbClr val="0000A8"/>
                </a:solidFill>
                <a:effectLst/>
                <a:uLnTx/>
                <a:uFillTx/>
                <a:latin typeface="Calibri" panose="020F0502020204030204"/>
                <a:ea typeface="+mn-ea"/>
                <a:cs typeface="+mn-cs"/>
              </a:rPr>
              <a:t>R</a:t>
            </a:r>
            <a:endParaRPr kumimoji="0" lang="en-US" sz="2000" b="0" i="0" u="none" strike="noStrike" kern="1200" cap="none" spc="0" normalizeH="0" baseline="0" noProof="0" dirty="0">
              <a:ln>
                <a:noFill/>
              </a:ln>
              <a:solidFill>
                <a:srgbClr val="0000A8"/>
              </a:solidFill>
              <a:effectLst/>
              <a:uLnTx/>
              <a:uFillTx/>
              <a:latin typeface="Calibri" panose="020F0502020204030204"/>
              <a:ea typeface="+mn-ea"/>
              <a:cs typeface="+mn-cs"/>
            </a:endParaRPr>
          </a:p>
        </p:txBody>
      </p:sp>
      <p:sp>
        <p:nvSpPr>
          <p:cNvPr id="92" name="Text Box 21">
            <a:extLst>
              <a:ext uri="{FF2B5EF4-FFF2-40B4-BE49-F238E27FC236}">
                <a16:creationId xmlns:a16="http://schemas.microsoft.com/office/drawing/2014/main" id="{8E9F58B9-C012-7C42-9622-7098AAF9C744}"/>
              </a:ext>
            </a:extLst>
          </p:cNvPr>
          <p:cNvSpPr txBox="1">
            <a:spLocks noChangeArrowheads="1"/>
          </p:cNvSpPr>
          <p:nvPr/>
        </p:nvSpPr>
        <p:spPr bwMode="auto">
          <a:xfrm>
            <a:off x="5140945" y="5749508"/>
            <a:ext cx="1585947" cy="30777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1A-23-F9-CD-06-9B</a:t>
            </a:r>
          </a:p>
        </p:txBody>
      </p:sp>
      <p:sp>
        <p:nvSpPr>
          <p:cNvPr id="93" name="Text Box 22">
            <a:extLst>
              <a:ext uri="{FF2B5EF4-FFF2-40B4-BE49-F238E27FC236}">
                <a16:creationId xmlns:a16="http://schemas.microsoft.com/office/drawing/2014/main" id="{D3BC78DD-68E2-3F42-A025-894036CA69F8}"/>
              </a:ext>
            </a:extLst>
          </p:cNvPr>
          <p:cNvSpPr txBox="1">
            <a:spLocks noChangeArrowheads="1"/>
          </p:cNvSpPr>
          <p:nvPr/>
        </p:nvSpPr>
        <p:spPr bwMode="auto">
          <a:xfrm>
            <a:off x="5288582" y="5576471"/>
            <a:ext cx="1415772" cy="30777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222.222.222.220</a:t>
            </a:r>
          </a:p>
        </p:txBody>
      </p:sp>
      <p:grpSp>
        <p:nvGrpSpPr>
          <p:cNvPr id="94" name="Group 23">
            <a:extLst>
              <a:ext uri="{FF2B5EF4-FFF2-40B4-BE49-F238E27FC236}">
                <a16:creationId xmlns:a16="http://schemas.microsoft.com/office/drawing/2014/main" id="{026701D5-9E9E-EF42-B7AA-972F210D71D9}"/>
              </a:ext>
            </a:extLst>
          </p:cNvPr>
          <p:cNvGrpSpPr>
            <a:grpSpLocks/>
          </p:cNvGrpSpPr>
          <p:nvPr/>
        </p:nvGrpSpPr>
        <p:grpSpPr bwMode="auto">
          <a:xfrm>
            <a:off x="3992226" y="6027746"/>
            <a:ext cx="1573213" cy="482601"/>
            <a:chOff x="1934" y="2405"/>
            <a:chExt cx="991" cy="304"/>
          </a:xfrm>
        </p:grpSpPr>
        <p:sp>
          <p:nvSpPr>
            <p:cNvPr id="146" name="Text Box 24">
              <a:extLst>
                <a:ext uri="{FF2B5EF4-FFF2-40B4-BE49-F238E27FC236}">
                  <a16:creationId xmlns:a16="http://schemas.microsoft.com/office/drawing/2014/main" id="{D19F6EF2-3DED-734B-B3EA-8B5850BFD7DC}"/>
                </a:ext>
              </a:extLst>
            </p:cNvPr>
            <p:cNvSpPr txBox="1">
              <a:spLocks noChangeArrowheads="1"/>
            </p:cNvSpPr>
            <p:nvPr/>
          </p:nvSpPr>
          <p:spPr bwMode="auto">
            <a:xfrm>
              <a:off x="1934" y="2405"/>
              <a:ext cx="892" cy="19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111.111.111.110</a:t>
              </a:r>
            </a:p>
          </p:txBody>
        </p:sp>
        <p:sp>
          <p:nvSpPr>
            <p:cNvPr id="147" name="Text Box 25">
              <a:extLst>
                <a:ext uri="{FF2B5EF4-FFF2-40B4-BE49-F238E27FC236}">
                  <a16:creationId xmlns:a16="http://schemas.microsoft.com/office/drawing/2014/main" id="{E60F6762-DC3F-2E40-B567-43C8BBD1B182}"/>
                </a:ext>
              </a:extLst>
            </p:cNvPr>
            <p:cNvSpPr txBox="1">
              <a:spLocks noChangeArrowheads="1"/>
            </p:cNvSpPr>
            <p:nvPr/>
          </p:nvSpPr>
          <p:spPr bwMode="auto">
            <a:xfrm>
              <a:off x="1938" y="2515"/>
              <a:ext cx="987" cy="19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E6-E9-00-17-BB-4B</a:t>
              </a:r>
            </a:p>
          </p:txBody>
        </p:sp>
      </p:grpSp>
      <p:sp>
        <p:nvSpPr>
          <p:cNvPr id="99" name="Text Box 26">
            <a:extLst>
              <a:ext uri="{FF2B5EF4-FFF2-40B4-BE49-F238E27FC236}">
                <a16:creationId xmlns:a16="http://schemas.microsoft.com/office/drawing/2014/main" id="{EB7AD1CB-7395-4048-94BA-078B6760194C}"/>
              </a:ext>
            </a:extLst>
          </p:cNvPr>
          <p:cNvSpPr txBox="1">
            <a:spLocks noChangeArrowheads="1"/>
          </p:cNvSpPr>
          <p:nvPr/>
        </p:nvSpPr>
        <p:spPr bwMode="auto">
          <a:xfrm>
            <a:off x="1983382" y="6174597"/>
            <a:ext cx="1634615" cy="30777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CC-49-DE-D0-AB-7D</a:t>
            </a:r>
          </a:p>
        </p:txBody>
      </p:sp>
      <p:sp>
        <p:nvSpPr>
          <p:cNvPr id="100" name="Text Box 27">
            <a:extLst>
              <a:ext uri="{FF2B5EF4-FFF2-40B4-BE49-F238E27FC236}">
                <a16:creationId xmlns:a16="http://schemas.microsoft.com/office/drawing/2014/main" id="{883C22D8-5EE5-FD4B-A6BF-961F094C9520}"/>
              </a:ext>
            </a:extLst>
          </p:cNvPr>
          <p:cNvSpPr txBox="1">
            <a:spLocks noChangeArrowheads="1"/>
          </p:cNvSpPr>
          <p:nvPr/>
        </p:nvSpPr>
        <p:spPr bwMode="auto">
          <a:xfrm>
            <a:off x="2183407" y="5985684"/>
            <a:ext cx="1415772" cy="30777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111.111.111.112</a:t>
            </a:r>
          </a:p>
        </p:txBody>
      </p:sp>
      <p:sp>
        <p:nvSpPr>
          <p:cNvPr id="101" name="Text Box 30">
            <a:extLst>
              <a:ext uri="{FF2B5EF4-FFF2-40B4-BE49-F238E27FC236}">
                <a16:creationId xmlns:a16="http://schemas.microsoft.com/office/drawing/2014/main" id="{F0A4A6D6-07D6-9540-9E22-87082344B6CE}"/>
              </a:ext>
            </a:extLst>
          </p:cNvPr>
          <p:cNvSpPr txBox="1">
            <a:spLocks noChangeArrowheads="1"/>
          </p:cNvSpPr>
          <p:nvPr/>
        </p:nvSpPr>
        <p:spPr bwMode="auto">
          <a:xfrm>
            <a:off x="1901438" y="5007006"/>
            <a:ext cx="1415772" cy="30777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111.111.111.111</a:t>
            </a:r>
          </a:p>
        </p:txBody>
      </p:sp>
      <p:sp>
        <p:nvSpPr>
          <p:cNvPr id="102" name="Text Box 33">
            <a:extLst>
              <a:ext uri="{FF2B5EF4-FFF2-40B4-BE49-F238E27FC236}">
                <a16:creationId xmlns:a16="http://schemas.microsoft.com/office/drawing/2014/main" id="{98DB423A-5D18-F545-A673-502329AD2A00}"/>
              </a:ext>
            </a:extLst>
          </p:cNvPr>
          <p:cNvSpPr txBox="1">
            <a:spLocks noChangeArrowheads="1"/>
          </p:cNvSpPr>
          <p:nvPr/>
        </p:nvSpPr>
        <p:spPr bwMode="auto">
          <a:xfrm>
            <a:off x="1799535" y="5196273"/>
            <a:ext cx="1535998" cy="30777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74-29-9C-E8-FF-55</a:t>
            </a:r>
          </a:p>
        </p:txBody>
      </p:sp>
      <p:sp>
        <p:nvSpPr>
          <p:cNvPr id="103" name="Freeform 39">
            <a:extLst>
              <a:ext uri="{FF2B5EF4-FFF2-40B4-BE49-F238E27FC236}">
                <a16:creationId xmlns:a16="http://schemas.microsoft.com/office/drawing/2014/main" id="{B2706607-111C-5245-B2CF-A17D7724FFA8}"/>
              </a:ext>
            </a:extLst>
          </p:cNvPr>
          <p:cNvSpPr>
            <a:spLocks/>
          </p:cNvSpPr>
          <p:nvPr/>
        </p:nvSpPr>
        <p:spPr bwMode="auto">
          <a:xfrm>
            <a:off x="3637582" y="4808121"/>
            <a:ext cx="839788" cy="1069975"/>
          </a:xfrm>
          <a:custGeom>
            <a:avLst/>
            <a:gdLst>
              <a:gd name="T0" fmla="*/ 2147483647 w 1005"/>
              <a:gd name="T1" fmla="*/ 2147483647 h 996"/>
              <a:gd name="T2" fmla="*/ 2147483647 w 1005"/>
              <a:gd name="T3" fmla="*/ 2147483647 h 996"/>
              <a:gd name="T4" fmla="*/ 2147483647 w 1005"/>
              <a:gd name="T5" fmla="*/ 2147483647 h 996"/>
              <a:gd name="T6" fmla="*/ 2147483647 w 1005"/>
              <a:gd name="T7" fmla="*/ 2147483647 h 996"/>
              <a:gd name="T8" fmla="*/ 2147483647 w 1005"/>
              <a:gd name="T9" fmla="*/ 2147483647 h 996"/>
              <a:gd name="T10" fmla="*/ 2147483647 w 1005"/>
              <a:gd name="T11" fmla="*/ 2147483647 h 996"/>
              <a:gd name="T12" fmla="*/ 2147483647 w 1005"/>
              <a:gd name="T13" fmla="*/ 2147483647 h 996"/>
              <a:gd name="T14" fmla="*/ 2147483647 w 1005"/>
              <a:gd name="T15" fmla="*/ 2147483647 h 996"/>
              <a:gd name="T16" fmla="*/ 2147483647 w 1005"/>
              <a:gd name="T17" fmla="*/ 2147483647 h 996"/>
              <a:gd name="T18" fmla="*/ 2147483647 w 1005"/>
              <a:gd name="T19" fmla="*/ 2147483647 h 996"/>
              <a:gd name="T20" fmla="*/ 2147483647 w 1005"/>
              <a:gd name="T21" fmla="*/ 2147483647 h 996"/>
              <a:gd name="T22" fmla="*/ 2147483647 w 1005"/>
              <a:gd name="T23" fmla="*/ 2147483647 h 996"/>
              <a:gd name="T24" fmla="*/ 2147483647 w 1005"/>
              <a:gd name="T25" fmla="*/ 2147483647 h 99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005" h="996">
                <a:moveTo>
                  <a:pt x="307" y="83"/>
                </a:moveTo>
                <a:cubicBezTo>
                  <a:pt x="218" y="117"/>
                  <a:pt x="182" y="156"/>
                  <a:pt x="134" y="227"/>
                </a:cubicBezTo>
                <a:cubicBezTo>
                  <a:pt x="86" y="298"/>
                  <a:pt x="38" y="426"/>
                  <a:pt x="19" y="507"/>
                </a:cubicBezTo>
                <a:cubicBezTo>
                  <a:pt x="0" y="588"/>
                  <a:pt x="8" y="648"/>
                  <a:pt x="19" y="716"/>
                </a:cubicBezTo>
                <a:cubicBezTo>
                  <a:pt x="30" y="784"/>
                  <a:pt x="54" y="873"/>
                  <a:pt x="84" y="918"/>
                </a:cubicBezTo>
                <a:cubicBezTo>
                  <a:pt x="114" y="963"/>
                  <a:pt x="148" y="984"/>
                  <a:pt x="199" y="990"/>
                </a:cubicBezTo>
                <a:cubicBezTo>
                  <a:pt x="250" y="996"/>
                  <a:pt x="310" y="961"/>
                  <a:pt x="393" y="954"/>
                </a:cubicBezTo>
                <a:cubicBezTo>
                  <a:pt x="476" y="947"/>
                  <a:pt x="614" y="967"/>
                  <a:pt x="696" y="947"/>
                </a:cubicBezTo>
                <a:cubicBezTo>
                  <a:pt x="778" y="927"/>
                  <a:pt x="833" y="898"/>
                  <a:pt x="883" y="831"/>
                </a:cubicBezTo>
                <a:cubicBezTo>
                  <a:pt x="933" y="764"/>
                  <a:pt x="991" y="644"/>
                  <a:pt x="998" y="543"/>
                </a:cubicBezTo>
                <a:cubicBezTo>
                  <a:pt x="1005" y="442"/>
                  <a:pt x="981" y="313"/>
                  <a:pt x="926" y="227"/>
                </a:cubicBezTo>
                <a:cubicBezTo>
                  <a:pt x="871" y="141"/>
                  <a:pt x="768" y="50"/>
                  <a:pt x="667" y="25"/>
                </a:cubicBezTo>
                <a:cubicBezTo>
                  <a:pt x="566" y="0"/>
                  <a:pt x="396" y="49"/>
                  <a:pt x="307" y="83"/>
                </a:cubicBezTo>
                <a:close/>
              </a:path>
            </a:pathLst>
          </a:custGeom>
          <a:solidFill>
            <a:srgbClr val="9CE0FA"/>
          </a:solidFill>
          <a:ln w="9525" cap="flat" cmpd="sng">
            <a:noFill/>
            <a:prstDash val="solid"/>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4" name="Line 40">
            <a:extLst>
              <a:ext uri="{FF2B5EF4-FFF2-40B4-BE49-F238E27FC236}">
                <a16:creationId xmlns:a16="http://schemas.microsoft.com/office/drawing/2014/main" id="{28F869C4-D67B-E043-97EC-60E9EE422E8C}"/>
              </a:ext>
            </a:extLst>
          </p:cNvPr>
          <p:cNvSpPr>
            <a:spLocks noChangeShapeType="1"/>
          </p:cNvSpPr>
          <p:nvPr/>
        </p:nvSpPr>
        <p:spPr bwMode="auto">
          <a:xfrm>
            <a:off x="3334370" y="4787483"/>
            <a:ext cx="438150" cy="230188"/>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5" name="Line 41">
            <a:extLst>
              <a:ext uri="{FF2B5EF4-FFF2-40B4-BE49-F238E27FC236}">
                <a16:creationId xmlns:a16="http://schemas.microsoft.com/office/drawing/2014/main" id="{F58EADC2-5F53-3341-BAA6-DBF970DD75E5}"/>
              </a:ext>
            </a:extLst>
          </p:cNvPr>
          <p:cNvSpPr>
            <a:spLocks noChangeShapeType="1"/>
          </p:cNvSpPr>
          <p:nvPr/>
        </p:nvSpPr>
        <p:spPr bwMode="auto">
          <a:xfrm flipV="1">
            <a:off x="3406935" y="5732045"/>
            <a:ext cx="283036" cy="54447"/>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7" name="Line 44">
            <a:extLst>
              <a:ext uri="{FF2B5EF4-FFF2-40B4-BE49-F238E27FC236}">
                <a16:creationId xmlns:a16="http://schemas.microsoft.com/office/drawing/2014/main" id="{9DEB43AB-0452-E74B-A267-354DF376C2C7}"/>
              </a:ext>
            </a:extLst>
          </p:cNvPr>
          <p:cNvSpPr>
            <a:spLocks noChangeShapeType="1"/>
          </p:cNvSpPr>
          <p:nvPr/>
        </p:nvSpPr>
        <p:spPr bwMode="auto">
          <a:xfrm flipV="1">
            <a:off x="3342282" y="5842809"/>
            <a:ext cx="0" cy="163513"/>
          </a:xfrm>
          <a:prstGeom prst="line">
            <a:avLst/>
          </a:prstGeom>
          <a:noFill/>
          <a:ln w="9525">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8" name="Line 45">
            <a:extLst>
              <a:ext uri="{FF2B5EF4-FFF2-40B4-BE49-F238E27FC236}">
                <a16:creationId xmlns:a16="http://schemas.microsoft.com/office/drawing/2014/main" id="{FCE2A6D7-36B2-D94C-B589-354F8509B97B}"/>
              </a:ext>
            </a:extLst>
          </p:cNvPr>
          <p:cNvSpPr>
            <a:spLocks noChangeShapeType="1"/>
          </p:cNvSpPr>
          <p:nvPr/>
        </p:nvSpPr>
        <p:spPr bwMode="auto">
          <a:xfrm flipH="1" flipV="1">
            <a:off x="3248645" y="4860508"/>
            <a:ext cx="0" cy="248128"/>
          </a:xfrm>
          <a:prstGeom prst="line">
            <a:avLst/>
          </a:prstGeom>
          <a:noFill/>
          <a:ln w="9525">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9" name="Line 46">
            <a:extLst>
              <a:ext uri="{FF2B5EF4-FFF2-40B4-BE49-F238E27FC236}">
                <a16:creationId xmlns:a16="http://schemas.microsoft.com/office/drawing/2014/main" id="{34C788DF-A7C4-7C49-A6BA-645F989435A2}"/>
              </a:ext>
            </a:extLst>
          </p:cNvPr>
          <p:cNvSpPr>
            <a:spLocks noChangeShapeType="1"/>
          </p:cNvSpPr>
          <p:nvPr/>
        </p:nvSpPr>
        <p:spPr bwMode="auto">
          <a:xfrm>
            <a:off x="5018707" y="5427247"/>
            <a:ext cx="0" cy="620504"/>
          </a:xfrm>
          <a:prstGeom prst="line">
            <a:avLst/>
          </a:prstGeom>
          <a:noFill/>
          <a:ln w="9525">
            <a:solidFill>
              <a:schemeClr val="tx1"/>
            </a:solidFill>
            <a:round/>
            <a:headEnd type="triangle" w="med" len="me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0" name="Line 47">
            <a:extLst>
              <a:ext uri="{FF2B5EF4-FFF2-40B4-BE49-F238E27FC236}">
                <a16:creationId xmlns:a16="http://schemas.microsoft.com/office/drawing/2014/main" id="{74475E6E-D489-9D41-83DE-586A84785D27}"/>
              </a:ext>
            </a:extLst>
          </p:cNvPr>
          <p:cNvSpPr>
            <a:spLocks noChangeShapeType="1"/>
          </p:cNvSpPr>
          <p:nvPr/>
        </p:nvSpPr>
        <p:spPr bwMode="auto">
          <a:xfrm flipH="1" flipV="1">
            <a:off x="6207745" y="5417721"/>
            <a:ext cx="4762" cy="220662"/>
          </a:xfrm>
          <a:prstGeom prst="line">
            <a:avLst/>
          </a:prstGeom>
          <a:noFill/>
          <a:ln w="9525">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1" name="Text Box 58">
            <a:extLst>
              <a:ext uri="{FF2B5EF4-FFF2-40B4-BE49-F238E27FC236}">
                <a16:creationId xmlns:a16="http://schemas.microsoft.com/office/drawing/2014/main" id="{9ED91BB2-5CD2-AF4D-990D-A02134AFDF18}"/>
              </a:ext>
            </a:extLst>
          </p:cNvPr>
          <p:cNvSpPr txBox="1">
            <a:spLocks noChangeArrowheads="1"/>
          </p:cNvSpPr>
          <p:nvPr/>
        </p:nvSpPr>
        <p:spPr bwMode="auto">
          <a:xfrm>
            <a:off x="2243136" y="4315099"/>
            <a:ext cx="393056" cy="52322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0000A8"/>
                </a:solidFill>
                <a:effectLst/>
                <a:uLnTx/>
                <a:uFillTx/>
                <a:latin typeface="Calibri" panose="020F0502020204030204"/>
                <a:ea typeface="+mn-ea"/>
                <a:cs typeface="+mn-cs"/>
              </a:rPr>
              <a:t>A</a:t>
            </a:r>
          </a:p>
        </p:txBody>
      </p:sp>
      <p:grpSp>
        <p:nvGrpSpPr>
          <p:cNvPr id="113" name="Group 63">
            <a:extLst>
              <a:ext uri="{FF2B5EF4-FFF2-40B4-BE49-F238E27FC236}">
                <a16:creationId xmlns:a16="http://schemas.microsoft.com/office/drawing/2014/main" id="{28E44824-539C-9E48-97D4-38EC5EF1A87D}"/>
              </a:ext>
            </a:extLst>
          </p:cNvPr>
          <p:cNvGrpSpPr>
            <a:grpSpLocks/>
          </p:cNvGrpSpPr>
          <p:nvPr/>
        </p:nvGrpSpPr>
        <p:grpSpPr bwMode="auto">
          <a:xfrm>
            <a:off x="8615685" y="5148731"/>
            <a:ext cx="1616076" cy="495300"/>
            <a:chOff x="4351" y="2786"/>
            <a:chExt cx="1018" cy="312"/>
          </a:xfrm>
        </p:grpSpPr>
        <p:sp>
          <p:nvSpPr>
            <p:cNvPr id="144" name="Text Box 64">
              <a:extLst>
                <a:ext uri="{FF2B5EF4-FFF2-40B4-BE49-F238E27FC236}">
                  <a16:creationId xmlns:a16="http://schemas.microsoft.com/office/drawing/2014/main" id="{6F4DD6C5-5CCC-9A43-8DEF-22B166CC124F}"/>
                </a:ext>
              </a:extLst>
            </p:cNvPr>
            <p:cNvSpPr txBox="1">
              <a:spLocks noChangeArrowheads="1"/>
            </p:cNvSpPr>
            <p:nvPr/>
          </p:nvSpPr>
          <p:spPr bwMode="auto">
            <a:xfrm>
              <a:off x="4352" y="2786"/>
              <a:ext cx="892" cy="19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222.222.222.222</a:t>
              </a:r>
            </a:p>
          </p:txBody>
        </p:sp>
        <p:sp>
          <p:nvSpPr>
            <p:cNvPr id="145" name="Text Box 65">
              <a:extLst>
                <a:ext uri="{FF2B5EF4-FFF2-40B4-BE49-F238E27FC236}">
                  <a16:creationId xmlns:a16="http://schemas.microsoft.com/office/drawing/2014/main" id="{6E33AF33-87FC-744F-A61A-A574F7048B06}"/>
                </a:ext>
              </a:extLst>
            </p:cNvPr>
            <p:cNvSpPr txBox="1">
              <a:spLocks noChangeArrowheads="1"/>
            </p:cNvSpPr>
            <p:nvPr/>
          </p:nvSpPr>
          <p:spPr bwMode="auto">
            <a:xfrm>
              <a:off x="4351" y="2904"/>
              <a:ext cx="1018" cy="19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49-BD-D2-C7-56-2A</a:t>
              </a:r>
            </a:p>
          </p:txBody>
        </p:sp>
      </p:grpSp>
      <p:sp>
        <p:nvSpPr>
          <p:cNvPr id="114" name="Line 67">
            <a:extLst>
              <a:ext uri="{FF2B5EF4-FFF2-40B4-BE49-F238E27FC236}">
                <a16:creationId xmlns:a16="http://schemas.microsoft.com/office/drawing/2014/main" id="{351E9598-D6EF-0941-9E90-3FFDA09398B1}"/>
              </a:ext>
            </a:extLst>
          </p:cNvPr>
          <p:cNvSpPr>
            <a:spLocks noChangeShapeType="1"/>
          </p:cNvSpPr>
          <p:nvPr/>
        </p:nvSpPr>
        <p:spPr bwMode="auto">
          <a:xfrm flipV="1">
            <a:off x="8215932" y="4787483"/>
            <a:ext cx="450850" cy="31750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6" name="Text Box 71">
            <a:extLst>
              <a:ext uri="{FF2B5EF4-FFF2-40B4-BE49-F238E27FC236}">
                <a16:creationId xmlns:a16="http://schemas.microsoft.com/office/drawing/2014/main" id="{A2452177-E551-CB48-A13E-9F30A8D87705}"/>
              </a:ext>
            </a:extLst>
          </p:cNvPr>
          <p:cNvSpPr txBox="1">
            <a:spLocks noChangeArrowheads="1"/>
          </p:cNvSpPr>
          <p:nvPr/>
        </p:nvSpPr>
        <p:spPr bwMode="auto">
          <a:xfrm>
            <a:off x="8307272" y="6136999"/>
            <a:ext cx="1415772" cy="30777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222.222.222.221</a:t>
            </a:r>
          </a:p>
        </p:txBody>
      </p:sp>
      <p:sp>
        <p:nvSpPr>
          <p:cNvPr id="117" name="Text Box 72">
            <a:extLst>
              <a:ext uri="{FF2B5EF4-FFF2-40B4-BE49-F238E27FC236}">
                <a16:creationId xmlns:a16="http://schemas.microsoft.com/office/drawing/2014/main" id="{70A29F2B-254D-C242-BED3-63C6A20006BF}"/>
              </a:ext>
            </a:extLst>
          </p:cNvPr>
          <p:cNvSpPr txBox="1">
            <a:spLocks noChangeArrowheads="1"/>
          </p:cNvSpPr>
          <p:nvPr/>
        </p:nvSpPr>
        <p:spPr bwMode="auto">
          <a:xfrm>
            <a:off x="8297391" y="6315866"/>
            <a:ext cx="1552284" cy="30777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88-B2-2F-54-1A-0F</a:t>
            </a:r>
          </a:p>
        </p:txBody>
      </p:sp>
      <p:sp>
        <p:nvSpPr>
          <p:cNvPr id="118" name="Line 73">
            <a:extLst>
              <a:ext uri="{FF2B5EF4-FFF2-40B4-BE49-F238E27FC236}">
                <a16:creationId xmlns:a16="http://schemas.microsoft.com/office/drawing/2014/main" id="{EA6BFE92-6101-754D-A5A8-900E35C4E79C}"/>
              </a:ext>
            </a:extLst>
          </p:cNvPr>
          <p:cNvSpPr>
            <a:spLocks noChangeShapeType="1"/>
          </p:cNvSpPr>
          <p:nvPr/>
        </p:nvSpPr>
        <p:spPr bwMode="auto">
          <a:xfrm flipH="1" flipV="1">
            <a:off x="8156672" y="5684421"/>
            <a:ext cx="267105" cy="200926"/>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0" name="Freeform 75">
            <a:extLst>
              <a:ext uri="{FF2B5EF4-FFF2-40B4-BE49-F238E27FC236}">
                <a16:creationId xmlns:a16="http://schemas.microsoft.com/office/drawing/2014/main" id="{68E66362-A921-0844-BAA8-FB5279AD1D5D}"/>
              </a:ext>
            </a:extLst>
          </p:cNvPr>
          <p:cNvSpPr>
            <a:spLocks/>
          </p:cNvSpPr>
          <p:nvPr/>
        </p:nvSpPr>
        <p:spPr bwMode="auto">
          <a:xfrm>
            <a:off x="7476157" y="4811296"/>
            <a:ext cx="765175" cy="1081088"/>
          </a:xfrm>
          <a:custGeom>
            <a:avLst/>
            <a:gdLst>
              <a:gd name="T0" fmla="*/ 2147483647 w 1005"/>
              <a:gd name="T1" fmla="*/ 2147483647 h 996"/>
              <a:gd name="T2" fmla="*/ 2147483647 w 1005"/>
              <a:gd name="T3" fmla="*/ 2147483647 h 996"/>
              <a:gd name="T4" fmla="*/ 2147483647 w 1005"/>
              <a:gd name="T5" fmla="*/ 2147483647 h 996"/>
              <a:gd name="T6" fmla="*/ 2147483647 w 1005"/>
              <a:gd name="T7" fmla="*/ 2147483647 h 996"/>
              <a:gd name="T8" fmla="*/ 2147483647 w 1005"/>
              <a:gd name="T9" fmla="*/ 2147483647 h 996"/>
              <a:gd name="T10" fmla="*/ 2147483647 w 1005"/>
              <a:gd name="T11" fmla="*/ 2147483647 h 996"/>
              <a:gd name="T12" fmla="*/ 2147483647 w 1005"/>
              <a:gd name="T13" fmla="*/ 2147483647 h 996"/>
              <a:gd name="T14" fmla="*/ 2147483647 w 1005"/>
              <a:gd name="T15" fmla="*/ 2147483647 h 996"/>
              <a:gd name="T16" fmla="*/ 2147483647 w 1005"/>
              <a:gd name="T17" fmla="*/ 2147483647 h 996"/>
              <a:gd name="T18" fmla="*/ 2147483647 w 1005"/>
              <a:gd name="T19" fmla="*/ 2147483647 h 996"/>
              <a:gd name="T20" fmla="*/ 2147483647 w 1005"/>
              <a:gd name="T21" fmla="*/ 2147483647 h 996"/>
              <a:gd name="T22" fmla="*/ 2147483647 w 1005"/>
              <a:gd name="T23" fmla="*/ 2147483647 h 996"/>
              <a:gd name="T24" fmla="*/ 2147483647 w 1005"/>
              <a:gd name="T25" fmla="*/ 2147483647 h 99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005" h="996">
                <a:moveTo>
                  <a:pt x="307" y="83"/>
                </a:moveTo>
                <a:cubicBezTo>
                  <a:pt x="218" y="117"/>
                  <a:pt x="182" y="156"/>
                  <a:pt x="134" y="227"/>
                </a:cubicBezTo>
                <a:cubicBezTo>
                  <a:pt x="86" y="298"/>
                  <a:pt x="38" y="426"/>
                  <a:pt x="19" y="507"/>
                </a:cubicBezTo>
                <a:cubicBezTo>
                  <a:pt x="0" y="588"/>
                  <a:pt x="8" y="648"/>
                  <a:pt x="19" y="716"/>
                </a:cubicBezTo>
                <a:cubicBezTo>
                  <a:pt x="30" y="784"/>
                  <a:pt x="54" y="873"/>
                  <a:pt x="84" y="918"/>
                </a:cubicBezTo>
                <a:cubicBezTo>
                  <a:pt x="114" y="963"/>
                  <a:pt x="148" y="984"/>
                  <a:pt x="199" y="990"/>
                </a:cubicBezTo>
                <a:cubicBezTo>
                  <a:pt x="250" y="996"/>
                  <a:pt x="310" y="961"/>
                  <a:pt x="393" y="954"/>
                </a:cubicBezTo>
                <a:cubicBezTo>
                  <a:pt x="476" y="947"/>
                  <a:pt x="614" y="967"/>
                  <a:pt x="696" y="947"/>
                </a:cubicBezTo>
                <a:cubicBezTo>
                  <a:pt x="778" y="927"/>
                  <a:pt x="833" y="898"/>
                  <a:pt x="883" y="831"/>
                </a:cubicBezTo>
                <a:cubicBezTo>
                  <a:pt x="933" y="764"/>
                  <a:pt x="991" y="644"/>
                  <a:pt x="998" y="543"/>
                </a:cubicBezTo>
                <a:cubicBezTo>
                  <a:pt x="1005" y="442"/>
                  <a:pt x="981" y="313"/>
                  <a:pt x="926" y="227"/>
                </a:cubicBezTo>
                <a:cubicBezTo>
                  <a:pt x="871" y="141"/>
                  <a:pt x="768" y="50"/>
                  <a:pt x="667" y="25"/>
                </a:cubicBezTo>
                <a:cubicBezTo>
                  <a:pt x="566" y="0"/>
                  <a:pt x="396" y="49"/>
                  <a:pt x="307" y="83"/>
                </a:cubicBezTo>
                <a:close/>
              </a:path>
            </a:pathLst>
          </a:custGeom>
          <a:solidFill>
            <a:srgbClr val="9CE0FA"/>
          </a:solidFill>
          <a:ln w="9525" cap="flat" cmpd="sng">
            <a:noFill/>
            <a:prstDash val="solid"/>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1" name="Text Box 76">
            <a:extLst>
              <a:ext uri="{FF2B5EF4-FFF2-40B4-BE49-F238E27FC236}">
                <a16:creationId xmlns:a16="http://schemas.microsoft.com/office/drawing/2014/main" id="{DA57B50B-B7E5-2942-B45A-3152B6985451}"/>
              </a:ext>
            </a:extLst>
          </p:cNvPr>
          <p:cNvSpPr txBox="1">
            <a:spLocks noChangeArrowheads="1"/>
          </p:cNvSpPr>
          <p:nvPr/>
        </p:nvSpPr>
        <p:spPr bwMode="auto">
          <a:xfrm>
            <a:off x="9407316" y="4484341"/>
            <a:ext cx="380232" cy="52322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0000A8"/>
                </a:solidFill>
                <a:effectLst/>
                <a:uLnTx/>
                <a:uFillTx/>
                <a:latin typeface="Calibri" panose="020F0502020204030204"/>
                <a:ea typeface="+mn-ea"/>
                <a:cs typeface="+mn-cs"/>
              </a:rPr>
              <a:t>B</a:t>
            </a:r>
          </a:p>
        </p:txBody>
      </p:sp>
      <p:grpSp>
        <p:nvGrpSpPr>
          <p:cNvPr id="9" name="Group 8">
            <a:extLst>
              <a:ext uri="{FF2B5EF4-FFF2-40B4-BE49-F238E27FC236}">
                <a16:creationId xmlns:a16="http://schemas.microsoft.com/office/drawing/2014/main" id="{CC76A447-7E01-C147-9C89-C1C4C935DA7A}"/>
              </a:ext>
            </a:extLst>
          </p:cNvPr>
          <p:cNvGrpSpPr/>
          <p:nvPr/>
        </p:nvGrpSpPr>
        <p:grpSpPr>
          <a:xfrm>
            <a:off x="5001868" y="5038254"/>
            <a:ext cx="1310631" cy="501151"/>
            <a:chOff x="4909105" y="5767126"/>
            <a:chExt cx="1310631" cy="501151"/>
          </a:xfrm>
        </p:grpSpPr>
        <p:sp>
          <p:nvSpPr>
            <p:cNvPr id="167" name="Rectangle 37">
              <a:extLst>
                <a:ext uri="{FF2B5EF4-FFF2-40B4-BE49-F238E27FC236}">
                  <a16:creationId xmlns:a16="http://schemas.microsoft.com/office/drawing/2014/main" id="{89D0886F-F835-2044-AB8F-F49ACC0B58EB}"/>
                </a:ext>
              </a:extLst>
            </p:cNvPr>
            <p:cNvSpPr>
              <a:spLocks noChangeArrowheads="1"/>
            </p:cNvSpPr>
            <p:nvPr/>
          </p:nvSpPr>
          <p:spPr bwMode="auto">
            <a:xfrm rot="5400000">
              <a:off x="6024859" y="5937451"/>
              <a:ext cx="134168" cy="255587"/>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Comic Sans MS" pitchFamily="66" charset="0"/>
                <a:ea typeface="ＭＳ Ｐゴシック" charset="0"/>
                <a:cs typeface="+mn-cs"/>
              </a:endParaRPr>
            </a:p>
          </p:txBody>
        </p:sp>
        <p:sp>
          <p:nvSpPr>
            <p:cNvPr id="168" name="Rectangle 37">
              <a:extLst>
                <a:ext uri="{FF2B5EF4-FFF2-40B4-BE49-F238E27FC236}">
                  <a16:creationId xmlns:a16="http://schemas.microsoft.com/office/drawing/2014/main" id="{C75323AD-DC39-4543-A0CC-4375A7BCF3F2}"/>
                </a:ext>
              </a:extLst>
            </p:cNvPr>
            <p:cNvSpPr>
              <a:spLocks noChangeArrowheads="1"/>
            </p:cNvSpPr>
            <p:nvPr/>
          </p:nvSpPr>
          <p:spPr bwMode="auto">
            <a:xfrm rot="5400000">
              <a:off x="4966501" y="5940764"/>
              <a:ext cx="140795" cy="255587"/>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Comic Sans MS" pitchFamily="66" charset="0"/>
                <a:ea typeface="ＭＳ Ｐゴシック" charset="0"/>
                <a:cs typeface="+mn-cs"/>
              </a:endParaRPr>
            </a:p>
          </p:txBody>
        </p:sp>
        <p:grpSp>
          <p:nvGrpSpPr>
            <p:cNvPr id="156" name="Group 155">
              <a:extLst>
                <a:ext uri="{FF2B5EF4-FFF2-40B4-BE49-F238E27FC236}">
                  <a16:creationId xmlns:a16="http://schemas.microsoft.com/office/drawing/2014/main" id="{EDD0BCD9-05EB-F249-AEA1-A9CCFBC80BB8}"/>
                </a:ext>
              </a:extLst>
            </p:cNvPr>
            <p:cNvGrpSpPr/>
            <p:nvPr/>
          </p:nvGrpSpPr>
          <p:grpSpPr>
            <a:xfrm>
              <a:off x="5115340" y="5767126"/>
              <a:ext cx="901147" cy="501151"/>
              <a:chOff x="7493876" y="2774731"/>
              <a:chExt cx="1481958" cy="894622"/>
            </a:xfrm>
          </p:grpSpPr>
          <p:sp>
            <p:nvSpPr>
              <p:cNvPr id="157" name="Freeform 156">
                <a:extLst>
                  <a:ext uri="{FF2B5EF4-FFF2-40B4-BE49-F238E27FC236}">
                    <a16:creationId xmlns:a16="http://schemas.microsoft.com/office/drawing/2014/main" id="{F5326B06-29FF-A544-BF80-2A0622229582}"/>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58" name="Oval 157">
                <a:extLst>
                  <a:ext uri="{FF2B5EF4-FFF2-40B4-BE49-F238E27FC236}">
                    <a16:creationId xmlns:a16="http://schemas.microsoft.com/office/drawing/2014/main" id="{8065A2A5-902C-A940-821B-CBFC0122AC2F}"/>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159" name="Group 158">
                <a:extLst>
                  <a:ext uri="{FF2B5EF4-FFF2-40B4-BE49-F238E27FC236}">
                    <a16:creationId xmlns:a16="http://schemas.microsoft.com/office/drawing/2014/main" id="{14C076B7-5A71-8644-9F5C-08E13F943BD5}"/>
                  </a:ext>
                </a:extLst>
              </p:cNvPr>
              <p:cNvGrpSpPr/>
              <p:nvPr/>
            </p:nvGrpSpPr>
            <p:grpSpPr>
              <a:xfrm>
                <a:off x="7713663" y="2848339"/>
                <a:ext cx="1042107" cy="425543"/>
                <a:chOff x="7786941" y="2884917"/>
                <a:chExt cx="897649" cy="353919"/>
              </a:xfrm>
            </p:grpSpPr>
            <p:sp>
              <p:nvSpPr>
                <p:cNvPr id="160" name="Freeform 159">
                  <a:extLst>
                    <a:ext uri="{FF2B5EF4-FFF2-40B4-BE49-F238E27FC236}">
                      <a16:creationId xmlns:a16="http://schemas.microsoft.com/office/drawing/2014/main" id="{13D62837-C3EA-8B4B-B09D-FC71F9727C64}"/>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61" name="Freeform 160">
                  <a:extLst>
                    <a:ext uri="{FF2B5EF4-FFF2-40B4-BE49-F238E27FC236}">
                      <a16:creationId xmlns:a16="http://schemas.microsoft.com/office/drawing/2014/main" id="{147D5E46-2372-FA45-9685-A7CC6CA91F5F}"/>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62" name="Freeform 161">
                  <a:extLst>
                    <a:ext uri="{FF2B5EF4-FFF2-40B4-BE49-F238E27FC236}">
                      <a16:creationId xmlns:a16="http://schemas.microsoft.com/office/drawing/2014/main" id="{6B2D97C5-61CB-9441-993B-95CAA7169FC7}"/>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63" name="Freeform 162">
                  <a:extLst>
                    <a:ext uri="{FF2B5EF4-FFF2-40B4-BE49-F238E27FC236}">
                      <a16:creationId xmlns:a16="http://schemas.microsoft.com/office/drawing/2014/main" id="{CD3C4F94-9D92-F048-A80A-0D709146CB4E}"/>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sp>
        <p:nvSpPr>
          <p:cNvPr id="171" name="Rectangle 37">
            <a:extLst>
              <a:ext uri="{FF2B5EF4-FFF2-40B4-BE49-F238E27FC236}">
                <a16:creationId xmlns:a16="http://schemas.microsoft.com/office/drawing/2014/main" id="{A9816EEA-38E6-AE46-970F-D20738D1CBC9}"/>
              </a:ext>
            </a:extLst>
          </p:cNvPr>
          <p:cNvSpPr>
            <a:spLocks noChangeArrowheads="1"/>
          </p:cNvSpPr>
          <p:nvPr/>
        </p:nvSpPr>
        <p:spPr bwMode="auto">
          <a:xfrm rot="5400000">
            <a:off x="3161022" y="4666815"/>
            <a:ext cx="119903" cy="255587"/>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Comic Sans MS" pitchFamily="66" charset="0"/>
              <a:ea typeface="ＭＳ Ｐゴシック" charset="0"/>
              <a:cs typeface="+mn-cs"/>
            </a:endParaRPr>
          </a:p>
        </p:txBody>
      </p:sp>
      <p:grpSp>
        <p:nvGrpSpPr>
          <p:cNvPr id="149" name="Group 49">
            <a:extLst>
              <a:ext uri="{FF2B5EF4-FFF2-40B4-BE49-F238E27FC236}">
                <a16:creationId xmlns:a16="http://schemas.microsoft.com/office/drawing/2014/main" id="{AD680CEA-D168-C84F-AAE1-D128195A44E7}"/>
              </a:ext>
            </a:extLst>
          </p:cNvPr>
          <p:cNvGrpSpPr>
            <a:grpSpLocks/>
          </p:cNvGrpSpPr>
          <p:nvPr/>
        </p:nvGrpSpPr>
        <p:grpSpPr bwMode="auto">
          <a:xfrm>
            <a:off x="2318687" y="4333458"/>
            <a:ext cx="936071" cy="761428"/>
            <a:chOff x="-44" y="1473"/>
            <a:chExt cx="981" cy="1105"/>
          </a:xfrm>
        </p:grpSpPr>
        <p:pic>
          <p:nvPicPr>
            <p:cNvPr id="150" name="Picture 50" descr="desktop_computer_stylized_medium">
              <a:extLst>
                <a:ext uri="{FF2B5EF4-FFF2-40B4-BE49-F238E27FC236}">
                  <a16:creationId xmlns:a16="http://schemas.microsoft.com/office/drawing/2014/main" id="{DADE998E-D7B9-EC4F-9F94-E65CF536C41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51" name="Freeform 51">
              <a:extLst>
                <a:ext uri="{FF2B5EF4-FFF2-40B4-BE49-F238E27FC236}">
                  <a16:creationId xmlns:a16="http://schemas.microsoft.com/office/drawing/2014/main" id="{BC38A1B0-555E-F049-93AC-48537726F700}"/>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180" name="Rectangle 37">
            <a:extLst>
              <a:ext uri="{FF2B5EF4-FFF2-40B4-BE49-F238E27FC236}">
                <a16:creationId xmlns:a16="http://schemas.microsoft.com/office/drawing/2014/main" id="{51912ACC-FA1C-7E48-9062-DA96B6CD7C33}"/>
              </a:ext>
            </a:extLst>
          </p:cNvPr>
          <p:cNvSpPr>
            <a:spLocks noChangeArrowheads="1"/>
          </p:cNvSpPr>
          <p:nvPr/>
        </p:nvSpPr>
        <p:spPr bwMode="auto">
          <a:xfrm rot="5400000">
            <a:off x="3271833" y="5687855"/>
            <a:ext cx="84261" cy="194751"/>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Comic Sans MS" pitchFamily="66" charset="0"/>
              <a:ea typeface="ＭＳ Ｐゴシック" charset="0"/>
              <a:cs typeface="+mn-cs"/>
            </a:endParaRPr>
          </a:p>
        </p:txBody>
      </p:sp>
      <p:grpSp>
        <p:nvGrpSpPr>
          <p:cNvPr id="126" name="Group 49">
            <a:extLst>
              <a:ext uri="{FF2B5EF4-FFF2-40B4-BE49-F238E27FC236}">
                <a16:creationId xmlns:a16="http://schemas.microsoft.com/office/drawing/2014/main" id="{164313DA-E436-B94D-946E-A9F9627207EA}"/>
              </a:ext>
            </a:extLst>
          </p:cNvPr>
          <p:cNvGrpSpPr>
            <a:grpSpLocks/>
          </p:cNvGrpSpPr>
          <p:nvPr/>
        </p:nvGrpSpPr>
        <p:grpSpPr bwMode="auto">
          <a:xfrm>
            <a:off x="2681426" y="5490561"/>
            <a:ext cx="639495" cy="517588"/>
            <a:chOff x="-44" y="1473"/>
            <a:chExt cx="981" cy="1105"/>
          </a:xfrm>
        </p:grpSpPr>
        <p:pic>
          <p:nvPicPr>
            <p:cNvPr id="127" name="Picture 50" descr="desktop_computer_stylized_medium">
              <a:extLst>
                <a:ext uri="{FF2B5EF4-FFF2-40B4-BE49-F238E27FC236}">
                  <a16:creationId xmlns:a16="http://schemas.microsoft.com/office/drawing/2014/main" id="{2DC8C6C4-5C23-0541-8061-C718A5B9D9E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28" name="Freeform 51">
              <a:extLst>
                <a:ext uri="{FF2B5EF4-FFF2-40B4-BE49-F238E27FC236}">
                  <a16:creationId xmlns:a16="http://schemas.microsoft.com/office/drawing/2014/main" id="{24E0555C-7855-E749-82E9-0F21AFA4C7C3}"/>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181" name="Rectangle 37">
            <a:extLst>
              <a:ext uri="{FF2B5EF4-FFF2-40B4-BE49-F238E27FC236}">
                <a16:creationId xmlns:a16="http://schemas.microsoft.com/office/drawing/2014/main" id="{43F1B530-B1FE-5547-9108-2D9D5DEFE2F3}"/>
              </a:ext>
            </a:extLst>
          </p:cNvPr>
          <p:cNvSpPr>
            <a:spLocks noChangeArrowheads="1"/>
          </p:cNvSpPr>
          <p:nvPr/>
        </p:nvSpPr>
        <p:spPr bwMode="auto">
          <a:xfrm rot="5400000">
            <a:off x="8726575" y="4653061"/>
            <a:ext cx="119903" cy="255587"/>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Comic Sans MS" pitchFamily="66" charset="0"/>
              <a:ea typeface="ＭＳ Ｐゴシック" charset="0"/>
              <a:cs typeface="+mn-cs"/>
            </a:endParaRPr>
          </a:p>
        </p:txBody>
      </p:sp>
      <p:sp>
        <p:nvSpPr>
          <p:cNvPr id="182" name="Rectangle 37">
            <a:extLst>
              <a:ext uri="{FF2B5EF4-FFF2-40B4-BE49-F238E27FC236}">
                <a16:creationId xmlns:a16="http://schemas.microsoft.com/office/drawing/2014/main" id="{7CF48F98-D094-CD4E-BD60-0DA33EA42206}"/>
              </a:ext>
            </a:extLst>
          </p:cNvPr>
          <p:cNvSpPr>
            <a:spLocks noChangeArrowheads="1"/>
          </p:cNvSpPr>
          <p:nvPr/>
        </p:nvSpPr>
        <p:spPr bwMode="auto">
          <a:xfrm rot="5400000">
            <a:off x="8496816" y="5784803"/>
            <a:ext cx="84261" cy="194751"/>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Comic Sans MS" pitchFamily="66" charset="0"/>
              <a:ea typeface="ＭＳ Ｐゴシック" charset="0"/>
              <a:cs typeface="+mn-cs"/>
            </a:endParaRPr>
          </a:p>
        </p:txBody>
      </p:sp>
      <p:grpSp>
        <p:nvGrpSpPr>
          <p:cNvPr id="152" name="Group 44">
            <a:extLst>
              <a:ext uri="{FF2B5EF4-FFF2-40B4-BE49-F238E27FC236}">
                <a16:creationId xmlns:a16="http://schemas.microsoft.com/office/drawing/2014/main" id="{083ACB0A-FBA9-0D43-9726-0A41424DD39D}"/>
              </a:ext>
            </a:extLst>
          </p:cNvPr>
          <p:cNvGrpSpPr>
            <a:grpSpLocks/>
          </p:cNvGrpSpPr>
          <p:nvPr/>
        </p:nvGrpSpPr>
        <p:grpSpPr bwMode="auto">
          <a:xfrm>
            <a:off x="8343615" y="5618570"/>
            <a:ext cx="711200" cy="601028"/>
            <a:chOff x="-44" y="1473"/>
            <a:chExt cx="981" cy="1105"/>
          </a:xfrm>
        </p:grpSpPr>
        <p:pic>
          <p:nvPicPr>
            <p:cNvPr id="154" name="Picture 45" descr="desktop_computer_stylized_medium">
              <a:extLst>
                <a:ext uri="{FF2B5EF4-FFF2-40B4-BE49-F238E27FC236}">
                  <a16:creationId xmlns:a16="http://schemas.microsoft.com/office/drawing/2014/main" id="{C369DB0B-1F34-3B46-A82A-78A90E656D2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55" name="Freeform 46">
              <a:extLst>
                <a:ext uri="{FF2B5EF4-FFF2-40B4-BE49-F238E27FC236}">
                  <a16:creationId xmlns:a16="http://schemas.microsoft.com/office/drawing/2014/main" id="{9C2398C0-FF47-894E-B5E8-11EB55029DCC}"/>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cxnSp>
        <p:nvCxnSpPr>
          <p:cNvPr id="14" name="Straight Arrow Connector 13">
            <a:extLst>
              <a:ext uri="{FF2B5EF4-FFF2-40B4-BE49-F238E27FC236}">
                <a16:creationId xmlns:a16="http://schemas.microsoft.com/office/drawing/2014/main" id="{0F604162-E90D-984F-847A-C102A2F79780}"/>
              </a:ext>
            </a:extLst>
          </p:cNvPr>
          <p:cNvCxnSpPr/>
          <p:nvPr/>
        </p:nvCxnSpPr>
        <p:spPr>
          <a:xfrm flipV="1">
            <a:off x="8669292" y="4874844"/>
            <a:ext cx="0" cy="445971"/>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3" name="Straight Arrow Connector 182">
            <a:extLst>
              <a:ext uri="{FF2B5EF4-FFF2-40B4-BE49-F238E27FC236}">
                <a16:creationId xmlns:a16="http://schemas.microsoft.com/office/drawing/2014/main" id="{ED79A4A8-654F-5C41-9FB9-78AF30E0F351}"/>
              </a:ext>
            </a:extLst>
          </p:cNvPr>
          <p:cNvCxnSpPr>
            <a:cxnSpLocks/>
          </p:cNvCxnSpPr>
          <p:nvPr/>
        </p:nvCxnSpPr>
        <p:spPr>
          <a:xfrm flipV="1">
            <a:off x="8447023" y="5943807"/>
            <a:ext cx="0" cy="241632"/>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244" name="Group 113">
            <a:extLst>
              <a:ext uri="{FF2B5EF4-FFF2-40B4-BE49-F238E27FC236}">
                <a16:creationId xmlns:a16="http://schemas.microsoft.com/office/drawing/2014/main" id="{4F40B619-9A70-2641-9962-A545BD190AEE}"/>
              </a:ext>
            </a:extLst>
          </p:cNvPr>
          <p:cNvGrpSpPr>
            <a:grpSpLocks/>
          </p:cNvGrpSpPr>
          <p:nvPr/>
        </p:nvGrpSpPr>
        <p:grpSpPr bwMode="auto">
          <a:xfrm>
            <a:off x="9360038" y="2716627"/>
            <a:ext cx="928688" cy="1954212"/>
            <a:chOff x="250" y="1380"/>
            <a:chExt cx="585" cy="1231"/>
          </a:xfrm>
        </p:grpSpPr>
        <p:sp>
          <p:nvSpPr>
            <p:cNvPr id="245" name="Freeform 106">
              <a:extLst>
                <a:ext uri="{FF2B5EF4-FFF2-40B4-BE49-F238E27FC236}">
                  <a16:creationId xmlns:a16="http://schemas.microsoft.com/office/drawing/2014/main" id="{970BC10B-039D-D849-BD17-870D52BCA8D3}"/>
                </a:ext>
              </a:extLst>
            </p:cNvPr>
            <p:cNvSpPr>
              <a:spLocks/>
            </p:cNvSpPr>
            <p:nvPr/>
          </p:nvSpPr>
          <p:spPr bwMode="auto">
            <a:xfrm>
              <a:off x="250" y="1414"/>
              <a:ext cx="582" cy="1197"/>
            </a:xfrm>
            <a:custGeom>
              <a:avLst/>
              <a:gdLst>
                <a:gd name="T0" fmla="*/ 582 w 582"/>
                <a:gd name="T1" fmla="*/ 781 h 1197"/>
                <a:gd name="T2" fmla="*/ 0 w 582"/>
                <a:gd name="T3" fmla="*/ 1197 h 1197"/>
                <a:gd name="T4" fmla="*/ 83 w 582"/>
                <a:gd name="T5" fmla="*/ 0 h 1197"/>
                <a:gd name="T6" fmla="*/ 582 w 582"/>
                <a:gd name="T7" fmla="*/ 781 h 119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82" h="1197">
                  <a:moveTo>
                    <a:pt x="582" y="781"/>
                  </a:moveTo>
                  <a:lnTo>
                    <a:pt x="0" y="1197"/>
                  </a:lnTo>
                  <a:lnTo>
                    <a:pt x="83" y="0"/>
                  </a:lnTo>
                  <a:lnTo>
                    <a:pt x="582" y="781"/>
                  </a:lnTo>
                  <a:close/>
                </a:path>
              </a:pathLst>
            </a:custGeom>
            <a:gradFill rotWithShape="1">
              <a:gsLst>
                <a:gs pos="0">
                  <a:srgbClr val="FFFFFF"/>
                </a:gs>
                <a:gs pos="99000">
                  <a:schemeClr val="bg1">
                    <a:lumMod val="75000"/>
                  </a:schemeClr>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246" name="Rectangle 107">
              <a:extLst>
                <a:ext uri="{FF2B5EF4-FFF2-40B4-BE49-F238E27FC236}">
                  <a16:creationId xmlns:a16="http://schemas.microsoft.com/office/drawing/2014/main" id="{881A2D84-75CD-FF46-8268-58570E386E4E}"/>
                </a:ext>
              </a:extLst>
            </p:cNvPr>
            <p:cNvSpPr>
              <a:spLocks noChangeArrowheads="1"/>
            </p:cNvSpPr>
            <p:nvPr/>
          </p:nvSpPr>
          <p:spPr bwMode="auto">
            <a:xfrm>
              <a:off x="338" y="1399"/>
              <a:ext cx="493" cy="790"/>
            </a:xfrm>
            <a:prstGeom prst="rect">
              <a:avLst/>
            </a:prstGeom>
            <a:solidFill>
              <a:srgbClr val="FFFFFF"/>
            </a:solidFill>
            <a:ln w="9525">
              <a:solidFill>
                <a:srgbClr val="000000"/>
              </a:solidFill>
              <a:miter lim="800000"/>
              <a:headEnd/>
              <a:tailEnd/>
            </a:ln>
            <a:effectLst>
              <a:outerShdw blurRad="50800" dist="38100" dir="18900000" algn="bl" rotWithShape="0">
                <a:prstClr val="black">
                  <a:alpha val="40000"/>
                </a:prstClr>
              </a:outerShdw>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247" name="Text Box 108">
              <a:extLst>
                <a:ext uri="{FF2B5EF4-FFF2-40B4-BE49-F238E27FC236}">
                  <a16:creationId xmlns:a16="http://schemas.microsoft.com/office/drawing/2014/main" id="{0174C2C5-DEEC-6448-84DD-CBC717D8C46C}"/>
                </a:ext>
              </a:extLst>
            </p:cNvPr>
            <p:cNvSpPr txBox="1">
              <a:spLocks noChangeArrowheads="1"/>
            </p:cNvSpPr>
            <p:nvPr/>
          </p:nvSpPr>
          <p:spPr bwMode="auto">
            <a:xfrm>
              <a:off x="413" y="1380"/>
              <a:ext cx="336" cy="82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Arial" charset="0"/>
                <a:ea typeface="ＭＳ Ｐゴシック" charset="0"/>
                <a:cs typeface="+mn-cs"/>
              </a:endParaRPr>
            </a:p>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Arial" charset="0"/>
                <a:ea typeface="ＭＳ Ｐゴシック" charset="0"/>
                <a:cs typeface="+mn-cs"/>
              </a:endParaRP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Arial" charset="0"/>
                  <a:ea typeface="ＭＳ Ｐゴシック" charset="0"/>
                  <a:cs typeface="+mn-cs"/>
                </a:rPr>
                <a:t>IP</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Arial" charset="0"/>
                  <a:ea typeface="ＭＳ Ｐゴシック" charset="0"/>
                  <a:cs typeface="+mn-cs"/>
                </a:rPr>
                <a:t>Eth</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Arial" charset="0"/>
                  <a:ea typeface="ＭＳ Ｐゴシック" charset="0"/>
                  <a:cs typeface="+mn-cs"/>
                </a:rPr>
                <a:t>Phy</a:t>
              </a:r>
            </a:p>
          </p:txBody>
        </p:sp>
        <p:sp>
          <p:nvSpPr>
            <p:cNvPr id="248" name="Line 109">
              <a:extLst>
                <a:ext uri="{FF2B5EF4-FFF2-40B4-BE49-F238E27FC236}">
                  <a16:creationId xmlns:a16="http://schemas.microsoft.com/office/drawing/2014/main" id="{5A82C9AA-9D84-BC42-9880-443161490A44}"/>
                </a:ext>
              </a:extLst>
            </p:cNvPr>
            <p:cNvSpPr>
              <a:spLocks noChangeShapeType="1"/>
            </p:cNvSpPr>
            <p:nvPr/>
          </p:nvSpPr>
          <p:spPr bwMode="auto">
            <a:xfrm>
              <a:off x="346" y="1868"/>
              <a:ext cx="489" cy="0"/>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249" name="Line 110">
              <a:extLst>
                <a:ext uri="{FF2B5EF4-FFF2-40B4-BE49-F238E27FC236}">
                  <a16:creationId xmlns:a16="http://schemas.microsoft.com/office/drawing/2014/main" id="{7EEC7F05-4E24-D14E-8286-E30E0B01CBC6}"/>
                </a:ext>
              </a:extLst>
            </p:cNvPr>
            <p:cNvSpPr>
              <a:spLocks noChangeShapeType="1"/>
            </p:cNvSpPr>
            <p:nvPr/>
          </p:nvSpPr>
          <p:spPr bwMode="auto">
            <a:xfrm>
              <a:off x="343" y="2027"/>
              <a:ext cx="489" cy="0"/>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250" name="Line 111">
              <a:extLst>
                <a:ext uri="{FF2B5EF4-FFF2-40B4-BE49-F238E27FC236}">
                  <a16:creationId xmlns:a16="http://schemas.microsoft.com/office/drawing/2014/main" id="{8F3EE3E7-2794-E248-913F-D23487889C7C}"/>
                </a:ext>
              </a:extLst>
            </p:cNvPr>
            <p:cNvSpPr>
              <a:spLocks noChangeShapeType="1"/>
            </p:cNvSpPr>
            <p:nvPr/>
          </p:nvSpPr>
          <p:spPr bwMode="auto">
            <a:xfrm>
              <a:off x="340" y="2186"/>
              <a:ext cx="489" cy="0"/>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251" name="Line 112">
              <a:extLst>
                <a:ext uri="{FF2B5EF4-FFF2-40B4-BE49-F238E27FC236}">
                  <a16:creationId xmlns:a16="http://schemas.microsoft.com/office/drawing/2014/main" id="{12725139-7043-064B-BBB9-A6E7289DCDA0}"/>
                </a:ext>
              </a:extLst>
            </p:cNvPr>
            <p:cNvSpPr>
              <a:spLocks noChangeShapeType="1"/>
            </p:cNvSpPr>
            <p:nvPr/>
          </p:nvSpPr>
          <p:spPr bwMode="auto">
            <a:xfrm>
              <a:off x="330" y="1698"/>
              <a:ext cx="489" cy="0"/>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grpSp>
      <p:grpSp>
        <p:nvGrpSpPr>
          <p:cNvPr id="140" name="Group 44">
            <a:extLst>
              <a:ext uri="{FF2B5EF4-FFF2-40B4-BE49-F238E27FC236}">
                <a16:creationId xmlns:a16="http://schemas.microsoft.com/office/drawing/2014/main" id="{BF422F91-ACCF-D044-A60B-0B40246D065D}"/>
              </a:ext>
            </a:extLst>
          </p:cNvPr>
          <p:cNvGrpSpPr>
            <a:grpSpLocks/>
          </p:cNvGrpSpPr>
          <p:nvPr/>
        </p:nvGrpSpPr>
        <p:grpSpPr bwMode="auto">
          <a:xfrm>
            <a:off x="8491273" y="4391325"/>
            <a:ext cx="1009650" cy="855028"/>
            <a:chOff x="-44" y="1473"/>
            <a:chExt cx="981" cy="1105"/>
          </a:xfrm>
        </p:grpSpPr>
        <p:pic>
          <p:nvPicPr>
            <p:cNvPr id="142" name="Picture 45" descr="desktop_computer_stylized_medium">
              <a:extLst>
                <a:ext uri="{FF2B5EF4-FFF2-40B4-BE49-F238E27FC236}">
                  <a16:creationId xmlns:a16="http://schemas.microsoft.com/office/drawing/2014/main" id="{707FEFA6-A5DE-6840-9994-DC6AA79BA0D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43" name="Freeform 46">
              <a:extLst>
                <a:ext uri="{FF2B5EF4-FFF2-40B4-BE49-F238E27FC236}">
                  <a16:creationId xmlns:a16="http://schemas.microsoft.com/office/drawing/2014/main" id="{2330F56F-3837-6446-9F35-FB42B05CDD60}"/>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124" name="Group 100">
            <a:extLst>
              <a:ext uri="{FF2B5EF4-FFF2-40B4-BE49-F238E27FC236}">
                <a16:creationId xmlns:a16="http://schemas.microsoft.com/office/drawing/2014/main" id="{6FAC5503-9195-DF48-BF18-E7D249227C5B}"/>
              </a:ext>
            </a:extLst>
          </p:cNvPr>
          <p:cNvGrpSpPr>
            <a:grpSpLocks/>
          </p:cNvGrpSpPr>
          <p:nvPr/>
        </p:nvGrpSpPr>
        <p:grpSpPr bwMode="auto">
          <a:xfrm>
            <a:off x="5329167" y="3001010"/>
            <a:ext cx="836613" cy="2081213"/>
            <a:chOff x="2838" y="1545"/>
            <a:chExt cx="527" cy="1311"/>
          </a:xfrm>
        </p:grpSpPr>
        <p:sp>
          <p:nvSpPr>
            <p:cNvPr id="125" name="Freeform 93">
              <a:extLst>
                <a:ext uri="{FF2B5EF4-FFF2-40B4-BE49-F238E27FC236}">
                  <a16:creationId xmlns:a16="http://schemas.microsoft.com/office/drawing/2014/main" id="{9ADEE501-63F8-C84E-95DD-74C5774DAAFA}"/>
                </a:ext>
              </a:extLst>
            </p:cNvPr>
            <p:cNvSpPr>
              <a:spLocks/>
            </p:cNvSpPr>
            <p:nvPr/>
          </p:nvSpPr>
          <p:spPr bwMode="auto">
            <a:xfrm>
              <a:off x="2838" y="2342"/>
              <a:ext cx="527" cy="514"/>
            </a:xfrm>
            <a:custGeom>
              <a:avLst/>
              <a:gdLst>
                <a:gd name="T0" fmla="*/ 564 w 564"/>
                <a:gd name="T1" fmla="*/ 0 h 564"/>
                <a:gd name="T2" fmla="*/ 287 w 564"/>
                <a:gd name="T3" fmla="*/ 564 h 564"/>
                <a:gd name="T4" fmla="*/ 0 w 564"/>
                <a:gd name="T5" fmla="*/ 0 h 564"/>
                <a:gd name="T6" fmla="*/ 564 w 564"/>
                <a:gd name="T7" fmla="*/ 0 h 564"/>
                <a:gd name="T8" fmla="*/ 0 60000 65536"/>
                <a:gd name="T9" fmla="*/ 0 60000 65536"/>
                <a:gd name="T10" fmla="*/ 0 60000 65536"/>
                <a:gd name="T11" fmla="*/ 0 60000 65536"/>
                <a:gd name="connsiteX0" fmla="*/ 10000 w 10000"/>
                <a:gd name="connsiteY0" fmla="*/ 0 h 10486"/>
                <a:gd name="connsiteX1" fmla="*/ 5770 w 10000"/>
                <a:gd name="connsiteY1" fmla="*/ 10486 h 10486"/>
                <a:gd name="connsiteX2" fmla="*/ 0 w 10000"/>
                <a:gd name="connsiteY2" fmla="*/ 0 h 10486"/>
                <a:gd name="connsiteX3" fmla="*/ 10000 w 10000"/>
                <a:gd name="connsiteY3" fmla="*/ 0 h 10486"/>
                <a:gd name="connsiteX0" fmla="*/ 10000 w 10000"/>
                <a:gd name="connsiteY0" fmla="*/ 0 h 10486"/>
                <a:gd name="connsiteX1" fmla="*/ 5770 w 10000"/>
                <a:gd name="connsiteY1" fmla="*/ 10486 h 10486"/>
                <a:gd name="connsiteX2" fmla="*/ 2703 w 10000"/>
                <a:gd name="connsiteY2" fmla="*/ 5075 h 10486"/>
                <a:gd name="connsiteX3" fmla="*/ 0 w 10000"/>
                <a:gd name="connsiteY3" fmla="*/ 0 h 10486"/>
                <a:gd name="connsiteX4" fmla="*/ 10000 w 10000"/>
                <a:gd name="connsiteY4" fmla="*/ 0 h 10486"/>
                <a:gd name="connsiteX0" fmla="*/ 10000 w 10000"/>
                <a:gd name="connsiteY0" fmla="*/ 0 h 10720"/>
                <a:gd name="connsiteX1" fmla="*/ 5770 w 10000"/>
                <a:gd name="connsiteY1" fmla="*/ 10486 h 10720"/>
                <a:gd name="connsiteX2" fmla="*/ 563 w 10000"/>
                <a:gd name="connsiteY2" fmla="*/ 10720 h 10720"/>
                <a:gd name="connsiteX3" fmla="*/ 0 w 10000"/>
                <a:gd name="connsiteY3" fmla="*/ 0 h 10720"/>
                <a:gd name="connsiteX4" fmla="*/ 10000 w 10000"/>
                <a:gd name="connsiteY4" fmla="*/ 0 h 10720"/>
                <a:gd name="connsiteX0" fmla="*/ 10000 w 10000"/>
                <a:gd name="connsiteY0" fmla="*/ 0 h 10720"/>
                <a:gd name="connsiteX1" fmla="*/ 5770 w 10000"/>
                <a:gd name="connsiteY1" fmla="*/ 10486 h 10720"/>
                <a:gd name="connsiteX2" fmla="*/ 563 w 10000"/>
                <a:gd name="connsiteY2" fmla="*/ 10720 h 10720"/>
                <a:gd name="connsiteX3" fmla="*/ 0 w 10000"/>
                <a:gd name="connsiteY3" fmla="*/ 0 h 10720"/>
                <a:gd name="connsiteX4" fmla="*/ 10000 w 10000"/>
                <a:gd name="connsiteY4" fmla="*/ 0 h 10720"/>
                <a:gd name="connsiteX0" fmla="*/ 10000 w 10000"/>
                <a:gd name="connsiteY0" fmla="*/ 0 h 10489"/>
                <a:gd name="connsiteX1" fmla="*/ 5770 w 10000"/>
                <a:gd name="connsiteY1" fmla="*/ 10486 h 10489"/>
                <a:gd name="connsiteX2" fmla="*/ 271 w 10000"/>
                <a:gd name="connsiteY2" fmla="*/ 10331 h 10489"/>
                <a:gd name="connsiteX3" fmla="*/ 0 w 10000"/>
                <a:gd name="connsiteY3" fmla="*/ 0 h 10489"/>
                <a:gd name="connsiteX4" fmla="*/ 10000 w 10000"/>
                <a:gd name="connsiteY4" fmla="*/ 0 h 10489"/>
                <a:gd name="connsiteX0" fmla="*/ 10000 w 10000"/>
                <a:gd name="connsiteY0" fmla="*/ 0 h 10489"/>
                <a:gd name="connsiteX1" fmla="*/ 6548 w 10000"/>
                <a:gd name="connsiteY1" fmla="*/ 10486 h 10489"/>
                <a:gd name="connsiteX2" fmla="*/ 271 w 10000"/>
                <a:gd name="connsiteY2" fmla="*/ 10331 h 10489"/>
                <a:gd name="connsiteX3" fmla="*/ 0 w 10000"/>
                <a:gd name="connsiteY3" fmla="*/ 0 h 10489"/>
                <a:gd name="connsiteX4" fmla="*/ 10000 w 10000"/>
                <a:gd name="connsiteY4" fmla="*/ 0 h 10489"/>
                <a:gd name="connsiteX0" fmla="*/ 10000 w 10000"/>
                <a:gd name="connsiteY0" fmla="*/ 0 h 10492"/>
                <a:gd name="connsiteX1" fmla="*/ 6548 w 10000"/>
                <a:gd name="connsiteY1" fmla="*/ 10486 h 10492"/>
                <a:gd name="connsiteX2" fmla="*/ 271 w 10000"/>
                <a:gd name="connsiteY2" fmla="*/ 10331 h 10492"/>
                <a:gd name="connsiteX3" fmla="*/ 0 w 10000"/>
                <a:gd name="connsiteY3" fmla="*/ 0 h 10492"/>
                <a:gd name="connsiteX4" fmla="*/ 10000 w 10000"/>
                <a:gd name="connsiteY4" fmla="*/ 0 h 10492"/>
                <a:gd name="connsiteX0" fmla="*/ 9749 w 9749"/>
                <a:gd name="connsiteY0" fmla="*/ 0 h 10492"/>
                <a:gd name="connsiteX1" fmla="*/ 6297 w 9749"/>
                <a:gd name="connsiteY1" fmla="*/ 10486 h 10492"/>
                <a:gd name="connsiteX2" fmla="*/ 20 w 9749"/>
                <a:gd name="connsiteY2" fmla="*/ 10331 h 10492"/>
                <a:gd name="connsiteX3" fmla="*/ 916 w 9749"/>
                <a:gd name="connsiteY3" fmla="*/ 1363 h 10492"/>
                <a:gd name="connsiteX4" fmla="*/ 9749 w 9749"/>
                <a:gd name="connsiteY4" fmla="*/ 0 h 10492"/>
                <a:gd name="connsiteX0" fmla="*/ 9600 w 9600"/>
                <a:gd name="connsiteY0" fmla="*/ 372 h 8700"/>
                <a:gd name="connsiteX1" fmla="*/ 6458 w 9600"/>
                <a:gd name="connsiteY1" fmla="*/ 8695 h 8700"/>
                <a:gd name="connsiteX2" fmla="*/ 20 w 9600"/>
                <a:gd name="connsiteY2" fmla="*/ 8548 h 8700"/>
                <a:gd name="connsiteX3" fmla="*/ 939 w 9600"/>
                <a:gd name="connsiteY3" fmla="*/ 0 h 8700"/>
                <a:gd name="connsiteX4" fmla="*/ 9600 w 9600"/>
                <a:gd name="connsiteY4" fmla="*/ 372 h 8700"/>
                <a:gd name="connsiteX0" fmla="*/ 10000 w 10000"/>
                <a:gd name="connsiteY0" fmla="*/ 428 h 10000"/>
                <a:gd name="connsiteX1" fmla="*/ 6727 w 10000"/>
                <a:gd name="connsiteY1" fmla="*/ 9994 h 10000"/>
                <a:gd name="connsiteX2" fmla="*/ 21 w 10000"/>
                <a:gd name="connsiteY2" fmla="*/ 9825 h 10000"/>
                <a:gd name="connsiteX3" fmla="*/ 978 w 10000"/>
                <a:gd name="connsiteY3" fmla="*/ 0 h 10000"/>
                <a:gd name="connsiteX4" fmla="*/ 10000 w 10000"/>
                <a:gd name="connsiteY4" fmla="*/ 428 h 10000"/>
                <a:gd name="connsiteX0" fmla="*/ 9997 w 9997"/>
                <a:gd name="connsiteY0" fmla="*/ 428 h 10000"/>
                <a:gd name="connsiteX1" fmla="*/ 6724 w 9997"/>
                <a:gd name="connsiteY1" fmla="*/ 9994 h 10000"/>
                <a:gd name="connsiteX2" fmla="*/ 18 w 9997"/>
                <a:gd name="connsiteY2" fmla="*/ 9825 h 10000"/>
                <a:gd name="connsiteX3" fmla="*/ 975 w 9997"/>
                <a:gd name="connsiteY3" fmla="*/ 0 h 10000"/>
                <a:gd name="connsiteX4" fmla="*/ 9997 w 9997"/>
                <a:gd name="connsiteY4" fmla="*/ 428 h 10000"/>
                <a:gd name="connsiteX0" fmla="*/ 9982 w 9982"/>
                <a:gd name="connsiteY0" fmla="*/ 428 h 10000"/>
                <a:gd name="connsiteX1" fmla="*/ 6708 w 9982"/>
                <a:gd name="connsiteY1" fmla="*/ 9994 h 10000"/>
                <a:gd name="connsiteX2" fmla="*/ 0 w 9982"/>
                <a:gd name="connsiteY2" fmla="*/ 9825 h 10000"/>
                <a:gd name="connsiteX3" fmla="*/ 957 w 9982"/>
                <a:gd name="connsiteY3" fmla="*/ 0 h 10000"/>
                <a:gd name="connsiteX4" fmla="*/ 9982 w 9982"/>
                <a:gd name="connsiteY4" fmla="*/ 428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82" h="10000">
                  <a:moveTo>
                    <a:pt x="9982" y="428"/>
                  </a:moveTo>
                  <a:cubicBezTo>
                    <a:pt x="6708" y="5645"/>
                    <a:pt x="7799" y="6805"/>
                    <a:pt x="6708" y="9994"/>
                  </a:cubicBezTo>
                  <a:cubicBezTo>
                    <a:pt x="4852" y="10080"/>
                    <a:pt x="3414" y="9311"/>
                    <a:pt x="0" y="9825"/>
                  </a:cubicBezTo>
                  <a:cubicBezTo>
                    <a:pt x="1461" y="5697"/>
                    <a:pt x="1365" y="4235"/>
                    <a:pt x="957" y="0"/>
                  </a:cubicBezTo>
                  <a:lnTo>
                    <a:pt x="9982" y="428"/>
                  </a:lnTo>
                  <a:close/>
                </a:path>
              </a:pathLst>
            </a:custGeom>
            <a:gradFill rotWithShape="1">
              <a:gsLst>
                <a:gs pos="0">
                  <a:schemeClr val="bg1">
                    <a:lumMod val="75000"/>
                  </a:schemeClr>
                </a:gs>
                <a:gs pos="100000">
                  <a:schemeClr val="bg1">
                    <a:alpha val="72000"/>
                  </a:schemeClr>
                </a:gs>
              </a:gsLst>
              <a:lin ang="54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129" name="Rectangle 94">
              <a:extLst>
                <a:ext uri="{FF2B5EF4-FFF2-40B4-BE49-F238E27FC236}">
                  <a16:creationId xmlns:a16="http://schemas.microsoft.com/office/drawing/2014/main" id="{4A87A5E7-F047-7840-BBAF-012253EA528B}"/>
                </a:ext>
              </a:extLst>
            </p:cNvPr>
            <p:cNvSpPr>
              <a:spLocks noChangeArrowheads="1"/>
            </p:cNvSpPr>
            <p:nvPr/>
          </p:nvSpPr>
          <p:spPr bwMode="auto">
            <a:xfrm>
              <a:off x="2872" y="1877"/>
              <a:ext cx="493" cy="477"/>
            </a:xfrm>
            <a:prstGeom prst="rect">
              <a:avLst/>
            </a:prstGeom>
            <a:solidFill>
              <a:srgbClr val="FFFFFF"/>
            </a:solidFill>
            <a:ln w="9525">
              <a:solidFill>
                <a:srgbClr val="000000"/>
              </a:solidFill>
              <a:miter lim="800000"/>
              <a:headEnd/>
              <a:tailEnd/>
            </a:ln>
            <a:effectLst>
              <a:outerShdw blurRad="50800" dist="38100" dir="18900000" algn="bl" rotWithShape="0">
                <a:prstClr val="black">
                  <a:alpha val="40000"/>
                </a:prstClr>
              </a:outerShdw>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130" name="Text Box 95">
              <a:extLst>
                <a:ext uri="{FF2B5EF4-FFF2-40B4-BE49-F238E27FC236}">
                  <a16:creationId xmlns:a16="http://schemas.microsoft.com/office/drawing/2014/main" id="{6178E43E-D8F7-EC4A-AEDE-EC269AA14332}"/>
                </a:ext>
              </a:extLst>
            </p:cNvPr>
            <p:cNvSpPr txBox="1">
              <a:spLocks noChangeArrowheads="1"/>
            </p:cNvSpPr>
            <p:nvPr/>
          </p:nvSpPr>
          <p:spPr bwMode="auto">
            <a:xfrm>
              <a:off x="2941" y="1545"/>
              <a:ext cx="336" cy="82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Arial" charset="0"/>
                <a:ea typeface="ＭＳ Ｐゴシック" charset="0"/>
                <a:cs typeface="+mn-cs"/>
              </a:endParaRPr>
            </a:p>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Arial" charset="0"/>
                <a:ea typeface="ＭＳ Ｐゴシック" charset="0"/>
                <a:cs typeface="+mn-cs"/>
              </a:endParaRP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Arial" charset="0"/>
                  <a:ea typeface="ＭＳ Ｐゴシック" charset="0"/>
                  <a:cs typeface="+mn-cs"/>
                </a:rPr>
                <a:t>IP</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Arial" charset="0"/>
                  <a:ea typeface="ＭＳ Ｐゴシック" charset="0"/>
                  <a:cs typeface="+mn-cs"/>
                </a:rPr>
                <a:t>Eth</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Arial" charset="0"/>
                  <a:ea typeface="ＭＳ Ｐゴシック" charset="0"/>
                  <a:cs typeface="+mn-cs"/>
                </a:rPr>
                <a:t>Phy</a:t>
              </a:r>
            </a:p>
          </p:txBody>
        </p:sp>
        <p:sp>
          <p:nvSpPr>
            <p:cNvPr id="131" name="Line 98">
              <a:extLst>
                <a:ext uri="{FF2B5EF4-FFF2-40B4-BE49-F238E27FC236}">
                  <a16:creationId xmlns:a16="http://schemas.microsoft.com/office/drawing/2014/main" id="{981CF2C0-D84F-EE42-A47F-A00DF699C80D}"/>
                </a:ext>
              </a:extLst>
            </p:cNvPr>
            <p:cNvSpPr>
              <a:spLocks noChangeShapeType="1"/>
            </p:cNvSpPr>
            <p:nvPr/>
          </p:nvSpPr>
          <p:spPr bwMode="auto">
            <a:xfrm>
              <a:off x="2868" y="2039"/>
              <a:ext cx="489" cy="0"/>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132" name="Line 99">
              <a:extLst>
                <a:ext uri="{FF2B5EF4-FFF2-40B4-BE49-F238E27FC236}">
                  <a16:creationId xmlns:a16="http://schemas.microsoft.com/office/drawing/2014/main" id="{1CF9F5A6-31A7-6E4D-B8BD-A18B5282DB8B}"/>
                </a:ext>
              </a:extLst>
            </p:cNvPr>
            <p:cNvSpPr>
              <a:spLocks noChangeShapeType="1"/>
            </p:cNvSpPr>
            <p:nvPr/>
          </p:nvSpPr>
          <p:spPr bwMode="auto">
            <a:xfrm>
              <a:off x="2865" y="2198"/>
              <a:ext cx="489" cy="0"/>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grpSp>
      <p:grpSp>
        <p:nvGrpSpPr>
          <p:cNvPr id="187" name="Group 99">
            <a:extLst>
              <a:ext uri="{FF2B5EF4-FFF2-40B4-BE49-F238E27FC236}">
                <a16:creationId xmlns:a16="http://schemas.microsoft.com/office/drawing/2014/main" id="{149E1102-1775-9C40-A82F-CA67E8AC3B7D}"/>
              </a:ext>
            </a:extLst>
          </p:cNvPr>
          <p:cNvGrpSpPr>
            <a:grpSpLocks/>
          </p:cNvGrpSpPr>
          <p:nvPr/>
        </p:nvGrpSpPr>
        <p:grpSpPr bwMode="auto">
          <a:xfrm>
            <a:off x="6089782" y="2530406"/>
            <a:ext cx="2436813" cy="1519237"/>
            <a:chOff x="3018" y="1445"/>
            <a:chExt cx="1535" cy="957"/>
          </a:xfrm>
        </p:grpSpPr>
        <p:grpSp>
          <p:nvGrpSpPr>
            <p:cNvPr id="189" name="Group 61">
              <a:extLst>
                <a:ext uri="{FF2B5EF4-FFF2-40B4-BE49-F238E27FC236}">
                  <a16:creationId xmlns:a16="http://schemas.microsoft.com/office/drawing/2014/main" id="{80947A02-3E38-7744-9D3B-796971D86D1D}"/>
                </a:ext>
              </a:extLst>
            </p:cNvPr>
            <p:cNvGrpSpPr>
              <a:grpSpLocks/>
            </p:cNvGrpSpPr>
            <p:nvPr/>
          </p:nvGrpSpPr>
          <p:grpSpPr bwMode="auto">
            <a:xfrm>
              <a:off x="3286" y="1706"/>
              <a:ext cx="1267" cy="475"/>
              <a:chOff x="1197" y="1669"/>
              <a:chExt cx="1267" cy="475"/>
            </a:xfrm>
          </p:grpSpPr>
          <p:grpSp>
            <p:nvGrpSpPr>
              <p:cNvPr id="206" name="Group 62">
                <a:extLst>
                  <a:ext uri="{FF2B5EF4-FFF2-40B4-BE49-F238E27FC236}">
                    <a16:creationId xmlns:a16="http://schemas.microsoft.com/office/drawing/2014/main" id="{2C306763-C23D-394C-B9CB-A453BB621282}"/>
                  </a:ext>
                </a:extLst>
              </p:cNvPr>
              <p:cNvGrpSpPr>
                <a:grpSpLocks/>
              </p:cNvGrpSpPr>
              <p:nvPr/>
            </p:nvGrpSpPr>
            <p:grpSpPr bwMode="auto">
              <a:xfrm>
                <a:off x="1337" y="1990"/>
                <a:ext cx="90" cy="154"/>
                <a:chOff x="1337" y="1990"/>
                <a:chExt cx="90" cy="154"/>
              </a:xfrm>
            </p:grpSpPr>
            <p:sp>
              <p:nvSpPr>
                <p:cNvPr id="209" name="Line 64">
                  <a:extLst>
                    <a:ext uri="{FF2B5EF4-FFF2-40B4-BE49-F238E27FC236}">
                      <a16:creationId xmlns:a16="http://schemas.microsoft.com/office/drawing/2014/main" id="{F381FEB3-A7BA-3548-97B5-DF66310001CF}"/>
                    </a:ext>
                  </a:extLst>
                </p:cNvPr>
                <p:cNvSpPr>
                  <a:spLocks noChangeShapeType="1"/>
                </p:cNvSpPr>
                <p:nvPr/>
              </p:nvSpPr>
              <p:spPr bwMode="auto">
                <a:xfrm>
                  <a:off x="1337" y="1990"/>
                  <a:ext cx="0" cy="152"/>
                </a:xfrm>
                <a:prstGeom prst="line">
                  <a:avLst/>
                </a:prstGeom>
                <a:noFill/>
                <a:ln w="19050">
                  <a:solidFill>
                    <a:srgbClr val="FFFFFF"/>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210" name="Line 65">
                  <a:extLst>
                    <a:ext uri="{FF2B5EF4-FFF2-40B4-BE49-F238E27FC236}">
                      <a16:creationId xmlns:a16="http://schemas.microsoft.com/office/drawing/2014/main" id="{48BDFC0F-8101-BE4D-913A-7A1AB99201F5}"/>
                    </a:ext>
                  </a:extLst>
                </p:cNvPr>
                <p:cNvSpPr>
                  <a:spLocks noChangeShapeType="1"/>
                </p:cNvSpPr>
                <p:nvPr/>
              </p:nvSpPr>
              <p:spPr bwMode="auto">
                <a:xfrm>
                  <a:off x="1427" y="1992"/>
                  <a:ext cx="0" cy="152"/>
                </a:xfrm>
                <a:prstGeom prst="line">
                  <a:avLst/>
                </a:prstGeom>
                <a:noFill/>
                <a:ln w="19050">
                  <a:solidFill>
                    <a:srgbClr val="FFFFFF"/>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grpSp>
          <p:sp>
            <p:nvSpPr>
              <p:cNvPr id="207" name="Text Box 66">
                <a:extLst>
                  <a:ext uri="{FF2B5EF4-FFF2-40B4-BE49-F238E27FC236}">
                    <a16:creationId xmlns:a16="http://schemas.microsoft.com/office/drawing/2014/main" id="{115C73F4-7033-6248-9366-1B213217204E}"/>
                  </a:ext>
                </a:extLst>
              </p:cNvPr>
              <p:cNvSpPr txBox="1">
                <a:spLocks noChangeArrowheads="1"/>
              </p:cNvSpPr>
              <p:nvPr/>
            </p:nvSpPr>
            <p:spPr bwMode="auto">
              <a:xfrm>
                <a:off x="1197" y="1669"/>
                <a:ext cx="1267" cy="2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Arial" charset="0"/>
                    <a:ea typeface="ＭＳ Ｐゴシック" charset="0"/>
                    <a:cs typeface="+mn-cs"/>
                  </a:rPr>
                  <a:t>IP src: 111.111.111.111</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Arial" charset="0"/>
                    <a:ea typeface="ＭＳ Ｐゴシック" charset="0"/>
                    <a:cs typeface="+mn-cs"/>
                  </a:rPr>
                  <a:t>   IP dest: 222.222.222.222</a:t>
                </a:r>
              </a:p>
            </p:txBody>
          </p:sp>
        </p:grpSp>
        <p:grpSp>
          <p:nvGrpSpPr>
            <p:cNvPr id="191" name="Group 72">
              <a:extLst>
                <a:ext uri="{FF2B5EF4-FFF2-40B4-BE49-F238E27FC236}">
                  <a16:creationId xmlns:a16="http://schemas.microsoft.com/office/drawing/2014/main" id="{F55ED3F7-1CC5-5C4A-820C-1DF5F3282B25}"/>
                </a:ext>
              </a:extLst>
            </p:cNvPr>
            <p:cNvGrpSpPr>
              <a:grpSpLocks/>
            </p:cNvGrpSpPr>
            <p:nvPr/>
          </p:nvGrpSpPr>
          <p:grpSpPr bwMode="auto">
            <a:xfrm>
              <a:off x="3018" y="1445"/>
              <a:ext cx="1530" cy="957"/>
              <a:chOff x="931" y="1414"/>
              <a:chExt cx="1530" cy="957"/>
            </a:xfrm>
          </p:grpSpPr>
          <p:sp>
            <p:nvSpPr>
              <p:cNvPr id="192" name="Text Box 73">
                <a:extLst>
                  <a:ext uri="{FF2B5EF4-FFF2-40B4-BE49-F238E27FC236}">
                    <a16:creationId xmlns:a16="http://schemas.microsoft.com/office/drawing/2014/main" id="{5DD14730-A902-F44B-9C3C-51E4CF51FBBF}"/>
                  </a:ext>
                </a:extLst>
              </p:cNvPr>
              <p:cNvSpPr txBox="1">
                <a:spLocks noChangeArrowheads="1"/>
              </p:cNvSpPr>
              <p:nvPr/>
            </p:nvSpPr>
            <p:spPr bwMode="auto">
              <a:xfrm>
                <a:off x="931" y="1414"/>
                <a:ext cx="1530" cy="40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Arial" charset="0"/>
                    <a:ea typeface="ＭＳ Ｐゴシック" charset="0"/>
                    <a:cs typeface="+mn-cs"/>
                  </a:rPr>
                  <a:t>MAC src: </a:t>
                </a:r>
                <a:r>
                  <a:rPr kumimoji="0" lang="en-US" sz="1200" b="0" i="0" u="none" strike="noStrike" kern="0" cap="none" spc="0" normalizeH="0" baseline="0" noProof="0" dirty="0">
                    <a:ln>
                      <a:noFill/>
                    </a:ln>
                    <a:solidFill>
                      <a:srgbClr val="FF0000"/>
                    </a:solidFill>
                    <a:effectLst/>
                    <a:uLnTx/>
                    <a:uFillTx/>
                    <a:latin typeface="Arial" charset="0"/>
                    <a:ea typeface="ＭＳ Ｐゴシック" charset="0"/>
                    <a:cs typeface="+mn-cs"/>
                  </a:rPr>
                  <a:t>1A-23-F9-CD-06-9B</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Arial" charset="0"/>
                    <a:ea typeface="ＭＳ Ｐゴシック" charset="0"/>
                    <a:cs typeface="+mn-cs"/>
                  </a:rPr>
                  <a:t>  MAC dest: </a:t>
                </a:r>
                <a:r>
                  <a:rPr kumimoji="0" lang="en-US" sz="1200" b="0" i="0" u="none" strike="noStrike" kern="0" cap="none" spc="0" normalizeH="0" baseline="0" noProof="0" dirty="0">
                    <a:ln>
                      <a:noFill/>
                    </a:ln>
                    <a:solidFill>
                      <a:srgbClr val="FF0000"/>
                    </a:solidFill>
                    <a:effectLst/>
                    <a:uLnTx/>
                    <a:uFillTx/>
                    <a:latin typeface="Arial" charset="0"/>
                    <a:ea typeface="ＭＳ Ｐゴシック" charset="0"/>
                    <a:cs typeface="+mn-cs"/>
                  </a:rPr>
                  <a:t>49-BD-D2-C7-56-2A</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200" b="0" i="0" u="none" strike="noStrike" kern="0" cap="none" spc="0" normalizeH="0" baseline="0" noProof="0" dirty="0">
                  <a:ln>
                    <a:noFill/>
                  </a:ln>
                  <a:solidFill>
                    <a:srgbClr val="FF0000"/>
                  </a:solidFill>
                  <a:effectLst/>
                  <a:uLnTx/>
                  <a:uFillTx/>
                  <a:latin typeface="Arial" charset="0"/>
                  <a:ea typeface="ＭＳ Ｐゴシック" charset="0"/>
                  <a:cs typeface="+mn-cs"/>
                </a:endParaRPr>
              </a:p>
            </p:txBody>
          </p:sp>
          <p:grpSp>
            <p:nvGrpSpPr>
              <p:cNvPr id="193" name="Group 74">
                <a:extLst>
                  <a:ext uri="{FF2B5EF4-FFF2-40B4-BE49-F238E27FC236}">
                    <a16:creationId xmlns:a16="http://schemas.microsoft.com/office/drawing/2014/main" id="{E61CC039-B56A-9D4C-AF28-707D673CA80B}"/>
                  </a:ext>
                </a:extLst>
              </p:cNvPr>
              <p:cNvGrpSpPr>
                <a:grpSpLocks/>
              </p:cNvGrpSpPr>
              <p:nvPr/>
            </p:nvGrpSpPr>
            <p:grpSpPr bwMode="auto">
              <a:xfrm>
                <a:off x="981" y="2182"/>
                <a:ext cx="1049" cy="189"/>
                <a:chOff x="2829" y="2040"/>
                <a:chExt cx="1049" cy="189"/>
              </a:xfrm>
            </p:grpSpPr>
            <p:sp>
              <p:nvSpPr>
                <p:cNvPr id="198" name="Rectangle 75">
                  <a:extLst>
                    <a:ext uri="{FF2B5EF4-FFF2-40B4-BE49-F238E27FC236}">
                      <a16:creationId xmlns:a16="http://schemas.microsoft.com/office/drawing/2014/main" id="{9B79D222-9680-2547-8547-368ADC49A1F4}"/>
                    </a:ext>
                  </a:extLst>
                </p:cNvPr>
                <p:cNvSpPr>
                  <a:spLocks noChangeArrowheads="1"/>
                </p:cNvSpPr>
                <p:nvPr/>
              </p:nvSpPr>
              <p:spPr bwMode="auto">
                <a:xfrm>
                  <a:off x="2829" y="2042"/>
                  <a:ext cx="1049" cy="185"/>
                </a:xfrm>
                <a:prstGeom prst="rect">
                  <a:avLst/>
                </a:prstGeom>
                <a:solidFill>
                  <a:srgbClr val="000099"/>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199" name="Rectangle 76">
                  <a:extLst>
                    <a:ext uri="{FF2B5EF4-FFF2-40B4-BE49-F238E27FC236}">
                      <a16:creationId xmlns:a16="http://schemas.microsoft.com/office/drawing/2014/main" id="{E433AB76-2AFC-2C42-BD43-7C73DA5631DC}"/>
                    </a:ext>
                  </a:extLst>
                </p:cNvPr>
                <p:cNvSpPr>
                  <a:spLocks noChangeArrowheads="1"/>
                </p:cNvSpPr>
                <p:nvPr/>
              </p:nvSpPr>
              <p:spPr bwMode="auto">
                <a:xfrm>
                  <a:off x="3078" y="2060"/>
                  <a:ext cx="691" cy="153"/>
                </a:xfrm>
                <a:prstGeom prst="rect">
                  <a:avLst/>
                </a:prstGeom>
                <a:solidFill>
                  <a:srgbClr val="00CC99"/>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200" name="Line 77">
                  <a:extLst>
                    <a:ext uri="{FF2B5EF4-FFF2-40B4-BE49-F238E27FC236}">
                      <a16:creationId xmlns:a16="http://schemas.microsoft.com/office/drawing/2014/main" id="{36CCAF09-1127-1542-BE8D-2FC0293199B8}"/>
                    </a:ext>
                  </a:extLst>
                </p:cNvPr>
                <p:cNvSpPr>
                  <a:spLocks noChangeShapeType="1"/>
                </p:cNvSpPr>
                <p:nvPr/>
              </p:nvSpPr>
              <p:spPr bwMode="auto">
                <a:xfrm>
                  <a:off x="3180" y="2063"/>
                  <a:ext cx="0" cy="152"/>
                </a:xfrm>
                <a:prstGeom prst="line">
                  <a:avLst/>
                </a:prstGeom>
                <a:noFill/>
                <a:ln w="19050">
                  <a:solidFill>
                    <a:srgbClr val="FFFFFF"/>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201" name="Line 78">
                  <a:extLst>
                    <a:ext uri="{FF2B5EF4-FFF2-40B4-BE49-F238E27FC236}">
                      <a16:creationId xmlns:a16="http://schemas.microsoft.com/office/drawing/2014/main" id="{630B8E56-957F-7845-BDC3-FB921DFE6357}"/>
                    </a:ext>
                  </a:extLst>
                </p:cNvPr>
                <p:cNvSpPr>
                  <a:spLocks noChangeShapeType="1"/>
                </p:cNvSpPr>
                <p:nvPr/>
              </p:nvSpPr>
              <p:spPr bwMode="auto">
                <a:xfrm>
                  <a:off x="3276" y="2063"/>
                  <a:ext cx="0" cy="152"/>
                </a:xfrm>
                <a:prstGeom prst="line">
                  <a:avLst/>
                </a:prstGeom>
                <a:noFill/>
                <a:ln w="19050">
                  <a:solidFill>
                    <a:srgbClr val="FFFFFF"/>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202" name="Line 79">
                  <a:extLst>
                    <a:ext uri="{FF2B5EF4-FFF2-40B4-BE49-F238E27FC236}">
                      <a16:creationId xmlns:a16="http://schemas.microsoft.com/office/drawing/2014/main" id="{DE10D221-5D35-F64B-A0FC-014829FAD64B}"/>
                    </a:ext>
                  </a:extLst>
                </p:cNvPr>
                <p:cNvSpPr>
                  <a:spLocks noChangeShapeType="1"/>
                </p:cNvSpPr>
                <p:nvPr/>
              </p:nvSpPr>
              <p:spPr bwMode="auto">
                <a:xfrm>
                  <a:off x="2910" y="2040"/>
                  <a:ext cx="0" cy="189"/>
                </a:xfrm>
                <a:prstGeom prst="line">
                  <a:avLst/>
                </a:prstGeom>
                <a:noFill/>
                <a:ln w="19050">
                  <a:solidFill>
                    <a:srgbClr val="FFFFFF"/>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203" name="Line 80">
                  <a:extLst>
                    <a:ext uri="{FF2B5EF4-FFF2-40B4-BE49-F238E27FC236}">
                      <a16:creationId xmlns:a16="http://schemas.microsoft.com/office/drawing/2014/main" id="{8636BFF3-AEB5-1447-A7AA-E7BFA2359FAC}"/>
                    </a:ext>
                  </a:extLst>
                </p:cNvPr>
                <p:cNvSpPr>
                  <a:spLocks noChangeShapeType="1"/>
                </p:cNvSpPr>
                <p:nvPr/>
              </p:nvSpPr>
              <p:spPr bwMode="auto">
                <a:xfrm>
                  <a:off x="3006" y="2040"/>
                  <a:ext cx="0" cy="189"/>
                </a:xfrm>
                <a:prstGeom prst="line">
                  <a:avLst/>
                </a:prstGeom>
                <a:noFill/>
                <a:ln w="19050">
                  <a:solidFill>
                    <a:srgbClr val="FFFFFF"/>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grpSp>
          <p:sp>
            <p:nvSpPr>
              <p:cNvPr id="194" name="Line 81">
                <a:extLst>
                  <a:ext uri="{FF2B5EF4-FFF2-40B4-BE49-F238E27FC236}">
                    <a16:creationId xmlns:a16="http://schemas.microsoft.com/office/drawing/2014/main" id="{CE7452E4-0FD6-D244-9E83-39D133879F7C}"/>
                  </a:ext>
                </a:extLst>
              </p:cNvPr>
              <p:cNvSpPr>
                <a:spLocks noChangeShapeType="1"/>
              </p:cNvSpPr>
              <p:nvPr/>
            </p:nvSpPr>
            <p:spPr bwMode="auto">
              <a:xfrm flipV="1">
                <a:off x="1018" y="1576"/>
                <a:ext cx="2" cy="702"/>
              </a:xfrm>
              <a:prstGeom prst="line">
                <a:avLst/>
              </a:prstGeom>
              <a:noFill/>
              <a:ln w="9525">
                <a:solidFill>
                  <a:srgbClr val="000000"/>
                </a:solidFill>
                <a:round/>
                <a:headEnd type="triangle" w="med" len="me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195" name="Line 82">
                <a:extLst>
                  <a:ext uri="{FF2B5EF4-FFF2-40B4-BE49-F238E27FC236}">
                    <a16:creationId xmlns:a16="http://schemas.microsoft.com/office/drawing/2014/main" id="{9A9ABF67-FDC9-3640-90D1-F635D4F11772}"/>
                  </a:ext>
                </a:extLst>
              </p:cNvPr>
              <p:cNvSpPr>
                <a:spLocks noChangeShapeType="1"/>
              </p:cNvSpPr>
              <p:nvPr/>
            </p:nvSpPr>
            <p:spPr bwMode="auto">
              <a:xfrm flipV="1">
                <a:off x="1106" y="1680"/>
                <a:ext cx="0" cy="598"/>
              </a:xfrm>
              <a:prstGeom prst="line">
                <a:avLst/>
              </a:prstGeom>
              <a:noFill/>
              <a:ln w="9525">
                <a:solidFill>
                  <a:srgbClr val="000000"/>
                </a:solidFill>
                <a:round/>
                <a:headEnd type="triangle" w="med" len="me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196" name="Line 83">
                <a:extLst>
                  <a:ext uri="{FF2B5EF4-FFF2-40B4-BE49-F238E27FC236}">
                    <a16:creationId xmlns:a16="http://schemas.microsoft.com/office/drawing/2014/main" id="{11A36B1B-5EF9-BE4E-B102-BDF2F8D1D767}"/>
                  </a:ext>
                </a:extLst>
              </p:cNvPr>
              <p:cNvSpPr>
                <a:spLocks noChangeShapeType="1"/>
              </p:cNvSpPr>
              <p:nvPr/>
            </p:nvSpPr>
            <p:spPr bwMode="auto">
              <a:xfrm flipH="1" flipV="1">
                <a:off x="1276" y="1812"/>
                <a:ext cx="2" cy="470"/>
              </a:xfrm>
              <a:prstGeom prst="line">
                <a:avLst/>
              </a:prstGeom>
              <a:noFill/>
              <a:ln w="9525">
                <a:solidFill>
                  <a:srgbClr val="000000"/>
                </a:solidFill>
                <a:round/>
                <a:headEnd type="triangle" w="med" len="me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197" name="Line 84">
                <a:extLst>
                  <a:ext uri="{FF2B5EF4-FFF2-40B4-BE49-F238E27FC236}">
                    <a16:creationId xmlns:a16="http://schemas.microsoft.com/office/drawing/2014/main" id="{DBFE7F51-9B86-5F41-A7BB-3339CA991247}"/>
                  </a:ext>
                </a:extLst>
              </p:cNvPr>
              <p:cNvSpPr>
                <a:spLocks noChangeShapeType="1"/>
              </p:cNvSpPr>
              <p:nvPr/>
            </p:nvSpPr>
            <p:spPr bwMode="auto">
              <a:xfrm>
                <a:off x="1368" y="1924"/>
                <a:ext cx="2" cy="358"/>
              </a:xfrm>
              <a:prstGeom prst="line">
                <a:avLst/>
              </a:prstGeom>
              <a:noFill/>
              <a:ln w="9525">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grpSp>
      </p:grpSp>
      <p:sp>
        <p:nvSpPr>
          <p:cNvPr id="243" name="Rectangle 77">
            <a:extLst>
              <a:ext uri="{FF2B5EF4-FFF2-40B4-BE49-F238E27FC236}">
                <a16:creationId xmlns:a16="http://schemas.microsoft.com/office/drawing/2014/main" id="{53E8513E-E83D-C947-8989-F40E5454F6A8}"/>
              </a:ext>
            </a:extLst>
          </p:cNvPr>
          <p:cNvSpPr>
            <a:spLocks noChangeArrowheads="1"/>
          </p:cNvSpPr>
          <p:nvPr/>
        </p:nvSpPr>
        <p:spPr bwMode="auto">
          <a:xfrm>
            <a:off x="1182960" y="2698439"/>
            <a:ext cx="3707092" cy="7223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231775" marR="0" lvl="0" indent="-231775" algn="l" defTabSz="914400" rtl="0" eaLnBrk="1" fontAlgn="auto" latinLnBrk="0" hangingPunct="1">
              <a:lnSpc>
                <a:spcPct val="85000"/>
              </a:lnSpc>
              <a:spcBef>
                <a:spcPct val="20000"/>
              </a:spcBef>
              <a:spcAft>
                <a:spcPts val="0"/>
              </a:spcAft>
              <a:buClr>
                <a:srgbClr val="000099"/>
              </a:buClr>
              <a:buSzPct val="100000"/>
              <a:buFont typeface="Wingdings" charset="2"/>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transmits link-layer frame</a:t>
            </a:r>
            <a:endPar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4" name="Rectangle 76">
            <a:extLst>
              <a:ext uri="{FF2B5EF4-FFF2-40B4-BE49-F238E27FC236}">
                <a16:creationId xmlns:a16="http://schemas.microsoft.com/office/drawing/2014/main" id="{74BA2DA1-F394-464B-8C5F-E81836E17747}"/>
              </a:ext>
            </a:extLst>
          </p:cNvPr>
          <p:cNvSpPr>
            <a:spLocks noChangeArrowheads="1"/>
          </p:cNvSpPr>
          <p:nvPr/>
        </p:nvSpPr>
        <p:spPr bwMode="auto">
          <a:xfrm>
            <a:off x="1236521" y="1283045"/>
            <a:ext cx="10571166" cy="55086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231775" marR="0" lvl="0" indent="-231775" algn="l" defTabSz="914400" rtl="0" eaLnBrk="1" fontAlgn="auto" latinLnBrk="0" hangingPunct="1">
              <a:lnSpc>
                <a:spcPct val="85000"/>
              </a:lnSpc>
              <a:spcBef>
                <a:spcPct val="20000"/>
              </a:spcBef>
              <a:spcAft>
                <a:spcPts val="0"/>
              </a:spcAft>
              <a:buClr>
                <a:srgbClr val="000099"/>
              </a:buClr>
              <a:buSzPct val="100000"/>
              <a:buFont typeface="Wingdings" charset="2"/>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R determines outgoing interface, passes datagram with IP source A, destination B to link layer </a:t>
            </a:r>
          </a:p>
        </p:txBody>
      </p:sp>
      <p:sp>
        <p:nvSpPr>
          <p:cNvPr id="256" name="Rectangle 77">
            <a:extLst>
              <a:ext uri="{FF2B5EF4-FFF2-40B4-BE49-F238E27FC236}">
                <a16:creationId xmlns:a16="http://schemas.microsoft.com/office/drawing/2014/main" id="{690603EC-6A8E-7B49-94C4-6F92D9F280EF}"/>
              </a:ext>
            </a:extLst>
          </p:cNvPr>
          <p:cNvSpPr>
            <a:spLocks noChangeArrowheads="1"/>
          </p:cNvSpPr>
          <p:nvPr/>
        </p:nvSpPr>
        <p:spPr bwMode="auto">
          <a:xfrm>
            <a:off x="1222717" y="1945029"/>
            <a:ext cx="10810254" cy="7223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231775" marR="0" lvl="0" indent="-231775" algn="l" defTabSz="914400" rtl="0" eaLnBrk="1" fontAlgn="auto" latinLnBrk="0" hangingPunct="1">
              <a:lnSpc>
                <a:spcPct val="85000"/>
              </a:lnSpc>
              <a:spcBef>
                <a:spcPct val="20000"/>
              </a:spcBef>
              <a:spcAft>
                <a:spcPts val="0"/>
              </a:spcAft>
              <a:buClr>
                <a:srgbClr val="000099"/>
              </a:buClr>
              <a:buSzPct val="100000"/>
              <a:buFont typeface="Wingdings" charset="2"/>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R creates link-layer frame containing A-to-B IP datagram. Frame destination address: B's MAC address</a:t>
            </a:r>
            <a:endPar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365594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244"/>
                                        </p:tgtEl>
                                        <p:attrNameLst>
                                          <p:attrName>style.visibility</p:attrName>
                                        </p:attrNameLst>
                                      </p:cBhvr>
                                      <p:to>
                                        <p:strVal val="visible"/>
                                      </p:to>
                                    </p:set>
                                    <p:animEffect transition="in" filter="wipe(down)">
                                      <p:cBhvr>
                                        <p:cTn id="7" dur="500"/>
                                        <p:tgtEl>
                                          <p:spTgt spid="244"/>
                                        </p:tgtEl>
                                      </p:cBhvr>
                                    </p:animEffect>
                                  </p:childTnLst>
                                </p:cTn>
                              </p:par>
                            </p:childTnLst>
                          </p:cTn>
                        </p:par>
                        <p:par>
                          <p:cTn id="8" fill="hold">
                            <p:stCondLst>
                              <p:cond delay="500"/>
                            </p:stCondLst>
                            <p:childTnLst>
                              <p:par>
                                <p:cTn id="9" presetID="0" presetClass="path" presetSubtype="0" accel="50000" decel="50000" fill="hold" nodeType="afterEffect">
                                  <p:stCondLst>
                                    <p:cond delay="0"/>
                                  </p:stCondLst>
                                  <p:childTnLst>
                                    <p:animMotion origin="layout" path="M 1.04167E-6 -0.00023 L 1.04167E-6 0.19838 L 0.13489 0.11782 C 0.13489 0.06597 0.13607 0.01042 0.13607 -0.04144 " pathEditMode="relative" rAng="0" ptsTypes="AAAA">
                                      <p:cBhvr>
                                        <p:cTn id="10" dur="2000" fill="hold"/>
                                        <p:tgtEl>
                                          <p:spTgt spid="187"/>
                                        </p:tgtEl>
                                        <p:attrNameLst>
                                          <p:attrName>ppt_x</p:attrName>
                                          <p:attrName>ppt_y</p:attrName>
                                        </p:attrNameLst>
                                      </p:cBhvr>
                                      <p:rCtr x="6797" y="787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800100" y="349426"/>
            <a:ext cx="10515600" cy="894622"/>
          </a:xfrm>
        </p:spPr>
        <p:txBody>
          <a:bodyPr>
            <a:normAutofit/>
          </a:bodyPr>
          <a:lstStyle/>
          <a:p>
            <a:r>
              <a:rPr lang="en-US" b="0" kern="0" dirty="0">
                <a:solidFill>
                  <a:srgbClr val="000099"/>
                </a:solidFill>
                <a:latin typeface="+mn-lt"/>
                <a:ea typeface="ＭＳ Ｐゴシック" charset="0"/>
              </a:rPr>
              <a:t>Routing to another subnet: addressing</a:t>
            </a:r>
            <a:endParaRPr lang="en-US" sz="4400" b="0" dirty="0">
              <a:latin typeface="+mn-lt"/>
            </a:endParaRPr>
          </a:p>
        </p:txBody>
      </p:sp>
      <p:sp>
        <p:nvSpPr>
          <p:cNvPr id="439" name="Slide Number Placeholder 4">
            <a:extLst>
              <a:ext uri="{FF2B5EF4-FFF2-40B4-BE49-F238E27FC236}">
                <a16:creationId xmlns:a16="http://schemas.microsoft.com/office/drawing/2014/main" id="{C87F3257-E91D-E144-BA13-B0DD96B23FDC}"/>
              </a:ext>
            </a:extLst>
          </p:cNvPr>
          <p:cNvSpPr>
            <a:spLocks noGrp="1"/>
          </p:cNvSpPr>
          <p:nvPr>
            <p:ph type="sldNum" sz="quarter" idx="4"/>
          </p:nvPr>
        </p:nvSpPr>
        <p:spPr>
          <a:xfrm>
            <a:off x="9219616" y="6443089"/>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rPr>
              <a:t>Link Layer: 6-</a:t>
            </a:r>
            <a:fld id="{C4204591-24BD-A542-B9D5-F8D8A88D2FEE}" type="slidenum">
              <a:rPr kumimoji="0" lang="en-US" sz="1100" b="0" i="0" u="none" strike="noStrike" kern="1200" cap="none" spc="0" normalizeH="0" baseline="0" noProof="0" smtClean="0">
                <a:ln>
                  <a:noFill/>
                </a:ln>
                <a:solidFill>
                  <a:prstClr val="white">
                    <a:lumMod val="50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1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endParaRPr>
          </a:p>
        </p:txBody>
      </p:sp>
      <p:cxnSp>
        <p:nvCxnSpPr>
          <p:cNvPr id="11" name="Straight Connector 10">
            <a:extLst>
              <a:ext uri="{FF2B5EF4-FFF2-40B4-BE49-F238E27FC236}">
                <a16:creationId xmlns:a16="http://schemas.microsoft.com/office/drawing/2014/main" id="{0CFFE62D-54D4-2E4A-9F56-42AF465143DE}"/>
              </a:ext>
            </a:extLst>
          </p:cNvPr>
          <p:cNvCxnSpPr/>
          <p:nvPr/>
        </p:nvCxnSpPr>
        <p:spPr>
          <a:xfrm>
            <a:off x="4293702" y="5340624"/>
            <a:ext cx="3233531"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91" name="Text Box 4">
            <a:extLst>
              <a:ext uri="{FF2B5EF4-FFF2-40B4-BE49-F238E27FC236}">
                <a16:creationId xmlns:a16="http://schemas.microsoft.com/office/drawing/2014/main" id="{2D2C1B49-6D05-3245-A14C-49597506C649}"/>
              </a:ext>
            </a:extLst>
          </p:cNvPr>
          <p:cNvSpPr txBox="1">
            <a:spLocks noChangeArrowheads="1"/>
          </p:cNvSpPr>
          <p:nvPr/>
        </p:nvSpPr>
        <p:spPr bwMode="auto">
          <a:xfrm>
            <a:off x="5496545" y="4606786"/>
            <a:ext cx="380232" cy="523220"/>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sz="2800" b="0" i="0" u="none" strike="noStrike" kern="1200" cap="none" spc="0" normalizeH="0" baseline="0" noProof="0" dirty="0">
                <a:ln>
                  <a:noFill/>
                </a:ln>
                <a:solidFill>
                  <a:srgbClr val="0000A8"/>
                </a:solidFill>
                <a:effectLst/>
                <a:uLnTx/>
                <a:uFillTx/>
                <a:latin typeface="Calibri" panose="020F0502020204030204"/>
                <a:ea typeface="+mn-ea"/>
                <a:cs typeface="+mn-cs"/>
              </a:rPr>
              <a:t>R</a:t>
            </a:r>
            <a:endParaRPr kumimoji="0" lang="en-US" sz="2000" b="0" i="0" u="none" strike="noStrike" kern="1200" cap="none" spc="0" normalizeH="0" baseline="0" noProof="0" dirty="0">
              <a:ln>
                <a:noFill/>
              </a:ln>
              <a:solidFill>
                <a:srgbClr val="0000A8"/>
              </a:solidFill>
              <a:effectLst/>
              <a:uLnTx/>
              <a:uFillTx/>
              <a:latin typeface="Calibri" panose="020F0502020204030204"/>
              <a:ea typeface="+mn-ea"/>
              <a:cs typeface="+mn-cs"/>
            </a:endParaRPr>
          </a:p>
        </p:txBody>
      </p:sp>
      <p:sp>
        <p:nvSpPr>
          <p:cNvPr id="92" name="Text Box 21">
            <a:extLst>
              <a:ext uri="{FF2B5EF4-FFF2-40B4-BE49-F238E27FC236}">
                <a16:creationId xmlns:a16="http://schemas.microsoft.com/office/drawing/2014/main" id="{8E9F58B9-C012-7C42-9622-7098AAF9C744}"/>
              </a:ext>
            </a:extLst>
          </p:cNvPr>
          <p:cNvSpPr txBox="1">
            <a:spLocks noChangeArrowheads="1"/>
          </p:cNvSpPr>
          <p:nvPr/>
        </p:nvSpPr>
        <p:spPr bwMode="auto">
          <a:xfrm>
            <a:off x="5140945" y="5749508"/>
            <a:ext cx="1585947" cy="30777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1A-23-F9-CD-06-9B</a:t>
            </a:r>
          </a:p>
        </p:txBody>
      </p:sp>
      <p:sp>
        <p:nvSpPr>
          <p:cNvPr id="93" name="Text Box 22">
            <a:extLst>
              <a:ext uri="{FF2B5EF4-FFF2-40B4-BE49-F238E27FC236}">
                <a16:creationId xmlns:a16="http://schemas.microsoft.com/office/drawing/2014/main" id="{D3BC78DD-68E2-3F42-A025-894036CA69F8}"/>
              </a:ext>
            </a:extLst>
          </p:cNvPr>
          <p:cNvSpPr txBox="1">
            <a:spLocks noChangeArrowheads="1"/>
          </p:cNvSpPr>
          <p:nvPr/>
        </p:nvSpPr>
        <p:spPr bwMode="auto">
          <a:xfrm>
            <a:off x="5288582" y="5576471"/>
            <a:ext cx="1415772" cy="30777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222.222.222.220</a:t>
            </a:r>
          </a:p>
        </p:txBody>
      </p:sp>
      <p:grpSp>
        <p:nvGrpSpPr>
          <p:cNvPr id="94" name="Group 23">
            <a:extLst>
              <a:ext uri="{FF2B5EF4-FFF2-40B4-BE49-F238E27FC236}">
                <a16:creationId xmlns:a16="http://schemas.microsoft.com/office/drawing/2014/main" id="{026701D5-9E9E-EF42-B7AA-972F210D71D9}"/>
              </a:ext>
            </a:extLst>
          </p:cNvPr>
          <p:cNvGrpSpPr>
            <a:grpSpLocks/>
          </p:cNvGrpSpPr>
          <p:nvPr/>
        </p:nvGrpSpPr>
        <p:grpSpPr bwMode="auto">
          <a:xfrm>
            <a:off x="3992226" y="6027746"/>
            <a:ext cx="1573213" cy="482601"/>
            <a:chOff x="1934" y="2405"/>
            <a:chExt cx="991" cy="304"/>
          </a:xfrm>
        </p:grpSpPr>
        <p:sp>
          <p:nvSpPr>
            <p:cNvPr id="146" name="Text Box 24">
              <a:extLst>
                <a:ext uri="{FF2B5EF4-FFF2-40B4-BE49-F238E27FC236}">
                  <a16:creationId xmlns:a16="http://schemas.microsoft.com/office/drawing/2014/main" id="{D19F6EF2-3DED-734B-B3EA-8B5850BFD7DC}"/>
                </a:ext>
              </a:extLst>
            </p:cNvPr>
            <p:cNvSpPr txBox="1">
              <a:spLocks noChangeArrowheads="1"/>
            </p:cNvSpPr>
            <p:nvPr/>
          </p:nvSpPr>
          <p:spPr bwMode="auto">
            <a:xfrm>
              <a:off x="1934" y="2405"/>
              <a:ext cx="892" cy="19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111.111.111.110</a:t>
              </a:r>
            </a:p>
          </p:txBody>
        </p:sp>
        <p:sp>
          <p:nvSpPr>
            <p:cNvPr id="147" name="Text Box 25">
              <a:extLst>
                <a:ext uri="{FF2B5EF4-FFF2-40B4-BE49-F238E27FC236}">
                  <a16:creationId xmlns:a16="http://schemas.microsoft.com/office/drawing/2014/main" id="{E60F6762-DC3F-2E40-B567-43C8BBD1B182}"/>
                </a:ext>
              </a:extLst>
            </p:cNvPr>
            <p:cNvSpPr txBox="1">
              <a:spLocks noChangeArrowheads="1"/>
            </p:cNvSpPr>
            <p:nvPr/>
          </p:nvSpPr>
          <p:spPr bwMode="auto">
            <a:xfrm>
              <a:off x="1938" y="2515"/>
              <a:ext cx="987" cy="19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E6-E9-00-17-BB-4B</a:t>
              </a:r>
            </a:p>
          </p:txBody>
        </p:sp>
      </p:grpSp>
      <p:sp>
        <p:nvSpPr>
          <p:cNvPr id="99" name="Text Box 26">
            <a:extLst>
              <a:ext uri="{FF2B5EF4-FFF2-40B4-BE49-F238E27FC236}">
                <a16:creationId xmlns:a16="http://schemas.microsoft.com/office/drawing/2014/main" id="{EB7AD1CB-7395-4048-94BA-078B6760194C}"/>
              </a:ext>
            </a:extLst>
          </p:cNvPr>
          <p:cNvSpPr txBox="1">
            <a:spLocks noChangeArrowheads="1"/>
          </p:cNvSpPr>
          <p:nvPr/>
        </p:nvSpPr>
        <p:spPr bwMode="auto">
          <a:xfrm>
            <a:off x="1983382" y="6174597"/>
            <a:ext cx="1634615" cy="30777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CC-49-DE-D0-AB-7D</a:t>
            </a:r>
          </a:p>
        </p:txBody>
      </p:sp>
      <p:sp>
        <p:nvSpPr>
          <p:cNvPr id="100" name="Text Box 27">
            <a:extLst>
              <a:ext uri="{FF2B5EF4-FFF2-40B4-BE49-F238E27FC236}">
                <a16:creationId xmlns:a16="http://schemas.microsoft.com/office/drawing/2014/main" id="{883C22D8-5EE5-FD4B-A6BF-961F094C9520}"/>
              </a:ext>
            </a:extLst>
          </p:cNvPr>
          <p:cNvSpPr txBox="1">
            <a:spLocks noChangeArrowheads="1"/>
          </p:cNvSpPr>
          <p:nvPr/>
        </p:nvSpPr>
        <p:spPr bwMode="auto">
          <a:xfrm>
            <a:off x="2183407" y="5985684"/>
            <a:ext cx="1415772" cy="30777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111.111.111.112</a:t>
            </a:r>
          </a:p>
        </p:txBody>
      </p:sp>
      <p:sp>
        <p:nvSpPr>
          <p:cNvPr id="101" name="Text Box 30">
            <a:extLst>
              <a:ext uri="{FF2B5EF4-FFF2-40B4-BE49-F238E27FC236}">
                <a16:creationId xmlns:a16="http://schemas.microsoft.com/office/drawing/2014/main" id="{F0A4A6D6-07D6-9540-9E22-87082344B6CE}"/>
              </a:ext>
            </a:extLst>
          </p:cNvPr>
          <p:cNvSpPr txBox="1">
            <a:spLocks noChangeArrowheads="1"/>
          </p:cNvSpPr>
          <p:nvPr/>
        </p:nvSpPr>
        <p:spPr bwMode="auto">
          <a:xfrm>
            <a:off x="1901438" y="5007006"/>
            <a:ext cx="1415772" cy="30777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111.111.111.111</a:t>
            </a:r>
          </a:p>
        </p:txBody>
      </p:sp>
      <p:sp>
        <p:nvSpPr>
          <p:cNvPr id="102" name="Text Box 33">
            <a:extLst>
              <a:ext uri="{FF2B5EF4-FFF2-40B4-BE49-F238E27FC236}">
                <a16:creationId xmlns:a16="http://schemas.microsoft.com/office/drawing/2014/main" id="{98DB423A-5D18-F545-A673-502329AD2A00}"/>
              </a:ext>
            </a:extLst>
          </p:cNvPr>
          <p:cNvSpPr txBox="1">
            <a:spLocks noChangeArrowheads="1"/>
          </p:cNvSpPr>
          <p:nvPr/>
        </p:nvSpPr>
        <p:spPr bwMode="auto">
          <a:xfrm>
            <a:off x="1799535" y="5196273"/>
            <a:ext cx="1535998" cy="30777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74-29-9C-E8-FF-55</a:t>
            </a:r>
          </a:p>
        </p:txBody>
      </p:sp>
      <p:sp>
        <p:nvSpPr>
          <p:cNvPr id="103" name="Freeform 39">
            <a:extLst>
              <a:ext uri="{FF2B5EF4-FFF2-40B4-BE49-F238E27FC236}">
                <a16:creationId xmlns:a16="http://schemas.microsoft.com/office/drawing/2014/main" id="{B2706607-111C-5245-B2CF-A17D7724FFA8}"/>
              </a:ext>
            </a:extLst>
          </p:cNvPr>
          <p:cNvSpPr>
            <a:spLocks/>
          </p:cNvSpPr>
          <p:nvPr/>
        </p:nvSpPr>
        <p:spPr bwMode="auto">
          <a:xfrm>
            <a:off x="3637582" y="4808121"/>
            <a:ext cx="839788" cy="1069975"/>
          </a:xfrm>
          <a:custGeom>
            <a:avLst/>
            <a:gdLst>
              <a:gd name="T0" fmla="*/ 2147483647 w 1005"/>
              <a:gd name="T1" fmla="*/ 2147483647 h 996"/>
              <a:gd name="T2" fmla="*/ 2147483647 w 1005"/>
              <a:gd name="T3" fmla="*/ 2147483647 h 996"/>
              <a:gd name="T4" fmla="*/ 2147483647 w 1005"/>
              <a:gd name="T5" fmla="*/ 2147483647 h 996"/>
              <a:gd name="T6" fmla="*/ 2147483647 w 1005"/>
              <a:gd name="T7" fmla="*/ 2147483647 h 996"/>
              <a:gd name="T8" fmla="*/ 2147483647 w 1005"/>
              <a:gd name="T9" fmla="*/ 2147483647 h 996"/>
              <a:gd name="T10" fmla="*/ 2147483647 w 1005"/>
              <a:gd name="T11" fmla="*/ 2147483647 h 996"/>
              <a:gd name="T12" fmla="*/ 2147483647 w 1005"/>
              <a:gd name="T13" fmla="*/ 2147483647 h 996"/>
              <a:gd name="T14" fmla="*/ 2147483647 w 1005"/>
              <a:gd name="T15" fmla="*/ 2147483647 h 996"/>
              <a:gd name="T16" fmla="*/ 2147483647 w 1005"/>
              <a:gd name="T17" fmla="*/ 2147483647 h 996"/>
              <a:gd name="T18" fmla="*/ 2147483647 w 1005"/>
              <a:gd name="T19" fmla="*/ 2147483647 h 996"/>
              <a:gd name="T20" fmla="*/ 2147483647 w 1005"/>
              <a:gd name="T21" fmla="*/ 2147483647 h 996"/>
              <a:gd name="T22" fmla="*/ 2147483647 w 1005"/>
              <a:gd name="T23" fmla="*/ 2147483647 h 996"/>
              <a:gd name="T24" fmla="*/ 2147483647 w 1005"/>
              <a:gd name="T25" fmla="*/ 2147483647 h 99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005" h="996">
                <a:moveTo>
                  <a:pt x="307" y="83"/>
                </a:moveTo>
                <a:cubicBezTo>
                  <a:pt x="218" y="117"/>
                  <a:pt x="182" y="156"/>
                  <a:pt x="134" y="227"/>
                </a:cubicBezTo>
                <a:cubicBezTo>
                  <a:pt x="86" y="298"/>
                  <a:pt x="38" y="426"/>
                  <a:pt x="19" y="507"/>
                </a:cubicBezTo>
                <a:cubicBezTo>
                  <a:pt x="0" y="588"/>
                  <a:pt x="8" y="648"/>
                  <a:pt x="19" y="716"/>
                </a:cubicBezTo>
                <a:cubicBezTo>
                  <a:pt x="30" y="784"/>
                  <a:pt x="54" y="873"/>
                  <a:pt x="84" y="918"/>
                </a:cubicBezTo>
                <a:cubicBezTo>
                  <a:pt x="114" y="963"/>
                  <a:pt x="148" y="984"/>
                  <a:pt x="199" y="990"/>
                </a:cubicBezTo>
                <a:cubicBezTo>
                  <a:pt x="250" y="996"/>
                  <a:pt x="310" y="961"/>
                  <a:pt x="393" y="954"/>
                </a:cubicBezTo>
                <a:cubicBezTo>
                  <a:pt x="476" y="947"/>
                  <a:pt x="614" y="967"/>
                  <a:pt x="696" y="947"/>
                </a:cubicBezTo>
                <a:cubicBezTo>
                  <a:pt x="778" y="927"/>
                  <a:pt x="833" y="898"/>
                  <a:pt x="883" y="831"/>
                </a:cubicBezTo>
                <a:cubicBezTo>
                  <a:pt x="933" y="764"/>
                  <a:pt x="991" y="644"/>
                  <a:pt x="998" y="543"/>
                </a:cubicBezTo>
                <a:cubicBezTo>
                  <a:pt x="1005" y="442"/>
                  <a:pt x="981" y="313"/>
                  <a:pt x="926" y="227"/>
                </a:cubicBezTo>
                <a:cubicBezTo>
                  <a:pt x="871" y="141"/>
                  <a:pt x="768" y="50"/>
                  <a:pt x="667" y="25"/>
                </a:cubicBezTo>
                <a:cubicBezTo>
                  <a:pt x="566" y="0"/>
                  <a:pt x="396" y="49"/>
                  <a:pt x="307" y="83"/>
                </a:cubicBezTo>
                <a:close/>
              </a:path>
            </a:pathLst>
          </a:custGeom>
          <a:solidFill>
            <a:srgbClr val="9CE0FA"/>
          </a:solidFill>
          <a:ln w="9525" cap="flat" cmpd="sng">
            <a:noFill/>
            <a:prstDash val="solid"/>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4" name="Line 40">
            <a:extLst>
              <a:ext uri="{FF2B5EF4-FFF2-40B4-BE49-F238E27FC236}">
                <a16:creationId xmlns:a16="http://schemas.microsoft.com/office/drawing/2014/main" id="{28F869C4-D67B-E043-97EC-60E9EE422E8C}"/>
              </a:ext>
            </a:extLst>
          </p:cNvPr>
          <p:cNvSpPr>
            <a:spLocks noChangeShapeType="1"/>
          </p:cNvSpPr>
          <p:nvPr/>
        </p:nvSpPr>
        <p:spPr bwMode="auto">
          <a:xfrm>
            <a:off x="3334370" y="4787483"/>
            <a:ext cx="438150" cy="230188"/>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5" name="Line 41">
            <a:extLst>
              <a:ext uri="{FF2B5EF4-FFF2-40B4-BE49-F238E27FC236}">
                <a16:creationId xmlns:a16="http://schemas.microsoft.com/office/drawing/2014/main" id="{F58EADC2-5F53-3341-BAA6-DBF970DD75E5}"/>
              </a:ext>
            </a:extLst>
          </p:cNvPr>
          <p:cNvSpPr>
            <a:spLocks noChangeShapeType="1"/>
          </p:cNvSpPr>
          <p:nvPr/>
        </p:nvSpPr>
        <p:spPr bwMode="auto">
          <a:xfrm flipV="1">
            <a:off x="3406935" y="5732045"/>
            <a:ext cx="283036" cy="54447"/>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7" name="Line 44">
            <a:extLst>
              <a:ext uri="{FF2B5EF4-FFF2-40B4-BE49-F238E27FC236}">
                <a16:creationId xmlns:a16="http://schemas.microsoft.com/office/drawing/2014/main" id="{9DEB43AB-0452-E74B-A267-354DF376C2C7}"/>
              </a:ext>
            </a:extLst>
          </p:cNvPr>
          <p:cNvSpPr>
            <a:spLocks noChangeShapeType="1"/>
          </p:cNvSpPr>
          <p:nvPr/>
        </p:nvSpPr>
        <p:spPr bwMode="auto">
          <a:xfrm flipV="1">
            <a:off x="3342282" y="5842809"/>
            <a:ext cx="0" cy="163513"/>
          </a:xfrm>
          <a:prstGeom prst="line">
            <a:avLst/>
          </a:prstGeom>
          <a:noFill/>
          <a:ln w="9525">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8" name="Line 45">
            <a:extLst>
              <a:ext uri="{FF2B5EF4-FFF2-40B4-BE49-F238E27FC236}">
                <a16:creationId xmlns:a16="http://schemas.microsoft.com/office/drawing/2014/main" id="{FCE2A6D7-36B2-D94C-B589-354F8509B97B}"/>
              </a:ext>
            </a:extLst>
          </p:cNvPr>
          <p:cNvSpPr>
            <a:spLocks noChangeShapeType="1"/>
          </p:cNvSpPr>
          <p:nvPr/>
        </p:nvSpPr>
        <p:spPr bwMode="auto">
          <a:xfrm flipH="1" flipV="1">
            <a:off x="3248645" y="4860508"/>
            <a:ext cx="0" cy="248128"/>
          </a:xfrm>
          <a:prstGeom prst="line">
            <a:avLst/>
          </a:prstGeom>
          <a:noFill/>
          <a:ln w="9525">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9" name="Line 46">
            <a:extLst>
              <a:ext uri="{FF2B5EF4-FFF2-40B4-BE49-F238E27FC236}">
                <a16:creationId xmlns:a16="http://schemas.microsoft.com/office/drawing/2014/main" id="{34C788DF-A7C4-7C49-A6BA-645F989435A2}"/>
              </a:ext>
            </a:extLst>
          </p:cNvPr>
          <p:cNvSpPr>
            <a:spLocks noChangeShapeType="1"/>
          </p:cNvSpPr>
          <p:nvPr/>
        </p:nvSpPr>
        <p:spPr bwMode="auto">
          <a:xfrm>
            <a:off x="5018707" y="5427247"/>
            <a:ext cx="0" cy="620504"/>
          </a:xfrm>
          <a:prstGeom prst="line">
            <a:avLst/>
          </a:prstGeom>
          <a:noFill/>
          <a:ln w="9525">
            <a:solidFill>
              <a:schemeClr val="tx1"/>
            </a:solidFill>
            <a:round/>
            <a:headEnd type="triangle" w="med" len="me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0" name="Line 47">
            <a:extLst>
              <a:ext uri="{FF2B5EF4-FFF2-40B4-BE49-F238E27FC236}">
                <a16:creationId xmlns:a16="http://schemas.microsoft.com/office/drawing/2014/main" id="{74475E6E-D489-9D41-83DE-586A84785D27}"/>
              </a:ext>
            </a:extLst>
          </p:cNvPr>
          <p:cNvSpPr>
            <a:spLocks noChangeShapeType="1"/>
          </p:cNvSpPr>
          <p:nvPr/>
        </p:nvSpPr>
        <p:spPr bwMode="auto">
          <a:xfrm flipH="1" flipV="1">
            <a:off x="6207745" y="5417721"/>
            <a:ext cx="4762" cy="220662"/>
          </a:xfrm>
          <a:prstGeom prst="line">
            <a:avLst/>
          </a:prstGeom>
          <a:noFill/>
          <a:ln w="9525">
            <a:solidFill>
              <a:schemeClr val="tx1"/>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1" name="Text Box 58">
            <a:extLst>
              <a:ext uri="{FF2B5EF4-FFF2-40B4-BE49-F238E27FC236}">
                <a16:creationId xmlns:a16="http://schemas.microsoft.com/office/drawing/2014/main" id="{9ED91BB2-5CD2-AF4D-990D-A02134AFDF18}"/>
              </a:ext>
            </a:extLst>
          </p:cNvPr>
          <p:cNvSpPr txBox="1">
            <a:spLocks noChangeArrowheads="1"/>
          </p:cNvSpPr>
          <p:nvPr/>
        </p:nvSpPr>
        <p:spPr bwMode="auto">
          <a:xfrm>
            <a:off x="2243136" y="4315099"/>
            <a:ext cx="393056" cy="52322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0000A8"/>
                </a:solidFill>
                <a:effectLst/>
                <a:uLnTx/>
                <a:uFillTx/>
                <a:latin typeface="Calibri" panose="020F0502020204030204"/>
                <a:ea typeface="+mn-ea"/>
                <a:cs typeface="+mn-cs"/>
              </a:rPr>
              <a:t>A</a:t>
            </a:r>
          </a:p>
        </p:txBody>
      </p:sp>
      <p:grpSp>
        <p:nvGrpSpPr>
          <p:cNvPr id="113" name="Group 63">
            <a:extLst>
              <a:ext uri="{FF2B5EF4-FFF2-40B4-BE49-F238E27FC236}">
                <a16:creationId xmlns:a16="http://schemas.microsoft.com/office/drawing/2014/main" id="{28E44824-539C-9E48-97D4-38EC5EF1A87D}"/>
              </a:ext>
            </a:extLst>
          </p:cNvPr>
          <p:cNvGrpSpPr>
            <a:grpSpLocks/>
          </p:cNvGrpSpPr>
          <p:nvPr/>
        </p:nvGrpSpPr>
        <p:grpSpPr bwMode="auto">
          <a:xfrm>
            <a:off x="8615685" y="5148731"/>
            <a:ext cx="1616076" cy="495300"/>
            <a:chOff x="4351" y="2786"/>
            <a:chExt cx="1018" cy="312"/>
          </a:xfrm>
        </p:grpSpPr>
        <p:sp>
          <p:nvSpPr>
            <p:cNvPr id="144" name="Text Box 64">
              <a:extLst>
                <a:ext uri="{FF2B5EF4-FFF2-40B4-BE49-F238E27FC236}">
                  <a16:creationId xmlns:a16="http://schemas.microsoft.com/office/drawing/2014/main" id="{6F4DD6C5-5CCC-9A43-8DEF-22B166CC124F}"/>
                </a:ext>
              </a:extLst>
            </p:cNvPr>
            <p:cNvSpPr txBox="1">
              <a:spLocks noChangeArrowheads="1"/>
            </p:cNvSpPr>
            <p:nvPr/>
          </p:nvSpPr>
          <p:spPr bwMode="auto">
            <a:xfrm>
              <a:off x="4352" y="2786"/>
              <a:ext cx="892" cy="19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222.222.222.222</a:t>
              </a:r>
            </a:p>
          </p:txBody>
        </p:sp>
        <p:sp>
          <p:nvSpPr>
            <p:cNvPr id="145" name="Text Box 65">
              <a:extLst>
                <a:ext uri="{FF2B5EF4-FFF2-40B4-BE49-F238E27FC236}">
                  <a16:creationId xmlns:a16="http://schemas.microsoft.com/office/drawing/2014/main" id="{6E33AF33-87FC-744F-A61A-A574F7048B06}"/>
                </a:ext>
              </a:extLst>
            </p:cNvPr>
            <p:cNvSpPr txBox="1">
              <a:spLocks noChangeArrowheads="1"/>
            </p:cNvSpPr>
            <p:nvPr/>
          </p:nvSpPr>
          <p:spPr bwMode="auto">
            <a:xfrm>
              <a:off x="4351" y="2904"/>
              <a:ext cx="1018" cy="19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49-BD-D2-C7-56-2A</a:t>
              </a:r>
            </a:p>
          </p:txBody>
        </p:sp>
      </p:grpSp>
      <p:sp>
        <p:nvSpPr>
          <p:cNvPr id="114" name="Line 67">
            <a:extLst>
              <a:ext uri="{FF2B5EF4-FFF2-40B4-BE49-F238E27FC236}">
                <a16:creationId xmlns:a16="http://schemas.microsoft.com/office/drawing/2014/main" id="{351E9598-D6EF-0941-9E90-3FFDA09398B1}"/>
              </a:ext>
            </a:extLst>
          </p:cNvPr>
          <p:cNvSpPr>
            <a:spLocks noChangeShapeType="1"/>
          </p:cNvSpPr>
          <p:nvPr/>
        </p:nvSpPr>
        <p:spPr bwMode="auto">
          <a:xfrm flipV="1">
            <a:off x="8215932" y="4787483"/>
            <a:ext cx="450850" cy="317500"/>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6" name="Text Box 71">
            <a:extLst>
              <a:ext uri="{FF2B5EF4-FFF2-40B4-BE49-F238E27FC236}">
                <a16:creationId xmlns:a16="http://schemas.microsoft.com/office/drawing/2014/main" id="{A2452177-E551-CB48-A13E-9F30A8D87705}"/>
              </a:ext>
            </a:extLst>
          </p:cNvPr>
          <p:cNvSpPr txBox="1">
            <a:spLocks noChangeArrowheads="1"/>
          </p:cNvSpPr>
          <p:nvPr/>
        </p:nvSpPr>
        <p:spPr bwMode="auto">
          <a:xfrm>
            <a:off x="8307272" y="6136999"/>
            <a:ext cx="1415772" cy="30777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222.222.222.221</a:t>
            </a:r>
          </a:p>
        </p:txBody>
      </p:sp>
      <p:sp>
        <p:nvSpPr>
          <p:cNvPr id="117" name="Text Box 72">
            <a:extLst>
              <a:ext uri="{FF2B5EF4-FFF2-40B4-BE49-F238E27FC236}">
                <a16:creationId xmlns:a16="http://schemas.microsoft.com/office/drawing/2014/main" id="{70A29F2B-254D-C242-BED3-63C6A20006BF}"/>
              </a:ext>
            </a:extLst>
          </p:cNvPr>
          <p:cNvSpPr txBox="1">
            <a:spLocks noChangeArrowheads="1"/>
          </p:cNvSpPr>
          <p:nvPr/>
        </p:nvSpPr>
        <p:spPr bwMode="auto">
          <a:xfrm>
            <a:off x="8297391" y="6315866"/>
            <a:ext cx="1552284" cy="30777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88-B2-2F-54-1A-0F</a:t>
            </a:r>
          </a:p>
        </p:txBody>
      </p:sp>
      <p:sp>
        <p:nvSpPr>
          <p:cNvPr id="118" name="Line 73">
            <a:extLst>
              <a:ext uri="{FF2B5EF4-FFF2-40B4-BE49-F238E27FC236}">
                <a16:creationId xmlns:a16="http://schemas.microsoft.com/office/drawing/2014/main" id="{EA6BFE92-6101-754D-A5A8-900E35C4E79C}"/>
              </a:ext>
            </a:extLst>
          </p:cNvPr>
          <p:cNvSpPr>
            <a:spLocks noChangeShapeType="1"/>
          </p:cNvSpPr>
          <p:nvPr/>
        </p:nvSpPr>
        <p:spPr bwMode="auto">
          <a:xfrm flipH="1" flipV="1">
            <a:off x="8156672" y="5684421"/>
            <a:ext cx="267105" cy="200926"/>
          </a:xfrm>
          <a:prstGeom prst="line">
            <a:avLst/>
          </a:prstGeom>
          <a:noFill/>
          <a:ln w="9525">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0" name="Freeform 75">
            <a:extLst>
              <a:ext uri="{FF2B5EF4-FFF2-40B4-BE49-F238E27FC236}">
                <a16:creationId xmlns:a16="http://schemas.microsoft.com/office/drawing/2014/main" id="{68E66362-A921-0844-BAA8-FB5279AD1D5D}"/>
              </a:ext>
            </a:extLst>
          </p:cNvPr>
          <p:cNvSpPr>
            <a:spLocks/>
          </p:cNvSpPr>
          <p:nvPr/>
        </p:nvSpPr>
        <p:spPr bwMode="auto">
          <a:xfrm>
            <a:off x="7476157" y="4811296"/>
            <a:ext cx="765175" cy="1081088"/>
          </a:xfrm>
          <a:custGeom>
            <a:avLst/>
            <a:gdLst>
              <a:gd name="T0" fmla="*/ 2147483647 w 1005"/>
              <a:gd name="T1" fmla="*/ 2147483647 h 996"/>
              <a:gd name="T2" fmla="*/ 2147483647 w 1005"/>
              <a:gd name="T3" fmla="*/ 2147483647 h 996"/>
              <a:gd name="T4" fmla="*/ 2147483647 w 1005"/>
              <a:gd name="T5" fmla="*/ 2147483647 h 996"/>
              <a:gd name="T6" fmla="*/ 2147483647 w 1005"/>
              <a:gd name="T7" fmla="*/ 2147483647 h 996"/>
              <a:gd name="T8" fmla="*/ 2147483647 w 1005"/>
              <a:gd name="T9" fmla="*/ 2147483647 h 996"/>
              <a:gd name="T10" fmla="*/ 2147483647 w 1005"/>
              <a:gd name="T11" fmla="*/ 2147483647 h 996"/>
              <a:gd name="T12" fmla="*/ 2147483647 w 1005"/>
              <a:gd name="T13" fmla="*/ 2147483647 h 996"/>
              <a:gd name="T14" fmla="*/ 2147483647 w 1005"/>
              <a:gd name="T15" fmla="*/ 2147483647 h 996"/>
              <a:gd name="T16" fmla="*/ 2147483647 w 1005"/>
              <a:gd name="T17" fmla="*/ 2147483647 h 996"/>
              <a:gd name="T18" fmla="*/ 2147483647 w 1005"/>
              <a:gd name="T19" fmla="*/ 2147483647 h 996"/>
              <a:gd name="T20" fmla="*/ 2147483647 w 1005"/>
              <a:gd name="T21" fmla="*/ 2147483647 h 996"/>
              <a:gd name="T22" fmla="*/ 2147483647 w 1005"/>
              <a:gd name="T23" fmla="*/ 2147483647 h 996"/>
              <a:gd name="T24" fmla="*/ 2147483647 w 1005"/>
              <a:gd name="T25" fmla="*/ 2147483647 h 99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005" h="996">
                <a:moveTo>
                  <a:pt x="307" y="83"/>
                </a:moveTo>
                <a:cubicBezTo>
                  <a:pt x="218" y="117"/>
                  <a:pt x="182" y="156"/>
                  <a:pt x="134" y="227"/>
                </a:cubicBezTo>
                <a:cubicBezTo>
                  <a:pt x="86" y="298"/>
                  <a:pt x="38" y="426"/>
                  <a:pt x="19" y="507"/>
                </a:cubicBezTo>
                <a:cubicBezTo>
                  <a:pt x="0" y="588"/>
                  <a:pt x="8" y="648"/>
                  <a:pt x="19" y="716"/>
                </a:cubicBezTo>
                <a:cubicBezTo>
                  <a:pt x="30" y="784"/>
                  <a:pt x="54" y="873"/>
                  <a:pt x="84" y="918"/>
                </a:cubicBezTo>
                <a:cubicBezTo>
                  <a:pt x="114" y="963"/>
                  <a:pt x="148" y="984"/>
                  <a:pt x="199" y="990"/>
                </a:cubicBezTo>
                <a:cubicBezTo>
                  <a:pt x="250" y="996"/>
                  <a:pt x="310" y="961"/>
                  <a:pt x="393" y="954"/>
                </a:cubicBezTo>
                <a:cubicBezTo>
                  <a:pt x="476" y="947"/>
                  <a:pt x="614" y="967"/>
                  <a:pt x="696" y="947"/>
                </a:cubicBezTo>
                <a:cubicBezTo>
                  <a:pt x="778" y="927"/>
                  <a:pt x="833" y="898"/>
                  <a:pt x="883" y="831"/>
                </a:cubicBezTo>
                <a:cubicBezTo>
                  <a:pt x="933" y="764"/>
                  <a:pt x="991" y="644"/>
                  <a:pt x="998" y="543"/>
                </a:cubicBezTo>
                <a:cubicBezTo>
                  <a:pt x="1005" y="442"/>
                  <a:pt x="981" y="313"/>
                  <a:pt x="926" y="227"/>
                </a:cubicBezTo>
                <a:cubicBezTo>
                  <a:pt x="871" y="141"/>
                  <a:pt x="768" y="50"/>
                  <a:pt x="667" y="25"/>
                </a:cubicBezTo>
                <a:cubicBezTo>
                  <a:pt x="566" y="0"/>
                  <a:pt x="396" y="49"/>
                  <a:pt x="307" y="83"/>
                </a:cubicBezTo>
                <a:close/>
              </a:path>
            </a:pathLst>
          </a:custGeom>
          <a:solidFill>
            <a:srgbClr val="9CE0FA"/>
          </a:solidFill>
          <a:ln w="9525" cap="flat" cmpd="sng">
            <a:noFill/>
            <a:prstDash val="solid"/>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1" name="Text Box 76">
            <a:extLst>
              <a:ext uri="{FF2B5EF4-FFF2-40B4-BE49-F238E27FC236}">
                <a16:creationId xmlns:a16="http://schemas.microsoft.com/office/drawing/2014/main" id="{DA57B50B-B7E5-2942-B45A-3152B6985451}"/>
              </a:ext>
            </a:extLst>
          </p:cNvPr>
          <p:cNvSpPr txBox="1">
            <a:spLocks noChangeArrowheads="1"/>
          </p:cNvSpPr>
          <p:nvPr/>
        </p:nvSpPr>
        <p:spPr bwMode="auto">
          <a:xfrm>
            <a:off x="9407316" y="4484341"/>
            <a:ext cx="380232" cy="52322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0000A8"/>
                </a:solidFill>
                <a:effectLst/>
                <a:uLnTx/>
                <a:uFillTx/>
                <a:latin typeface="Calibri" panose="020F0502020204030204"/>
                <a:ea typeface="+mn-ea"/>
                <a:cs typeface="+mn-cs"/>
              </a:rPr>
              <a:t>B</a:t>
            </a:r>
          </a:p>
        </p:txBody>
      </p:sp>
      <p:grpSp>
        <p:nvGrpSpPr>
          <p:cNvPr id="9" name="Group 8">
            <a:extLst>
              <a:ext uri="{FF2B5EF4-FFF2-40B4-BE49-F238E27FC236}">
                <a16:creationId xmlns:a16="http://schemas.microsoft.com/office/drawing/2014/main" id="{CC76A447-7E01-C147-9C89-C1C4C935DA7A}"/>
              </a:ext>
            </a:extLst>
          </p:cNvPr>
          <p:cNvGrpSpPr/>
          <p:nvPr/>
        </p:nvGrpSpPr>
        <p:grpSpPr>
          <a:xfrm>
            <a:off x="5001868" y="5038254"/>
            <a:ext cx="1310631" cy="501151"/>
            <a:chOff x="4909105" y="5767126"/>
            <a:chExt cx="1310631" cy="501151"/>
          </a:xfrm>
        </p:grpSpPr>
        <p:sp>
          <p:nvSpPr>
            <p:cNvPr id="167" name="Rectangle 37">
              <a:extLst>
                <a:ext uri="{FF2B5EF4-FFF2-40B4-BE49-F238E27FC236}">
                  <a16:creationId xmlns:a16="http://schemas.microsoft.com/office/drawing/2014/main" id="{89D0886F-F835-2044-AB8F-F49ACC0B58EB}"/>
                </a:ext>
              </a:extLst>
            </p:cNvPr>
            <p:cNvSpPr>
              <a:spLocks noChangeArrowheads="1"/>
            </p:cNvSpPr>
            <p:nvPr/>
          </p:nvSpPr>
          <p:spPr bwMode="auto">
            <a:xfrm rot="5400000">
              <a:off x="6024859" y="5937451"/>
              <a:ext cx="134168" cy="255587"/>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Comic Sans MS" pitchFamily="66" charset="0"/>
                <a:ea typeface="ＭＳ Ｐゴシック" charset="0"/>
                <a:cs typeface="+mn-cs"/>
              </a:endParaRPr>
            </a:p>
          </p:txBody>
        </p:sp>
        <p:sp>
          <p:nvSpPr>
            <p:cNvPr id="168" name="Rectangle 37">
              <a:extLst>
                <a:ext uri="{FF2B5EF4-FFF2-40B4-BE49-F238E27FC236}">
                  <a16:creationId xmlns:a16="http://schemas.microsoft.com/office/drawing/2014/main" id="{C75323AD-DC39-4543-A0CC-4375A7BCF3F2}"/>
                </a:ext>
              </a:extLst>
            </p:cNvPr>
            <p:cNvSpPr>
              <a:spLocks noChangeArrowheads="1"/>
            </p:cNvSpPr>
            <p:nvPr/>
          </p:nvSpPr>
          <p:spPr bwMode="auto">
            <a:xfrm rot="5400000">
              <a:off x="4966501" y="5940764"/>
              <a:ext cx="140795" cy="255587"/>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Comic Sans MS" pitchFamily="66" charset="0"/>
                <a:ea typeface="ＭＳ Ｐゴシック" charset="0"/>
                <a:cs typeface="+mn-cs"/>
              </a:endParaRPr>
            </a:p>
          </p:txBody>
        </p:sp>
        <p:grpSp>
          <p:nvGrpSpPr>
            <p:cNvPr id="156" name="Group 155">
              <a:extLst>
                <a:ext uri="{FF2B5EF4-FFF2-40B4-BE49-F238E27FC236}">
                  <a16:creationId xmlns:a16="http://schemas.microsoft.com/office/drawing/2014/main" id="{EDD0BCD9-05EB-F249-AEA1-A9CCFBC80BB8}"/>
                </a:ext>
              </a:extLst>
            </p:cNvPr>
            <p:cNvGrpSpPr/>
            <p:nvPr/>
          </p:nvGrpSpPr>
          <p:grpSpPr>
            <a:xfrm>
              <a:off x="5115340" y="5767126"/>
              <a:ext cx="901147" cy="501151"/>
              <a:chOff x="7493876" y="2774731"/>
              <a:chExt cx="1481958" cy="894622"/>
            </a:xfrm>
          </p:grpSpPr>
          <p:sp>
            <p:nvSpPr>
              <p:cNvPr id="157" name="Freeform 156">
                <a:extLst>
                  <a:ext uri="{FF2B5EF4-FFF2-40B4-BE49-F238E27FC236}">
                    <a16:creationId xmlns:a16="http://schemas.microsoft.com/office/drawing/2014/main" id="{F5326B06-29FF-A544-BF80-2A0622229582}"/>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58" name="Oval 157">
                <a:extLst>
                  <a:ext uri="{FF2B5EF4-FFF2-40B4-BE49-F238E27FC236}">
                    <a16:creationId xmlns:a16="http://schemas.microsoft.com/office/drawing/2014/main" id="{8065A2A5-902C-A940-821B-CBFC0122AC2F}"/>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159" name="Group 158">
                <a:extLst>
                  <a:ext uri="{FF2B5EF4-FFF2-40B4-BE49-F238E27FC236}">
                    <a16:creationId xmlns:a16="http://schemas.microsoft.com/office/drawing/2014/main" id="{14C076B7-5A71-8644-9F5C-08E13F943BD5}"/>
                  </a:ext>
                </a:extLst>
              </p:cNvPr>
              <p:cNvGrpSpPr/>
              <p:nvPr/>
            </p:nvGrpSpPr>
            <p:grpSpPr>
              <a:xfrm>
                <a:off x="7713663" y="2848339"/>
                <a:ext cx="1042107" cy="425543"/>
                <a:chOff x="7786941" y="2884917"/>
                <a:chExt cx="897649" cy="353919"/>
              </a:xfrm>
            </p:grpSpPr>
            <p:sp>
              <p:nvSpPr>
                <p:cNvPr id="160" name="Freeform 159">
                  <a:extLst>
                    <a:ext uri="{FF2B5EF4-FFF2-40B4-BE49-F238E27FC236}">
                      <a16:creationId xmlns:a16="http://schemas.microsoft.com/office/drawing/2014/main" id="{13D62837-C3EA-8B4B-B09D-FC71F9727C64}"/>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61" name="Freeform 160">
                  <a:extLst>
                    <a:ext uri="{FF2B5EF4-FFF2-40B4-BE49-F238E27FC236}">
                      <a16:creationId xmlns:a16="http://schemas.microsoft.com/office/drawing/2014/main" id="{147D5E46-2372-FA45-9685-A7CC6CA91F5F}"/>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62" name="Freeform 161">
                  <a:extLst>
                    <a:ext uri="{FF2B5EF4-FFF2-40B4-BE49-F238E27FC236}">
                      <a16:creationId xmlns:a16="http://schemas.microsoft.com/office/drawing/2014/main" id="{6B2D97C5-61CB-9441-993B-95CAA7169FC7}"/>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63" name="Freeform 162">
                  <a:extLst>
                    <a:ext uri="{FF2B5EF4-FFF2-40B4-BE49-F238E27FC236}">
                      <a16:creationId xmlns:a16="http://schemas.microsoft.com/office/drawing/2014/main" id="{CD3C4F94-9D92-F048-A80A-0D709146CB4E}"/>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sp>
        <p:nvSpPr>
          <p:cNvPr id="171" name="Rectangle 37">
            <a:extLst>
              <a:ext uri="{FF2B5EF4-FFF2-40B4-BE49-F238E27FC236}">
                <a16:creationId xmlns:a16="http://schemas.microsoft.com/office/drawing/2014/main" id="{A9816EEA-38E6-AE46-970F-D20738D1CBC9}"/>
              </a:ext>
            </a:extLst>
          </p:cNvPr>
          <p:cNvSpPr>
            <a:spLocks noChangeArrowheads="1"/>
          </p:cNvSpPr>
          <p:nvPr/>
        </p:nvSpPr>
        <p:spPr bwMode="auto">
          <a:xfrm rot="5400000">
            <a:off x="3161022" y="4666815"/>
            <a:ext cx="119903" cy="255587"/>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Comic Sans MS" pitchFamily="66" charset="0"/>
              <a:ea typeface="ＭＳ Ｐゴシック" charset="0"/>
              <a:cs typeface="+mn-cs"/>
            </a:endParaRPr>
          </a:p>
        </p:txBody>
      </p:sp>
      <p:grpSp>
        <p:nvGrpSpPr>
          <p:cNvPr id="149" name="Group 49">
            <a:extLst>
              <a:ext uri="{FF2B5EF4-FFF2-40B4-BE49-F238E27FC236}">
                <a16:creationId xmlns:a16="http://schemas.microsoft.com/office/drawing/2014/main" id="{AD680CEA-D168-C84F-AAE1-D128195A44E7}"/>
              </a:ext>
            </a:extLst>
          </p:cNvPr>
          <p:cNvGrpSpPr>
            <a:grpSpLocks/>
          </p:cNvGrpSpPr>
          <p:nvPr/>
        </p:nvGrpSpPr>
        <p:grpSpPr bwMode="auto">
          <a:xfrm>
            <a:off x="2318687" y="4333458"/>
            <a:ext cx="936071" cy="761428"/>
            <a:chOff x="-44" y="1473"/>
            <a:chExt cx="981" cy="1105"/>
          </a:xfrm>
        </p:grpSpPr>
        <p:pic>
          <p:nvPicPr>
            <p:cNvPr id="150" name="Picture 50" descr="desktop_computer_stylized_medium">
              <a:extLst>
                <a:ext uri="{FF2B5EF4-FFF2-40B4-BE49-F238E27FC236}">
                  <a16:creationId xmlns:a16="http://schemas.microsoft.com/office/drawing/2014/main" id="{DADE998E-D7B9-EC4F-9F94-E65CF536C41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51" name="Freeform 51">
              <a:extLst>
                <a:ext uri="{FF2B5EF4-FFF2-40B4-BE49-F238E27FC236}">
                  <a16:creationId xmlns:a16="http://schemas.microsoft.com/office/drawing/2014/main" id="{BC38A1B0-555E-F049-93AC-48537726F700}"/>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180" name="Rectangle 37">
            <a:extLst>
              <a:ext uri="{FF2B5EF4-FFF2-40B4-BE49-F238E27FC236}">
                <a16:creationId xmlns:a16="http://schemas.microsoft.com/office/drawing/2014/main" id="{51912ACC-FA1C-7E48-9062-DA96B6CD7C33}"/>
              </a:ext>
            </a:extLst>
          </p:cNvPr>
          <p:cNvSpPr>
            <a:spLocks noChangeArrowheads="1"/>
          </p:cNvSpPr>
          <p:nvPr/>
        </p:nvSpPr>
        <p:spPr bwMode="auto">
          <a:xfrm rot="5400000">
            <a:off x="3271833" y="5687855"/>
            <a:ext cx="84261" cy="194751"/>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Comic Sans MS" pitchFamily="66" charset="0"/>
              <a:ea typeface="ＭＳ Ｐゴシック" charset="0"/>
              <a:cs typeface="+mn-cs"/>
            </a:endParaRPr>
          </a:p>
        </p:txBody>
      </p:sp>
      <p:grpSp>
        <p:nvGrpSpPr>
          <p:cNvPr id="126" name="Group 49">
            <a:extLst>
              <a:ext uri="{FF2B5EF4-FFF2-40B4-BE49-F238E27FC236}">
                <a16:creationId xmlns:a16="http://schemas.microsoft.com/office/drawing/2014/main" id="{164313DA-E436-B94D-946E-A9F9627207EA}"/>
              </a:ext>
            </a:extLst>
          </p:cNvPr>
          <p:cNvGrpSpPr>
            <a:grpSpLocks/>
          </p:cNvGrpSpPr>
          <p:nvPr/>
        </p:nvGrpSpPr>
        <p:grpSpPr bwMode="auto">
          <a:xfrm>
            <a:off x="2681426" y="5490561"/>
            <a:ext cx="639495" cy="517588"/>
            <a:chOff x="-44" y="1473"/>
            <a:chExt cx="981" cy="1105"/>
          </a:xfrm>
        </p:grpSpPr>
        <p:pic>
          <p:nvPicPr>
            <p:cNvPr id="127" name="Picture 50" descr="desktop_computer_stylized_medium">
              <a:extLst>
                <a:ext uri="{FF2B5EF4-FFF2-40B4-BE49-F238E27FC236}">
                  <a16:creationId xmlns:a16="http://schemas.microsoft.com/office/drawing/2014/main" id="{2DC8C6C4-5C23-0541-8061-C718A5B9D9E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28" name="Freeform 51">
              <a:extLst>
                <a:ext uri="{FF2B5EF4-FFF2-40B4-BE49-F238E27FC236}">
                  <a16:creationId xmlns:a16="http://schemas.microsoft.com/office/drawing/2014/main" id="{24E0555C-7855-E749-82E9-0F21AFA4C7C3}"/>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181" name="Rectangle 37">
            <a:extLst>
              <a:ext uri="{FF2B5EF4-FFF2-40B4-BE49-F238E27FC236}">
                <a16:creationId xmlns:a16="http://schemas.microsoft.com/office/drawing/2014/main" id="{43F1B530-B1FE-5547-9108-2D9D5DEFE2F3}"/>
              </a:ext>
            </a:extLst>
          </p:cNvPr>
          <p:cNvSpPr>
            <a:spLocks noChangeArrowheads="1"/>
          </p:cNvSpPr>
          <p:nvPr/>
        </p:nvSpPr>
        <p:spPr bwMode="auto">
          <a:xfrm rot="5400000">
            <a:off x="8726575" y="4653061"/>
            <a:ext cx="119903" cy="255587"/>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Comic Sans MS" pitchFamily="66" charset="0"/>
              <a:ea typeface="ＭＳ Ｐゴシック" charset="0"/>
              <a:cs typeface="+mn-cs"/>
            </a:endParaRPr>
          </a:p>
        </p:txBody>
      </p:sp>
      <p:sp>
        <p:nvSpPr>
          <p:cNvPr id="182" name="Rectangle 37">
            <a:extLst>
              <a:ext uri="{FF2B5EF4-FFF2-40B4-BE49-F238E27FC236}">
                <a16:creationId xmlns:a16="http://schemas.microsoft.com/office/drawing/2014/main" id="{7CF48F98-D094-CD4E-BD60-0DA33EA42206}"/>
              </a:ext>
            </a:extLst>
          </p:cNvPr>
          <p:cNvSpPr>
            <a:spLocks noChangeArrowheads="1"/>
          </p:cNvSpPr>
          <p:nvPr/>
        </p:nvSpPr>
        <p:spPr bwMode="auto">
          <a:xfrm rot="5400000">
            <a:off x="8496816" y="5784803"/>
            <a:ext cx="84261" cy="194751"/>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Comic Sans MS" pitchFamily="66" charset="0"/>
              <a:ea typeface="ＭＳ Ｐゴシック" charset="0"/>
              <a:cs typeface="+mn-cs"/>
            </a:endParaRPr>
          </a:p>
        </p:txBody>
      </p:sp>
      <p:grpSp>
        <p:nvGrpSpPr>
          <p:cNvPr id="152" name="Group 44">
            <a:extLst>
              <a:ext uri="{FF2B5EF4-FFF2-40B4-BE49-F238E27FC236}">
                <a16:creationId xmlns:a16="http://schemas.microsoft.com/office/drawing/2014/main" id="{083ACB0A-FBA9-0D43-9726-0A41424DD39D}"/>
              </a:ext>
            </a:extLst>
          </p:cNvPr>
          <p:cNvGrpSpPr>
            <a:grpSpLocks/>
          </p:cNvGrpSpPr>
          <p:nvPr/>
        </p:nvGrpSpPr>
        <p:grpSpPr bwMode="auto">
          <a:xfrm>
            <a:off x="8343615" y="5618570"/>
            <a:ext cx="711200" cy="601028"/>
            <a:chOff x="-44" y="1473"/>
            <a:chExt cx="981" cy="1105"/>
          </a:xfrm>
        </p:grpSpPr>
        <p:pic>
          <p:nvPicPr>
            <p:cNvPr id="154" name="Picture 45" descr="desktop_computer_stylized_medium">
              <a:extLst>
                <a:ext uri="{FF2B5EF4-FFF2-40B4-BE49-F238E27FC236}">
                  <a16:creationId xmlns:a16="http://schemas.microsoft.com/office/drawing/2014/main" id="{C369DB0B-1F34-3B46-A82A-78A90E656D2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55" name="Freeform 46">
              <a:extLst>
                <a:ext uri="{FF2B5EF4-FFF2-40B4-BE49-F238E27FC236}">
                  <a16:creationId xmlns:a16="http://schemas.microsoft.com/office/drawing/2014/main" id="{9C2398C0-FF47-894E-B5E8-11EB55029DCC}"/>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cxnSp>
        <p:nvCxnSpPr>
          <p:cNvPr id="14" name="Straight Arrow Connector 13">
            <a:extLst>
              <a:ext uri="{FF2B5EF4-FFF2-40B4-BE49-F238E27FC236}">
                <a16:creationId xmlns:a16="http://schemas.microsoft.com/office/drawing/2014/main" id="{0F604162-E90D-984F-847A-C102A2F79780}"/>
              </a:ext>
            </a:extLst>
          </p:cNvPr>
          <p:cNvCxnSpPr/>
          <p:nvPr/>
        </p:nvCxnSpPr>
        <p:spPr>
          <a:xfrm flipV="1">
            <a:off x="8669292" y="4874844"/>
            <a:ext cx="0" cy="445971"/>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3" name="Straight Arrow Connector 182">
            <a:extLst>
              <a:ext uri="{FF2B5EF4-FFF2-40B4-BE49-F238E27FC236}">
                <a16:creationId xmlns:a16="http://schemas.microsoft.com/office/drawing/2014/main" id="{ED79A4A8-654F-5C41-9FB9-78AF30E0F351}"/>
              </a:ext>
            </a:extLst>
          </p:cNvPr>
          <p:cNvCxnSpPr>
            <a:cxnSpLocks/>
          </p:cNvCxnSpPr>
          <p:nvPr/>
        </p:nvCxnSpPr>
        <p:spPr>
          <a:xfrm flipV="1">
            <a:off x="8447023" y="5943807"/>
            <a:ext cx="0" cy="241632"/>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244" name="Group 113">
            <a:extLst>
              <a:ext uri="{FF2B5EF4-FFF2-40B4-BE49-F238E27FC236}">
                <a16:creationId xmlns:a16="http://schemas.microsoft.com/office/drawing/2014/main" id="{4F40B619-9A70-2641-9962-A545BD190AEE}"/>
              </a:ext>
            </a:extLst>
          </p:cNvPr>
          <p:cNvGrpSpPr>
            <a:grpSpLocks/>
          </p:cNvGrpSpPr>
          <p:nvPr/>
        </p:nvGrpSpPr>
        <p:grpSpPr bwMode="auto">
          <a:xfrm>
            <a:off x="9360038" y="2716627"/>
            <a:ext cx="928688" cy="1954212"/>
            <a:chOff x="250" y="1380"/>
            <a:chExt cx="585" cy="1231"/>
          </a:xfrm>
        </p:grpSpPr>
        <p:sp>
          <p:nvSpPr>
            <p:cNvPr id="245" name="Freeform 106">
              <a:extLst>
                <a:ext uri="{FF2B5EF4-FFF2-40B4-BE49-F238E27FC236}">
                  <a16:creationId xmlns:a16="http://schemas.microsoft.com/office/drawing/2014/main" id="{970BC10B-039D-D849-BD17-870D52BCA8D3}"/>
                </a:ext>
              </a:extLst>
            </p:cNvPr>
            <p:cNvSpPr>
              <a:spLocks/>
            </p:cNvSpPr>
            <p:nvPr/>
          </p:nvSpPr>
          <p:spPr bwMode="auto">
            <a:xfrm>
              <a:off x="250" y="1414"/>
              <a:ext cx="582" cy="1197"/>
            </a:xfrm>
            <a:custGeom>
              <a:avLst/>
              <a:gdLst>
                <a:gd name="T0" fmla="*/ 582 w 582"/>
                <a:gd name="T1" fmla="*/ 781 h 1197"/>
                <a:gd name="T2" fmla="*/ 0 w 582"/>
                <a:gd name="T3" fmla="*/ 1197 h 1197"/>
                <a:gd name="T4" fmla="*/ 83 w 582"/>
                <a:gd name="T5" fmla="*/ 0 h 1197"/>
                <a:gd name="T6" fmla="*/ 582 w 582"/>
                <a:gd name="T7" fmla="*/ 781 h 119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82" h="1197">
                  <a:moveTo>
                    <a:pt x="582" y="781"/>
                  </a:moveTo>
                  <a:lnTo>
                    <a:pt x="0" y="1197"/>
                  </a:lnTo>
                  <a:lnTo>
                    <a:pt x="83" y="0"/>
                  </a:lnTo>
                  <a:lnTo>
                    <a:pt x="582" y="781"/>
                  </a:lnTo>
                  <a:close/>
                </a:path>
              </a:pathLst>
            </a:custGeom>
            <a:gradFill rotWithShape="1">
              <a:gsLst>
                <a:gs pos="0">
                  <a:srgbClr val="FFFFFF"/>
                </a:gs>
                <a:gs pos="99000">
                  <a:schemeClr val="bg1">
                    <a:lumMod val="75000"/>
                  </a:schemeClr>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246" name="Rectangle 107">
              <a:extLst>
                <a:ext uri="{FF2B5EF4-FFF2-40B4-BE49-F238E27FC236}">
                  <a16:creationId xmlns:a16="http://schemas.microsoft.com/office/drawing/2014/main" id="{881A2D84-75CD-FF46-8268-58570E386E4E}"/>
                </a:ext>
              </a:extLst>
            </p:cNvPr>
            <p:cNvSpPr>
              <a:spLocks noChangeArrowheads="1"/>
            </p:cNvSpPr>
            <p:nvPr/>
          </p:nvSpPr>
          <p:spPr bwMode="auto">
            <a:xfrm>
              <a:off x="338" y="1399"/>
              <a:ext cx="493" cy="790"/>
            </a:xfrm>
            <a:prstGeom prst="rect">
              <a:avLst/>
            </a:prstGeom>
            <a:solidFill>
              <a:srgbClr val="FFFFFF"/>
            </a:solidFill>
            <a:ln w="9525">
              <a:solidFill>
                <a:srgbClr val="000000"/>
              </a:solidFill>
              <a:miter lim="800000"/>
              <a:headEnd/>
              <a:tailEnd/>
            </a:ln>
            <a:effectLst>
              <a:outerShdw blurRad="50800" dist="38100" dir="18900000" algn="bl" rotWithShape="0">
                <a:prstClr val="black">
                  <a:alpha val="40000"/>
                </a:prstClr>
              </a:outerShdw>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247" name="Text Box 108">
              <a:extLst>
                <a:ext uri="{FF2B5EF4-FFF2-40B4-BE49-F238E27FC236}">
                  <a16:creationId xmlns:a16="http://schemas.microsoft.com/office/drawing/2014/main" id="{0174C2C5-DEEC-6448-84DD-CBC717D8C46C}"/>
                </a:ext>
              </a:extLst>
            </p:cNvPr>
            <p:cNvSpPr txBox="1">
              <a:spLocks noChangeArrowheads="1"/>
            </p:cNvSpPr>
            <p:nvPr/>
          </p:nvSpPr>
          <p:spPr bwMode="auto">
            <a:xfrm>
              <a:off x="413" y="1380"/>
              <a:ext cx="336" cy="82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Arial" charset="0"/>
                <a:ea typeface="ＭＳ Ｐゴシック" charset="0"/>
                <a:cs typeface="+mn-cs"/>
              </a:endParaRPr>
            </a:p>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Arial" charset="0"/>
                <a:ea typeface="ＭＳ Ｐゴシック" charset="0"/>
                <a:cs typeface="+mn-cs"/>
              </a:endParaRP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Arial" charset="0"/>
                  <a:ea typeface="ＭＳ Ｐゴシック" charset="0"/>
                  <a:cs typeface="+mn-cs"/>
                </a:rPr>
                <a:t>IP</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Arial" charset="0"/>
                  <a:ea typeface="ＭＳ Ｐゴシック" charset="0"/>
                  <a:cs typeface="+mn-cs"/>
                </a:rPr>
                <a:t>Eth</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Arial" charset="0"/>
                  <a:ea typeface="ＭＳ Ｐゴシック" charset="0"/>
                  <a:cs typeface="+mn-cs"/>
                </a:rPr>
                <a:t>Phy</a:t>
              </a:r>
            </a:p>
          </p:txBody>
        </p:sp>
        <p:sp>
          <p:nvSpPr>
            <p:cNvPr id="248" name="Line 109">
              <a:extLst>
                <a:ext uri="{FF2B5EF4-FFF2-40B4-BE49-F238E27FC236}">
                  <a16:creationId xmlns:a16="http://schemas.microsoft.com/office/drawing/2014/main" id="{5A82C9AA-9D84-BC42-9880-443161490A44}"/>
                </a:ext>
              </a:extLst>
            </p:cNvPr>
            <p:cNvSpPr>
              <a:spLocks noChangeShapeType="1"/>
            </p:cNvSpPr>
            <p:nvPr/>
          </p:nvSpPr>
          <p:spPr bwMode="auto">
            <a:xfrm>
              <a:off x="346" y="1868"/>
              <a:ext cx="489" cy="0"/>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249" name="Line 110">
              <a:extLst>
                <a:ext uri="{FF2B5EF4-FFF2-40B4-BE49-F238E27FC236}">
                  <a16:creationId xmlns:a16="http://schemas.microsoft.com/office/drawing/2014/main" id="{7EEC7F05-4E24-D14E-8286-E30E0B01CBC6}"/>
                </a:ext>
              </a:extLst>
            </p:cNvPr>
            <p:cNvSpPr>
              <a:spLocks noChangeShapeType="1"/>
            </p:cNvSpPr>
            <p:nvPr/>
          </p:nvSpPr>
          <p:spPr bwMode="auto">
            <a:xfrm>
              <a:off x="343" y="2027"/>
              <a:ext cx="489" cy="0"/>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250" name="Line 111">
              <a:extLst>
                <a:ext uri="{FF2B5EF4-FFF2-40B4-BE49-F238E27FC236}">
                  <a16:creationId xmlns:a16="http://schemas.microsoft.com/office/drawing/2014/main" id="{8F3EE3E7-2794-E248-913F-D23487889C7C}"/>
                </a:ext>
              </a:extLst>
            </p:cNvPr>
            <p:cNvSpPr>
              <a:spLocks noChangeShapeType="1"/>
            </p:cNvSpPr>
            <p:nvPr/>
          </p:nvSpPr>
          <p:spPr bwMode="auto">
            <a:xfrm>
              <a:off x="340" y="2186"/>
              <a:ext cx="489" cy="0"/>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251" name="Line 112">
              <a:extLst>
                <a:ext uri="{FF2B5EF4-FFF2-40B4-BE49-F238E27FC236}">
                  <a16:creationId xmlns:a16="http://schemas.microsoft.com/office/drawing/2014/main" id="{12725139-7043-064B-BBB9-A6E7289DCDA0}"/>
                </a:ext>
              </a:extLst>
            </p:cNvPr>
            <p:cNvSpPr>
              <a:spLocks noChangeShapeType="1"/>
            </p:cNvSpPr>
            <p:nvPr/>
          </p:nvSpPr>
          <p:spPr bwMode="auto">
            <a:xfrm>
              <a:off x="330" y="1698"/>
              <a:ext cx="489" cy="0"/>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grpSp>
      <p:grpSp>
        <p:nvGrpSpPr>
          <p:cNvPr id="140" name="Group 44">
            <a:extLst>
              <a:ext uri="{FF2B5EF4-FFF2-40B4-BE49-F238E27FC236}">
                <a16:creationId xmlns:a16="http://schemas.microsoft.com/office/drawing/2014/main" id="{BF422F91-ACCF-D044-A60B-0B40246D065D}"/>
              </a:ext>
            </a:extLst>
          </p:cNvPr>
          <p:cNvGrpSpPr>
            <a:grpSpLocks/>
          </p:cNvGrpSpPr>
          <p:nvPr/>
        </p:nvGrpSpPr>
        <p:grpSpPr bwMode="auto">
          <a:xfrm>
            <a:off x="8491273" y="4391325"/>
            <a:ext cx="1009650" cy="855028"/>
            <a:chOff x="-44" y="1473"/>
            <a:chExt cx="981" cy="1105"/>
          </a:xfrm>
        </p:grpSpPr>
        <p:pic>
          <p:nvPicPr>
            <p:cNvPr id="142" name="Picture 45" descr="desktop_computer_stylized_medium">
              <a:extLst>
                <a:ext uri="{FF2B5EF4-FFF2-40B4-BE49-F238E27FC236}">
                  <a16:creationId xmlns:a16="http://schemas.microsoft.com/office/drawing/2014/main" id="{707FEFA6-A5DE-6840-9994-DC6AA79BA0D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43" name="Freeform 46">
              <a:extLst>
                <a:ext uri="{FF2B5EF4-FFF2-40B4-BE49-F238E27FC236}">
                  <a16:creationId xmlns:a16="http://schemas.microsoft.com/office/drawing/2014/main" id="{2330F56F-3837-6446-9F35-FB42B05CDD60}"/>
                </a:ext>
              </a:extLst>
            </p:cNvPr>
            <p:cNvSpPr>
              <a:spLocks/>
            </p:cNvSpPr>
            <p:nvPr/>
          </p:nvSpPr>
          <p:spPr bwMode="auto">
            <a:xfrm flipH="1">
              <a:off x="374" y="1579"/>
              <a:ext cx="477" cy="506"/>
            </a:xfrm>
            <a:custGeom>
              <a:avLst/>
              <a:gdLst>
                <a:gd name="T0" fmla="*/ 0 w 356"/>
                <a:gd name="T1" fmla="*/ 0 h 368"/>
                <a:gd name="T2" fmla="*/ 1736 w 356"/>
                <a:gd name="T3" fmla="*/ 95 h 368"/>
                <a:gd name="T4" fmla="*/ 2059 w 356"/>
                <a:gd name="T5" fmla="*/ 1990 h 368"/>
                <a:gd name="T6" fmla="*/ 454 w 356"/>
                <a:gd name="T7" fmla="*/ 2489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124" name="Group 100">
            <a:extLst>
              <a:ext uri="{FF2B5EF4-FFF2-40B4-BE49-F238E27FC236}">
                <a16:creationId xmlns:a16="http://schemas.microsoft.com/office/drawing/2014/main" id="{6FAC5503-9195-DF48-BF18-E7D249227C5B}"/>
              </a:ext>
            </a:extLst>
          </p:cNvPr>
          <p:cNvGrpSpPr>
            <a:grpSpLocks/>
          </p:cNvGrpSpPr>
          <p:nvPr/>
        </p:nvGrpSpPr>
        <p:grpSpPr bwMode="auto">
          <a:xfrm>
            <a:off x="5329167" y="3001010"/>
            <a:ext cx="836613" cy="2081213"/>
            <a:chOff x="2838" y="1545"/>
            <a:chExt cx="527" cy="1311"/>
          </a:xfrm>
        </p:grpSpPr>
        <p:sp>
          <p:nvSpPr>
            <p:cNvPr id="125" name="Freeform 93">
              <a:extLst>
                <a:ext uri="{FF2B5EF4-FFF2-40B4-BE49-F238E27FC236}">
                  <a16:creationId xmlns:a16="http://schemas.microsoft.com/office/drawing/2014/main" id="{9ADEE501-63F8-C84E-95DD-74C5774DAAFA}"/>
                </a:ext>
              </a:extLst>
            </p:cNvPr>
            <p:cNvSpPr>
              <a:spLocks/>
            </p:cNvSpPr>
            <p:nvPr/>
          </p:nvSpPr>
          <p:spPr bwMode="auto">
            <a:xfrm>
              <a:off x="2838" y="2342"/>
              <a:ext cx="527" cy="514"/>
            </a:xfrm>
            <a:custGeom>
              <a:avLst/>
              <a:gdLst>
                <a:gd name="T0" fmla="*/ 564 w 564"/>
                <a:gd name="T1" fmla="*/ 0 h 564"/>
                <a:gd name="T2" fmla="*/ 287 w 564"/>
                <a:gd name="T3" fmla="*/ 564 h 564"/>
                <a:gd name="T4" fmla="*/ 0 w 564"/>
                <a:gd name="T5" fmla="*/ 0 h 564"/>
                <a:gd name="T6" fmla="*/ 564 w 564"/>
                <a:gd name="T7" fmla="*/ 0 h 564"/>
                <a:gd name="T8" fmla="*/ 0 60000 65536"/>
                <a:gd name="T9" fmla="*/ 0 60000 65536"/>
                <a:gd name="T10" fmla="*/ 0 60000 65536"/>
                <a:gd name="T11" fmla="*/ 0 60000 65536"/>
                <a:gd name="connsiteX0" fmla="*/ 10000 w 10000"/>
                <a:gd name="connsiteY0" fmla="*/ 0 h 10486"/>
                <a:gd name="connsiteX1" fmla="*/ 5770 w 10000"/>
                <a:gd name="connsiteY1" fmla="*/ 10486 h 10486"/>
                <a:gd name="connsiteX2" fmla="*/ 0 w 10000"/>
                <a:gd name="connsiteY2" fmla="*/ 0 h 10486"/>
                <a:gd name="connsiteX3" fmla="*/ 10000 w 10000"/>
                <a:gd name="connsiteY3" fmla="*/ 0 h 10486"/>
                <a:gd name="connsiteX0" fmla="*/ 10000 w 10000"/>
                <a:gd name="connsiteY0" fmla="*/ 0 h 10486"/>
                <a:gd name="connsiteX1" fmla="*/ 5770 w 10000"/>
                <a:gd name="connsiteY1" fmla="*/ 10486 h 10486"/>
                <a:gd name="connsiteX2" fmla="*/ 2703 w 10000"/>
                <a:gd name="connsiteY2" fmla="*/ 5075 h 10486"/>
                <a:gd name="connsiteX3" fmla="*/ 0 w 10000"/>
                <a:gd name="connsiteY3" fmla="*/ 0 h 10486"/>
                <a:gd name="connsiteX4" fmla="*/ 10000 w 10000"/>
                <a:gd name="connsiteY4" fmla="*/ 0 h 10486"/>
                <a:gd name="connsiteX0" fmla="*/ 10000 w 10000"/>
                <a:gd name="connsiteY0" fmla="*/ 0 h 10720"/>
                <a:gd name="connsiteX1" fmla="*/ 5770 w 10000"/>
                <a:gd name="connsiteY1" fmla="*/ 10486 h 10720"/>
                <a:gd name="connsiteX2" fmla="*/ 563 w 10000"/>
                <a:gd name="connsiteY2" fmla="*/ 10720 h 10720"/>
                <a:gd name="connsiteX3" fmla="*/ 0 w 10000"/>
                <a:gd name="connsiteY3" fmla="*/ 0 h 10720"/>
                <a:gd name="connsiteX4" fmla="*/ 10000 w 10000"/>
                <a:gd name="connsiteY4" fmla="*/ 0 h 10720"/>
                <a:gd name="connsiteX0" fmla="*/ 10000 w 10000"/>
                <a:gd name="connsiteY0" fmla="*/ 0 h 10720"/>
                <a:gd name="connsiteX1" fmla="*/ 5770 w 10000"/>
                <a:gd name="connsiteY1" fmla="*/ 10486 h 10720"/>
                <a:gd name="connsiteX2" fmla="*/ 563 w 10000"/>
                <a:gd name="connsiteY2" fmla="*/ 10720 h 10720"/>
                <a:gd name="connsiteX3" fmla="*/ 0 w 10000"/>
                <a:gd name="connsiteY3" fmla="*/ 0 h 10720"/>
                <a:gd name="connsiteX4" fmla="*/ 10000 w 10000"/>
                <a:gd name="connsiteY4" fmla="*/ 0 h 10720"/>
                <a:gd name="connsiteX0" fmla="*/ 10000 w 10000"/>
                <a:gd name="connsiteY0" fmla="*/ 0 h 10489"/>
                <a:gd name="connsiteX1" fmla="*/ 5770 w 10000"/>
                <a:gd name="connsiteY1" fmla="*/ 10486 h 10489"/>
                <a:gd name="connsiteX2" fmla="*/ 271 w 10000"/>
                <a:gd name="connsiteY2" fmla="*/ 10331 h 10489"/>
                <a:gd name="connsiteX3" fmla="*/ 0 w 10000"/>
                <a:gd name="connsiteY3" fmla="*/ 0 h 10489"/>
                <a:gd name="connsiteX4" fmla="*/ 10000 w 10000"/>
                <a:gd name="connsiteY4" fmla="*/ 0 h 10489"/>
                <a:gd name="connsiteX0" fmla="*/ 10000 w 10000"/>
                <a:gd name="connsiteY0" fmla="*/ 0 h 10489"/>
                <a:gd name="connsiteX1" fmla="*/ 6548 w 10000"/>
                <a:gd name="connsiteY1" fmla="*/ 10486 h 10489"/>
                <a:gd name="connsiteX2" fmla="*/ 271 w 10000"/>
                <a:gd name="connsiteY2" fmla="*/ 10331 h 10489"/>
                <a:gd name="connsiteX3" fmla="*/ 0 w 10000"/>
                <a:gd name="connsiteY3" fmla="*/ 0 h 10489"/>
                <a:gd name="connsiteX4" fmla="*/ 10000 w 10000"/>
                <a:gd name="connsiteY4" fmla="*/ 0 h 10489"/>
                <a:gd name="connsiteX0" fmla="*/ 10000 w 10000"/>
                <a:gd name="connsiteY0" fmla="*/ 0 h 10492"/>
                <a:gd name="connsiteX1" fmla="*/ 6548 w 10000"/>
                <a:gd name="connsiteY1" fmla="*/ 10486 h 10492"/>
                <a:gd name="connsiteX2" fmla="*/ 271 w 10000"/>
                <a:gd name="connsiteY2" fmla="*/ 10331 h 10492"/>
                <a:gd name="connsiteX3" fmla="*/ 0 w 10000"/>
                <a:gd name="connsiteY3" fmla="*/ 0 h 10492"/>
                <a:gd name="connsiteX4" fmla="*/ 10000 w 10000"/>
                <a:gd name="connsiteY4" fmla="*/ 0 h 10492"/>
                <a:gd name="connsiteX0" fmla="*/ 9749 w 9749"/>
                <a:gd name="connsiteY0" fmla="*/ 0 h 10492"/>
                <a:gd name="connsiteX1" fmla="*/ 6297 w 9749"/>
                <a:gd name="connsiteY1" fmla="*/ 10486 h 10492"/>
                <a:gd name="connsiteX2" fmla="*/ 20 w 9749"/>
                <a:gd name="connsiteY2" fmla="*/ 10331 h 10492"/>
                <a:gd name="connsiteX3" fmla="*/ 916 w 9749"/>
                <a:gd name="connsiteY3" fmla="*/ 1363 h 10492"/>
                <a:gd name="connsiteX4" fmla="*/ 9749 w 9749"/>
                <a:gd name="connsiteY4" fmla="*/ 0 h 10492"/>
                <a:gd name="connsiteX0" fmla="*/ 9600 w 9600"/>
                <a:gd name="connsiteY0" fmla="*/ 372 h 8700"/>
                <a:gd name="connsiteX1" fmla="*/ 6458 w 9600"/>
                <a:gd name="connsiteY1" fmla="*/ 8695 h 8700"/>
                <a:gd name="connsiteX2" fmla="*/ 20 w 9600"/>
                <a:gd name="connsiteY2" fmla="*/ 8548 h 8700"/>
                <a:gd name="connsiteX3" fmla="*/ 939 w 9600"/>
                <a:gd name="connsiteY3" fmla="*/ 0 h 8700"/>
                <a:gd name="connsiteX4" fmla="*/ 9600 w 9600"/>
                <a:gd name="connsiteY4" fmla="*/ 372 h 8700"/>
                <a:gd name="connsiteX0" fmla="*/ 10000 w 10000"/>
                <a:gd name="connsiteY0" fmla="*/ 428 h 10000"/>
                <a:gd name="connsiteX1" fmla="*/ 6727 w 10000"/>
                <a:gd name="connsiteY1" fmla="*/ 9994 h 10000"/>
                <a:gd name="connsiteX2" fmla="*/ 21 w 10000"/>
                <a:gd name="connsiteY2" fmla="*/ 9825 h 10000"/>
                <a:gd name="connsiteX3" fmla="*/ 978 w 10000"/>
                <a:gd name="connsiteY3" fmla="*/ 0 h 10000"/>
                <a:gd name="connsiteX4" fmla="*/ 10000 w 10000"/>
                <a:gd name="connsiteY4" fmla="*/ 428 h 10000"/>
                <a:gd name="connsiteX0" fmla="*/ 9997 w 9997"/>
                <a:gd name="connsiteY0" fmla="*/ 428 h 10000"/>
                <a:gd name="connsiteX1" fmla="*/ 6724 w 9997"/>
                <a:gd name="connsiteY1" fmla="*/ 9994 h 10000"/>
                <a:gd name="connsiteX2" fmla="*/ 18 w 9997"/>
                <a:gd name="connsiteY2" fmla="*/ 9825 h 10000"/>
                <a:gd name="connsiteX3" fmla="*/ 975 w 9997"/>
                <a:gd name="connsiteY3" fmla="*/ 0 h 10000"/>
                <a:gd name="connsiteX4" fmla="*/ 9997 w 9997"/>
                <a:gd name="connsiteY4" fmla="*/ 428 h 10000"/>
                <a:gd name="connsiteX0" fmla="*/ 9982 w 9982"/>
                <a:gd name="connsiteY0" fmla="*/ 428 h 10000"/>
                <a:gd name="connsiteX1" fmla="*/ 6708 w 9982"/>
                <a:gd name="connsiteY1" fmla="*/ 9994 h 10000"/>
                <a:gd name="connsiteX2" fmla="*/ 0 w 9982"/>
                <a:gd name="connsiteY2" fmla="*/ 9825 h 10000"/>
                <a:gd name="connsiteX3" fmla="*/ 957 w 9982"/>
                <a:gd name="connsiteY3" fmla="*/ 0 h 10000"/>
                <a:gd name="connsiteX4" fmla="*/ 9982 w 9982"/>
                <a:gd name="connsiteY4" fmla="*/ 428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82" h="10000">
                  <a:moveTo>
                    <a:pt x="9982" y="428"/>
                  </a:moveTo>
                  <a:cubicBezTo>
                    <a:pt x="6708" y="5645"/>
                    <a:pt x="7799" y="6805"/>
                    <a:pt x="6708" y="9994"/>
                  </a:cubicBezTo>
                  <a:cubicBezTo>
                    <a:pt x="4852" y="10080"/>
                    <a:pt x="3414" y="9311"/>
                    <a:pt x="0" y="9825"/>
                  </a:cubicBezTo>
                  <a:cubicBezTo>
                    <a:pt x="1461" y="5697"/>
                    <a:pt x="1365" y="4235"/>
                    <a:pt x="957" y="0"/>
                  </a:cubicBezTo>
                  <a:lnTo>
                    <a:pt x="9982" y="428"/>
                  </a:lnTo>
                  <a:close/>
                </a:path>
              </a:pathLst>
            </a:custGeom>
            <a:gradFill rotWithShape="1">
              <a:gsLst>
                <a:gs pos="0">
                  <a:schemeClr val="bg1">
                    <a:lumMod val="75000"/>
                  </a:schemeClr>
                </a:gs>
                <a:gs pos="100000">
                  <a:schemeClr val="bg1">
                    <a:alpha val="72000"/>
                  </a:schemeClr>
                </a:gs>
              </a:gsLst>
              <a:lin ang="5400000" scaled="1"/>
            </a:gradFill>
            <a:ln>
              <a:noFill/>
            </a:ln>
            <a:effectLst/>
            <a:extLst>
              <a:ext uri="{91240B29-F687-4f45-9708-019B960494DF}">
                <a14:hiddenLine xmlns="" xmlns:a14="http://schemas.microsoft.com/office/drawing/2010/main" w="9525" cap="flat" cmpd="sng">
                  <a:solidFill>
                    <a:schemeClr val="tx1"/>
                  </a:solidFill>
                  <a:prstDash val="solid"/>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129" name="Rectangle 94">
              <a:extLst>
                <a:ext uri="{FF2B5EF4-FFF2-40B4-BE49-F238E27FC236}">
                  <a16:creationId xmlns:a16="http://schemas.microsoft.com/office/drawing/2014/main" id="{4A87A5E7-F047-7840-BBAF-012253EA528B}"/>
                </a:ext>
              </a:extLst>
            </p:cNvPr>
            <p:cNvSpPr>
              <a:spLocks noChangeArrowheads="1"/>
            </p:cNvSpPr>
            <p:nvPr/>
          </p:nvSpPr>
          <p:spPr bwMode="auto">
            <a:xfrm>
              <a:off x="2872" y="1877"/>
              <a:ext cx="493" cy="477"/>
            </a:xfrm>
            <a:prstGeom prst="rect">
              <a:avLst/>
            </a:prstGeom>
            <a:solidFill>
              <a:srgbClr val="FFFFFF"/>
            </a:solidFill>
            <a:ln w="9525">
              <a:solidFill>
                <a:srgbClr val="000000"/>
              </a:solidFill>
              <a:miter lim="800000"/>
              <a:headEnd/>
              <a:tailEnd/>
            </a:ln>
            <a:effectLst>
              <a:outerShdw blurRad="50800" dist="38100" dir="18900000" algn="bl" rotWithShape="0">
                <a:prstClr val="black">
                  <a:alpha val="40000"/>
                </a:prstClr>
              </a:outerShdw>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130" name="Text Box 95">
              <a:extLst>
                <a:ext uri="{FF2B5EF4-FFF2-40B4-BE49-F238E27FC236}">
                  <a16:creationId xmlns:a16="http://schemas.microsoft.com/office/drawing/2014/main" id="{6178E43E-D8F7-EC4A-AEDE-EC269AA14332}"/>
                </a:ext>
              </a:extLst>
            </p:cNvPr>
            <p:cNvSpPr txBox="1">
              <a:spLocks noChangeArrowheads="1"/>
            </p:cNvSpPr>
            <p:nvPr/>
          </p:nvSpPr>
          <p:spPr bwMode="auto">
            <a:xfrm>
              <a:off x="2941" y="1545"/>
              <a:ext cx="336" cy="82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Arial" charset="0"/>
                <a:ea typeface="ＭＳ Ｐゴシック" charset="0"/>
                <a:cs typeface="+mn-cs"/>
              </a:endParaRPr>
            </a:p>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Arial" charset="0"/>
                <a:ea typeface="ＭＳ Ｐゴシック" charset="0"/>
                <a:cs typeface="+mn-cs"/>
              </a:endParaRP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Arial" charset="0"/>
                  <a:ea typeface="ＭＳ Ｐゴシック" charset="0"/>
                  <a:cs typeface="+mn-cs"/>
                </a:rPr>
                <a:t>IP</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Arial" charset="0"/>
                  <a:ea typeface="ＭＳ Ｐゴシック" charset="0"/>
                  <a:cs typeface="+mn-cs"/>
                </a:rPr>
                <a:t>Eth</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Arial" charset="0"/>
                  <a:ea typeface="ＭＳ Ｐゴシック" charset="0"/>
                  <a:cs typeface="+mn-cs"/>
                </a:rPr>
                <a:t>Phy</a:t>
              </a:r>
            </a:p>
          </p:txBody>
        </p:sp>
        <p:sp>
          <p:nvSpPr>
            <p:cNvPr id="131" name="Line 98">
              <a:extLst>
                <a:ext uri="{FF2B5EF4-FFF2-40B4-BE49-F238E27FC236}">
                  <a16:creationId xmlns:a16="http://schemas.microsoft.com/office/drawing/2014/main" id="{981CF2C0-D84F-EE42-A47F-A00DF699C80D}"/>
                </a:ext>
              </a:extLst>
            </p:cNvPr>
            <p:cNvSpPr>
              <a:spLocks noChangeShapeType="1"/>
            </p:cNvSpPr>
            <p:nvPr/>
          </p:nvSpPr>
          <p:spPr bwMode="auto">
            <a:xfrm>
              <a:off x="2868" y="2039"/>
              <a:ext cx="489" cy="0"/>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132" name="Line 99">
              <a:extLst>
                <a:ext uri="{FF2B5EF4-FFF2-40B4-BE49-F238E27FC236}">
                  <a16:creationId xmlns:a16="http://schemas.microsoft.com/office/drawing/2014/main" id="{1CF9F5A6-31A7-6E4D-B8BD-A18B5282DB8B}"/>
                </a:ext>
              </a:extLst>
            </p:cNvPr>
            <p:cNvSpPr>
              <a:spLocks noChangeShapeType="1"/>
            </p:cNvSpPr>
            <p:nvPr/>
          </p:nvSpPr>
          <p:spPr bwMode="auto">
            <a:xfrm>
              <a:off x="2865" y="2198"/>
              <a:ext cx="489" cy="0"/>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grpSp>
      <p:sp>
        <p:nvSpPr>
          <p:cNvPr id="242" name="Rectangle 76">
            <a:extLst>
              <a:ext uri="{FF2B5EF4-FFF2-40B4-BE49-F238E27FC236}">
                <a16:creationId xmlns:a16="http://schemas.microsoft.com/office/drawing/2014/main" id="{5FBC6133-DD27-3241-A408-966313D3AB5E}"/>
              </a:ext>
            </a:extLst>
          </p:cNvPr>
          <p:cNvSpPr>
            <a:spLocks noChangeArrowheads="1"/>
          </p:cNvSpPr>
          <p:nvPr/>
        </p:nvSpPr>
        <p:spPr bwMode="auto">
          <a:xfrm>
            <a:off x="1236522" y="1283045"/>
            <a:ext cx="7772400" cy="55086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231775" marR="0" lvl="0" indent="-231775" algn="l" defTabSz="914400" rtl="0" eaLnBrk="1" fontAlgn="auto" latinLnBrk="0" hangingPunct="1">
              <a:lnSpc>
                <a:spcPct val="85000"/>
              </a:lnSpc>
              <a:spcBef>
                <a:spcPct val="20000"/>
              </a:spcBef>
              <a:spcAft>
                <a:spcPts val="0"/>
              </a:spcAft>
              <a:buClr>
                <a:srgbClr val="000099"/>
              </a:buClr>
              <a:buSzPct val="100000"/>
              <a:buFont typeface="Wingdings" charset="2"/>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B receives frame, extracts IP datagram destination B </a:t>
            </a:r>
          </a:p>
        </p:txBody>
      </p:sp>
      <p:sp>
        <p:nvSpPr>
          <p:cNvPr id="243" name="Rectangle 77">
            <a:extLst>
              <a:ext uri="{FF2B5EF4-FFF2-40B4-BE49-F238E27FC236}">
                <a16:creationId xmlns:a16="http://schemas.microsoft.com/office/drawing/2014/main" id="{53E8513E-E83D-C947-8989-F40E5454F6A8}"/>
              </a:ext>
            </a:extLst>
          </p:cNvPr>
          <p:cNvSpPr>
            <a:spLocks noChangeArrowheads="1"/>
          </p:cNvSpPr>
          <p:nvPr/>
        </p:nvSpPr>
        <p:spPr bwMode="auto">
          <a:xfrm>
            <a:off x="1222717" y="1759501"/>
            <a:ext cx="10810254" cy="7223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231775" marR="0" lvl="0" indent="-231775" algn="l" defTabSz="914400" rtl="0" eaLnBrk="1" fontAlgn="auto" latinLnBrk="0" hangingPunct="1">
              <a:lnSpc>
                <a:spcPct val="85000"/>
              </a:lnSpc>
              <a:spcBef>
                <a:spcPct val="20000"/>
              </a:spcBef>
              <a:spcAft>
                <a:spcPts val="0"/>
              </a:spcAft>
              <a:buClr>
                <a:srgbClr val="000099"/>
              </a:buClr>
              <a:buSzPct val="100000"/>
              <a:buFont typeface="Wingdings" charset="2"/>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B passes datagram up protocol stack to IP</a:t>
            </a:r>
            <a:endPar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4" name="Group 3">
            <a:extLst>
              <a:ext uri="{FF2B5EF4-FFF2-40B4-BE49-F238E27FC236}">
                <a16:creationId xmlns:a16="http://schemas.microsoft.com/office/drawing/2014/main" id="{6E5808B4-288B-1A47-80DE-79C749B11A60}"/>
              </a:ext>
            </a:extLst>
          </p:cNvPr>
          <p:cNvGrpSpPr/>
          <p:nvPr/>
        </p:nvGrpSpPr>
        <p:grpSpPr>
          <a:xfrm>
            <a:off x="8183438" y="2659822"/>
            <a:ext cx="2011363" cy="1082675"/>
            <a:chOff x="1048710" y="2964622"/>
            <a:chExt cx="2011363" cy="1082675"/>
          </a:xfrm>
        </p:grpSpPr>
        <p:grpSp>
          <p:nvGrpSpPr>
            <p:cNvPr id="97" name="Group 61">
              <a:extLst>
                <a:ext uri="{FF2B5EF4-FFF2-40B4-BE49-F238E27FC236}">
                  <a16:creationId xmlns:a16="http://schemas.microsoft.com/office/drawing/2014/main" id="{590253FA-B20A-BC47-9991-7C88D492856E}"/>
                </a:ext>
              </a:extLst>
            </p:cNvPr>
            <p:cNvGrpSpPr>
              <a:grpSpLocks/>
            </p:cNvGrpSpPr>
            <p:nvPr/>
          </p:nvGrpSpPr>
          <p:grpSpPr bwMode="auto">
            <a:xfrm>
              <a:off x="1048710" y="2964622"/>
              <a:ext cx="2011363" cy="754062"/>
              <a:chOff x="1197" y="1669"/>
              <a:chExt cx="1267" cy="475"/>
            </a:xfrm>
          </p:grpSpPr>
          <p:grpSp>
            <p:nvGrpSpPr>
              <p:cNvPr id="139" name="Group 62">
                <a:extLst>
                  <a:ext uri="{FF2B5EF4-FFF2-40B4-BE49-F238E27FC236}">
                    <a16:creationId xmlns:a16="http://schemas.microsoft.com/office/drawing/2014/main" id="{16EF4841-6756-4D46-9546-277539335C95}"/>
                  </a:ext>
                </a:extLst>
              </p:cNvPr>
              <p:cNvGrpSpPr>
                <a:grpSpLocks/>
              </p:cNvGrpSpPr>
              <p:nvPr/>
            </p:nvGrpSpPr>
            <p:grpSpPr bwMode="auto">
              <a:xfrm>
                <a:off x="1337" y="1990"/>
                <a:ext cx="90" cy="154"/>
                <a:chOff x="1337" y="1990"/>
                <a:chExt cx="90" cy="154"/>
              </a:xfrm>
            </p:grpSpPr>
            <p:sp>
              <p:nvSpPr>
                <p:cNvPr id="148" name="Line 64">
                  <a:extLst>
                    <a:ext uri="{FF2B5EF4-FFF2-40B4-BE49-F238E27FC236}">
                      <a16:creationId xmlns:a16="http://schemas.microsoft.com/office/drawing/2014/main" id="{7371DDB5-904C-874E-8170-C30D59BE5021}"/>
                    </a:ext>
                  </a:extLst>
                </p:cNvPr>
                <p:cNvSpPr>
                  <a:spLocks noChangeShapeType="1"/>
                </p:cNvSpPr>
                <p:nvPr/>
              </p:nvSpPr>
              <p:spPr bwMode="auto">
                <a:xfrm>
                  <a:off x="1337" y="1990"/>
                  <a:ext cx="0" cy="152"/>
                </a:xfrm>
                <a:prstGeom prst="line">
                  <a:avLst/>
                </a:prstGeom>
                <a:noFill/>
                <a:ln w="19050">
                  <a:solidFill>
                    <a:srgbClr val="FFFFFF"/>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153" name="Line 65">
                  <a:extLst>
                    <a:ext uri="{FF2B5EF4-FFF2-40B4-BE49-F238E27FC236}">
                      <a16:creationId xmlns:a16="http://schemas.microsoft.com/office/drawing/2014/main" id="{6FF50978-C793-0044-BB29-ED02AA8DB93A}"/>
                    </a:ext>
                  </a:extLst>
                </p:cNvPr>
                <p:cNvSpPr>
                  <a:spLocks noChangeShapeType="1"/>
                </p:cNvSpPr>
                <p:nvPr/>
              </p:nvSpPr>
              <p:spPr bwMode="auto">
                <a:xfrm>
                  <a:off x="1427" y="1992"/>
                  <a:ext cx="0" cy="152"/>
                </a:xfrm>
                <a:prstGeom prst="line">
                  <a:avLst/>
                </a:prstGeom>
                <a:noFill/>
                <a:ln w="19050">
                  <a:solidFill>
                    <a:srgbClr val="FFFFFF"/>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grpSp>
          <p:sp>
            <p:nvSpPr>
              <p:cNvPr id="141" name="Text Box 66">
                <a:extLst>
                  <a:ext uri="{FF2B5EF4-FFF2-40B4-BE49-F238E27FC236}">
                    <a16:creationId xmlns:a16="http://schemas.microsoft.com/office/drawing/2014/main" id="{CF1AC934-0101-A144-8086-FDAE559CA415}"/>
                  </a:ext>
                </a:extLst>
              </p:cNvPr>
              <p:cNvSpPr txBox="1">
                <a:spLocks noChangeArrowheads="1"/>
              </p:cNvSpPr>
              <p:nvPr/>
            </p:nvSpPr>
            <p:spPr bwMode="auto">
              <a:xfrm>
                <a:off x="1197" y="1669"/>
                <a:ext cx="1267" cy="2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Arial" charset="0"/>
                    <a:ea typeface="ＭＳ Ｐゴシック" charset="0"/>
                    <a:cs typeface="+mn-cs"/>
                  </a:rPr>
                  <a:t>IP src: 111.111.111.111</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Arial" charset="0"/>
                    <a:ea typeface="ＭＳ Ｐゴシック" charset="0"/>
                    <a:cs typeface="+mn-cs"/>
                  </a:rPr>
                  <a:t>   IP dest: 222.222.222.222</a:t>
                </a:r>
              </a:p>
            </p:txBody>
          </p:sp>
        </p:grpSp>
        <p:sp>
          <p:nvSpPr>
            <p:cNvPr id="134" name="Rectangle 76">
              <a:extLst>
                <a:ext uri="{FF2B5EF4-FFF2-40B4-BE49-F238E27FC236}">
                  <a16:creationId xmlns:a16="http://schemas.microsoft.com/office/drawing/2014/main" id="{5CAD8B39-F5FB-0F41-BB58-2958DF33FCD9}"/>
                </a:ext>
              </a:extLst>
            </p:cNvPr>
            <p:cNvSpPr>
              <a:spLocks noChangeArrowheads="1"/>
            </p:cNvSpPr>
            <p:nvPr/>
          </p:nvSpPr>
          <p:spPr bwMode="auto">
            <a:xfrm>
              <a:off x="1097923" y="3801235"/>
              <a:ext cx="1096963" cy="242887"/>
            </a:xfrm>
            <a:prstGeom prst="rect">
              <a:avLst/>
            </a:prstGeom>
            <a:solidFill>
              <a:srgbClr val="00CC99"/>
            </a:solid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135" name="Line 77">
              <a:extLst>
                <a:ext uri="{FF2B5EF4-FFF2-40B4-BE49-F238E27FC236}">
                  <a16:creationId xmlns:a16="http://schemas.microsoft.com/office/drawing/2014/main" id="{D811A9F1-AA7D-C549-A785-729344EC6352}"/>
                </a:ext>
              </a:extLst>
            </p:cNvPr>
            <p:cNvSpPr>
              <a:spLocks noChangeShapeType="1"/>
            </p:cNvSpPr>
            <p:nvPr/>
          </p:nvSpPr>
          <p:spPr bwMode="auto">
            <a:xfrm>
              <a:off x="1259848" y="3805997"/>
              <a:ext cx="0" cy="241300"/>
            </a:xfrm>
            <a:prstGeom prst="line">
              <a:avLst/>
            </a:prstGeom>
            <a:noFill/>
            <a:ln w="19050">
              <a:solidFill>
                <a:srgbClr val="FFFFFF"/>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136" name="Line 78">
              <a:extLst>
                <a:ext uri="{FF2B5EF4-FFF2-40B4-BE49-F238E27FC236}">
                  <a16:creationId xmlns:a16="http://schemas.microsoft.com/office/drawing/2014/main" id="{2F881AFC-357E-514E-AD8A-1BD2337E279D}"/>
                </a:ext>
              </a:extLst>
            </p:cNvPr>
            <p:cNvSpPr>
              <a:spLocks noChangeShapeType="1"/>
            </p:cNvSpPr>
            <p:nvPr/>
          </p:nvSpPr>
          <p:spPr bwMode="auto">
            <a:xfrm>
              <a:off x="1412248" y="3805997"/>
              <a:ext cx="0" cy="241300"/>
            </a:xfrm>
            <a:prstGeom prst="line">
              <a:avLst/>
            </a:prstGeom>
            <a:noFill/>
            <a:ln w="19050">
              <a:solidFill>
                <a:srgbClr val="FFFFFF"/>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122" name="Line 83">
              <a:extLst>
                <a:ext uri="{FF2B5EF4-FFF2-40B4-BE49-F238E27FC236}">
                  <a16:creationId xmlns:a16="http://schemas.microsoft.com/office/drawing/2014/main" id="{965AF9CB-B38A-5341-85A1-FE1D132A86BB}"/>
                </a:ext>
              </a:extLst>
            </p:cNvPr>
            <p:cNvSpPr>
              <a:spLocks noChangeShapeType="1"/>
            </p:cNvSpPr>
            <p:nvPr/>
          </p:nvSpPr>
          <p:spPr bwMode="auto">
            <a:xfrm flipH="1" flipV="1">
              <a:off x="1170948" y="3182110"/>
              <a:ext cx="3175" cy="746125"/>
            </a:xfrm>
            <a:prstGeom prst="line">
              <a:avLst/>
            </a:prstGeom>
            <a:noFill/>
            <a:ln w="9525">
              <a:solidFill>
                <a:srgbClr val="000000"/>
              </a:solidFill>
              <a:round/>
              <a:headEnd type="triangle" w="med" len="me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sp>
          <p:nvSpPr>
            <p:cNvPr id="123" name="Line 84">
              <a:extLst>
                <a:ext uri="{FF2B5EF4-FFF2-40B4-BE49-F238E27FC236}">
                  <a16:creationId xmlns:a16="http://schemas.microsoft.com/office/drawing/2014/main" id="{246C53EB-6FD6-D440-9F52-35BA7E016DA7}"/>
                </a:ext>
              </a:extLst>
            </p:cNvPr>
            <p:cNvSpPr>
              <a:spLocks noChangeShapeType="1"/>
            </p:cNvSpPr>
            <p:nvPr/>
          </p:nvSpPr>
          <p:spPr bwMode="auto">
            <a:xfrm>
              <a:off x="1316998" y="3359910"/>
              <a:ext cx="3175" cy="568325"/>
            </a:xfrm>
            <a:prstGeom prst="line">
              <a:avLst/>
            </a:prstGeom>
            <a:noFill/>
            <a:ln w="9525">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cs typeface="+mn-cs"/>
              </a:endParaRPr>
            </a:p>
          </p:txBody>
        </p:sp>
      </p:grpSp>
    </p:spTree>
    <p:extLst>
      <p:ext uri="{BB962C8B-B14F-4D97-AF65-F5344CB8AC3E}">
        <p14:creationId xmlns:p14="http://schemas.microsoft.com/office/powerpoint/2010/main" val="42949669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42" presetClass="path" presetSubtype="0" accel="50000" decel="50000" fill="hold" nodeType="clickEffect">
                                  <p:stCondLst>
                                    <p:cond delay="0"/>
                                  </p:stCondLst>
                                  <p:childTnLst>
                                    <p:animMotion origin="layout" path="M 4.16667E-6 3.33333E-6 L 0.00052 -0.04074 " pathEditMode="relative" rAng="0" ptsTypes="AA">
                                      <p:cBhvr>
                                        <p:cTn id="11" dur="2000" fill="hold"/>
                                        <p:tgtEl>
                                          <p:spTgt spid="4"/>
                                        </p:tgtEl>
                                        <p:attrNameLst>
                                          <p:attrName>ppt_x</p:attrName>
                                          <p:attrName>ppt_y</p:attrName>
                                        </p:attrNameLst>
                                      </p:cBhvr>
                                      <p:rCtr x="26" y="-2037"/>
                                    </p:animMotion>
                                  </p:childTnLst>
                                </p:cTn>
                              </p:par>
                              <p:par>
                                <p:cTn id="12" presetID="9" presetClass="entr" presetSubtype="0" fill="hold" grpId="0" nodeType="withEffect">
                                  <p:stCondLst>
                                    <p:cond delay="0"/>
                                  </p:stCondLst>
                                  <p:childTnLst>
                                    <p:set>
                                      <p:cBhvr>
                                        <p:cTn id="13" dur="1" fill="hold">
                                          <p:stCondLst>
                                            <p:cond delay="0"/>
                                          </p:stCondLst>
                                        </p:cTn>
                                        <p:tgtEl>
                                          <p:spTgt spid="243"/>
                                        </p:tgtEl>
                                        <p:attrNameLst>
                                          <p:attrName>style.visibility</p:attrName>
                                        </p:attrNameLst>
                                      </p:cBhvr>
                                      <p:to>
                                        <p:strVal val="visible"/>
                                      </p:to>
                                    </p:set>
                                    <p:animEffect transition="in" filter="dissolve">
                                      <p:cBhvr>
                                        <p:cTn id="14" dur="500"/>
                                        <p:tgtEl>
                                          <p:spTgt spid="2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3"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1" y="289325"/>
            <a:ext cx="10515600" cy="894622"/>
          </a:xfrm>
        </p:spPr>
        <p:txBody>
          <a:bodyPr>
            <a:normAutofit/>
          </a:bodyPr>
          <a:lstStyle/>
          <a:p>
            <a:r>
              <a:rPr lang="en-US" altLang="en-US" dirty="0">
                <a:cs typeface="Calibri" panose="020F0502020204030204" pitchFamily="34" charset="0"/>
              </a:rPr>
              <a:t>Link layer, LANs: roadmap</a:t>
            </a:r>
            <a:endParaRPr lang="en-US" sz="4400" dirty="0"/>
          </a:p>
        </p:txBody>
      </p:sp>
      <p:pic>
        <p:nvPicPr>
          <p:cNvPr id="6" name="Picture 5" descr="A train crossing a bridge over a body of water&#10;&#10;Description automatically generated">
            <a:extLst>
              <a:ext uri="{FF2B5EF4-FFF2-40B4-BE49-F238E27FC236}">
                <a16:creationId xmlns:a16="http://schemas.microsoft.com/office/drawing/2014/main" id="{8B05C88C-8150-3A41-8E34-0D407B652F32}"/>
              </a:ext>
            </a:extLst>
          </p:cNvPr>
          <p:cNvPicPr>
            <a:picLocks noChangeAspect="1"/>
          </p:cNvPicPr>
          <p:nvPr/>
        </p:nvPicPr>
        <p:blipFill>
          <a:blip r:embed="rId3"/>
          <a:stretch>
            <a:fillRect/>
          </a:stretch>
        </p:blipFill>
        <p:spPr>
          <a:xfrm>
            <a:off x="7239434" y="1891814"/>
            <a:ext cx="3102316" cy="2326737"/>
          </a:xfrm>
          <a:prstGeom prst="rect">
            <a:avLst/>
          </a:prstGeom>
          <a:effectLst>
            <a:outerShdw blurRad="50800" dist="38100" dir="18900000" algn="bl" rotWithShape="0">
              <a:prstClr val="black">
                <a:alpha val="40000"/>
              </a:prstClr>
            </a:outerShdw>
          </a:effectLst>
        </p:spPr>
      </p:pic>
      <p:sp>
        <p:nvSpPr>
          <p:cNvPr id="7" name="Rectangle 4">
            <a:extLst>
              <a:ext uri="{FF2B5EF4-FFF2-40B4-BE49-F238E27FC236}">
                <a16:creationId xmlns:a16="http://schemas.microsoft.com/office/drawing/2014/main" id="{F3A4FBDA-F3DE-F640-AAEE-CE557E67DD69}"/>
              </a:ext>
            </a:extLst>
          </p:cNvPr>
          <p:cNvSpPr txBox="1">
            <a:spLocks noChangeArrowheads="1"/>
          </p:cNvSpPr>
          <p:nvPr/>
        </p:nvSpPr>
        <p:spPr>
          <a:xfrm>
            <a:off x="6553857" y="4906563"/>
            <a:ext cx="5066531" cy="981619"/>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333375">
              <a:buClr>
                <a:srgbClr val="0000A8"/>
              </a:buClr>
              <a:defRPr/>
            </a:pPr>
            <a:r>
              <a:rPr lang="en-US" dirty="0"/>
              <a:t>a day in the life of a web request</a:t>
            </a:r>
          </a:p>
          <a:p>
            <a:pPr lvl="1"/>
            <a:endParaRPr lang="en-US" altLang="en-US" dirty="0"/>
          </a:p>
        </p:txBody>
      </p:sp>
      <p:sp>
        <p:nvSpPr>
          <p:cNvPr id="10" name="Rectangle 4">
            <a:extLst>
              <a:ext uri="{FF2B5EF4-FFF2-40B4-BE49-F238E27FC236}">
                <a16:creationId xmlns:a16="http://schemas.microsoft.com/office/drawing/2014/main" id="{2935D8EE-730D-3846-8ED3-CF147CA4A373}"/>
              </a:ext>
            </a:extLst>
          </p:cNvPr>
          <p:cNvSpPr txBox="1">
            <a:spLocks noChangeArrowheads="1"/>
          </p:cNvSpPr>
          <p:nvPr/>
        </p:nvSpPr>
        <p:spPr>
          <a:xfrm>
            <a:off x="1006769" y="1374867"/>
            <a:ext cx="5571867" cy="5039185"/>
          </a:xfrm>
          <a:prstGeom prst="rect">
            <a:avLst/>
          </a:prstGeom>
        </p:spPr>
        <p:txBody>
          <a:bodyPr vert="horz" lIns="91440" tIns="45720" rIns="91440" bIns="45720" rtlCol="0">
            <a:no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74638">
              <a:spcBef>
                <a:spcPts val="600"/>
              </a:spcBef>
              <a:buClr>
                <a:schemeClr val="bg1">
                  <a:lumMod val="75000"/>
                </a:schemeClr>
              </a:buClr>
            </a:pPr>
            <a:r>
              <a:rPr lang="en-US" altLang="en-US" dirty="0">
                <a:solidFill>
                  <a:schemeClr val="bg1">
                    <a:lumMod val="75000"/>
                  </a:schemeClr>
                </a:solidFill>
                <a:ea typeface="ＭＳ Ｐゴシック" panose="020B0600070205080204" pitchFamily="34" charset="-128"/>
                <a:cs typeface="Arial" panose="020B0604020202020204" pitchFamily="34" charset="0"/>
              </a:rPr>
              <a:t>introduction</a:t>
            </a:r>
          </a:p>
          <a:p>
            <a:pPr marL="285750" indent="-274638">
              <a:spcBef>
                <a:spcPts val="600"/>
              </a:spcBef>
              <a:buClr>
                <a:schemeClr val="bg1">
                  <a:lumMod val="75000"/>
                </a:schemeClr>
              </a:buClr>
            </a:pPr>
            <a:r>
              <a:rPr lang="en-US" altLang="en-US" dirty="0">
                <a:solidFill>
                  <a:schemeClr val="bg1">
                    <a:lumMod val="75000"/>
                  </a:schemeClr>
                </a:solidFill>
                <a:ea typeface="ＭＳ Ｐゴシック" panose="020B0600070205080204" pitchFamily="34" charset="-128"/>
                <a:cs typeface="Arial" panose="020B0604020202020204" pitchFamily="34" charset="0"/>
              </a:rPr>
              <a:t>error detection, correction </a:t>
            </a:r>
          </a:p>
          <a:p>
            <a:pPr marL="285750" indent="-274638">
              <a:spcBef>
                <a:spcPts val="600"/>
              </a:spcBef>
              <a:buClr>
                <a:schemeClr val="bg1">
                  <a:lumMod val="75000"/>
                </a:schemeClr>
              </a:buClr>
            </a:pPr>
            <a:r>
              <a:rPr lang="en-US" altLang="en-US" dirty="0">
                <a:solidFill>
                  <a:schemeClr val="bg1">
                    <a:lumMod val="75000"/>
                  </a:schemeClr>
                </a:solidFill>
                <a:ea typeface="ＭＳ Ｐゴシック" panose="020B0600070205080204" pitchFamily="34" charset="-128"/>
                <a:cs typeface="Arial" panose="020B0604020202020204" pitchFamily="34" charset="0"/>
              </a:rPr>
              <a:t>multiple access protocols</a:t>
            </a:r>
          </a:p>
          <a:p>
            <a:pPr marL="285750" indent="-274638">
              <a:spcBef>
                <a:spcPts val="600"/>
              </a:spcBef>
              <a:buClr>
                <a:schemeClr val="bg1">
                  <a:lumMod val="75000"/>
                </a:schemeClr>
              </a:buClr>
            </a:pPr>
            <a:r>
              <a:rPr lang="en-US" altLang="en-US" sz="3200" dirty="0">
                <a:solidFill>
                  <a:schemeClr val="bg1">
                    <a:lumMod val="75000"/>
                  </a:schemeClr>
                </a:solidFill>
                <a:ea typeface="ＭＳ Ｐゴシック" panose="020B0600070205080204" pitchFamily="34" charset="-128"/>
                <a:cs typeface="Arial" panose="020B0604020202020204" pitchFamily="34" charset="0"/>
              </a:rPr>
              <a:t>LANs</a:t>
            </a:r>
          </a:p>
          <a:p>
            <a:pPr marL="628650" lvl="1" indent="-274638">
              <a:spcBef>
                <a:spcPts val="600"/>
              </a:spcBef>
              <a:buClr>
                <a:schemeClr val="bg1">
                  <a:lumMod val="75000"/>
                </a:schemeClr>
              </a:buClr>
            </a:pPr>
            <a:r>
              <a:rPr lang="en-US" altLang="en-US" sz="2800" dirty="0">
                <a:solidFill>
                  <a:schemeClr val="bg1">
                    <a:lumMod val="75000"/>
                  </a:schemeClr>
                </a:solidFill>
                <a:ea typeface="ＭＳ Ｐゴシック" panose="020B0600070205080204" pitchFamily="34" charset="-128"/>
                <a:cs typeface="Arial" panose="020B0604020202020204" pitchFamily="34" charset="0"/>
              </a:rPr>
              <a:t>addressing, ARP</a:t>
            </a:r>
          </a:p>
          <a:p>
            <a:pPr marL="628650" lvl="1" indent="-274638">
              <a:spcBef>
                <a:spcPts val="600"/>
              </a:spcBef>
              <a:buClr>
                <a:schemeClr val="bg1">
                  <a:lumMod val="75000"/>
                </a:schemeClr>
              </a:buClr>
            </a:pPr>
            <a:r>
              <a:rPr lang="en-US" altLang="en-US" sz="2800" dirty="0">
                <a:solidFill>
                  <a:schemeClr val="bg1">
                    <a:lumMod val="75000"/>
                  </a:schemeClr>
                </a:solidFill>
                <a:ea typeface="ＭＳ Ｐゴシック" panose="020B0600070205080204" pitchFamily="34" charset="-128"/>
                <a:cs typeface="Arial" panose="020B0604020202020204" pitchFamily="34" charset="0"/>
              </a:rPr>
              <a:t>Ethernet</a:t>
            </a:r>
          </a:p>
          <a:p>
            <a:pPr marL="628650" lvl="1" indent="-274638">
              <a:spcBef>
                <a:spcPts val="600"/>
              </a:spcBef>
              <a:buClr>
                <a:schemeClr val="bg1">
                  <a:lumMod val="75000"/>
                </a:schemeClr>
              </a:buClr>
            </a:pPr>
            <a:r>
              <a:rPr lang="en-US" altLang="en-US" sz="2800" dirty="0">
                <a:solidFill>
                  <a:schemeClr val="bg1">
                    <a:lumMod val="75000"/>
                  </a:schemeClr>
                </a:solidFill>
                <a:ea typeface="ＭＳ Ｐゴシック" panose="020B0600070205080204" pitchFamily="34" charset="-128"/>
                <a:cs typeface="Arial" panose="020B0604020202020204" pitchFamily="34" charset="0"/>
              </a:rPr>
              <a:t>switches</a:t>
            </a:r>
          </a:p>
          <a:p>
            <a:pPr marL="628650" lvl="1" indent="-274638">
              <a:spcBef>
                <a:spcPts val="600"/>
              </a:spcBef>
              <a:buClr>
                <a:schemeClr val="bg1">
                  <a:lumMod val="75000"/>
                </a:schemeClr>
              </a:buClr>
            </a:pPr>
            <a:r>
              <a:rPr lang="en-US" altLang="en-US" sz="2800" dirty="0">
                <a:solidFill>
                  <a:schemeClr val="bg1">
                    <a:lumMod val="75000"/>
                  </a:schemeClr>
                </a:solidFill>
                <a:ea typeface="ＭＳ Ｐゴシック" panose="020B0600070205080204" pitchFamily="34" charset="-128"/>
                <a:cs typeface="Arial" panose="020B0604020202020204" pitchFamily="34" charset="0"/>
              </a:rPr>
              <a:t>VLANs</a:t>
            </a:r>
          </a:p>
          <a:p>
            <a:pPr marL="285750" indent="-274638">
              <a:spcBef>
                <a:spcPts val="600"/>
              </a:spcBef>
              <a:buClr>
                <a:schemeClr val="bg1">
                  <a:lumMod val="75000"/>
                </a:schemeClr>
              </a:buClr>
            </a:pPr>
            <a:r>
              <a:rPr lang="en-US" altLang="en-US" dirty="0">
                <a:solidFill>
                  <a:schemeClr val="bg1">
                    <a:lumMod val="75000"/>
                  </a:schemeClr>
                </a:solidFill>
                <a:ea typeface="ＭＳ Ｐゴシック" panose="020B0600070205080204" pitchFamily="34" charset="-128"/>
                <a:cs typeface="Arial" panose="020B0604020202020204" pitchFamily="34" charset="0"/>
              </a:rPr>
              <a:t>link virtualization: MPLS</a:t>
            </a:r>
          </a:p>
          <a:p>
            <a:pPr marL="285750" indent="-274638">
              <a:spcBef>
                <a:spcPts val="600"/>
              </a:spcBef>
              <a:buClr>
                <a:schemeClr val="bg1">
                  <a:lumMod val="75000"/>
                </a:schemeClr>
              </a:buClr>
            </a:pPr>
            <a:r>
              <a:rPr lang="en-US" altLang="en-US" dirty="0">
                <a:solidFill>
                  <a:schemeClr val="bg1">
                    <a:lumMod val="75000"/>
                  </a:schemeClr>
                </a:solidFill>
                <a:ea typeface="ＭＳ Ｐゴシック" panose="020B0600070205080204" pitchFamily="34" charset="-128"/>
                <a:cs typeface="Arial" panose="020B0604020202020204" pitchFamily="34" charset="0"/>
              </a:rPr>
              <a:t>data center networking</a:t>
            </a:r>
          </a:p>
          <a:p>
            <a:pPr marL="285750" indent="-274638">
              <a:spcBef>
                <a:spcPts val="600"/>
              </a:spcBef>
            </a:pPr>
            <a:endParaRPr lang="en-US" altLang="en-US" sz="3200" dirty="0">
              <a:ea typeface="ＭＳ Ｐゴシック" panose="020B0600070205080204" pitchFamily="34" charset="-128"/>
              <a:cs typeface="Arial" panose="020B0604020202020204" pitchFamily="34" charset="0"/>
            </a:endParaRPr>
          </a:p>
          <a:p>
            <a:pPr marL="628650" lvl="1" indent="-274638">
              <a:spcBef>
                <a:spcPts val="600"/>
              </a:spcBef>
            </a:pPr>
            <a:endParaRPr lang="en-US" altLang="en-US" sz="2800" dirty="0">
              <a:ea typeface="ＭＳ Ｐゴシック" panose="020B0600070205080204" pitchFamily="34" charset="-128"/>
              <a:cs typeface="Arial" panose="020B0604020202020204" pitchFamily="34" charset="0"/>
            </a:endParaRPr>
          </a:p>
        </p:txBody>
      </p:sp>
      <p:sp>
        <p:nvSpPr>
          <p:cNvPr id="8" name="Slide Number Placeholder 4">
            <a:extLst>
              <a:ext uri="{FF2B5EF4-FFF2-40B4-BE49-F238E27FC236}">
                <a16:creationId xmlns:a16="http://schemas.microsoft.com/office/drawing/2014/main" id="{A780E6DF-6C7C-1345-9369-EDA38A723E9E}"/>
              </a:ext>
            </a:extLst>
          </p:cNvPr>
          <p:cNvSpPr>
            <a:spLocks noGrp="1"/>
          </p:cNvSpPr>
          <p:nvPr>
            <p:ph type="sldNum" sz="quarter" idx="4"/>
          </p:nvPr>
        </p:nvSpPr>
        <p:spPr>
          <a:xfrm>
            <a:off x="9219616" y="6443089"/>
            <a:ext cx="2743200" cy="365125"/>
          </a:xfrm>
        </p:spPr>
        <p:txBody>
          <a:bodyPr/>
          <a:lstStyle/>
          <a:p>
            <a:r>
              <a:rPr lang="en-US" dirty="0"/>
              <a:t>Link Layer: 6-</a:t>
            </a:r>
            <a:fld id="{C4204591-24BD-A542-B9D5-F8D8A88D2FEE}" type="slidenum">
              <a:rPr lang="en-US" smtClean="0"/>
              <a:pPr/>
              <a:t>25</a:t>
            </a:fld>
            <a:endParaRPr lang="en-US" dirty="0"/>
          </a:p>
        </p:txBody>
      </p:sp>
    </p:spTree>
    <p:extLst>
      <p:ext uri="{BB962C8B-B14F-4D97-AF65-F5344CB8AC3E}">
        <p14:creationId xmlns:p14="http://schemas.microsoft.com/office/powerpoint/2010/main" val="8166706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800100" y="349426"/>
            <a:ext cx="10515600" cy="894622"/>
          </a:xfrm>
        </p:spPr>
        <p:txBody>
          <a:bodyPr>
            <a:normAutofit/>
          </a:bodyPr>
          <a:lstStyle/>
          <a:p>
            <a:r>
              <a:rPr lang="en-US" b="0" dirty="0">
                <a:latin typeface="Calibri" panose="020F0502020204030204"/>
              </a:rPr>
              <a:t>Synthesis: a day in the life of a web request</a:t>
            </a:r>
            <a:endParaRPr lang="en-US" sz="4400" b="0" dirty="0">
              <a:latin typeface="+mn-lt"/>
            </a:endParaRPr>
          </a:p>
        </p:txBody>
      </p:sp>
      <p:sp>
        <p:nvSpPr>
          <p:cNvPr id="439" name="Slide Number Placeholder 4">
            <a:extLst>
              <a:ext uri="{FF2B5EF4-FFF2-40B4-BE49-F238E27FC236}">
                <a16:creationId xmlns:a16="http://schemas.microsoft.com/office/drawing/2014/main" id="{C87F3257-E91D-E144-BA13-B0DD96B23FDC}"/>
              </a:ext>
            </a:extLst>
          </p:cNvPr>
          <p:cNvSpPr>
            <a:spLocks noGrp="1"/>
          </p:cNvSpPr>
          <p:nvPr>
            <p:ph type="sldNum" sz="quarter" idx="4"/>
          </p:nvPr>
        </p:nvSpPr>
        <p:spPr>
          <a:xfrm>
            <a:off x="9206737" y="6492875"/>
            <a:ext cx="2743200" cy="365125"/>
          </a:xfrm>
        </p:spPr>
        <p:txBody>
          <a:bodyPr/>
          <a:lstStyle/>
          <a:p>
            <a:r>
              <a:rPr lang="en-US" dirty="0"/>
              <a:t>Link Layer: 6-</a:t>
            </a:r>
            <a:fld id="{C4204591-24BD-A542-B9D5-F8D8A88D2FEE}" type="slidenum">
              <a:rPr lang="en-US" smtClean="0"/>
              <a:pPr/>
              <a:t>26</a:t>
            </a:fld>
            <a:endParaRPr lang="en-US" dirty="0"/>
          </a:p>
        </p:txBody>
      </p:sp>
      <p:sp>
        <p:nvSpPr>
          <p:cNvPr id="80" name="Rectangle 3">
            <a:extLst>
              <a:ext uri="{FF2B5EF4-FFF2-40B4-BE49-F238E27FC236}">
                <a16:creationId xmlns:a16="http://schemas.microsoft.com/office/drawing/2014/main" id="{A4B12346-C21D-2B4E-816C-10F5298F6A06}"/>
              </a:ext>
            </a:extLst>
          </p:cNvPr>
          <p:cNvSpPr txBox="1">
            <a:spLocks noChangeArrowheads="1"/>
          </p:cNvSpPr>
          <p:nvPr/>
        </p:nvSpPr>
        <p:spPr>
          <a:xfrm>
            <a:off x="533400" y="1338263"/>
            <a:ext cx="11273118" cy="4648200"/>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00050" indent="-269875">
              <a:defRPr/>
            </a:pPr>
            <a:r>
              <a:rPr lang="en-US" sz="3200" dirty="0"/>
              <a:t>our journey down the protocol stack is now complete!</a:t>
            </a:r>
          </a:p>
          <a:p>
            <a:pPr lvl="1">
              <a:defRPr/>
            </a:pPr>
            <a:r>
              <a:rPr lang="en-US" sz="2800" dirty="0"/>
              <a:t>application, transport, network, link</a:t>
            </a:r>
          </a:p>
          <a:p>
            <a:pPr marL="400050" indent="-269875">
              <a:defRPr/>
            </a:pPr>
            <a:r>
              <a:rPr lang="en-US" sz="3200" dirty="0"/>
              <a:t>putting-it-all-together: synthesis!</a:t>
            </a:r>
          </a:p>
          <a:p>
            <a:pPr lvl="1">
              <a:defRPr/>
            </a:pPr>
            <a:r>
              <a:rPr lang="en-US" sz="2800" i="1" dirty="0">
                <a:solidFill>
                  <a:srgbClr val="C00000"/>
                </a:solidFill>
              </a:rPr>
              <a:t>goal:</a:t>
            </a:r>
            <a:r>
              <a:rPr lang="en-US" sz="2800" dirty="0">
                <a:solidFill>
                  <a:srgbClr val="C00000"/>
                </a:solidFill>
              </a:rPr>
              <a:t> </a:t>
            </a:r>
            <a:r>
              <a:rPr lang="en-US" sz="2800" dirty="0"/>
              <a:t>identify, review, understand protocols (at all layers) involved in seemingly simple scenario: requesting www page</a:t>
            </a:r>
          </a:p>
          <a:p>
            <a:pPr lvl="1">
              <a:defRPr/>
            </a:pPr>
            <a:r>
              <a:rPr lang="en-US" sz="2800" i="1" dirty="0">
                <a:solidFill>
                  <a:srgbClr val="C00000"/>
                </a:solidFill>
              </a:rPr>
              <a:t>scenario:</a:t>
            </a:r>
            <a:r>
              <a:rPr lang="en-US" sz="2800" dirty="0">
                <a:solidFill>
                  <a:srgbClr val="C00000"/>
                </a:solidFill>
              </a:rPr>
              <a:t> </a:t>
            </a:r>
            <a:r>
              <a:rPr lang="en-US" sz="2800" dirty="0"/>
              <a:t>student attaches laptop to campus network, requests/receives www.google.com </a:t>
            </a:r>
          </a:p>
          <a:p>
            <a:pPr>
              <a:defRPr/>
            </a:pPr>
            <a:endParaRPr lang="en-US" sz="3200" dirty="0"/>
          </a:p>
          <a:p>
            <a:pPr>
              <a:defRPr/>
            </a:pPr>
            <a:endParaRPr lang="en-US" dirty="0">
              <a:latin typeface="Gill Sans MT" charset="0"/>
            </a:endParaRPr>
          </a:p>
        </p:txBody>
      </p:sp>
    </p:spTree>
    <p:extLst>
      <p:ext uri="{BB962C8B-B14F-4D97-AF65-F5344CB8AC3E}">
        <p14:creationId xmlns:p14="http://schemas.microsoft.com/office/powerpoint/2010/main" val="26149772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80">
                                            <p:txEl>
                                              <p:pRg st="0" end="0"/>
                                            </p:txEl>
                                          </p:spTgt>
                                        </p:tgtEl>
                                        <p:attrNameLst>
                                          <p:attrName>style.visibility</p:attrName>
                                        </p:attrNameLst>
                                      </p:cBhvr>
                                      <p:to>
                                        <p:strVal val="visible"/>
                                      </p:to>
                                    </p:set>
                                    <p:animEffect transition="in" filter="dissolve">
                                      <p:cBhvr>
                                        <p:cTn id="7" dur="500"/>
                                        <p:tgtEl>
                                          <p:spTgt spid="80">
                                            <p:txEl>
                                              <p:pRg st="0" end="0"/>
                                            </p:txEl>
                                          </p:spTgt>
                                        </p:tgtEl>
                                      </p:cBhvr>
                                    </p:animEffect>
                                  </p:childTnLst>
                                </p:cTn>
                              </p:par>
                              <p:par>
                                <p:cTn id="8" presetID="9" presetClass="entr" presetSubtype="0" fill="hold" nodeType="withEffect">
                                  <p:stCondLst>
                                    <p:cond delay="0"/>
                                  </p:stCondLst>
                                  <p:childTnLst>
                                    <p:set>
                                      <p:cBhvr>
                                        <p:cTn id="9" dur="1" fill="hold">
                                          <p:stCondLst>
                                            <p:cond delay="0"/>
                                          </p:stCondLst>
                                        </p:cTn>
                                        <p:tgtEl>
                                          <p:spTgt spid="80">
                                            <p:txEl>
                                              <p:pRg st="1" end="1"/>
                                            </p:txEl>
                                          </p:spTgt>
                                        </p:tgtEl>
                                        <p:attrNameLst>
                                          <p:attrName>style.visibility</p:attrName>
                                        </p:attrNameLst>
                                      </p:cBhvr>
                                      <p:to>
                                        <p:strVal val="visible"/>
                                      </p:to>
                                    </p:set>
                                    <p:animEffect transition="in" filter="dissolve">
                                      <p:cBhvr>
                                        <p:cTn id="10" dur="500"/>
                                        <p:tgtEl>
                                          <p:spTgt spid="80">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nodeType="clickEffect">
                                  <p:stCondLst>
                                    <p:cond delay="0"/>
                                  </p:stCondLst>
                                  <p:childTnLst>
                                    <p:set>
                                      <p:cBhvr>
                                        <p:cTn id="14" dur="1" fill="hold">
                                          <p:stCondLst>
                                            <p:cond delay="0"/>
                                          </p:stCondLst>
                                        </p:cTn>
                                        <p:tgtEl>
                                          <p:spTgt spid="80">
                                            <p:txEl>
                                              <p:pRg st="2" end="2"/>
                                            </p:txEl>
                                          </p:spTgt>
                                        </p:tgtEl>
                                        <p:attrNameLst>
                                          <p:attrName>style.visibility</p:attrName>
                                        </p:attrNameLst>
                                      </p:cBhvr>
                                      <p:to>
                                        <p:strVal val="visible"/>
                                      </p:to>
                                    </p:set>
                                    <p:animEffect transition="in" filter="dissolve">
                                      <p:cBhvr>
                                        <p:cTn id="15" dur="500"/>
                                        <p:tgtEl>
                                          <p:spTgt spid="80">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nodeType="clickEffect">
                                  <p:stCondLst>
                                    <p:cond delay="0"/>
                                  </p:stCondLst>
                                  <p:childTnLst>
                                    <p:set>
                                      <p:cBhvr>
                                        <p:cTn id="19" dur="1" fill="hold">
                                          <p:stCondLst>
                                            <p:cond delay="0"/>
                                          </p:stCondLst>
                                        </p:cTn>
                                        <p:tgtEl>
                                          <p:spTgt spid="80">
                                            <p:txEl>
                                              <p:pRg st="3" end="3"/>
                                            </p:txEl>
                                          </p:spTgt>
                                        </p:tgtEl>
                                        <p:attrNameLst>
                                          <p:attrName>style.visibility</p:attrName>
                                        </p:attrNameLst>
                                      </p:cBhvr>
                                      <p:to>
                                        <p:strVal val="visible"/>
                                      </p:to>
                                    </p:set>
                                    <p:animEffect transition="in" filter="dissolve">
                                      <p:cBhvr>
                                        <p:cTn id="20" dur="500"/>
                                        <p:tgtEl>
                                          <p:spTgt spid="80">
                                            <p:txEl>
                                              <p:pRg st="3" end="3"/>
                                            </p:txEl>
                                          </p:spTgt>
                                        </p:tgtEl>
                                      </p:cBhvr>
                                    </p:animEffect>
                                  </p:childTnLst>
                                </p:cTn>
                              </p:par>
                              <p:par>
                                <p:cTn id="21" presetID="9" presetClass="entr" presetSubtype="0" fill="hold" nodeType="withEffect">
                                  <p:stCondLst>
                                    <p:cond delay="0"/>
                                  </p:stCondLst>
                                  <p:childTnLst>
                                    <p:set>
                                      <p:cBhvr>
                                        <p:cTn id="22" dur="1" fill="hold">
                                          <p:stCondLst>
                                            <p:cond delay="0"/>
                                          </p:stCondLst>
                                        </p:cTn>
                                        <p:tgtEl>
                                          <p:spTgt spid="80">
                                            <p:txEl>
                                              <p:pRg st="4" end="4"/>
                                            </p:txEl>
                                          </p:spTgt>
                                        </p:tgtEl>
                                        <p:attrNameLst>
                                          <p:attrName>style.visibility</p:attrName>
                                        </p:attrNameLst>
                                      </p:cBhvr>
                                      <p:to>
                                        <p:strVal val="visible"/>
                                      </p:to>
                                    </p:set>
                                    <p:animEffect transition="in" filter="dissolve">
                                      <p:cBhvr>
                                        <p:cTn id="23" dur="500"/>
                                        <p:tgtEl>
                                          <p:spTgt spid="80">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FAC08B47-1C0E-5D48-A9ED-A80A9C43504C}"/>
              </a:ext>
            </a:extLst>
          </p:cNvPr>
          <p:cNvSpPr>
            <a:spLocks noGrp="1"/>
          </p:cNvSpPr>
          <p:nvPr>
            <p:ph type="title"/>
          </p:nvPr>
        </p:nvSpPr>
        <p:spPr/>
        <p:txBody>
          <a:bodyPr/>
          <a:lstStyle/>
          <a:p>
            <a:r>
              <a:rPr lang="en-US" dirty="0"/>
              <a:t>A day in the life: scenario</a:t>
            </a:r>
          </a:p>
        </p:txBody>
      </p:sp>
      <p:sp>
        <p:nvSpPr>
          <p:cNvPr id="5" name="Slide Number Placeholder 4">
            <a:extLst>
              <a:ext uri="{FF2B5EF4-FFF2-40B4-BE49-F238E27FC236}">
                <a16:creationId xmlns:a16="http://schemas.microsoft.com/office/drawing/2014/main" id="{818B350A-665A-4B4E-8611-F7A0C3B2DC51}"/>
              </a:ext>
            </a:extLst>
          </p:cNvPr>
          <p:cNvSpPr>
            <a:spLocks noGrp="1"/>
          </p:cNvSpPr>
          <p:nvPr>
            <p:ph type="sldNum" sz="quarter" idx="4"/>
          </p:nvPr>
        </p:nvSpPr>
        <p:spPr/>
        <p:txBody>
          <a:bodyPr/>
          <a:lstStyle/>
          <a:p>
            <a:r>
              <a:rPr lang="en-US" dirty="0"/>
              <a:t>Link Layer: 6-</a:t>
            </a:r>
            <a:fld id="{C4204591-24BD-A542-B9D5-F8D8A88D2FEE}" type="slidenum">
              <a:rPr lang="en-US" smtClean="0"/>
              <a:pPr/>
              <a:t>27</a:t>
            </a:fld>
            <a:endParaRPr lang="en-US" dirty="0"/>
          </a:p>
        </p:txBody>
      </p:sp>
      <p:sp>
        <p:nvSpPr>
          <p:cNvPr id="294" name="Freeform 406">
            <a:extLst>
              <a:ext uri="{FF2B5EF4-FFF2-40B4-BE49-F238E27FC236}">
                <a16:creationId xmlns:a16="http://schemas.microsoft.com/office/drawing/2014/main" id="{DCFC0C20-D1CF-7E43-8947-76A7AA00BE54}"/>
              </a:ext>
            </a:extLst>
          </p:cNvPr>
          <p:cNvSpPr>
            <a:spLocks/>
          </p:cNvSpPr>
          <p:nvPr/>
        </p:nvSpPr>
        <p:spPr bwMode="auto">
          <a:xfrm>
            <a:off x="5037166" y="1832733"/>
            <a:ext cx="3494531" cy="2590938"/>
          </a:xfrm>
          <a:custGeom>
            <a:avLst/>
            <a:gdLst>
              <a:gd name="T0" fmla="*/ 2147483647 w 2453"/>
              <a:gd name="T1" fmla="*/ 2147483647 h 2011"/>
              <a:gd name="T2" fmla="*/ 2147483647 w 2453"/>
              <a:gd name="T3" fmla="*/ 2147483647 h 2011"/>
              <a:gd name="T4" fmla="*/ 2147483647 w 2453"/>
              <a:gd name="T5" fmla="*/ 2147483647 h 2011"/>
              <a:gd name="T6" fmla="*/ 2147483647 w 2453"/>
              <a:gd name="T7" fmla="*/ 2147483647 h 2011"/>
              <a:gd name="T8" fmla="*/ 2147483647 w 2453"/>
              <a:gd name="T9" fmla="*/ 2147483647 h 2011"/>
              <a:gd name="T10" fmla="*/ 2147483647 w 2453"/>
              <a:gd name="T11" fmla="*/ 2147483647 h 2011"/>
              <a:gd name="T12" fmla="*/ 2147483647 w 2453"/>
              <a:gd name="T13" fmla="*/ 2147483647 h 2011"/>
              <a:gd name="T14" fmla="*/ 2147483647 w 2453"/>
              <a:gd name="T15" fmla="*/ 2147483647 h 2011"/>
              <a:gd name="T16" fmla="*/ 2147483647 w 2453"/>
              <a:gd name="T17" fmla="*/ 2147483647 h 2011"/>
              <a:gd name="T18" fmla="*/ 2147483647 w 2453"/>
              <a:gd name="T19" fmla="*/ 2147483647 h 2011"/>
              <a:gd name="T20" fmla="*/ 2147483647 w 2453"/>
              <a:gd name="T21" fmla="*/ 2147483647 h 2011"/>
              <a:gd name="T22" fmla="*/ 2147483647 w 2453"/>
              <a:gd name="T23" fmla="*/ 2147483647 h 2011"/>
              <a:gd name="T24" fmla="*/ 2147483647 w 2453"/>
              <a:gd name="T25" fmla="*/ 2147483647 h 2011"/>
              <a:gd name="T26" fmla="*/ 2147483647 w 2453"/>
              <a:gd name="T27" fmla="*/ 2147483647 h 2011"/>
              <a:gd name="T28" fmla="*/ 2147483647 w 2453"/>
              <a:gd name="T29" fmla="*/ 2147483647 h 2011"/>
              <a:gd name="T30" fmla="*/ 2147483647 w 2453"/>
              <a:gd name="T31" fmla="*/ 2147483647 h 2011"/>
              <a:gd name="T32" fmla="*/ 2147483647 w 2453"/>
              <a:gd name="T33" fmla="*/ 2147483647 h 2011"/>
              <a:gd name="T34" fmla="*/ 2147483647 w 2453"/>
              <a:gd name="T35" fmla="*/ 2147483647 h 2011"/>
              <a:gd name="T36" fmla="*/ 2147483647 w 2453"/>
              <a:gd name="T37" fmla="*/ 2147483647 h 2011"/>
              <a:gd name="T38" fmla="*/ 2147483647 w 2453"/>
              <a:gd name="T39" fmla="*/ 2147483647 h 2011"/>
              <a:gd name="T40" fmla="*/ 2147483647 w 2453"/>
              <a:gd name="T41" fmla="*/ 2147483647 h 2011"/>
              <a:gd name="T42" fmla="*/ 2147483647 w 2453"/>
              <a:gd name="T43" fmla="*/ 2147483647 h 2011"/>
              <a:gd name="T44" fmla="*/ 2147483647 w 2453"/>
              <a:gd name="T45" fmla="*/ 2147483647 h 2011"/>
              <a:gd name="T46" fmla="*/ 2147483647 w 2453"/>
              <a:gd name="T47" fmla="*/ 2147483647 h 2011"/>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connsiteX0" fmla="*/ 326 w 9852"/>
              <a:gd name="connsiteY0" fmla="*/ 3101 h 9830"/>
              <a:gd name="connsiteX1" fmla="*/ 49 w 9852"/>
              <a:gd name="connsiteY1" fmla="*/ 3981 h 9830"/>
              <a:gd name="connsiteX2" fmla="*/ 21 w 9852"/>
              <a:gd name="connsiteY2" fmla="*/ 4956 h 9830"/>
              <a:gd name="connsiteX3" fmla="*/ 269 w 9852"/>
              <a:gd name="connsiteY3" fmla="*/ 5662 h 9830"/>
              <a:gd name="connsiteX4" fmla="*/ 657 w 9852"/>
              <a:gd name="connsiteY4" fmla="*/ 6741 h 9830"/>
              <a:gd name="connsiteX5" fmla="*/ 1125 w 9852"/>
              <a:gd name="connsiteY5" fmla="*/ 7148 h 9830"/>
              <a:gd name="connsiteX6" fmla="*/ 2222 w 9852"/>
              <a:gd name="connsiteY6" fmla="*/ 8049 h 9830"/>
              <a:gd name="connsiteX7" fmla="*/ 4680 w 9852"/>
              <a:gd name="connsiteY7" fmla="*/ 8347 h 9830"/>
              <a:gd name="connsiteX8" fmla="*/ 6812 w 9852"/>
              <a:gd name="connsiteY8" fmla="*/ 9729 h 9830"/>
              <a:gd name="connsiteX9" fmla="*/ 7864 w 9852"/>
              <a:gd name="connsiteY9" fmla="*/ 9630 h 9830"/>
              <a:gd name="connsiteX10" fmla="*/ 9670 w 9852"/>
              <a:gd name="connsiteY10" fmla="*/ 8874 h 9830"/>
              <a:gd name="connsiteX11" fmla="*/ 9752 w 9852"/>
              <a:gd name="connsiteY11" fmla="*/ 7457 h 9830"/>
              <a:gd name="connsiteX12" fmla="*/ 9332 w 9852"/>
              <a:gd name="connsiteY12" fmla="*/ 6408 h 9830"/>
              <a:gd name="connsiteX13" fmla="*/ 9552 w 9852"/>
              <a:gd name="connsiteY13" fmla="*/ 4150 h 9830"/>
              <a:gd name="connsiteX14" fmla="*/ 9523 w 9852"/>
              <a:gd name="connsiteY14" fmla="*/ 3205 h 9830"/>
              <a:gd name="connsiteX15" fmla="*/ 8859 w 9852"/>
              <a:gd name="connsiteY15" fmla="*/ 2226 h 9830"/>
              <a:gd name="connsiteX16" fmla="*/ 7811 w 9852"/>
              <a:gd name="connsiteY16" fmla="*/ 778 h 9830"/>
              <a:gd name="connsiteX17" fmla="*/ 6511 w 9852"/>
              <a:gd name="connsiteY17" fmla="*/ 137 h 9830"/>
              <a:gd name="connsiteX18" fmla="*/ 4994 w 9852"/>
              <a:gd name="connsiteY18" fmla="*/ 38 h 9830"/>
              <a:gd name="connsiteX19" fmla="*/ 3722 w 9852"/>
              <a:gd name="connsiteY19" fmla="*/ 609 h 9830"/>
              <a:gd name="connsiteX20" fmla="*/ 1929 w 9852"/>
              <a:gd name="connsiteY20" fmla="*/ 1251 h 9830"/>
              <a:gd name="connsiteX21" fmla="*/ 848 w 9852"/>
              <a:gd name="connsiteY21" fmla="*/ 1823 h 9830"/>
              <a:gd name="connsiteX22" fmla="*/ 326 w 9852"/>
              <a:gd name="connsiteY22" fmla="*/ 3101 h 9830"/>
              <a:gd name="connsiteX0" fmla="*/ 331 w 9999"/>
              <a:gd name="connsiteY0" fmla="*/ 3155 h 9906"/>
              <a:gd name="connsiteX1" fmla="*/ 50 w 9999"/>
              <a:gd name="connsiteY1" fmla="*/ 4050 h 9906"/>
              <a:gd name="connsiteX2" fmla="*/ 21 w 9999"/>
              <a:gd name="connsiteY2" fmla="*/ 5042 h 9906"/>
              <a:gd name="connsiteX3" fmla="*/ 273 w 9999"/>
              <a:gd name="connsiteY3" fmla="*/ 5760 h 9906"/>
              <a:gd name="connsiteX4" fmla="*/ 667 w 9999"/>
              <a:gd name="connsiteY4" fmla="*/ 6858 h 9906"/>
              <a:gd name="connsiteX5" fmla="*/ 1142 w 9999"/>
              <a:gd name="connsiteY5" fmla="*/ 7272 h 9906"/>
              <a:gd name="connsiteX6" fmla="*/ 2255 w 9999"/>
              <a:gd name="connsiteY6" fmla="*/ 8188 h 9906"/>
              <a:gd name="connsiteX7" fmla="*/ 4750 w 9999"/>
              <a:gd name="connsiteY7" fmla="*/ 8491 h 9906"/>
              <a:gd name="connsiteX8" fmla="*/ 6914 w 9999"/>
              <a:gd name="connsiteY8" fmla="*/ 9897 h 9906"/>
              <a:gd name="connsiteX9" fmla="*/ 9815 w 9999"/>
              <a:gd name="connsiteY9" fmla="*/ 9027 h 9906"/>
              <a:gd name="connsiteX10" fmla="*/ 9898 w 9999"/>
              <a:gd name="connsiteY10" fmla="*/ 7586 h 9906"/>
              <a:gd name="connsiteX11" fmla="*/ 9472 w 9999"/>
              <a:gd name="connsiteY11" fmla="*/ 6519 h 9906"/>
              <a:gd name="connsiteX12" fmla="*/ 9695 w 9999"/>
              <a:gd name="connsiteY12" fmla="*/ 4222 h 9906"/>
              <a:gd name="connsiteX13" fmla="*/ 9666 w 9999"/>
              <a:gd name="connsiteY13" fmla="*/ 3260 h 9906"/>
              <a:gd name="connsiteX14" fmla="*/ 8992 w 9999"/>
              <a:gd name="connsiteY14" fmla="*/ 2264 h 9906"/>
              <a:gd name="connsiteX15" fmla="*/ 7928 w 9999"/>
              <a:gd name="connsiteY15" fmla="*/ 791 h 9906"/>
              <a:gd name="connsiteX16" fmla="*/ 6609 w 9999"/>
              <a:gd name="connsiteY16" fmla="*/ 139 h 9906"/>
              <a:gd name="connsiteX17" fmla="*/ 5069 w 9999"/>
              <a:gd name="connsiteY17" fmla="*/ 39 h 9906"/>
              <a:gd name="connsiteX18" fmla="*/ 3778 w 9999"/>
              <a:gd name="connsiteY18" fmla="*/ 620 h 9906"/>
              <a:gd name="connsiteX19" fmla="*/ 1958 w 9999"/>
              <a:gd name="connsiteY19" fmla="*/ 1273 h 9906"/>
              <a:gd name="connsiteX20" fmla="*/ 861 w 9999"/>
              <a:gd name="connsiteY20" fmla="*/ 1855 h 9906"/>
              <a:gd name="connsiteX21" fmla="*/ 331 w 9999"/>
              <a:gd name="connsiteY21" fmla="*/ 3155 h 9906"/>
              <a:gd name="connsiteX0" fmla="*/ 331 w 9946"/>
              <a:gd name="connsiteY0" fmla="*/ 3185 h 10000"/>
              <a:gd name="connsiteX1" fmla="*/ 50 w 9946"/>
              <a:gd name="connsiteY1" fmla="*/ 4088 h 10000"/>
              <a:gd name="connsiteX2" fmla="*/ 21 w 9946"/>
              <a:gd name="connsiteY2" fmla="*/ 5090 h 10000"/>
              <a:gd name="connsiteX3" fmla="*/ 273 w 9946"/>
              <a:gd name="connsiteY3" fmla="*/ 5815 h 10000"/>
              <a:gd name="connsiteX4" fmla="*/ 667 w 9946"/>
              <a:gd name="connsiteY4" fmla="*/ 6923 h 10000"/>
              <a:gd name="connsiteX5" fmla="*/ 1142 w 9946"/>
              <a:gd name="connsiteY5" fmla="*/ 7341 h 10000"/>
              <a:gd name="connsiteX6" fmla="*/ 2255 w 9946"/>
              <a:gd name="connsiteY6" fmla="*/ 8266 h 10000"/>
              <a:gd name="connsiteX7" fmla="*/ 4750 w 9946"/>
              <a:gd name="connsiteY7" fmla="*/ 8572 h 10000"/>
              <a:gd name="connsiteX8" fmla="*/ 6915 w 9946"/>
              <a:gd name="connsiteY8" fmla="*/ 9991 h 10000"/>
              <a:gd name="connsiteX9" fmla="*/ 9816 w 9946"/>
              <a:gd name="connsiteY9" fmla="*/ 9113 h 10000"/>
              <a:gd name="connsiteX10" fmla="*/ 9473 w 9946"/>
              <a:gd name="connsiteY10" fmla="*/ 6581 h 10000"/>
              <a:gd name="connsiteX11" fmla="*/ 9696 w 9946"/>
              <a:gd name="connsiteY11" fmla="*/ 4262 h 10000"/>
              <a:gd name="connsiteX12" fmla="*/ 9667 w 9946"/>
              <a:gd name="connsiteY12" fmla="*/ 3291 h 10000"/>
              <a:gd name="connsiteX13" fmla="*/ 8993 w 9946"/>
              <a:gd name="connsiteY13" fmla="*/ 2285 h 10000"/>
              <a:gd name="connsiteX14" fmla="*/ 7929 w 9946"/>
              <a:gd name="connsiteY14" fmla="*/ 799 h 10000"/>
              <a:gd name="connsiteX15" fmla="*/ 6610 w 9946"/>
              <a:gd name="connsiteY15" fmla="*/ 140 h 10000"/>
              <a:gd name="connsiteX16" fmla="*/ 5070 w 9946"/>
              <a:gd name="connsiteY16" fmla="*/ 39 h 10000"/>
              <a:gd name="connsiteX17" fmla="*/ 3778 w 9946"/>
              <a:gd name="connsiteY17" fmla="*/ 626 h 10000"/>
              <a:gd name="connsiteX18" fmla="*/ 1958 w 9946"/>
              <a:gd name="connsiteY18" fmla="*/ 1285 h 10000"/>
              <a:gd name="connsiteX19" fmla="*/ 861 w 9946"/>
              <a:gd name="connsiteY19" fmla="*/ 1873 h 10000"/>
              <a:gd name="connsiteX20" fmla="*/ 331 w 9946"/>
              <a:gd name="connsiteY20" fmla="*/ 3185 h 10000"/>
              <a:gd name="connsiteX0" fmla="*/ 333 w 10000"/>
              <a:gd name="connsiteY0" fmla="*/ 3185 h 10000"/>
              <a:gd name="connsiteX1" fmla="*/ 50 w 10000"/>
              <a:gd name="connsiteY1" fmla="*/ 4088 h 10000"/>
              <a:gd name="connsiteX2" fmla="*/ 21 w 10000"/>
              <a:gd name="connsiteY2" fmla="*/ 5090 h 10000"/>
              <a:gd name="connsiteX3" fmla="*/ 274 w 10000"/>
              <a:gd name="connsiteY3" fmla="*/ 5815 h 10000"/>
              <a:gd name="connsiteX4" fmla="*/ 671 w 10000"/>
              <a:gd name="connsiteY4" fmla="*/ 6923 h 10000"/>
              <a:gd name="connsiteX5" fmla="*/ 1148 w 10000"/>
              <a:gd name="connsiteY5" fmla="*/ 7341 h 10000"/>
              <a:gd name="connsiteX6" fmla="*/ 2267 w 10000"/>
              <a:gd name="connsiteY6" fmla="*/ 8266 h 10000"/>
              <a:gd name="connsiteX7" fmla="*/ 4776 w 10000"/>
              <a:gd name="connsiteY7" fmla="*/ 8572 h 10000"/>
              <a:gd name="connsiteX8" fmla="*/ 6953 w 10000"/>
              <a:gd name="connsiteY8" fmla="*/ 9991 h 10000"/>
              <a:gd name="connsiteX9" fmla="*/ 9869 w 10000"/>
              <a:gd name="connsiteY9" fmla="*/ 9113 h 10000"/>
              <a:gd name="connsiteX10" fmla="*/ 9524 w 10000"/>
              <a:gd name="connsiteY10" fmla="*/ 6581 h 10000"/>
              <a:gd name="connsiteX11" fmla="*/ 9749 w 10000"/>
              <a:gd name="connsiteY11" fmla="*/ 4262 h 10000"/>
              <a:gd name="connsiteX12" fmla="*/ 9042 w 10000"/>
              <a:gd name="connsiteY12" fmla="*/ 2285 h 10000"/>
              <a:gd name="connsiteX13" fmla="*/ 7972 w 10000"/>
              <a:gd name="connsiteY13" fmla="*/ 799 h 10000"/>
              <a:gd name="connsiteX14" fmla="*/ 6646 w 10000"/>
              <a:gd name="connsiteY14" fmla="*/ 140 h 10000"/>
              <a:gd name="connsiteX15" fmla="*/ 5098 w 10000"/>
              <a:gd name="connsiteY15" fmla="*/ 39 h 10000"/>
              <a:gd name="connsiteX16" fmla="*/ 3799 w 10000"/>
              <a:gd name="connsiteY16" fmla="*/ 626 h 10000"/>
              <a:gd name="connsiteX17" fmla="*/ 1969 w 10000"/>
              <a:gd name="connsiteY17" fmla="*/ 1285 h 10000"/>
              <a:gd name="connsiteX18" fmla="*/ 866 w 10000"/>
              <a:gd name="connsiteY18" fmla="*/ 1873 h 10000"/>
              <a:gd name="connsiteX19" fmla="*/ 333 w 10000"/>
              <a:gd name="connsiteY19" fmla="*/ 3185 h 10000"/>
              <a:gd name="connsiteX0" fmla="*/ 333 w 10000"/>
              <a:gd name="connsiteY0" fmla="*/ 3268 h 10083"/>
              <a:gd name="connsiteX1" fmla="*/ 50 w 10000"/>
              <a:gd name="connsiteY1" fmla="*/ 4171 h 10083"/>
              <a:gd name="connsiteX2" fmla="*/ 21 w 10000"/>
              <a:gd name="connsiteY2" fmla="*/ 5173 h 10083"/>
              <a:gd name="connsiteX3" fmla="*/ 274 w 10000"/>
              <a:gd name="connsiteY3" fmla="*/ 5898 h 10083"/>
              <a:gd name="connsiteX4" fmla="*/ 671 w 10000"/>
              <a:gd name="connsiteY4" fmla="*/ 7006 h 10083"/>
              <a:gd name="connsiteX5" fmla="*/ 1148 w 10000"/>
              <a:gd name="connsiteY5" fmla="*/ 7424 h 10083"/>
              <a:gd name="connsiteX6" fmla="*/ 2267 w 10000"/>
              <a:gd name="connsiteY6" fmla="*/ 8349 h 10083"/>
              <a:gd name="connsiteX7" fmla="*/ 4776 w 10000"/>
              <a:gd name="connsiteY7" fmla="*/ 8655 h 10083"/>
              <a:gd name="connsiteX8" fmla="*/ 6953 w 10000"/>
              <a:gd name="connsiteY8" fmla="*/ 10074 h 10083"/>
              <a:gd name="connsiteX9" fmla="*/ 9869 w 10000"/>
              <a:gd name="connsiteY9" fmla="*/ 9196 h 10083"/>
              <a:gd name="connsiteX10" fmla="*/ 9524 w 10000"/>
              <a:gd name="connsiteY10" fmla="*/ 6664 h 10083"/>
              <a:gd name="connsiteX11" fmla="*/ 9749 w 10000"/>
              <a:gd name="connsiteY11" fmla="*/ 4345 h 10083"/>
              <a:gd name="connsiteX12" fmla="*/ 9042 w 10000"/>
              <a:gd name="connsiteY12" fmla="*/ 2368 h 10083"/>
              <a:gd name="connsiteX13" fmla="*/ 6646 w 10000"/>
              <a:gd name="connsiteY13" fmla="*/ 223 h 10083"/>
              <a:gd name="connsiteX14" fmla="*/ 5098 w 10000"/>
              <a:gd name="connsiteY14" fmla="*/ 122 h 10083"/>
              <a:gd name="connsiteX15" fmla="*/ 3799 w 10000"/>
              <a:gd name="connsiteY15" fmla="*/ 709 h 10083"/>
              <a:gd name="connsiteX16" fmla="*/ 1969 w 10000"/>
              <a:gd name="connsiteY16" fmla="*/ 1368 h 10083"/>
              <a:gd name="connsiteX17" fmla="*/ 866 w 10000"/>
              <a:gd name="connsiteY17" fmla="*/ 1956 h 10083"/>
              <a:gd name="connsiteX18" fmla="*/ 333 w 10000"/>
              <a:gd name="connsiteY18" fmla="*/ 3268 h 10083"/>
              <a:gd name="connsiteX0" fmla="*/ 333 w 10000"/>
              <a:gd name="connsiteY0" fmla="*/ 3214 h 10029"/>
              <a:gd name="connsiteX1" fmla="*/ 50 w 10000"/>
              <a:gd name="connsiteY1" fmla="*/ 4117 h 10029"/>
              <a:gd name="connsiteX2" fmla="*/ 21 w 10000"/>
              <a:gd name="connsiteY2" fmla="*/ 5119 h 10029"/>
              <a:gd name="connsiteX3" fmla="*/ 274 w 10000"/>
              <a:gd name="connsiteY3" fmla="*/ 5844 h 10029"/>
              <a:gd name="connsiteX4" fmla="*/ 671 w 10000"/>
              <a:gd name="connsiteY4" fmla="*/ 6952 h 10029"/>
              <a:gd name="connsiteX5" fmla="*/ 1148 w 10000"/>
              <a:gd name="connsiteY5" fmla="*/ 7370 h 10029"/>
              <a:gd name="connsiteX6" fmla="*/ 2267 w 10000"/>
              <a:gd name="connsiteY6" fmla="*/ 8295 h 10029"/>
              <a:gd name="connsiteX7" fmla="*/ 4776 w 10000"/>
              <a:gd name="connsiteY7" fmla="*/ 8601 h 10029"/>
              <a:gd name="connsiteX8" fmla="*/ 6953 w 10000"/>
              <a:gd name="connsiteY8" fmla="*/ 10020 h 10029"/>
              <a:gd name="connsiteX9" fmla="*/ 9869 w 10000"/>
              <a:gd name="connsiteY9" fmla="*/ 9142 h 10029"/>
              <a:gd name="connsiteX10" fmla="*/ 9524 w 10000"/>
              <a:gd name="connsiteY10" fmla="*/ 6610 h 10029"/>
              <a:gd name="connsiteX11" fmla="*/ 9749 w 10000"/>
              <a:gd name="connsiteY11" fmla="*/ 4291 h 10029"/>
              <a:gd name="connsiteX12" fmla="*/ 9042 w 10000"/>
              <a:gd name="connsiteY12" fmla="*/ 2314 h 10029"/>
              <a:gd name="connsiteX13" fmla="*/ 5098 w 10000"/>
              <a:gd name="connsiteY13" fmla="*/ 68 h 10029"/>
              <a:gd name="connsiteX14" fmla="*/ 3799 w 10000"/>
              <a:gd name="connsiteY14" fmla="*/ 655 h 10029"/>
              <a:gd name="connsiteX15" fmla="*/ 1969 w 10000"/>
              <a:gd name="connsiteY15" fmla="*/ 1314 h 10029"/>
              <a:gd name="connsiteX16" fmla="*/ 866 w 10000"/>
              <a:gd name="connsiteY16" fmla="*/ 1902 h 10029"/>
              <a:gd name="connsiteX17" fmla="*/ 333 w 10000"/>
              <a:gd name="connsiteY17" fmla="*/ 3214 h 10029"/>
              <a:gd name="connsiteX0" fmla="*/ 333 w 10000"/>
              <a:gd name="connsiteY0" fmla="*/ 2561 h 9376"/>
              <a:gd name="connsiteX1" fmla="*/ 50 w 10000"/>
              <a:gd name="connsiteY1" fmla="*/ 3464 h 9376"/>
              <a:gd name="connsiteX2" fmla="*/ 21 w 10000"/>
              <a:gd name="connsiteY2" fmla="*/ 4466 h 9376"/>
              <a:gd name="connsiteX3" fmla="*/ 274 w 10000"/>
              <a:gd name="connsiteY3" fmla="*/ 5191 h 9376"/>
              <a:gd name="connsiteX4" fmla="*/ 671 w 10000"/>
              <a:gd name="connsiteY4" fmla="*/ 6299 h 9376"/>
              <a:gd name="connsiteX5" fmla="*/ 1148 w 10000"/>
              <a:gd name="connsiteY5" fmla="*/ 6717 h 9376"/>
              <a:gd name="connsiteX6" fmla="*/ 2267 w 10000"/>
              <a:gd name="connsiteY6" fmla="*/ 7642 h 9376"/>
              <a:gd name="connsiteX7" fmla="*/ 4776 w 10000"/>
              <a:gd name="connsiteY7" fmla="*/ 7948 h 9376"/>
              <a:gd name="connsiteX8" fmla="*/ 6953 w 10000"/>
              <a:gd name="connsiteY8" fmla="*/ 9367 h 9376"/>
              <a:gd name="connsiteX9" fmla="*/ 9869 w 10000"/>
              <a:gd name="connsiteY9" fmla="*/ 8489 h 9376"/>
              <a:gd name="connsiteX10" fmla="*/ 9524 w 10000"/>
              <a:gd name="connsiteY10" fmla="*/ 5957 h 9376"/>
              <a:gd name="connsiteX11" fmla="*/ 9749 w 10000"/>
              <a:gd name="connsiteY11" fmla="*/ 3638 h 9376"/>
              <a:gd name="connsiteX12" fmla="*/ 9042 w 10000"/>
              <a:gd name="connsiteY12" fmla="*/ 1661 h 9376"/>
              <a:gd name="connsiteX13" fmla="*/ 6085 w 10000"/>
              <a:gd name="connsiteY13" fmla="*/ 540 h 9376"/>
              <a:gd name="connsiteX14" fmla="*/ 3799 w 10000"/>
              <a:gd name="connsiteY14" fmla="*/ 2 h 9376"/>
              <a:gd name="connsiteX15" fmla="*/ 1969 w 10000"/>
              <a:gd name="connsiteY15" fmla="*/ 661 h 9376"/>
              <a:gd name="connsiteX16" fmla="*/ 866 w 10000"/>
              <a:gd name="connsiteY16" fmla="*/ 1249 h 9376"/>
              <a:gd name="connsiteX17" fmla="*/ 333 w 10000"/>
              <a:gd name="connsiteY17" fmla="*/ 2561 h 9376"/>
              <a:gd name="connsiteX0" fmla="*/ 333 w 10000"/>
              <a:gd name="connsiteY0" fmla="*/ 2230 h 9498"/>
              <a:gd name="connsiteX1" fmla="*/ 50 w 10000"/>
              <a:gd name="connsiteY1" fmla="*/ 3194 h 9498"/>
              <a:gd name="connsiteX2" fmla="*/ 21 w 10000"/>
              <a:gd name="connsiteY2" fmla="*/ 4262 h 9498"/>
              <a:gd name="connsiteX3" fmla="*/ 274 w 10000"/>
              <a:gd name="connsiteY3" fmla="*/ 5035 h 9498"/>
              <a:gd name="connsiteX4" fmla="*/ 671 w 10000"/>
              <a:gd name="connsiteY4" fmla="*/ 6217 h 9498"/>
              <a:gd name="connsiteX5" fmla="*/ 1148 w 10000"/>
              <a:gd name="connsiteY5" fmla="*/ 6663 h 9498"/>
              <a:gd name="connsiteX6" fmla="*/ 2267 w 10000"/>
              <a:gd name="connsiteY6" fmla="*/ 7650 h 9498"/>
              <a:gd name="connsiteX7" fmla="*/ 4776 w 10000"/>
              <a:gd name="connsiteY7" fmla="*/ 7976 h 9498"/>
              <a:gd name="connsiteX8" fmla="*/ 6953 w 10000"/>
              <a:gd name="connsiteY8" fmla="*/ 9489 h 9498"/>
              <a:gd name="connsiteX9" fmla="*/ 9869 w 10000"/>
              <a:gd name="connsiteY9" fmla="*/ 8553 h 9498"/>
              <a:gd name="connsiteX10" fmla="*/ 9524 w 10000"/>
              <a:gd name="connsiteY10" fmla="*/ 5852 h 9498"/>
              <a:gd name="connsiteX11" fmla="*/ 9749 w 10000"/>
              <a:gd name="connsiteY11" fmla="*/ 3379 h 9498"/>
              <a:gd name="connsiteX12" fmla="*/ 9042 w 10000"/>
              <a:gd name="connsiteY12" fmla="*/ 1271 h 9498"/>
              <a:gd name="connsiteX13" fmla="*/ 6085 w 10000"/>
              <a:gd name="connsiteY13" fmla="*/ 75 h 9498"/>
              <a:gd name="connsiteX14" fmla="*/ 1969 w 10000"/>
              <a:gd name="connsiteY14" fmla="*/ 204 h 9498"/>
              <a:gd name="connsiteX15" fmla="*/ 866 w 10000"/>
              <a:gd name="connsiteY15" fmla="*/ 831 h 9498"/>
              <a:gd name="connsiteX16" fmla="*/ 333 w 10000"/>
              <a:gd name="connsiteY16" fmla="*/ 2230 h 9498"/>
              <a:gd name="connsiteX0" fmla="*/ 333 w 10000"/>
              <a:gd name="connsiteY0" fmla="*/ 2316 h 9969"/>
              <a:gd name="connsiteX1" fmla="*/ 50 w 10000"/>
              <a:gd name="connsiteY1" fmla="*/ 3331 h 9969"/>
              <a:gd name="connsiteX2" fmla="*/ 21 w 10000"/>
              <a:gd name="connsiteY2" fmla="*/ 4455 h 9969"/>
              <a:gd name="connsiteX3" fmla="*/ 274 w 10000"/>
              <a:gd name="connsiteY3" fmla="*/ 5269 h 9969"/>
              <a:gd name="connsiteX4" fmla="*/ 671 w 10000"/>
              <a:gd name="connsiteY4" fmla="*/ 6514 h 9969"/>
              <a:gd name="connsiteX5" fmla="*/ 1148 w 10000"/>
              <a:gd name="connsiteY5" fmla="*/ 6983 h 9969"/>
              <a:gd name="connsiteX6" fmla="*/ 2267 w 10000"/>
              <a:gd name="connsiteY6" fmla="*/ 8022 h 9969"/>
              <a:gd name="connsiteX7" fmla="*/ 4776 w 10000"/>
              <a:gd name="connsiteY7" fmla="*/ 8366 h 9969"/>
              <a:gd name="connsiteX8" fmla="*/ 6953 w 10000"/>
              <a:gd name="connsiteY8" fmla="*/ 9959 h 9969"/>
              <a:gd name="connsiteX9" fmla="*/ 9869 w 10000"/>
              <a:gd name="connsiteY9" fmla="*/ 8973 h 9969"/>
              <a:gd name="connsiteX10" fmla="*/ 9524 w 10000"/>
              <a:gd name="connsiteY10" fmla="*/ 6129 h 9969"/>
              <a:gd name="connsiteX11" fmla="*/ 9749 w 10000"/>
              <a:gd name="connsiteY11" fmla="*/ 3526 h 9969"/>
              <a:gd name="connsiteX12" fmla="*/ 9042 w 10000"/>
              <a:gd name="connsiteY12" fmla="*/ 1306 h 9969"/>
              <a:gd name="connsiteX13" fmla="*/ 6085 w 10000"/>
              <a:gd name="connsiteY13" fmla="*/ 47 h 9969"/>
              <a:gd name="connsiteX14" fmla="*/ 2392 w 10000"/>
              <a:gd name="connsiteY14" fmla="*/ 329 h 9969"/>
              <a:gd name="connsiteX15" fmla="*/ 866 w 10000"/>
              <a:gd name="connsiteY15" fmla="*/ 843 h 9969"/>
              <a:gd name="connsiteX16" fmla="*/ 333 w 10000"/>
              <a:gd name="connsiteY16" fmla="*/ 2316 h 9969"/>
              <a:gd name="connsiteX0" fmla="*/ 333 w 10000"/>
              <a:gd name="connsiteY0" fmla="*/ 2322 h 9999"/>
              <a:gd name="connsiteX1" fmla="*/ 50 w 10000"/>
              <a:gd name="connsiteY1" fmla="*/ 3340 h 9999"/>
              <a:gd name="connsiteX2" fmla="*/ 21 w 10000"/>
              <a:gd name="connsiteY2" fmla="*/ 4468 h 9999"/>
              <a:gd name="connsiteX3" fmla="*/ 274 w 10000"/>
              <a:gd name="connsiteY3" fmla="*/ 5284 h 9999"/>
              <a:gd name="connsiteX4" fmla="*/ 671 w 10000"/>
              <a:gd name="connsiteY4" fmla="*/ 6533 h 9999"/>
              <a:gd name="connsiteX5" fmla="*/ 1148 w 10000"/>
              <a:gd name="connsiteY5" fmla="*/ 7004 h 9999"/>
              <a:gd name="connsiteX6" fmla="*/ 2267 w 10000"/>
              <a:gd name="connsiteY6" fmla="*/ 8046 h 9999"/>
              <a:gd name="connsiteX7" fmla="*/ 4776 w 10000"/>
              <a:gd name="connsiteY7" fmla="*/ 8391 h 9999"/>
              <a:gd name="connsiteX8" fmla="*/ 6953 w 10000"/>
              <a:gd name="connsiteY8" fmla="*/ 9989 h 9999"/>
              <a:gd name="connsiteX9" fmla="*/ 9869 w 10000"/>
              <a:gd name="connsiteY9" fmla="*/ 9000 h 9999"/>
              <a:gd name="connsiteX10" fmla="*/ 9524 w 10000"/>
              <a:gd name="connsiteY10" fmla="*/ 6147 h 9999"/>
              <a:gd name="connsiteX11" fmla="*/ 9749 w 10000"/>
              <a:gd name="connsiteY11" fmla="*/ 3536 h 9999"/>
              <a:gd name="connsiteX12" fmla="*/ 9042 w 10000"/>
              <a:gd name="connsiteY12" fmla="*/ 1309 h 9999"/>
              <a:gd name="connsiteX13" fmla="*/ 6085 w 10000"/>
              <a:gd name="connsiteY13" fmla="*/ 46 h 9999"/>
              <a:gd name="connsiteX14" fmla="*/ 2392 w 10000"/>
              <a:gd name="connsiteY14" fmla="*/ 329 h 9999"/>
              <a:gd name="connsiteX15" fmla="*/ 333 w 10000"/>
              <a:gd name="connsiteY15" fmla="*/ 2322 h 9999"/>
              <a:gd name="connsiteX0" fmla="*/ 315 w 9982"/>
              <a:gd name="connsiteY0" fmla="*/ 2322 h 10000"/>
              <a:gd name="connsiteX1" fmla="*/ 3 w 9982"/>
              <a:gd name="connsiteY1" fmla="*/ 4468 h 10000"/>
              <a:gd name="connsiteX2" fmla="*/ 256 w 9982"/>
              <a:gd name="connsiteY2" fmla="*/ 5285 h 10000"/>
              <a:gd name="connsiteX3" fmla="*/ 653 w 9982"/>
              <a:gd name="connsiteY3" fmla="*/ 6534 h 10000"/>
              <a:gd name="connsiteX4" fmla="*/ 1130 w 9982"/>
              <a:gd name="connsiteY4" fmla="*/ 7005 h 10000"/>
              <a:gd name="connsiteX5" fmla="*/ 2249 w 9982"/>
              <a:gd name="connsiteY5" fmla="*/ 8047 h 10000"/>
              <a:gd name="connsiteX6" fmla="*/ 4758 w 9982"/>
              <a:gd name="connsiteY6" fmla="*/ 8392 h 10000"/>
              <a:gd name="connsiteX7" fmla="*/ 6935 w 9982"/>
              <a:gd name="connsiteY7" fmla="*/ 9990 h 10000"/>
              <a:gd name="connsiteX8" fmla="*/ 9851 w 9982"/>
              <a:gd name="connsiteY8" fmla="*/ 9001 h 10000"/>
              <a:gd name="connsiteX9" fmla="*/ 9506 w 9982"/>
              <a:gd name="connsiteY9" fmla="*/ 6148 h 10000"/>
              <a:gd name="connsiteX10" fmla="*/ 9731 w 9982"/>
              <a:gd name="connsiteY10" fmla="*/ 3536 h 10000"/>
              <a:gd name="connsiteX11" fmla="*/ 9024 w 9982"/>
              <a:gd name="connsiteY11" fmla="*/ 1309 h 10000"/>
              <a:gd name="connsiteX12" fmla="*/ 6067 w 9982"/>
              <a:gd name="connsiteY12" fmla="*/ 46 h 10000"/>
              <a:gd name="connsiteX13" fmla="*/ 2374 w 9982"/>
              <a:gd name="connsiteY13" fmla="*/ 329 h 10000"/>
              <a:gd name="connsiteX14" fmla="*/ 315 w 9982"/>
              <a:gd name="connsiteY14" fmla="*/ 2322 h 10000"/>
              <a:gd name="connsiteX0" fmla="*/ 191 w 9876"/>
              <a:gd name="connsiteY0" fmla="*/ 2322 h 10000"/>
              <a:gd name="connsiteX1" fmla="*/ 131 w 9876"/>
              <a:gd name="connsiteY1" fmla="*/ 5285 h 10000"/>
              <a:gd name="connsiteX2" fmla="*/ 529 w 9876"/>
              <a:gd name="connsiteY2" fmla="*/ 6534 h 10000"/>
              <a:gd name="connsiteX3" fmla="*/ 1007 w 9876"/>
              <a:gd name="connsiteY3" fmla="*/ 7005 h 10000"/>
              <a:gd name="connsiteX4" fmla="*/ 2128 w 9876"/>
              <a:gd name="connsiteY4" fmla="*/ 8047 h 10000"/>
              <a:gd name="connsiteX5" fmla="*/ 4642 w 9876"/>
              <a:gd name="connsiteY5" fmla="*/ 8392 h 10000"/>
              <a:gd name="connsiteX6" fmla="*/ 6823 w 9876"/>
              <a:gd name="connsiteY6" fmla="*/ 9990 h 10000"/>
              <a:gd name="connsiteX7" fmla="*/ 9744 w 9876"/>
              <a:gd name="connsiteY7" fmla="*/ 9001 h 10000"/>
              <a:gd name="connsiteX8" fmla="*/ 9398 w 9876"/>
              <a:gd name="connsiteY8" fmla="*/ 6148 h 10000"/>
              <a:gd name="connsiteX9" fmla="*/ 9624 w 9876"/>
              <a:gd name="connsiteY9" fmla="*/ 3536 h 10000"/>
              <a:gd name="connsiteX10" fmla="*/ 8915 w 9876"/>
              <a:gd name="connsiteY10" fmla="*/ 1309 h 10000"/>
              <a:gd name="connsiteX11" fmla="*/ 5953 w 9876"/>
              <a:gd name="connsiteY11" fmla="*/ 46 h 10000"/>
              <a:gd name="connsiteX12" fmla="*/ 2253 w 9876"/>
              <a:gd name="connsiteY12" fmla="*/ 329 h 10000"/>
              <a:gd name="connsiteX13" fmla="*/ 191 w 9876"/>
              <a:gd name="connsiteY13" fmla="*/ 2322 h 10000"/>
              <a:gd name="connsiteX0" fmla="*/ 193 w 10000"/>
              <a:gd name="connsiteY0" fmla="*/ 2322 h 10000"/>
              <a:gd name="connsiteX1" fmla="*/ 133 w 10000"/>
              <a:gd name="connsiteY1" fmla="*/ 5285 h 10000"/>
              <a:gd name="connsiteX2" fmla="*/ 1020 w 10000"/>
              <a:gd name="connsiteY2" fmla="*/ 7005 h 10000"/>
              <a:gd name="connsiteX3" fmla="*/ 2155 w 10000"/>
              <a:gd name="connsiteY3" fmla="*/ 8047 h 10000"/>
              <a:gd name="connsiteX4" fmla="*/ 4700 w 10000"/>
              <a:gd name="connsiteY4" fmla="*/ 8392 h 10000"/>
              <a:gd name="connsiteX5" fmla="*/ 6909 w 10000"/>
              <a:gd name="connsiteY5" fmla="*/ 9990 h 10000"/>
              <a:gd name="connsiteX6" fmla="*/ 9866 w 10000"/>
              <a:gd name="connsiteY6" fmla="*/ 9001 h 10000"/>
              <a:gd name="connsiteX7" fmla="*/ 9516 w 10000"/>
              <a:gd name="connsiteY7" fmla="*/ 6148 h 10000"/>
              <a:gd name="connsiteX8" fmla="*/ 9745 w 10000"/>
              <a:gd name="connsiteY8" fmla="*/ 3536 h 10000"/>
              <a:gd name="connsiteX9" fmla="*/ 9027 w 10000"/>
              <a:gd name="connsiteY9" fmla="*/ 1309 h 10000"/>
              <a:gd name="connsiteX10" fmla="*/ 6028 w 10000"/>
              <a:gd name="connsiteY10" fmla="*/ 46 h 10000"/>
              <a:gd name="connsiteX11" fmla="*/ 2281 w 10000"/>
              <a:gd name="connsiteY11" fmla="*/ 329 h 10000"/>
              <a:gd name="connsiteX12" fmla="*/ 193 w 10000"/>
              <a:gd name="connsiteY12" fmla="*/ 2322 h 10000"/>
              <a:gd name="connsiteX0" fmla="*/ 535 w 9877"/>
              <a:gd name="connsiteY0" fmla="*/ 2468 h 10000"/>
              <a:gd name="connsiteX1" fmla="*/ 10 w 9877"/>
              <a:gd name="connsiteY1" fmla="*/ 5285 h 10000"/>
              <a:gd name="connsiteX2" fmla="*/ 897 w 9877"/>
              <a:gd name="connsiteY2" fmla="*/ 7005 h 10000"/>
              <a:gd name="connsiteX3" fmla="*/ 2032 w 9877"/>
              <a:gd name="connsiteY3" fmla="*/ 8047 h 10000"/>
              <a:gd name="connsiteX4" fmla="*/ 4577 w 9877"/>
              <a:gd name="connsiteY4" fmla="*/ 8392 h 10000"/>
              <a:gd name="connsiteX5" fmla="*/ 6786 w 9877"/>
              <a:gd name="connsiteY5" fmla="*/ 9990 h 10000"/>
              <a:gd name="connsiteX6" fmla="*/ 9743 w 9877"/>
              <a:gd name="connsiteY6" fmla="*/ 9001 h 10000"/>
              <a:gd name="connsiteX7" fmla="*/ 9393 w 9877"/>
              <a:gd name="connsiteY7" fmla="*/ 6148 h 10000"/>
              <a:gd name="connsiteX8" fmla="*/ 9622 w 9877"/>
              <a:gd name="connsiteY8" fmla="*/ 3536 h 10000"/>
              <a:gd name="connsiteX9" fmla="*/ 8904 w 9877"/>
              <a:gd name="connsiteY9" fmla="*/ 1309 h 10000"/>
              <a:gd name="connsiteX10" fmla="*/ 5905 w 9877"/>
              <a:gd name="connsiteY10" fmla="*/ 46 h 10000"/>
              <a:gd name="connsiteX11" fmla="*/ 2158 w 9877"/>
              <a:gd name="connsiteY11" fmla="*/ 329 h 10000"/>
              <a:gd name="connsiteX12" fmla="*/ 535 w 9877"/>
              <a:gd name="connsiteY12" fmla="*/ 2468 h 10000"/>
              <a:gd name="connsiteX0" fmla="*/ 224 w 9682"/>
              <a:gd name="connsiteY0" fmla="*/ 2468 h 10000"/>
              <a:gd name="connsiteX1" fmla="*/ 54 w 9682"/>
              <a:gd name="connsiteY1" fmla="*/ 5334 h 10000"/>
              <a:gd name="connsiteX2" fmla="*/ 590 w 9682"/>
              <a:gd name="connsiteY2" fmla="*/ 7005 h 10000"/>
              <a:gd name="connsiteX3" fmla="*/ 1739 w 9682"/>
              <a:gd name="connsiteY3" fmla="*/ 8047 h 10000"/>
              <a:gd name="connsiteX4" fmla="*/ 4316 w 9682"/>
              <a:gd name="connsiteY4" fmla="*/ 8392 h 10000"/>
              <a:gd name="connsiteX5" fmla="*/ 6553 w 9682"/>
              <a:gd name="connsiteY5" fmla="*/ 9990 h 10000"/>
              <a:gd name="connsiteX6" fmla="*/ 9546 w 9682"/>
              <a:gd name="connsiteY6" fmla="*/ 9001 h 10000"/>
              <a:gd name="connsiteX7" fmla="*/ 9192 w 9682"/>
              <a:gd name="connsiteY7" fmla="*/ 6148 h 10000"/>
              <a:gd name="connsiteX8" fmla="*/ 9424 w 9682"/>
              <a:gd name="connsiteY8" fmla="*/ 3536 h 10000"/>
              <a:gd name="connsiteX9" fmla="*/ 8697 w 9682"/>
              <a:gd name="connsiteY9" fmla="*/ 1309 h 10000"/>
              <a:gd name="connsiteX10" fmla="*/ 5661 w 9682"/>
              <a:gd name="connsiteY10" fmla="*/ 46 h 10000"/>
              <a:gd name="connsiteX11" fmla="*/ 1867 w 9682"/>
              <a:gd name="connsiteY11" fmla="*/ 329 h 10000"/>
              <a:gd name="connsiteX12" fmla="*/ 224 w 9682"/>
              <a:gd name="connsiteY12" fmla="*/ 2468 h 10000"/>
              <a:gd name="connsiteX0" fmla="*/ 369 w 9951"/>
              <a:gd name="connsiteY0" fmla="*/ 2078 h 10000"/>
              <a:gd name="connsiteX1" fmla="*/ 7 w 9951"/>
              <a:gd name="connsiteY1" fmla="*/ 5334 h 10000"/>
              <a:gd name="connsiteX2" fmla="*/ 560 w 9951"/>
              <a:gd name="connsiteY2" fmla="*/ 7005 h 10000"/>
              <a:gd name="connsiteX3" fmla="*/ 1747 w 9951"/>
              <a:gd name="connsiteY3" fmla="*/ 8047 h 10000"/>
              <a:gd name="connsiteX4" fmla="*/ 4409 w 9951"/>
              <a:gd name="connsiteY4" fmla="*/ 8392 h 10000"/>
              <a:gd name="connsiteX5" fmla="*/ 6719 w 9951"/>
              <a:gd name="connsiteY5" fmla="*/ 9990 h 10000"/>
              <a:gd name="connsiteX6" fmla="*/ 9811 w 9951"/>
              <a:gd name="connsiteY6" fmla="*/ 9001 h 10000"/>
              <a:gd name="connsiteX7" fmla="*/ 9445 w 9951"/>
              <a:gd name="connsiteY7" fmla="*/ 6148 h 10000"/>
              <a:gd name="connsiteX8" fmla="*/ 9685 w 9951"/>
              <a:gd name="connsiteY8" fmla="*/ 3536 h 10000"/>
              <a:gd name="connsiteX9" fmla="*/ 8934 w 9951"/>
              <a:gd name="connsiteY9" fmla="*/ 1309 h 10000"/>
              <a:gd name="connsiteX10" fmla="*/ 5798 w 9951"/>
              <a:gd name="connsiteY10" fmla="*/ 46 h 10000"/>
              <a:gd name="connsiteX11" fmla="*/ 1879 w 9951"/>
              <a:gd name="connsiteY11" fmla="*/ 329 h 10000"/>
              <a:gd name="connsiteX12" fmla="*/ 369 w 9951"/>
              <a:gd name="connsiteY12" fmla="*/ 2078 h 10000"/>
              <a:gd name="connsiteX0" fmla="*/ 378 w 10007"/>
              <a:gd name="connsiteY0" fmla="*/ 2035 h 9957"/>
              <a:gd name="connsiteX1" fmla="*/ 14 w 10007"/>
              <a:gd name="connsiteY1" fmla="*/ 5291 h 9957"/>
              <a:gd name="connsiteX2" fmla="*/ 570 w 10007"/>
              <a:gd name="connsiteY2" fmla="*/ 6962 h 9957"/>
              <a:gd name="connsiteX3" fmla="*/ 1763 w 10007"/>
              <a:gd name="connsiteY3" fmla="*/ 8004 h 9957"/>
              <a:gd name="connsiteX4" fmla="*/ 4438 w 10007"/>
              <a:gd name="connsiteY4" fmla="*/ 8349 h 9957"/>
              <a:gd name="connsiteX5" fmla="*/ 6759 w 10007"/>
              <a:gd name="connsiteY5" fmla="*/ 9947 h 9957"/>
              <a:gd name="connsiteX6" fmla="*/ 9866 w 10007"/>
              <a:gd name="connsiteY6" fmla="*/ 8958 h 9957"/>
              <a:gd name="connsiteX7" fmla="*/ 9499 w 10007"/>
              <a:gd name="connsiteY7" fmla="*/ 6105 h 9957"/>
              <a:gd name="connsiteX8" fmla="*/ 9740 w 10007"/>
              <a:gd name="connsiteY8" fmla="*/ 3493 h 9957"/>
              <a:gd name="connsiteX9" fmla="*/ 8985 w 10007"/>
              <a:gd name="connsiteY9" fmla="*/ 1266 h 9957"/>
              <a:gd name="connsiteX10" fmla="*/ 5834 w 10007"/>
              <a:gd name="connsiteY10" fmla="*/ 3 h 9957"/>
              <a:gd name="connsiteX11" fmla="*/ 2496 w 10007"/>
              <a:gd name="connsiteY11" fmla="*/ 1553 h 9957"/>
              <a:gd name="connsiteX12" fmla="*/ 378 w 10007"/>
              <a:gd name="connsiteY12" fmla="*/ 2035 h 9957"/>
              <a:gd name="connsiteX0" fmla="*/ 378 w 10000"/>
              <a:gd name="connsiteY0" fmla="*/ 2044 h 10000"/>
              <a:gd name="connsiteX1" fmla="*/ 14 w 10000"/>
              <a:gd name="connsiteY1" fmla="*/ 5314 h 10000"/>
              <a:gd name="connsiteX2" fmla="*/ 570 w 10000"/>
              <a:gd name="connsiteY2" fmla="*/ 6992 h 10000"/>
              <a:gd name="connsiteX3" fmla="*/ 1762 w 10000"/>
              <a:gd name="connsiteY3" fmla="*/ 8039 h 10000"/>
              <a:gd name="connsiteX4" fmla="*/ 4435 w 10000"/>
              <a:gd name="connsiteY4" fmla="*/ 8385 h 10000"/>
              <a:gd name="connsiteX5" fmla="*/ 6754 w 10000"/>
              <a:gd name="connsiteY5" fmla="*/ 9990 h 10000"/>
              <a:gd name="connsiteX6" fmla="*/ 9859 w 10000"/>
              <a:gd name="connsiteY6" fmla="*/ 8997 h 10000"/>
              <a:gd name="connsiteX7" fmla="*/ 9492 w 10000"/>
              <a:gd name="connsiteY7" fmla="*/ 6131 h 10000"/>
              <a:gd name="connsiteX8" fmla="*/ 9733 w 10000"/>
              <a:gd name="connsiteY8" fmla="*/ 3508 h 10000"/>
              <a:gd name="connsiteX9" fmla="*/ 8979 w 10000"/>
              <a:gd name="connsiteY9" fmla="*/ 1271 h 10000"/>
              <a:gd name="connsiteX10" fmla="*/ 5830 w 10000"/>
              <a:gd name="connsiteY10" fmla="*/ 3 h 10000"/>
              <a:gd name="connsiteX11" fmla="*/ 2494 w 10000"/>
              <a:gd name="connsiteY11" fmla="*/ 1560 h 10000"/>
              <a:gd name="connsiteX12" fmla="*/ 378 w 10000"/>
              <a:gd name="connsiteY12" fmla="*/ 2044 h 10000"/>
              <a:gd name="connsiteX0" fmla="*/ 326 w 10023"/>
              <a:gd name="connsiteY0" fmla="*/ 2533 h 10000"/>
              <a:gd name="connsiteX1" fmla="*/ 37 w 10023"/>
              <a:gd name="connsiteY1" fmla="*/ 5314 h 10000"/>
              <a:gd name="connsiteX2" fmla="*/ 593 w 10023"/>
              <a:gd name="connsiteY2" fmla="*/ 6992 h 10000"/>
              <a:gd name="connsiteX3" fmla="*/ 1785 w 10023"/>
              <a:gd name="connsiteY3" fmla="*/ 8039 h 10000"/>
              <a:gd name="connsiteX4" fmla="*/ 4458 w 10023"/>
              <a:gd name="connsiteY4" fmla="*/ 8385 h 10000"/>
              <a:gd name="connsiteX5" fmla="*/ 6777 w 10023"/>
              <a:gd name="connsiteY5" fmla="*/ 9990 h 10000"/>
              <a:gd name="connsiteX6" fmla="*/ 9882 w 10023"/>
              <a:gd name="connsiteY6" fmla="*/ 8997 h 10000"/>
              <a:gd name="connsiteX7" fmla="*/ 9515 w 10023"/>
              <a:gd name="connsiteY7" fmla="*/ 6131 h 10000"/>
              <a:gd name="connsiteX8" fmla="*/ 9756 w 10023"/>
              <a:gd name="connsiteY8" fmla="*/ 3508 h 10000"/>
              <a:gd name="connsiteX9" fmla="*/ 9002 w 10023"/>
              <a:gd name="connsiteY9" fmla="*/ 1271 h 10000"/>
              <a:gd name="connsiteX10" fmla="*/ 5853 w 10023"/>
              <a:gd name="connsiteY10" fmla="*/ 3 h 10000"/>
              <a:gd name="connsiteX11" fmla="*/ 2517 w 10023"/>
              <a:gd name="connsiteY11" fmla="*/ 1560 h 10000"/>
              <a:gd name="connsiteX12" fmla="*/ 326 w 10023"/>
              <a:gd name="connsiteY12" fmla="*/ 2533 h 10000"/>
              <a:gd name="connsiteX0" fmla="*/ 326 w 10023"/>
              <a:gd name="connsiteY0" fmla="*/ 1901 h 9368"/>
              <a:gd name="connsiteX1" fmla="*/ 37 w 10023"/>
              <a:gd name="connsiteY1" fmla="*/ 4682 h 9368"/>
              <a:gd name="connsiteX2" fmla="*/ 593 w 10023"/>
              <a:gd name="connsiteY2" fmla="*/ 6360 h 9368"/>
              <a:gd name="connsiteX3" fmla="*/ 1785 w 10023"/>
              <a:gd name="connsiteY3" fmla="*/ 7407 h 9368"/>
              <a:gd name="connsiteX4" fmla="*/ 4458 w 10023"/>
              <a:gd name="connsiteY4" fmla="*/ 7753 h 9368"/>
              <a:gd name="connsiteX5" fmla="*/ 6777 w 10023"/>
              <a:gd name="connsiteY5" fmla="*/ 9358 h 9368"/>
              <a:gd name="connsiteX6" fmla="*/ 9882 w 10023"/>
              <a:gd name="connsiteY6" fmla="*/ 8365 h 9368"/>
              <a:gd name="connsiteX7" fmla="*/ 9515 w 10023"/>
              <a:gd name="connsiteY7" fmla="*/ 5499 h 9368"/>
              <a:gd name="connsiteX8" fmla="*/ 9756 w 10023"/>
              <a:gd name="connsiteY8" fmla="*/ 2876 h 9368"/>
              <a:gd name="connsiteX9" fmla="*/ 9002 w 10023"/>
              <a:gd name="connsiteY9" fmla="*/ 639 h 9368"/>
              <a:gd name="connsiteX10" fmla="*/ 5628 w 10023"/>
              <a:gd name="connsiteY10" fmla="*/ 7 h 9368"/>
              <a:gd name="connsiteX11" fmla="*/ 2517 w 10023"/>
              <a:gd name="connsiteY11" fmla="*/ 928 h 9368"/>
              <a:gd name="connsiteX12" fmla="*/ 326 w 10023"/>
              <a:gd name="connsiteY12" fmla="*/ 1901 h 9368"/>
              <a:gd name="connsiteX0" fmla="*/ 325 w 9734"/>
              <a:gd name="connsiteY0" fmla="*/ 2029 h 10093"/>
              <a:gd name="connsiteX1" fmla="*/ 37 w 9734"/>
              <a:gd name="connsiteY1" fmla="*/ 4998 h 10093"/>
              <a:gd name="connsiteX2" fmla="*/ 592 w 9734"/>
              <a:gd name="connsiteY2" fmla="*/ 6789 h 10093"/>
              <a:gd name="connsiteX3" fmla="*/ 1781 w 9734"/>
              <a:gd name="connsiteY3" fmla="*/ 7907 h 10093"/>
              <a:gd name="connsiteX4" fmla="*/ 4448 w 9734"/>
              <a:gd name="connsiteY4" fmla="*/ 8276 h 10093"/>
              <a:gd name="connsiteX5" fmla="*/ 6761 w 9734"/>
              <a:gd name="connsiteY5" fmla="*/ 9989 h 10093"/>
              <a:gd name="connsiteX6" fmla="*/ 9484 w 9734"/>
              <a:gd name="connsiteY6" fmla="*/ 9608 h 10093"/>
              <a:gd name="connsiteX7" fmla="*/ 9493 w 9734"/>
              <a:gd name="connsiteY7" fmla="*/ 5870 h 10093"/>
              <a:gd name="connsiteX8" fmla="*/ 9734 w 9734"/>
              <a:gd name="connsiteY8" fmla="*/ 3070 h 10093"/>
              <a:gd name="connsiteX9" fmla="*/ 8981 w 9734"/>
              <a:gd name="connsiteY9" fmla="*/ 682 h 10093"/>
              <a:gd name="connsiteX10" fmla="*/ 5615 w 9734"/>
              <a:gd name="connsiteY10" fmla="*/ 7 h 10093"/>
              <a:gd name="connsiteX11" fmla="*/ 2511 w 9734"/>
              <a:gd name="connsiteY11" fmla="*/ 991 h 10093"/>
              <a:gd name="connsiteX12" fmla="*/ 325 w 9734"/>
              <a:gd name="connsiteY12" fmla="*/ 2029 h 10093"/>
              <a:gd name="connsiteX0" fmla="*/ 334 w 10000"/>
              <a:gd name="connsiteY0" fmla="*/ 2010 h 9973"/>
              <a:gd name="connsiteX1" fmla="*/ 38 w 10000"/>
              <a:gd name="connsiteY1" fmla="*/ 4952 h 9973"/>
              <a:gd name="connsiteX2" fmla="*/ 608 w 10000"/>
              <a:gd name="connsiteY2" fmla="*/ 6726 h 9973"/>
              <a:gd name="connsiteX3" fmla="*/ 1830 w 10000"/>
              <a:gd name="connsiteY3" fmla="*/ 7834 h 9973"/>
              <a:gd name="connsiteX4" fmla="*/ 4532 w 10000"/>
              <a:gd name="connsiteY4" fmla="*/ 8562 h 9973"/>
              <a:gd name="connsiteX5" fmla="*/ 6946 w 10000"/>
              <a:gd name="connsiteY5" fmla="*/ 9897 h 9973"/>
              <a:gd name="connsiteX6" fmla="*/ 9743 w 10000"/>
              <a:gd name="connsiteY6" fmla="*/ 9519 h 9973"/>
              <a:gd name="connsiteX7" fmla="*/ 9752 w 10000"/>
              <a:gd name="connsiteY7" fmla="*/ 5816 h 9973"/>
              <a:gd name="connsiteX8" fmla="*/ 10000 w 10000"/>
              <a:gd name="connsiteY8" fmla="*/ 3042 h 9973"/>
              <a:gd name="connsiteX9" fmla="*/ 9226 w 10000"/>
              <a:gd name="connsiteY9" fmla="*/ 676 h 9973"/>
              <a:gd name="connsiteX10" fmla="*/ 5768 w 10000"/>
              <a:gd name="connsiteY10" fmla="*/ 7 h 9973"/>
              <a:gd name="connsiteX11" fmla="*/ 2580 w 10000"/>
              <a:gd name="connsiteY11" fmla="*/ 982 h 9973"/>
              <a:gd name="connsiteX12" fmla="*/ 334 w 10000"/>
              <a:gd name="connsiteY12" fmla="*/ 2010 h 9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000" h="9973">
                <a:moveTo>
                  <a:pt x="334" y="2010"/>
                </a:moveTo>
                <a:cubicBezTo>
                  <a:pt x="-90" y="2671"/>
                  <a:pt x="-7" y="4166"/>
                  <a:pt x="38" y="4952"/>
                </a:cubicBezTo>
                <a:cubicBezTo>
                  <a:pt x="83" y="5738"/>
                  <a:pt x="308" y="6246"/>
                  <a:pt x="608" y="6726"/>
                </a:cubicBezTo>
                <a:cubicBezTo>
                  <a:pt x="906" y="7207"/>
                  <a:pt x="1176" y="7528"/>
                  <a:pt x="1830" y="7834"/>
                </a:cubicBezTo>
                <a:cubicBezTo>
                  <a:pt x="2484" y="8140"/>
                  <a:pt x="3678" y="8218"/>
                  <a:pt x="4532" y="8562"/>
                </a:cubicBezTo>
                <a:cubicBezTo>
                  <a:pt x="5384" y="8905"/>
                  <a:pt x="6078" y="9738"/>
                  <a:pt x="6946" y="9897"/>
                </a:cubicBezTo>
                <a:cubicBezTo>
                  <a:pt x="7814" y="10056"/>
                  <a:pt x="9200" y="9984"/>
                  <a:pt x="9743" y="9519"/>
                </a:cubicBezTo>
                <a:cubicBezTo>
                  <a:pt x="10214" y="8840"/>
                  <a:pt x="9709" y="6896"/>
                  <a:pt x="9752" y="5816"/>
                </a:cubicBezTo>
                <a:cubicBezTo>
                  <a:pt x="9796" y="4736"/>
                  <a:pt x="9959" y="3695"/>
                  <a:pt x="10000" y="3042"/>
                </a:cubicBezTo>
                <a:cubicBezTo>
                  <a:pt x="9911" y="2184"/>
                  <a:pt x="9932" y="1181"/>
                  <a:pt x="9226" y="676"/>
                </a:cubicBezTo>
                <a:cubicBezTo>
                  <a:pt x="8522" y="170"/>
                  <a:pt x="6876" y="-44"/>
                  <a:pt x="5768" y="7"/>
                </a:cubicBezTo>
                <a:cubicBezTo>
                  <a:pt x="4662" y="58"/>
                  <a:pt x="3493" y="270"/>
                  <a:pt x="2580" y="982"/>
                </a:cubicBezTo>
                <a:cubicBezTo>
                  <a:pt x="1535" y="1383"/>
                  <a:pt x="757" y="1348"/>
                  <a:pt x="334" y="2010"/>
                </a:cubicBezTo>
                <a:close/>
              </a:path>
            </a:pathLst>
          </a:custGeom>
          <a:solidFill>
            <a:srgbClr val="9CE0FA"/>
          </a:soli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eaLnBrk="0" fontAlgn="base" hangingPunct="0">
              <a:spcBef>
                <a:spcPct val="0"/>
              </a:spcBef>
              <a:spcAft>
                <a:spcPct val="0"/>
              </a:spcAft>
            </a:pPr>
            <a:endParaRPr lang="en-US" dirty="0">
              <a:solidFill>
                <a:srgbClr val="000000"/>
              </a:solidFill>
              <a:latin typeface="Arial" charset="0"/>
              <a:ea typeface="ＭＳ Ｐゴシック" charset="0"/>
            </a:endParaRPr>
          </a:p>
        </p:txBody>
      </p:sp>
      <p:sp>
        <p:nvSpPr>
          <p:cNvPr id="295" name="Freeform 3">
            <a:extLst>
              <a:ext uri="{FF2B5EF4-FFF2-40B4-BE49-F238E27FC236}">
                <a16:creationId xmlns:a16="http://schemas.microsoft.com/office/drawing/2014/main" id="{DF7BB4DC-D674-5D48-AD3D-92259D4E8719}"/>
              </a:ext>
            </a:extLst>
          </p:cNvPr>
          <p:cNvSpPr>
            <a:spLocks/>
          </p:cNvSpPr>
          <p:nvPr/>
        </p:nvSpPr>
        <p:spPr bwMode="auto">
          <a:xfrm>
            <a:off x="691870" y="1878292"/>
            <a:ext cx="3554412" cy="2754313"/>
          </a:xfrm>
          <a:custGeom>
            <a:avLst/>
            <a:gdLst>
              <a:gd name="T0" fmla="*/ 2147483647 w 2406"/>
              <a:gd name="T1" fmla="*/ 2147483647 h 958"/>
              <a:gd name="T2" fmla="*/ 2147483647 w 2406"/>
              <a:gd name="T3" fmla="*/ 2147483647 h 958"/>
              <a:gd name="T4" fmla="*/ 2147483647 w 2406"/>
              <a:gd name="T5" fmla="*/ 2147483647 h 958"/>
              <a:gd name="T6" fmla="*/ 2147483647 w 2406"/>
              <a:gd name="T7" fmla="*/ 2147483647 h 958"/>
              <a:gd name="T8" fmla="*/ 2147483647 w 2406"/>
              <a:gd name="T9" fmla="*/ 2147483647 h 958"/>
              <a:gd name="T10" fmla="*/ 2147483647 w 2406"/>
              <a:gd name="T11" fmla="*/ 2147483647 h 958"/>
              <a:gd name="T12" fmla="*/ 2147483647 w 2406"/>
              <a:gd name="T13" fmla="*/ 2147483647 h 958"/>
              <a:gd name="T14" fmla="*/ 2147483647 w 2406"/>
              <a:gd name="T15" fmla="*/ 2147483647 h 958"/>
              <a:gd name="T16" fmla="*/ 2147483647 w 2406"/>
              <a:gd name="T17" fmla="*/ 2147483647 h 958"/>
              <a:gd name="T18" fmla="*/ 2147483647 w 2406"/>
              <a:gd name="T19" fmla="*/ 2147483647 h 958"/>
              <a:gd name="T20" fmla="*/ 2147483647 w 2406"/>
              <a:gd name="T21" fmla="*/ 2147483647 h 958"/>
              <a:gd name="T22" fmla="*/ 2147483647 w 2406"/>
              <a:gd name="T23" fmla="*/ 2147483647 h 958"/>
              <a:gd name="T24" fmla="*/ 2147483647 w 2406"/>
              <a:gd name="T25" fmla="*/ 2147483647 h 95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406"/>
              <a:gd name="T40" fmla="*/ 0 h 958"/>
              <a:gd name="T41" fmla="*/ 2406 w 2406"/>
              <a:gd name="T42" fmla="*/ 958 h 95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406" h="958">
                <a:moveTo>
                  <a:pt x="2192" y="274"/>
                </a:moveTo>
                <a:cubicBezTo>
                  <a:pt x="1978" y="94"/>
                  <a:pt x="1990" y="122"/>
                  <a:pt x="1857" y="77"/>
                </a:cubicBezTo>
                <a:cubicBezTo>
                  <a:pt x="1724" y="32"/>
                  <a:pt x="1584" y="0"/>
                  <a:pt x="1393" y="7"/>
                </a:cubicBezTo>
                <a:cubicBezTo>
                  <a:pt x="1202" y="14"/>
                  <a:pt x="898" y="84"/>
                  <a:pt x="713" y="122"/>
                </a:cubicBezTo>
                <a:cubicBezTo>
                  <a:pt x="528" y="160"/>
                  <a:pt x="395" y="168"/>
                  <a:pt x="280" y="234"/>
                </a:cubicBezTo>
                <a:cubicBezTo>
                  <a:pt x="166" y="301"/>
                  <a:pt x="52" y="432"/>
                  <a:pt x="26" y="522"/>
                </a:cubicBezTo>
                <a:cubicBezTo>
                  <a:pt x="0" y="612"/>
                  <a:pt x="81" y="711"/>
                  <a:pt x="122" y="773"/>
                </a:cubicBezTo>
                <a:cubicBezTo>
                  <a:pt x="163" y="835"/>
                  <a:pt x="99" y="877"/>
                  <a:pt x="273" y="894"/>
                </a:cubicBezTo>
                <a:cubicBezTo>
                  <a:pt x="447" y="911"/>
                  <a:pt x="938" y="866"/>
                  <a:pt x="1169" y="876"/>
                </a:cubicBezTo>
                <a:cubicBezTo>
                  <a:pt x="1400" y="886"/>
                  <a:pt x="1499" y="950"/>
                  <a:pt x="1659" y="954"/>
                </a:cubicBezTo>
                <a:cubicBezTo>
                  <a:pt x="1819" y="958"/>
                  <a:pt x="2014" y="958"/>
                  <a:pt x="2129" y="897"/>
                </a:cubicBezTo>
                <a:cubicBezTo>
                  <a:pt x="2244" y="836"/>
                  <a:pt x="2327" y="856"/>
                  <a:pt x="2350" y="591"/>
                </a:cubicBezTo>
                <a:cubicBezTo>
                  <a:pt x="2373" y="326"/>
                  <a:pt x="2406" y="454"/>
                  <a:pt x="2192" y="274"/>
                </a:cubicBezTo>
                <a:close/>
              </a:path>
            </a:pathLst>
          </a:custGeom>
          <a:solidFill>
            <a:srgbClr val="9CE0FA"/>
          </a:soli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p>
            <a:pPr eaLnBrk="0" fontAlgn="base" hangingPunct="0">
              <a:spcBef>
                <a:spcPct val="0"/>
              </a:spcBef>
              <a:spcAft>
                <a:spcPct val="0"/>
              </a:spcAft>
            </a:pPr>
            <a:endParaRPr lang="en-US" dirty="0">
              <a:solidFill>
                <a:srgbClr val="000000"/>
              </a:solidFill>
              <a:latin typeface="Arial" charset="0"/>
              <a:ea typeface="ＭＳ Ｐゴシック" charset="0"/>
            </a:endParaRPr>
          </a:p>
        </p:txBody>
      </p:sp>
      <p:sp>
        <p:nvSpPr>
          <p:cNvPr id="326" name="Text Box 34">
            <a:extLst>
              <a:ext uri="{FF2B5EF4-FFF2-40B4-BE49-F238E27FC236}">
                <a16:creationId xmlns:a16="http://schemas.microsoft.com/office/drawing/2014/main" id="{0EC90E30-BDF4-6845-B171-AFEA17208264}"/>
              </a:ext>
            </a:extLst>
          </p:cNvPr>
          <p:cNvSpPr txBox="1">
            <a:spLocks noChangeArrowheads="1"/>
          </p:cNvSpPr>
          <p:nvPr/>
        </p:nvSpPr>
        <p:spPr bwMode="auto">
          <a:xfrm>
            <a:off x="5108669" y="2394135"/>
            <a:ext cx="1811337" cy="5810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pPr fontAlgn="base">
              <a:spcBef>
                <a:spcPct val="0"/>
              </a:spcBef>
              <a:spcAft>
                <a:spcPct val="0"/>
              </a:spcAft>
            </a:pPr>
            <a:r>
              <a:rPr lang="en-US" sz="1600" i="0" dirty="0">
                <a:solidFill>
                  <a:srgbClr val="000000"/>
                </a:solidFill>
                <a:latin typeface="Arial" charset="0"/>
              </a:rPr>
              <a:t>Comcast network </a:t>
            </a:r>
          </a:p>
          <a:p>
            <a:pPr fontAlgn="base">
              <a:spcBef>
                <a:spcPct val="0"/>
              </a:spcBef>
              <a:spcAft>
                <a:spcPct val="0"/>
              </a:spcAft>
            </a:pPr>
            <a:r>
              <a:rPr lang="en-US" sz="1600" i="0" dirty="0">
                <a:solidFill>
                  <a:srgbClr val="000000"/>
                </a:solidFill>
                <a:latin typeface="Arial" charset="0"/>
              </a:rPr>
              <a:t>68.80.0.0/13</a:t>
            </a:r>
          </a:p>
        </p:txBody>
      </p:sp>
      <p:sp>
        <p:nvSpPr>
          <p:cNvPr id="327" name="Line 36">
            <a:extLst>
              <a:ext uri="{FF2B5EF4-FFF2-40B4-BE49-F238E27FC236}">
                <a16:creationId xmlns:a16="http://schemas.microsoft.com/office/drawing/2014/main" id="{57A4B698-E5A9-CC49-A803-B00E5B0F4E5B}"/>
              </a:ext>
            </a:extLst>
          </p:cNvPr>
          <p:cNvSpPr>
            <a:spLocks noChangeShapeType="1"/>
          </p:cNvSpPr>
          <p:nvPr/>
        </p:nvSpPr>
        <p:spPr bwMode="auto">
          <a:xfrm flipV="1">
            <a:off x="3693832" y="2949855"/>
            <a:ext cx="155575" cy="142875"/>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lstStyle/>
          <a:p>
            <a:pPr eaLnBrk="0" fontAlgn="base" hangingPunct="0">
              <a:spcBef>
                <a:spcPct val="0"/>
              </a:spcBef>
              <a:spcAft>
                <a:spcPct val="0"/>
              </a:spcAft>
            </a:pPr>
            <a:endParaRPr lang="en-US" dirty="0">
              <a:solidFill>
                <a:srgbClr val="000000"/>
              </a:solidFill>
              <a:latin typeface="Arial" charset="0"/>
              <a:ea typeface="ＭＳ Ｐゴシック" charset="0"/>
            </a:endParaRPr>
          </a:p>
        </p:txBody>
      </p:sp>
      <p:sp>
        <p:nvSpPr>
          <p:cNvPr id="328" name="Line 43">
            <a:extLst>
              <a:ext uri="{FF2B5EF4-FFF2-40B4-BE49-F238E27FC236}">
                <a16:creationId xmlns:a16="http://schemas.microsoft.com/office/drawing/2014/main" id="{4299F198-F6BC-D84B-A132-247DE12D88BC}"/>
              </a:ext>
            </a:extLst>
          </p:cNvPr>
          <p:cNvSpPr>
            <a:spLocks noChangeShapeType="1"/>
          </p:cNvSpPr>
          <p:nvPr/>
        </p:nvSpPr>
        <p:spPr bwMode="auto">
          <a:xfrm flipV="1">
            <a:off x="2584170" y="3122892"/>
            <a:ext cx="695325" cy="0"/>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lstStyle/>
          <a:p>
            <a:pPr eaLnBrk="0" fontAlgn="base" hangingPunct="0">
              <a:spcBef>
                <a:spcPct val="0"/>
              </a:spcBef>
              <a:spcAft>
                <a:spcPct val="0"/>
              </a:spcAft>
            </a:pPr>
            <a:endParaRPr lang="en-US" dirty="0">
              <a:solidFill>
                <a:srgbClr val="000000"/>
              </a:solidFill>
              <a:latin typeface="Arial" charset="0"/>
              <a:ea typeface="ＭＳ Ｐゴシック" charset="0"/>
            </a:endParaRPr>
          </a:p>
        </p:txBody>
      </p:sp>
      <p:sp>
        <p:nvSpPr>
          <p:cNvPr id="329" name="Line 44">
            <a:extLst>
              <a:ext uri="{FF2B5EF4-FFF2-40B4-BE49-F238E27FC236}">
                <a16:creationId xmlns:a16="http://schemas.microsoft.com/office/drawing/2014/main" id="{DC9B9DDD-57B4-5C47-B709-CC1E60CA572F}"/>
              </a:ext>
            </a:extLst>
          </p:cNvPr>
          <p:cNvSpPr>
            <a:spLocks noChangeShapeType="1"/>
          </p:cNvSpPr>
          <p:nvPr/>
        </p:nvSpPr>
        <p:spPr bwMode="auto">
          <a:xfrm flipV="1">
            <a:off x="3843057" y="2806980"/>
            <a:ext cx="138113" cy="142875"/>
          </a:xfrm>
          <a:prstGeom prst="line">
            <a:avLst/>
          </a:prstGeom>
          <a:noFill/>
          <a:ln w="9525">
            <a:solidFill>
              <a:srgbClr val="000000"/>
            </a:solidFill>
            <a:prstDash val="dash"/>
            <a:round/>
            <a:headEnd/>
            <a:tailEnd/>
          </a:ln>
          <a:extLst>
            <a:ext uri="{909E8E84-426E-40dd-AFC4-6F175D3DCCD1}">
              <a14:hiddenFill xmlns:a14="http://schemas.microsoft.com/office/drawing/2010/main" xmlns="">
                <a:noFill/>
              </a14:hiddenFill>
            </a:ext>
          </a:extLst>
        </p:spPr>
        <p:txBody>
          <a:bodyPr/>
          <a:lstStyle/>
          <a:p>
            <a:pPr eaLnBrk="0" fontAlgn="base" hangingPunct="0">
              <a:spcBef>
                <a:spcPct val="0"/>
              </a:spcBef>
              <a:spcAft>
                <a:spcPct val="0"/>
              </a:spcAft>
            </a:pPr>
            <a:endParaRPr lang="en-US" dirty="0">
              <a:solidFill>
                <a:srgbClr val="000000"/>
              </a:solidFill>
              <a:latin typeface="Arial" charset="0"/>
              <a:ea typeface="ＭＳ Ｐゴシック" charset="0"/>
            </a:endParaRPr>
          </a:p>
        </p:txBody>
      </p:sp>
      <p:sp>
        <p:nvSpPr>
          <p:cNvPr id="330" name="Line 48">
            <a:extLst>
              <a:ext uri="{FF2B5EF4-FFF2-40B4-BE49-F238E27FC236}">
                <a16:creationId xmlns:a16="http://schemas.microsoft.com/office/drawing/2014/main" id="{4DEE8A35-1100-9F4E-9ADC-43B2758E16DA}"/>
              </a:ext>
            </a:extLst>
          </p:cNvPr>
          <p:cNvSpPr>
            <a:spLocks noChangeShapeType="1"/>
          </p:cNvSpPr>
          <p:nvPr/>
        </p:nvSpPr>
        <p:spPr bwMode="auto">
          <a:xfrm flipV="1">
            <a:off x="3198532" y="3341967"/>
            <a:ext cx="512763" cy="612775"/>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lstStyle/>
          <a:p>
            <a:pPr eaLnBrk="0" fontAlgn="base" hangingPunct="0">
              <a:spcBef>
                <a:spcPct val="0"/>
              </a:spcBef>
              <a:spcAft>
                <a:spcPct val="0"/>
              </a:spcAft>
            </a:pPr>
            <a:endParaRPr lang="en-US" dirty="0">
              <a:solidFill>
                <a:srgbClr val="000000"/>
              </a:solidFill>
              <a:latin typeface="Arial" charset="0"/>
              <a:ea typeface="ＭＳ Ｐゴシック" charset="0"/>
            </a:endParaRPr>
          </a:p>
        </p:txBody>
      </p:sp>
      <p:sp>
        <p:nvSpPr>
          <p:cNvPr id="349" name="Line 68">
            <a:extLst>
              <a:ext uri="{FF2B5EF4-FFF2-40B4-BE49-F238E27FC236}">
                <a16:creationId xmlns:a16="http://schemas.microsoft.com/office/drawing/2014/main" id="{A048E1EF-0C69-8847-A36A-ADFF266EF630}"/>
              </a:ext>
            </a:extLst>
          </p:cNvPr>
          <p:cNvSpPr>
            <a:spLocks noChangeShapeType="1"/>
          </p:cNvSpPr>
          <p:nvPr/>
        </p:nvSpPr>
        <p:spPr bwMode="auto">
          <a:xfrm flipV="1">
            <a:off x="3670020" y="3535642"/>
            <a:ext cx="1819275" cy="733425"/>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lstStyle/>
          <a:p>
            <a:pPr eaLnBrk="0" fontAlgn="base" hangingPunct="0">
              <a:spcBef>
                <a:spcPct val="0"/>
              </a:spcBef>
              <a:spcAft>
                <a:spcPct val="0"/>
              </a:spcAft>
            </a:pPr>
            <a:endParaRPr lang="en-US" dirty="0">
              <a:solidFill>
                <a:srgbClr val="000000"/>
              </a:solidFill>
              <a:latin typeface="Arial" charset="0"/>
              <a:ea typeface="ＭＳ Ｐゴシック" charset="0"/>
            </a:endParaRPr>
          </a:p>
        </p:txBody>
      </p:sp>
      <p:sp>
        <p:nvSpPr>
          <p:cNvPr id="365" name="Line 93">
            <a:extLst>
              <a:ext uri="{FF2B5EF4-FFF2-40B4-BE49-F238E27FC236}">
                <a16:creationId xmlns:a16="http://schemas.microsoft.com/office/drawing/2014/main" id="{902226A1-23A8-5E45-B02B-D52E29D10C47}"/>
              </a:ext>
            </a:extLst>
          </p:cNvPr>
          <p:cNvSpPr>
            <a:spLocks noChangeShapeType="1"/>
          </p:cNvSpPr>
          <p:nvPr/>
        </p:nvSpPr>
        <p:spPr bwMode="auto">
          <a:xfrm flipH="1">
            <a:off x="7205382" y="2772055"/>
            <a:ext cx="260350" cy="258762"/>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lstStyle/>
          <a:p>
            <a:pPr eaLnBrk="0" fontAlgn="base" hangingPunct="0">
              <a:spcBef>
                <a:spcPct val="0"/>
              </a:spcBef>
              <a:spcAft>
                <a:spcPct val="0"/>
              </a:spcAft>
            </a:pPr>
            <a:endParaRPr lang="en-US" dirty="0">
              <a:solidFill>
                <a:srgbClr val="000000"/>
              </a:solidFill>
              <a:latin typeface="Arial" charset="0"/>
              <a:ea typeface="ＭＳ Ｐゴシック" charset="0"/>
            </a:endParaRPr>
          </a:p>
        </p:txBody>
      </p:sp>
      <p:sp>
        <p:nvSpPr>
          <p:cNvPr id="366" name="Freeform 94">
            <a:extLst>
              <a:ext uri="{FF2B5EF4-FFF2-40B4-BE49-F238E27FC236}">
                <a16:creationId xmlns:a16="http://schemas.microsoft.com/office/drawing/2014/main" id="{07E407AD-1B7D-E549-AA8A-0678AF643944}"/>
              </a:ext>
            </a:extLst>
          </p:cNvPr>
          <p:cNvSpPr>
            <a:spLocks/>
          </p:cNvSpPr>
          <p:nvPr/>
        </p:nvSpPr>
        <p:spPr bwMode="auto">
          <a:xfrm>
            <a:off x="1169707" y="4751667"/>
            <a:ext cx="6419850" cy="1620838"/>
          </a:xfrm>
          <a:custGeom>
            <a:avLst/>
            <a:gdLst>
              <a:gd name="T0" fmla="*/ 2147483647 w 2406"/>
              <a:gd name="T1" fmla="*/ 2147483647 h 958"/>
              <a:gd name="T2" fmla="*/ 2147483647 w 2406"/>
              <a:gd name="T3" fmla="*/ 2147483647 h 958"/>
              <a:gd name="T4" fmla="*/ 2147483647 w 2406"/>
              <a:gd name="T5" fmla="*/ 2147483647 h 958"/>
              <a:gd name="T6" fmla="*/ 2147483647 w 2406"/>
              <a:gd name="T7" fmla="*/ 2147483647 h 958"/>
              <a:gd name="T8" fmla="*/ 2147483647 w 2406"/>
              <a:gd name="T9" fmla="*/ 2147483647 h 958"/>
              <a:gd name="T10" fmla="*/ 2147483647 w 2406"/>
              <a:gd name="T11" fmla="*/ 2147483647 h 958"/>
              <a:gd name="T12" fmla="*/ 2147483647 w 2406"/>
              <a:gd name="T13" fmla="*/ 2147483647 h 958"/>
              <a:gd name="T14" fmla="*/ 2147483647 w 2406"/>
              <a:gd name="T15" fmla="*/ 2147483647 h 958"/>
              <a:gd name="T16" fmla="*/ 2147483647 w 2406"/>
              <a:gd name="T17" fmla="*/ 2147483647 h 958"/>
              <a:gd name="T18" fmla="*/ 2147483647 w 2406"/>
              <a:gd name="T19" fmla="*/ 2147483647 h 958"/>
              <a:gd name="T20" fmla="*/ 2147483647 w 2406"/>
              <a:gd name="T21" fmla="*/ 2147483647 h 958"/>
              <a:gd name="T22" fmla="*/ 2147483647 w 2406"/>
              <a:gd name="T23" fmla="*/ 2147483647 h 958"/>
              <a:gd name="T24" fmla="*/ 2147483647 w 2406"/>
              <a:gd name="T25" fmla="*/ 2147483647 h 95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406"/>
              <a:gd name="T40" fmla="*/ 0 h 958"/>
              <a:gd name="T41" fmla="*/ 2406 w 2406"/>
              <a:gd name="T42" fmla="*/ 958 h 95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406" h="958">
                <a:moveTo>
                  <a:pt x="2192" y="274"/>
                </a:moveTo>
                <a:cubicBezTo>
                  <a:pt x="1978" y="94"/>
                  <a:pt x="1990" y="122"/>
                  <a:pt x="1857" y="77"/>
                </a:cubicBezTo>
                <a:cubicBezTo>
                  <a:pt x="1724" y="32"/>
                  <a:pt x="1584" y="0"/>
                  <a:pt x="1393" y="7"/>
                </a:cubicBezTo>
                <a:cubicBezTo>
                  <a:pt x="1202" y="14"/>
                  <a:pt x="898" y="84"/>
                  <a:pt x="713" y="122"/>
                </a:cubicBezTo>
                <a:cubicBezTo>
                  <a:pt x="528" y="160"/>
                  <a:pt x="395" y="168"/>
                  <a:pt x="280" y="234"/>
                </a:cubicBezTo>
                <a:cubicBezTo>
                  <a:pt x="166" y="301"/>
                  <a:pt x="52" y="432"/>
                  <a:pt x="26" y="522"/>
                </a:cubicBezTo>
                <a:cubicBezTo>
                  <a:pt x="0" y="612"/>
                  <a:pt x="81" y="711"/>
                  <a:pt x="122" y="773"/>
                </a:cubicBezTo>
                <a:cubicBezTo>
                  <a:pt x="163" y="835"/>
                  <a:pt x="99" y="877"/>
                  <a:pt x="273" y="894"/>
                </a:cubicBezTo>
                <a:cubicBezTo>
                  <a:pt x="447" y="911"/>
                  <a:pt x="938" y="866"/>
                  <a:pt x="1169" y="876"/>
                </a:cubicBezTo>
                <a:cubicBezTo>
                  <a:pt x="1400" y="886"/>
                  <a:pt x="1499" y="950"/>
                  <a:pt x="1659" y="954"/>
                </a:cubicBezTo>
                <a:cubicBezTo>
                  <a:pt x="1819" y="958"/>
                  <a:pt x="2014" y="958"/>
                  <a:pt x="2129" y="897"/>
                </a:cubicBezTo>
                <a:cubicBezTo>
                  <a:pt x="2244" y="836"/>
                  <a:pt x="2327" y="856"/>
                  <a:pt x="2350" y="591"/>
                </a:cubicBezTo>
                <a:cubicBezTo>
                  <a:pt x="2373" y="326"/>
                  <a:pt x="2406" y="454"/>
                  <a:pt x="2192" y="274"/>
                </a:cubicBezTo>
                <a:close/>
              </a:path>
            </a:pathLst>
          </a:custGeom>
          <a:solidFill>
            <a:srgbClr val="9CE0FA"/>
          </a:soli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p>
            <a:pPr eaLnBrk="0" fontAlgn="base" hangingPunct="0">
              <a:spcBef>
                <a:spcPct val="0"/>
              </a:spcBef>
              <a:spcAft>
                <a:spcPct val="0"/>
              </a:spcAft>
            </a:pPr>
            <a:endParaRPr lang="en-US" dirty="0">
              <a:solidFill>
                <a:srgbClr val="000000"/>
              </a:solidFill>
              <a:latin typeface="Arial" charset="0"/>
              <a:ea typeface="ＭＳ Ｐゴシック" charset="0"/>
            </a:endParaRPr>
          </a:p>
        </p:txBody>
      </p:sp>
      <p:sp>
        <p:nvSpPr>
          <p:cNvPr id="382" name="Line 134">
            <a:extLst>
              <a:ext uri="{FF2B5EF4-FFF2-40B4-BE49-F238E27FC236}">
                <a16:creationId xmlns:a16="http://schemas.microsoft.com/office/drawing/2014/main" id="{AC887D7C-204D-A748-960E-D69E195B2E0E}"/>
              </a:ext>
            </a:extLst>
          </p:cNvPr>
          <p:cNvSpPr>
            <a:spLocks noChangeShapeType="1"/>
          </p:cNvSpPr>
          <p:nvPr/>
        </p:nvSpPr>
        <p:spPr bwMode="auto">
          <a:xfrm flipV="1">
            <a:off x="4560607" y="3680105"/>
            <a:ext cx="1174750" cy="1651000"/>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lstStyle/>
          <a:p>
            <a:pPr eaLnBrk="0" fontAlgn="base" hangingPunct="0">
              <a:spcBef>
                <a:spcPct val="0"/>
              </a:spcBef>
              <a:spcAft>
                <a:spcPct val="0"/>
              </a:spcAft>
            </a:pPr>
            <a:endParaRPr lang="en-US" dirty="0">
              <a:solidFill>
                <a:srgbClr val="000000"/>
              </a:solidFill>
              <a:latin typeface="Arial" charset="0"/>
              <a:ea typeface="ＭＳ Ｐゴシック" charset="0"/>
            </a:endParaRPr>
          </a:p>
        </p:txBody>
      </p:sp>
      <p:sp>
        <p:nvSpPr>
          <p:cNvPr id="383" name="Text Box 135">
            <a:extLst>
              <a:ext uri="{FF2B5EF4-FFF2-40B4-BE49-F238E27FC236}">
                <a16:creationId xmlns:a16="http://schemas.microsoft.com/office/drawing/2014/main" id="{D67BC013-3254-664B-A94F-9584B59216A4}"/>
              </a:ext>
            </a:extLst>
          </p:cNvPr>
          <p:cNvSpPr txBox="1">
            <a:spLocks noChangeArrowheads="1"/>
          </p:cNvSpPr>
          <p:nvPr/>
        </p:nvSpPr>
        <p:spPr bwMode="auto">
          <a:xfrm>
            <a:off x="5438495" y="5623205"/>
            <a:ext cx="1809750" cy="5810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pPr fontAlgn="base">
              <a:spcBef>
                <a:spcPct val="0"/>
              </a:spcBef>
              <a:spcAft>
                <a:spcPct val="0"/>
              </a:spcAft>
            </a:pPr>
            <a:r>
              <a:rPr lang="en-US" sz="1600" i="0" dirty="0">
                <a:solidFill>
                  <a:srgbClr val="000000"/>
                </a:solidFill>
                <a:latin typeface="Arial" charset="0"/>
              </a:rPr>
              <a:t>Google</a:t>
            </a:r>
            <a:r>
              <a:rPr lang="ja-JP" altLang="en-US" sz="1600" i="0">
                <a:solidFill>
                  <a:srgbClr val="000000"/>
                </a:solidFill>
                <a:latin typeface="Arial" charset="0"/>
              </a:rPr>
              <a:t>’</a:t>
            </a:r>
            <a:r>
              <a:rPr lang="en-US" altLang="ja-JP" sz="1600" i="0" dirty="0">
                <a:solidFill>
                  <a:srgbClr val="000000"/>
                </a:solidFill>
                <a:latin typeface="Arial" charset="0"/>
              </a:rPr>
              <a:t>s network </a:t>
            </a:r>
          </a:p>
          <a:p>
            <a:pPr fontAlgn="base">
              <a:spcBef>
                <a:spcPct val="0"/>
              </a:spcBef>
              <a:spcAft>
                <a:spcPct val="0"/>
              </a:spcAft>
            </a:pPr>
            <a:r>
              <a:rPr lang="en-US" sz="1600" i="0" dirty="0">
                <a:solidFill>
                  <a:srgbClr val="000000"/>
                </a:solidFill>
                <a:latin typeface="Arial" charset="0"/>
              </a:rPr>
              <a:t>64.233.160.0/19 </a:t>
            </a:r>
          </a:p>
        </p:txBody>
      </p:sp>
      <p:sp>
        <p:nvSpPr>
          <p:cNvPr id="384" name="Line 136">
            <a:extLst>
              <a:ext uri="{FF2B5EF4-FFF2-40B4-BE49-F238E27FC236}">
                <a16:creationId xmlns:a16="http://schemas.microsoft.com/office/drawing/2014/main" id="{2E2C2A25-D917-F543-AD3E-DCBDD122CE6E}"/>
              </a:ext>
            </a:extLst>
          </p:cNvPr>
          <p:cNvSpPr>
            <a:spLocks noChangeShapeType="1"/>
          </p:cNvSpPr>
          <p:nvPr/>
        </p:nvSpPr>
        <p:spPr bwMode="auto">
          <a:xfrm flipV="1">
            <a:off x="3139795" y="5499380"/>
            <a:ext cx="942975" cy="1587"/>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lstStyle/>
          <a:p>
            <a:pPr eaLnBrk="0" fontAlgn="base" hangingPunct="0">
              <a:spcBef>
                <a:spcPct val="0"/>
              </a:spcBef>
              <a:spcAft>
                <a:spcPct val="0"/>
              </a:spcAft>
            </a:pPr>
            <a:endParaRPr lang="en-US" dirty="0">
              <a:solidFill>
                <a:srgbClr val="000000"/>
              </a:solidFill>
              <a:latin typeface="Arial" charset="0"/>
              <a:ea typeface="ＭＳ Ｐゴシック" charset="0"/>
            </a:endParaRPr>
          </a:p>
        </p:txBody>
      </p:sp>
      <p:sp>
        <p:nvSpPr>
          <p:cNvPr id="385" name="Text Box 137">
            <a:extLst>
              <a:ext uri="{FF2B5EF4-FFF2-40B4-BE49-F238E27FC236}">
                <a16:creationId xmlns:a16="http://schemas.microsoft.com/office/drawing/2014/main" id="{6A8FAC84-3043-6D45-97D6-4021E3C55705}"/>
              </a:ext>
            </a:extLst>
          </p:cNvPr>
          <p:cNvSpPr txBox="1">
            <a:spLocks noChangeArrowheads="1"/>
          </p:cNvSpPr>
          <p:nvPr/>
        </p:nvSpPr>
        <p:spPr bwMode="auto">
          <a:xfrm>
            <a:off x="2052357" y="5891492"/>
            <a:ext cx="1595438"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pPr fontAlgn="base">
              <a:spcBef>
                <a:spcPct val="0"/>
              </a:spcBef>
              <a:spcAft>
                <a:spcPct val="0"/>
              </a:spcAft>
            </a:pPr>
            <a:r>
              <a:rPr lang="en-US" sz="1600" i="0" dirty="0">
                <a:solidFill>
                  <a:srgbClr val="000000"/>
                </a:solidFill>
                <a:latin typeface="Arial" charset="0"/>
              </a:rPr>
              <a:t>64.233.169.105</a:t>
            </a:r>
          </a:p>
        </p:txBody>
      </p:sp>
      <p:sp>
        <p:nvSpPr>
          <p:cNvPr id="386" name="Text Box 138">
            <a:extLst>
              <a:ext uri="{FF2B5EF4-FFF2-40B4-BE49-F238E27FC236}">
                <a16:creationId xmlns:a16="http://schemas.microsoft.com/office/drawing/2014/main" id="{255B4B55-A4E8-1B4E-A407-15BF2F1BD384}"/>
              </a:ext>
            </a:extLst>
          </p:cNvPr>
          <p:cNvSpPr txBox="1">
            <a:spLocks noChangeArrowheads="1"/>
          </p:cNvSpPr>
          <p:nvPr/>
        </p:nvSpPr>
        <p:spPr bwMode="auto">
          <a:xfrm>
            <a:off x="2020607" y="5597805"/>
            <a:ext cx="1177925"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pPr fontAlgn="base">
              <a:spcBef>
                <a:spcPct val="0"/>
              </a:spcBef>
              <a:spcAft>
                <a:spcPct val="0"/>
              </a:spcAft>
            </a:pPr>
            <a:r>
              <a:rPr lang="en-US" sz="1600" i="0" dirty="0">
                <a:solidFill>
                  <a:srgbClr val="000000"/>
                </a:solidFill>
                <a:latin typeface="Arial" charset="0"/>
              </a:rPr>
              <a:t>web server</a:t>
            </a:r>
          </a:p>
        </p:txBody>
      </p:sp>
      <p:sp>
        <p:nvSpPr>
          <p:cNvPr id="387" name="Text Box 139">
            <a:extLst>
              <a:ext uri="{FF2B5EF4-FFF2-40B4-BE49-F238E27FC236}">
                <a16:creationId xmlns:a16="http://schemas.microsoft.com/office/drawing/2014/main" id="{FEDEE7BD-5BB3-834E-9E96-6E5E6F328426}"/>
              </a:ext>
            </a:extLst>
          </p:cNvPr>
          <p:cNvSpPr txBox="1">
            <a:spLocks noChangeArrowheads="1"/>
          </p:cNvSpPr>
          <p:nvPr/>
        </p:nvSpPr>
        <p:spPr bwMode="auto">
          <a:xfrm>
            <a:off x="6124855" y="1962523"/>
            <a:ext cx="1233487" cy="5810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pPr fontAlgn="base">
              <a:spcBef>
                <a:spcPct val="0"/>
              </a:spcBef>
              <a:spcAft>
                <a:spcPct val="0"/>
              </a:spcAft>
            </a:pPr>
            <a:r>
              <a:rPr lang="en-US" sz="1600" i="0" dirty="0">
                <a:solidFill>
                  <a:srgbClr val="000000"/>
                </a:solidFill>
                <a:latin typeface="Arial" charset="0"/>
              </a:rPr>
              <a:t>DNS server</a:t>
            </a:r>
          </a:p>
          <a:p>
            <a:pPr fontAlgn="base">
              <a:spcBef>
                <a:spcPct val="0"/>
              </a:spcBef>
              <a:spcAft>
                <a:spcPct val="0"/>
              </a:spcAft>
            </a:pPr>
            <a:endParaRPr lang="en-US" sz="1600" i="0" dirty="0">
              <a:solidFill>
                <a:srgbClr val="000000"/>
              </a:solidFill>
              <a:latin typeface="Arial" charset="0"/>
            </a:endParaRPr>
          </a:p>
        </p:txBody>
      </p:sp>
      <p:grpSp>
        <p:nvGrpSpPr>
          <p:cNvPr id="406" name="Group 167">
            <a:extLst>
              <a:ext uri="{FF2B5EF4-FFF2-40B4-BE49-F238E27FC236}">
                <a16:creationId xmlns:a16="http://schemas.microsoft.com/office/drawing/2014/main" id="{4B437F21-E39F-2D47-801D-47D6E1DCFF24}"/>
              </a:ext>
            </a:extLst>
          </p:cNvPr>
          <p:cNvGrpSpPr>
            <a:grpSpLocks/>
          </p:cNvGrpSpPr>
          <p:nvPr/>
        </p:nvGrpSpPr>
        <p:grpSpPr bwMode="auto">
          <a:xfrm flipH="1">
            <a:off x="5890932" y="3667405"/>
            <a:ext cx="400050" cy="152400"/>
            <a:chOff x="3228" y="1776"/>
            <a:chExt cx="252" cy="96"/>
          </a:xfrm>
        </p:grpSpPr>
        <p:sp>
          <p:nvSpPr>
            <p:cNvPr id="407" name="Line 168">
              <a:extLst>
                <a:ext uri="{FF2B5EF4-FFF2-40B4-BE49-F238E27FC236}">
                  <a16:creationId xmlns:a16="http://schemas.microsoft.com/office/drawing/2014/main" id="{FD263C27-58D8-2D47-ADBE-98E05BF468A3}"/>
                </a:ext>
              </a:extLst>
            </p:cNvPr>
            <p:cNvSpPr>
              <a:spLocks noChangeShapeType="1"/>
            </p:cNvSpPr>
            <p:nvPr/>
          </p:nvSpPr>
          <p:spPr bwMode="auto">
            <a:xfrm flipV="1">
              <a:off x="3339" y="1776"/>
              <a:ext cx="141" cy="51"/>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lstStyle/>
            <a:p>
              <a:pPr eaLnBrk="0" fontAlgn="base" hangingPunct="0">
                <a:spcBef>
                  <a:spcPct val="0"/>
                </a:spcBef>
                <a:spcAft>
                  <a:spcPct val="0"/>
                </a:spcAft>
              </a:pPr>
              <a:endParaRPr lang="en-US" dirty="0">
                <a:solidFill>
                  <a:srgbClr val="000000"/>
                </a:solidFill>
                <a:latin typeface="Arial" charset="0"/>
                <a:ea typeface="ＭＳ Ｐゴシック" charset="0"/>
              </a:endParaRPr>
            </a:p>
          </p:txBody>
        </p:sp>
        <p:sp>
          <p:nvSpPr>
            <p:cNvPr id="408" name="Line 169">
              <a:extLst>
                <a:ext uri="{FF2B5EF4-FFF2-40B4-BE49-F238E27FC236}">
                  <a16:creationId xmlns:a16="http://schemas.microsoft.com/office/drawing/2014/main" id="{1376D243-074B-CA4C-9F9E-2BB1CDAD77BF}"/>
                </a:ext>
              </a:extLst>
            </p:cNvPr>
            <p:cNvSpPr>
              <a:spLocks noChangeShapeType="1"/>
            </p:cNvSpPr>
            <p:nvPr/>
          </p:nvSpPr>
          <p:spPr bwMode="auto">
            <a:xfrm flipV="1">
              <a:off x="3228" y="1833"/>
              <a:ext cx="102" cy="39"/>
            </a:xfrm>
            <a:prstGeom prst="line">
              <a:avLst/>
            </a:prstGeom>
            <a:noFill/>
            <a:ln w="9525">
              <a:solidFill>
                <a:srgbClr val="000000"/>
              </a:solidFill>
              <a:prstDash val="dash"/>
              <a:round/>
              <a:headEnd/>
              <a:tailEnd/>
            </a:ln>
            <a:extLst>
              <a:ext uri="{909E8E84-426E-40dd-AFC4-6F175D3DCCD1}">
                <a14:hiddenFill xmlns:a14="http://schemas.microsoft.com/office/drawing/2010/main" xmlns="">
                  <a:noFill/>
                </a14:hiddenFill>
              </a:ext>
            </a:extLst>
          </p:spPr>
          <p:txBody>
            <a:bodyPr/>
            <a:lstStyle/>
            <a:p>
              <a:pPr eaLnBrk="0" fontAlgn="base" hangingPunct="0">
                <a:spcBef>
                  <a:spcPct val="0"/>
                </a:spcBef>
                <a:spcAft>
                  <a:spcPct val="0"/>
                </a:spcAft>
              </a:pPr>
              <a:endParaRPr lang="en-US" dirty="0">
                <a:solidFill>
                  <a:srgbClr val="000000"/>
                </a:solidFill>
                <a:latin typeface="Arial" charset="0"/>
                <a:ea typeface="ＭＳ Ｐゴシック" charset="0"/>
              </a:endParaRPr>
            </a:p>
          </p:txBody>
        </p:sp>
      </p:grpSp>
      <p:grpSp>
        <p:nvGrpSpPr>
          <p:cNvPr id="409" name="Group 170">
            <a:extLst>
              <a:ext uri="{FF2B5EF4-FFF2-40B4-BE49-F238E27FC236}">
                <a16:creationId xmlns:a16="http://schemas.microsoft.com/office/drawing/2014/main" id="{89C5EF8B-605B-7041-AC6D-4101A34A58A0}"/>
              </a:ext>
            </a:extLst>
          </p:cNvPr>
          <p:cNvGrpSpPr>
            <a:grpSpLocks/>
          </p:cNvGrpSpPr>
          <p:nvPr/>
        </p:nvGrpSpPr>
        <p:grpSpPr bwMode="auto">
          <a:xfrm flipH="1" flipV="1">
            <a:off x="6043332" y="3143530"/>
            <a:ext cx="400050" cy="152400"/>
            <a:chOff x="3228" y="1776"/>
            <a:chExt cx="252" cy="96"/>
          </a:xfrm>
        </p:grpSpPr>
        <p:sp>
          <p:nvSpPr>
            <p:cNvPr id="410" name="Line 171">
              <a:extLst>
                <a:ext uri="{FF2B5EF4-FFF2-40B4-BE49-F238E27FC236}">
                  <a16:creationId xmlns:a16="http://schemas.microsoft.com/office/drawing/2014/main" id="{5BFB55E0-99B2-EC4D-9167-5F6A684114AF}"/>
                </a:ext>
              </a:extLst>
            </p:cNvPr>
            <p:cNvSpPr>
              <a:spLocks noChangeShapeType="1"/>
            </p:cNvSpPr>
            <p:nvPr/>
          </p:nvSpPr>
          <p:spPr bwMode="auto">
            <a:xfrm flipV="1">
              <a:off x="3339" y="1776"/>
              <a:ext cx="141" cy="51"/>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lstStyle/>
            <a:p>
              <a:pPr eaLnBrk="0" fontAlgn="base" hangingPunct="0">
                <a:spcBef>
                  <a:spcPct val="0"/>
                </a:spcBef>
                <a:spcAft>
                  <a:spcPct val="0"/>
                </a:spcAft>
              </a:pPr>
              <a:endParaRPr lang="en-US" dirty="0">
                <a:solidFill>
                  <a:srgbClr val="000000"/>
                </a:solidFill>
                <a:latin typeface="Arial" charset="0"/>
                <a:ea typeface="ＭＳ Ｐゴシック" charset="0"/>
              </a:endParaRPr>
            </a:p>
          </p:txBody>
        </p:sp>
        <p:sp>
          <p:nvSpPr>
            <p:cNvPr id="411" name="Line 172">
              <a:extLst>
                <a:ext uri="{FF2B5EF4-FFF2-40B4-BE49-F238E27FC236}">
                  <a16:creationId xmlns:a16="http://schemas.microsoft.com/office/drawing/2014/main" id="{95837E2C-9EAD-CF49-A1EF-B21C973DFA99}"/>
                </a:ext>
              </a:extLst>
            </p:cNvPr>
            <p:cNvSpPr>
              <a:spLocks noChangeShapeType="1"/>
            </p:cNvSpPr>
            <p:nvPr/>
          </p:nvSpPr>
          <p:spPr bwMode="auto">
            <a:xfrm flipV="1">
              <a:off x="3228" y="1833"/>
              <a:ext cx="102" cy="39"/>
            </a:xfrm>
            <a:prstGeom prst="line">
              <a:avLst/>
            </a:prstGeom>
            <a:noFill/>
            <a:ln w="9525">
              <a:solidFill>
                <a:srgbClr val="000000"/>
              </a:solidFill>
              <a:prstDash val="dash"/>
              <a:round/>
              <a:headEnd/>
              <a:tailEnd/>
            </a:ln>
            <a:extLst>
              <a:ext uri="{909E8E84-426E-40dd-AFC4-6F175D3DCCD1}">
                <a14:hiddenFill xmlns:a14="http://schemas.microsoft.com/office/drawing/2010/main" xmlns="">
                  <a:noFill/>
                </a14:hiddenFill>
              </a:ext>
            </a:extLst>
          </p:spPr>
          <p:txBody>
            <a:bodyPr/>
            <a:lstStyle/>
            <a:p>
              <a:pPr eaLnBrk="0" fontAlgn="base" hangingPunct="0">
                <a:spcBef>
                  <a:spcPct val="0"/>
                </a:spcBef>
                <a:spcAft>
                  <a:spcPct val="0"/>
                </a:spcAft>
              </a:pPr>
              <a:endParaRPr lang="en-US" dirty="0">
                <a:solidFill>
                  <a:srgbClr val="000000"/>
                </a:solidFill>
                <a:latin typeface="Arial" charset="0"/>
                <a:ea typeface="ＭＳ Ｐゴシック" charset="0"/>
              </a:endParaRPr>
            </a:p>
          </p:txBody>
        </p:sp>
      </p:grpSp>
      <p:grpSp>
        <p:nvGrpSpPr>
          <p:cNvPr id="412" name="Group 173">
            <a:extLst>
              <a:ext uri="{FF2B5EF4-FFF2-40B4-BE49-F238E27FC236}">
                <a16:creationId xmlns:a16="http://schemas.microsoft.com/office/drawing/2014/main" id="{F6A40979-43D2-704B-969C-6B0676980AD1}"/>
              </a:ext>
            </a:extLst>
          </p:cNvPr>
          <p:cNvGrpSpPr>
            <a:grpSpLocks/>
          </p:cNvGrpSpPr>
          <p:nvPr/>
        </p:nvGrpSpPr>
        <p:grpSpPr bwMode="auto">
          <a:xfrm flipH="1" flipV="1">
            <a:off x="8143595" y="3834092"/>
            <a:ext cx="400050" cy="152400"/>
            <a:chOff x="3228" y="1776"/>
            <a:chExt cx="252" cy="96"/>
          </a:xfrm>
        </p:grpSpPr>
        <p:sp>
          <p:nvSpPr>
            <p:cNvPr id="413" name="Line 174">
              <a:extLst>
                <a:ext uri="{FF2B5EF4-FFF2-40B4-BE49-F238E27FC236}">
                  <a16:creationId xmlns:a16="http://schemas.microsoft.com/office/drawing/2014/main" id="{D6D8176C-16F1-C248-BB4F-CB9E2BF4DAAD}"/>
                </a:ext>
              </a:extLst>
            </p:cNvPr>
            <p:cNvSpPr>
              <a:spLocks noChangeShapeType="1"/>
            </p:cNvSpPr>
            <p:nvPr/>
          </p:nvSpPr>
          <p:spPr bwMode="auto">
            <a:xfrm flipV="1">
              <a:off x="3339" y="1776"/>
              <a:ext cx="141" cy="51"/>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lstStyle/>
            <a:p>
              <a:pPr eaLnBrk="0" fontAlgn="base" hangingPunct="0">
                <a:spcBef>
                  <a:spcPct val="0"/>
                </a:spcBef>
                <a:spcAft>
                  <a:spcPct val="0"/>
                </a:spcAft>
              </a:pPr>
              <a:endParaRPr lang="en-US" dirty="0">
                <a:solidFill>
                  <a:srgbClr val="000000"/>
                </a:solidFill>
                <a:latin typeface="Arial" charset="0"/>
                <a:ea typeface="ＭＳ Ｐゴシック" charset="0"/>
              </a:endParaRPr>
            </a:p>
          </p:txBody>
        </p:sp>
        <p:sp>
          <p:nvSpPr>
            <p:cNvPr id="414" name="Line 175">
              <a:extLst>
                <a:ext uri="{FF2B5EF4-FFF2-40B4-BE49-F238E27FC236}">
                  <a16:creationId xmlns:a16="http://schemas.microsoft.com/office/drawing/2014/main" id="{8D77D5DF-B71C-D140-B9A7-018DB4E32067}"/>
                </a:ext>
              </a:extLst>
            </p:cNvPr>
            <p:cNvSpPr>
              <a:spLocks noChangeShapeType="1"/>
            </p:cNvSpPr>
            <p:nvPr/>
          </p:nvSpPr>
          <p:spPr bwMode="auto">
            <a:xfrm flipV="1">
              <a:off x="3228" y="1833"/>
              <a:ext cx="102" cy="39"/>
            </a:xfrm>
            <a:prstGeom prst="line">
              <a:avLst/>
            </a:prstGeom>
            <a:noFill/>
            <a:ln w="9525">
              <a:solidFill>
                <a:srgbClr val="000000"/>
              </a:solidFill>
              <a:prstDash val="dash"/>
              <a:round/>
              <a:headEnd/>
              <a:tailEnd/>
            </a:ln>
            <a:extLst>
              <a:ext uri="{909E8E84-426E-40dd-AFC4-6F175D3DCCD1}">
                <a14:hiddenFill xmlns:a14="http://schemas.microsoft.com/office/drawing/2010/main" xmlns="">
                  <a:noFill/>
                </a14:hiddenFill>
              </a:ext>
            </a:extLst>
          </p:spPr>
          <p:txBody>
            <a:bodyPr/>
            <a:lstStyle/>
            <a:p>
              <a:pPr eaLnBrk="0" fontAlgn="base" hangingPunct="0">
                <a:spcBef>
                  <a:spcPct val="0"/>
                </a:spcBef>
                <a:spcAft>
                  <a:spcPct val="0"/>
                </a:spcAft>
              </a:pPr>
              <a:endParaRPr lang="en-US" dirty="0">
                <a:solidFill>
                  <a:srgbClr val="000000"/>
                </a:solidFill>
                <a:latin typeface="Arial" charset="0"/>
                <a:ea typeface="ＭＳ Ｐゴシック" charset="0"/>
              </a:endParaRPr>
            </a:p>
          </p:txBody>
        </p:sp>
      </p:grpSp>
      <p:grpSp>
        <p:nvGrpSpPr>
          <p:cNvPr id="415" name="Group 176">
            <a:extLst>
              <a:ext uri="{FF2B5EF4-FFF2-40B4-BE49-F238E27FC236}">
                <a16:creationId xmlns:a16="http://schemas.microsoft.com/office/drawing/2014/main" id="{9BF7D1D3-B886-864B-9B3F-F3E421F73C9C}"/>
              </a:ext>
            </a:extLst>
          </p:cNvPr>
          <p:cNvGrpSpPr>
            <a:grpSpLocks/>
          </p:cNvGrpSpPr>
          <p:nvPr/>
        </p:nvGrpSpPr>
        <p:grpSpPr bwMode="auto">
          <a:xfrm flipV="1">
            <a:off x="7319682" y="3853142"/>
            <a:ext cx="295275" cy="114300"/>
            <a:chOff x="3228" y="1776"/>
            <a:chExt cx="252" cy="96"/>
          </a:xfrm>
        </p:grpSpPr>
        <p:sp>
          <p:nvSpPr>
            <p:cNvPr id="416" name="Line 177">
              <a:extLst>
                <a:ext uri="{FF2B5EF4-FFF2-40B4-BE49-F238E27FC236}">
                  <a16:creationId xmlns:a16="http://schemas.microsoft.com/office/drawing/2014/main" id="{4250E1AF-18F0-8443-8630-B06C6E212C02}"/>
                </a:ext>
              </a:extLst>
            </p:cNvPr>
            <p:cNvSpPr>
              <a:spLocks noChangeShapeType="1"/>
            </p:cNvSpPr>
            <p:nvPr/>
          </p:nvSpPr>
          <p:spPr bwMode="auto">
            <a:xfrm flipV="1">
              <a:off x="3339" y="1776"/>
              <a:ext cx="141" cy="51"/>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lstStyle/>
            <a:p>
              <a:pPr eaLnBrk="0" fontAlgn="base" hangingPunct="0">
                <a:spcBef>
                  <a:spcPct val="0"/>
                </a:spcBef>
                <a:spcAft>
                  <a:spcPct val="0"/>
                </a:spcAft>
              </a:pPr>
              <a:endParaRPr lang="en-US" dirty="0">
                <a:solidFill>
                  <a:srgbClr val="000000"/>
                </a:solidFill>
                <a:latin typeface="Arial" charset="0"/>
                <a:ea typeface="ＭＳ Ｐゴシック" charset="0"/>
              </a:endParaRPr>
            </a:p>
          </p:txBody>
        </p:sp>
        <p:sp>
          <p:nvSpPr>
            <p:cNvPr id="417" name="Line 178">
              <a:extLst>
                <a:ext uri="{FF2B5EF4-FFF2-40B4-BE49-F238E27FC236}">
                  <a16:creationId xmlns:a16="http://schemas.microsoft.com/office/drawing/2014/main" id="{2F337031-708D-0345-B849-EFBB00027CFB}"/>
                </a:ext>
              </a:extLst>
            </p:cNvPr>
            <p:cNvSpPr>
              <a:spLocks noChangeShapeType="1"/>
            </p:cNvSpPr>
            <p:nvPr/>
          </p:nvSpPr>
          <p:spPr bwMode="auto">
            <a:xfrm flipV="1">
              <a:off x="3228" y="1833"/>
              <a:ext cx="102" cy="39"/>
            </a:xfrm>
            <a:prstGeom prst="line">
              <a:avLst/>
            </a:prstGeom>
            <a:noFill/>
            <a:ln w="9525">
              <a:solidFill>
                <a:srgbClr val="000000"/>
              </a:solidFill>
              <a:prstDash val="dash"/>
              <a:round/>
              <a:headEnd/>
              <a:tailEnd/>
            </a:ln>
            <a:extLst>
              <a:ext uri="{909E8E84-426E-40dd-AFC4-6F175D3DCCD1}">
                <a14:hiddenFill xmlns:a14="http://schemas.microsoft.com/office/drawing/2010/main" xmlns="">
                  <a:noFill/>
                </a14:hiddenFill>
              </a:ext>
            </a:extLst>
          </p:spPr>
          <p:txBody>
            <a:bodyPr/>
            <a:lstStyle/>
            <a:p>
              <a:pPr eaLnBrk="0" fontAlgn="base" hangingPunct="0">
                <a:spcBef>
                  <a:spcPct val="0"/>
                </a:spcBef>
                <a:spcAft>
                  <a:spcPct val="0"/>
                </a:spcAft>
              </a:pPr>
              <a:endParaRPr lang="en-US" dirty="0">
                <a:solidFill>
                  <a:srgbClr val="000000"/>
                </a:solidFill>
                <a:latin typeface="Arial" charset="0"/>
                <a:ea typeface="ＭＳ Ｐゴシック" charset="0"/>
              </a:endParaRPr>
            </a:p>
          </p:txBody>
        </p:sp>
      </p:grpSp>
      <p:grpSp>
        <p:nvGrpSpPr>
          <p:cNvPr id="418" name="Group 179">
            <a:extLst>
              <a:ext uri="{FF2B5EF4-FFF2-40B4-BE49-F238E27FC236}">
                <a16:creationId xmlns:a16="http://schemas.microsoft.com/office/drawing/2014/main" id="{17458F55-A4E9-E343-A909-61C9FE09D648}"/>
              </a:ext>
            </a:extLst>
          </p:cNvPr>
          <p:cNvGrpSpPr>
            <a:grpSpLocks/>
          </p:cNvGrpSpPr>
          <p:nvPr/>
        </p:nvGrpSpPr>
        <p:grpSpPr bwMode="auto">
          <a:xfrm rot="409689" flipH="1" flipV="1">
            <a:off x="7591145" y="3195917"/>
            <a:ext cx="452437" cy="57150"/>
            <a:chOff x="3228" y="1776"/>
            <a:chExt cx="252" cy="96"/>
          </a:xfrm>
        </p:grpSpPr>
        <p:sp>
          <p:nvSpPr>
            <p:cNvPr id="419" name="Line 180">
              <a:extLst>
                <a:ext uri="{FF2B5EF4-FFF2-40B4-BE49-F238E27FC236}">
                  <a16:creationId xmlns:a16="http://schemas.microsoft.com/office/drawing/2014/main" id="{A5F6AD72-9626-8349-ABF3-010251533716}"/>
                </a:ext>
              </a:extLst>
            </p:cNvPr>
            <p:cNvSpPr>
              <a:spLocks noChangeShapeType="1"/>
            </p:cNvSpPr>
            <p:nvPr/>
          </p:nvSpPr>
          <p:spPr bwMode="auto">
            <a:xfrm flipV="1">
              <a:off x="3339" y="1776"/>
              <a:ext cx="141" cy="51"/>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lstStyle/>
            <a:p>
              <a:pPr eaLnBrk="0" fontAlgn="base" hangingPunct="0">
                <a:spcBef>
                  <a:spcPct val="0"/>
                </a:spcBef>
                <a:spcAft>
                  <a:spcPct val="0"/>
                </a:spcAft>
              </a:pPr>
              <a:endParaRPr lang="en-US" dirty="0">
                <a:solidFill>
                  <a:srgbClr val="000000"/>
                </a:solidFill>
                <a:latin typeface="Arial" charset="0"/>
                <a:ea typeface="ＭＳ Ｐゴシック" charset="0"/>
              </a:endParaRPr>
            </a:p>
          </p:txBody>
        </p:sp>
        <p:sp>
          <p:nvSpPr>
            <p:cNvPr id="420" name="Line 181">
              <a:extLst>
                <a:ext uri="{FF2B5EF4-FFF2-40B4-BE49-F238E27FC236}">
                  <a16:creationId xmlns:a16="http://schemas.microsoft.com/office/drawing/2014/main" id="{DEE5409B-29C8-524D-AE34-7C4D42D5F9E1}"/>
                </a:ext>
              </a:extLst>
            </p:cNvPr>
            <p:cNvSpPr>
              <a:spLocks noChangeShapeType="1"/>
            </p:cNvSpPr>
            <p:nvPr/>
          </p:nvSpPr>
          <p:spPr bwMode="auto">
            <a:xfrm flipV="1">
              <a:off x="3228" y="1833"/>
              <a:ext cx="102" cy="39"/>
            </a:xfrm>
            <a:prstGeom prst="line">
              <a:avLst/>
            </a:prstGeom>
            <a:noFill/>
            <a:ln w="9525">
              <a:solidFill>
                <a:srgbClr val="000000"/>
              </a:solidFill>
              <a:prstDash val="dash"/>
              <a:round/>
              <a:headEnd/>
              <a:tailEnd/>
            </a:ln>
            <a:extLst>
              <a:ext uri="{909E8E84-426E-40dd-AFC4-6F175D3DCCD1}">
                <a14:hiddenFill xmlns:a14="http://schemas.microsoft.com/office/drawing/2010/main" xmlns="">
                  <a:noFill/>
                </a14:hiddenFill>
              </a:ext>
            </a:extLst>
          </p:spPr>
          <p:txBody>
            <a:bodyPr/>
            <a:lstStyle/>
            <a:p>
              <a:pPr eaLnBrk="0" fontAlgn="base" hangingPunct="0">
                <a:spcBef>
                  <a:spcPct val="0"/>
                </a:spcBef>
                <a:spcAft>
                  <a:spcPct val="0"/>
                </a:spcAft>
              </a:pPr>
              <a:endParaRPr lang="en-US" dirty="0">
                <a:solidFill>
                  <a:srgbClr val="000000"/>
                </a:solidFill>
                <a:latin typeface="Arial" charset="0"/>
                <a:ea typeface="ＭＳ Ｐゴシック" charset="0"/>
              </a:endParaRPr>
            </a:p>
          </p:txBody>
        </p:sp>
      </p:grpSp>
      <p:grpSp>
        <p:nvGrpSpPr>
          <p:cNvPr id="421" name="Group 182">
            <a:extLst>
              <a:ext uri="{FF2B5EF4-FFF2-40B4-BE49-F238E27FC236}">
                <a16:creationId xmlns:a16="http://schemas.microsoft.com/office/drawing/2014/main" id="{9D12F4D2-1155-9D4D-B6B0-6F1CD5C9D7EC}"/>
              </a:ext>
            </a:extLst>
          </p:cNvPr>
          <p:cNvGrpSpPr>
            <a:grpSpLocks/>
          </p:cNvGrpSpPr>
          <p:nvPr/>
        </p:nvGrpSpPr>
        <p:grpSpPr bwMode="auto">
          <a:xfrm>
            <a:off x="6733895" y="3400705"/>
            <a:ext cx="295275" cy="114300"/>
            <a:chOff x="3228" y="1776"/>
            <a:chExt cx="252" cy="96"/>
          </a:xfrm>
        </p:grpSpPr>
        <p:sp>
          <p:nvSpPr>
            <p:cNvPr id="422" name="Line 183">
              <a:extLst>
                <a:ext uri="{FF2B5EF4-FFF2-40B4-BE49-F238E27FC236}">
                  <a16:creationId xmlns:a16="http://schemas.microsoft.com/office/drawing/2014/main" id="{D1974B22-4265-D74B-B7F0-C9FC82538DC9}"/>
                </a:ext>
              </a:extLst>
            </p:cNvPr>
            <p:cNvSpPr>
              <a:spLocks noChangeShapeType="1"/>
            </p:cNvSpPr>
            <p:nvPr/>
          </p:nvSpPr>
          <p:spPr bwMode="auto">
            <a:xfrm flipV="1">
              <a:off x="3339" y="1776"/>
              <a:ext cx="141" cy="51"/>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lstStyle/>
            <a:p>
              <a:pPr eaLnBrk="0" fontAlgn="base" hangingPunct="0">
                <a:spcBef>
                  <a:spcPct val="0"/>
                </a:spcBef>
                <a:spcAft>
                  <a:spcPct val="0"/>
                </a:spcAft>
              </a:pPr>
              <a:endParaRPr lang="en-US" dirty="0">
                <a:solidFill>
                  <a:srgbClr val="000000"/>
                </a:solidFill>
                <a:latin typeface="Arial" charset="0"/>
                <a:ea typeface="ＭＳ Ｐゴシック" charset="0"/>
              </a:endParaRPr>
            </a:p>
          </p:txBody>
        </p:sp>
        <p:sp>
          <p:nvSpPr>
            <p:cNvPr id="423" name="Line 184">
              <a:extLst>
                <a:ext uri="{FF2B5EF4-FFF2-40B4-BE49-F238E27FC236}">
                  <a16:creationId xmlns:a16="http://schemas.microsoft.com/office/drawing/2014/main" id="{F76668FA-365B-9340-9C68-9DF2CCC88E01}"/>
                </a:ext>
              </a:extLst>
            </p:cNvPr>
            <p:cNvSpPr>
              <a:spLocks noChangeShapeType="1"/>
            </p:cNvSpPr>
            <p:nvPr/>
          </p:nvSpPr>
          <p:spPr bwMode="auto">
            <a:xfrm flipV="1">
              <a:off x="3228" y="1833"/>
              <a:ext cx="102" cy="39"/>
            </a:xfrm>
            <a:prstGeom prst="line">
              <a:avLst/>
            </a:prstGeom>
            <a:noFill/>
            <a:ln w="9525">
              <a:solidFill>
                <a:srgbClr val="000000"/>
              </a:solidFill>
              <a:prstDash val="dash"/>
              <a:round/>
              <a:headEnd/>
              <a:tailEnd/>
            </a:ln>
            <a:extLst>
              <a:ext uri="{909E8E84-426E-40dd-AFC4-6F175D3DCCD1}">
                <a14:hiddenFill xmlns:a14="http://schemas.microsoft.com/office/drawing/2010/main" xmlns="">
                  <a:noFill/>
                </a14:hiddenFill>
              </a:ext>
            </a:extLst>
          </p:spPr>
          <p:txBody>
            <a:bodyPr/>
            <a:lstStyle/>
            <a:p>
              <a:pPr eaLnBrk="0" fontAlgn="base" hangingPunct="0">
                <a:spcBef>
                  <a:spcPct val="0"/>
                </a:spcBef>
                <a:spcAft>
                  <a:spcPct val="0"/>
                </a:spcAft>
              </a:pPr>
              <a:endParaRPr lang="en-US" dirty="0">
                <a:solidFill>
                  <a:srgbClr val="000000"/>
                </a:solidFill>
                <a:latin typeface="Arial" charset="0"/>
                <a:ea typeface="ＭＳ Ｐゴシック" charset="0"/>
              </a:endParaRPr>
            </a:p>
          </p:txBody>
        </p:sp>
      </p:grpSp>
      <p:grpSp>
        <p:nvGrpSpPr>
          <p:cNvPr id="424" name="Group 185">
            <a:extLst>
              <a:ext uri="{FF2B5EF4-FFF2-40B4-BE49-F238E27FC236}">
                <a16:creationId xmlns:a16="http://schemas.microsoft.com/office/drawing/2014/main" id="{93EE81E8-57E8-A74D-A86D-F04EBC783775}"/>
              </a:ext>
            </a:extLst>
          </p:cNvPr>
          <p:cNvGrpSpPr>
            <a:grpSpLocks/>
          </p:cNvGrpSpPr>
          <p:nvPr/>
        </p:nvGrpSpPr>
        <p:grpSpPr bwMode="auto">
          <a:xfrm flipH="1">
            <a:off x="7372070" y="3400705"/>
            <a:ext cx="295275" cy="114300"/>
            <a:chOff x="3228" y="1776"/>
            <a:chExt cx="252" cy="96"/>
          </a:xfrm>
        </p:grpSpPr>
        <p:sp>
          <p:nvSpPr>
            <p:cNvPr id="425" name="Line 186">
              <a:extLst>
                <a:ext uri="{FF2B5EF4-FFF2-40B4-BE49-F238E27FC236}">
                  <a16:creationId xmlns:a16="http://schemas.microsoft.com/office/drawing/2014/main" id="{651EF8CB-186A-BE47-904E-5976B7E8B9A7}"/>
                </a:ext>
              </a:extLst>
            </p:cNvPr>
            <p:cNvSpPr>
              <a:spLocks noChangeShapeType="1"/>
            </p:cNvSpPr>
            <p:nvPr/>
          </p:nvSpPr>
          <p:spPr bwMode="auto">
            <a:xfrm flipV="1">
              <a:off x="3339" y="1776"/>
              <a:ext cx="141" cy="51"/>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lstStyle/>
            <a:p>
              <a:pPr eaLnBrk="0" fontAlgn="base" hangingPunct="0">
                <a:spcBef>
                  <a:spcPct val="0"/>
                </a:spcBef>
                <a:spcAft>
                  <a:spcPct val="0"/>
                </a:spcAft>
              </a:pPr>
              <a:endParaRPr lang="en-US" dirty="0">
                <a:solidFill>
                  <a:srgbClr val="000000"/>
                </a:solidFill>
                <a:latin typeface="Arial" charset="0"/>
                <a:ea typeface="ＭＳ Ｐゴシック" charset="0"/>
              </a:endParaRPr>
            </a:p>
          </p:txBody>
        </p:sp>
        <p:sp>
          <p:nvSpPr>
            <p:cNvPr id="426" name="Line 187">
              <a:extLst>
                <a:ext uri="{FF2B5EF4-FFF2-40B4-BE49-F238E27FC236}">
                  <a16:creationId xmlns:a16="http://schemas.microsoft.com/office/drawing/2014/main" id="{8A988057-1892-544E-BF10-27FD203EFEEB}"/>
                </a:ext>
              </a:extLst>
            </p:cNvPr>
            <p:cNvSpPr>
              <a:spLocks noChangeShapeType="1"/>
            </p:cNvSpPr>
            <p:nvPr/>
          </p:nvSpPr>
          <p:spPr bwMode="auto">
            <a:xfrm flipV="1">
              <a:off x="3228" y="1833"/>
              <a:ext cx="102" cy="39"/>
            </a:xfrm>
            <a:prstGeom prst="line">
              <a:avLst/>
            </a:prstGeom>
            <a:noFill/>
            <a:ln w="9525">
              <a:solidFill>
                <a:srgbClr val="000000"/>
              </a:solidFill>
              <a:prstDash val="dash"/>
              <a:round/>
              <a:headEnd/>
              <a:tailEnd/>
            </a:ln>
            <a:extLst>
              <a:ext uri="{909E8E84-426E-40dd-AFC4-6F175D3DCCD1}">
                <a14:hiddenFill xmlns:a14="http://schemas.microsoft.com/office/drawing/2010/main" xmlns="">
                  <a:noFill/>
                </a14:hiddenFill>
              </a:ext>
            </a:extLst>
          </p:spPr>
          <p:txBody>
            <a:bodyPr/>
            <a:lstStyle/>
            <a:p>
              <a:pPr eaLnBrk="0" fontAlgn="base" hangingPunct="0">
                <a:spcBef>
                  <a:spcPct val="0"/>
                </a:spcBef>
                <a:spcAft>
                  <a:spcPct val="0"/>
                </a:spcAft>
              </a:pPr>
              <a:endParaRPr lang="en-US" dirty="0">
                <a:solidFill>
                  <a:srgbClr val="000000"/>
                </a:solidFill>
                <a:latin typeface="Arial" charset="0"/>
                <a:ea typeface="ＭＳ Ｐゴシック" charset="0"/>
              </a:endParaRPr>
            </a:p>
          </p:txBody>
        </p:sp>
      </p:grpSp>
      <p:grpSp>
        <p:nvGrpSpPr>
          <p:cNvPr id="427" name="Group 188">
            <a:extLst>
              <a:ext uri="{FF2B5EF4-FFF2-40B4-BE49-F238E27FC236}">
                <a16:creationId xmlns:a16="http://schemas.microsoft.com/office/drawing/2014/main" id="{215EB25C-038C-054D-BC89-CF04D9A19EEA}"/>
              </a:ext>
            </a:extLst>
          </p:cNvPr>
          <p:cNvGrpSpPr>
            <a:grpSpLocks/>
          </p:cNvGrpSpPr>
          <p:nvPr/>
        </p:nvGrpSpPr>
        <p:grpSpPr bwMode="auto">
          <a:xfrm>
            <a:off x="5786157" y="5348567"/>
            <a:ext cx="295275" cy="114300"/>
            <a:chOff x="3228" y="1776"/>
            <a:chExt cx="252" cy="96"/>
          </a:xfrm>
        </p:grpSpPr>
        <p:sp>
          <p:nvSpPr>
            <p:cNvPr id="428" name="Line 189">
              <a:extLst>
                <a:ext uri="{FF2B5EF4-FFF2-40B4-BE49-F238E27FC236}">
                  <a16:creationId xmlns:a16="http://schemas.microsoft.com/office/drawing/2014/main" id="{3B82F97E-C192-7342-B085-36B102ECDF31}"/>
                </a:ext>
              </a:extLst>
            </p:cNvPr>
            <p:cNvSpPr>
              <a:spLocks noChangeShapeType="1"/>
            </p:cNvSpPr>
            <p:nvPr/>
          </p:nvSpPr>
          <p:spPr bwMode="auto">
            <a:xfrm flipV="1">
              <a:off x="3339" y="1776"/>
              <a:ext cx="141" cy="51"/>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lstStyle/>
            <a:p>
              <a:pPr eaLnBrk="0" fontAlgn="base" hangingPunct="0">
                <a:spcBef>
                  <a:spcPct val="0"/>
                </a:spcBef>
                <a:spcAft>
                  <a:spcPct val="0"/>
                </a:spcAft>
              </a:pPr>
              <a:endParaRPr lang="en-US" dirty="0">
                <a:solidFill>
                  <a:srgbClr val="000000"/>
                </a:solidFill>
                <a:latin typeface="Arial" charset="0"/>
                <a:ea typeface="ＭＳ Ｐゴシック" charset="0"/>
              </a:endParaRPr>
            </a:p>
          </p:txBody>
        </p:sp>
        <p:sp>
          <p:nvSpPr>
            <p:cNvPr id="429" name="Line 190">
              <a:extLst>
                <a:ext uri="{FF2B5EF4-FFF2-40B4-BE49-F238E27FC236}">
                  <a16:creationId xmlns:a16="http://schemas.microsoft.com/office/drawing/2014/main" id="{9A37EBF3-9533-FD41-808F-6C06099866D1}"/>
                </a:ext>
              </a:extLst>
            </p:cNvPr>
            <p:cNvSpPr>
              <a:spLocks noChangeShapeType="1"/>
            </p:cNvSpPr>
            <p:nvPr/>
          </p:nvSpPr>
          <p:spPr bwMode="auto">
            <a:xfrm flipV="1">
              <a:off x="3228" y="1833"/>
              <a:ext cx="102" cy="39"/>
            </a:xfrm>
            <a:prstGeom prst="line">
              <a:avLst/>
            </a:prstGeom>
            <a:noFill/>
            <a:ln w="9525">
              <a:solidFill>
                <a:srgbClr val="000000"/>
              </a:solidFill>
              <a:prstDash val="dash"/>
              <a:round/>
              <a:headEnd/>
              <a:tailEnd/>
            </a:ln>
            <a:extLst>
              <a:ext uri="{909E8E84-426E-40dd-AFC4-6F175D3DCCD1}">
                <a14:hiddenFill xmlns:a14="http://schemas.microsoft.com/office/drawing/2010/main" xmlns="">
                  <a:noFill/>
                </a14:hiddenFill>
              </a:ext>
            </a:extLst>
          </p:spPr>
          <p:txBody>
            <a:bodyPr/>
            <a:lstStyle/>
            <a:p>
              <a:pPr eaLnBrk="0" fontAlgn="base" hangingPunct="0">
                <a:spcBef>
                  <a:spcPct val="0"/>
                </a:spcBef>
                <a:spcAft>
                  <a:spcPct val="0"/>
                </a:spcAft>
              </a:pPr>
              <a:endParaRPr lang="en-US" dirty="0">
                <a:solidFill>
                  <a:srgbClr val="000000"/>
                </a:solidFill>
                <a:latin typeface="Arial" charset="0"/>
                <a:ea typeface="ＭＳ Ｐゴシック" charset="0"/>
              </a:endParaRPr>
            </a:p>
          </p:txBody>
        </p:sp>
      </p:grpSp>
      <p:grpSp>
        <p:nvGrpSpPr>
          <p:cNvPr id="430" name="Group 191">
            <a:extLst>
              <a:ext uri="{FF2B5EF4-FFF2-40B4-BE49-F238E27FC236}">
                <a16:creationId xmlns:a16="http://schemas.microsoft.com/office/drawing/2014/main" id="{B32F95ED-229D-6648-9BFC-AFD7ABF83F41}"/>
              </a:ext>
            </a:extLst>
          </p:cNvPr>
          <p:cNvGrpSpPr>
            <a:grpSpLocks/>
          </p:cNvGrpSpPr>
          <p:nvPr/>
        </p:nvGrpSpPr>
        <p:grpSpPr bwMode="auto">
          <a:xfrm flipH="1">
            <a:off x="6424332" y="5348567"/>
            <a:ext cx="295275" cy="114300"/>
            <a:chOff x="3228" y="1776"/>
            <a:chExt cx="252" cy="96"/>
          </a:xfrm>
        </p:grpSpPr>
        <p:sp>
          <p:nvSpPr>
            <p:cNvPr id="431" name="Line 192">
              <a:extLst>
                <a:ext uri="{FF2B5EF4-FFF2-40B4-BE49-F238E27FC236}">
                  <a16:creationId xmlns:a16="http://schemas.microsoft.com/office/drawing/2014/main" id="{65E8BC10-05D3-C34C-943F-DDBD70967F30}"/>
                </a:ext>
              </a:extLst>
            </p:cNvPr>
            <p:cNvSpPr>
              <a:spLocks noChangeShapeType="1"/>
            </p:cNvSpPr>
            <p:nvPr/>
          </p:nvSpPr>
          <p:spPr bwMode="auto">
            <a:xfrm flipV="1">
              <a:off x="3339" y="1776"/>
              <a:ext cx="141" cy="51"/>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lstStyle/>
            <a:p>
              <a:pPr eaLnBrk="0" fontAlgn="base" hangingPunct="0">
                <a:spcBef>
                  <a:spcPct val="0"/>
                </a:spcBef>
                <a:spcAft>
                  <a:spcPct val="0"/>
                </a:spcAft>
              </a:pPr>
              <a:endParaRPr lang="en-US" dirty="0">
                <a:solidFill>
                  <a:srgbClr val="000000"/>
                </a:solidFill>
                <a:latin typeface="Arial" charset="0"/>
                <a:ea typeface="ＭＳ Ｐゴシック" charset="0"/>
              </a:endParaRPr>
            </a:p>
          </p:txBody>
        </p:sp>
        <p:sp>
          <p:nvSpPr>
            <p:cNvPr id="432" name="Line 193">
              <a:extLst>
                <a:ext uri="{FF2B5EF4-FFF2-40B4-BE49-F238E27FC236}">
                  <a16:creationId xmlns:a16="http://schemas.microsoft.com/office/drawing/2014/main" id="{F56DE982-F6BE-2E4E-B482-BD554EF993D9}"/>
                </a:ext>
              </a:extLst>
            </p:cNvPr>
            <p:cNvSpPr>
              <a:spLocks noChangeShapeType="1"/>
            </p:cNvSpPr>
            <p:nvPr/>
          </p:nvSpPr>
          <p:spPr bwMode="auto">
            <a:xfrm flipV="1">
              <a:off x="3228" y="1833"/>
              <a:ext cx="102" cy="39"/>
            </a:xfrm>
            <a:prstGeom prst="line">
              <a:avLst/>
            </a:prstGeom>
            <a:noFill/>
            <a:ln w="9525">
              <a:solidFill>
                <a:srgbClr val="000000"/>
              </a:solidFill>
              <a:prstDash val="dash"/>
              <a:round/>
              <a:headEnd/>
              <a:tailEnd/>
            </a:ln>
            <a:extLst>
              <a:ext uri="{909E8E84-426E-40dd-AFC4-6F175D3DCCD1}">
                <a14:hiddenFill xmlns:a14="http://schemas.microsoft.com/office/drawing/2010/main" xmlns="">
                  <a:noFill/>
                </a14:hiddenFill>
              </a:ext>
            </a:extLst>
          </p:spPr>
          <p:txBody>
            <a:bodyPr/>
            <a:lstStyle/>
            <a:p>
              <a:pPr eaLnBrk="0" fontAlgn="base" hangingPunct="0">
                <a:spcBef>
                  <a:spcPct val="0"/>
                </a:spcBef>
                <a:spcAft>
                  <a:spcPct val="0"/>
                </a:spcAft>
              </a:pPr>
              <a:endParaRPr lang="en-US" dirty="0">
                <a:solidFill>
                  <a:srgbClr val="000000"/>
                </a:solidFill>
                <a:latin typeface="Arial" charset="0"/>
                <a:ea typeface="ＭＳ Ｐゴシック" charset="0"/>
              </a:endParaRPr>
            </a:p>
          </p:txBody>
        </p:sp>
      </p:grpSp>
      <p:grpSp>
        <p:nvGrpSpPr>
          <p:cNvPr id="433" name="Group 194">
            <a:extLst>
              <a:ext uri="{FF2B5EF4-FFF2-40B4-BE49-F238E27FC236}">
                <a16:creationId xmlns:a16="http://schemas.microsoft.com/office/drawing/2014/main" id="{B5251DF1-1955-4844-9BEA-E14C7EF19014}"/>
              </a:ext>
            </a:extLst>
          </p:cNvPr>
          <p:cNvGrpSpPr>
            <a:grpSpLocks/>
          </p:cNvGrpSpPr>
          <p:nvPr/>
        </p:nvGrpSpPr>
        <p:grpSpPr bwMode="auto">
          <a:xfrm>
            <a:off x="4019270" y="5705755"/>
            <a:ext cx="295275" cy="114300"/>
            <a:chOff x="3228" y="1776"/>
            <a:chExt cx="252" cy="96"/>
          </a:xfrm>
        </p:grpSpPr>
        <p:sp>
          <p:nvSpPr>
            <p:cNvPr id="434" name="Line 195">
              <a:extLst>
                <a:ext uri="{FF2B5EF4-FFF2-40B4-BE49-F238E27FC236}">
                  <a16:creationId xmlns:a16="http://schemas.microsoft.com/office/drawing/2014/main" id="{5B08B7F4-6EB5-564D-BE13-B4FEB3CBB5F6}"/>
                </a:ext>
              </a:extLst>
            </p:cNvPr>
            <p:cNvSpPr>
              <a:spLocks noChangeShapeType="1"/>
            </p:cNvSpPr>
            <p:nvPr/>
          </p:nvSpPr>
          <p:spPr bwMode="auto">
            <a:xfrm flipV="1">
              <a:off x="3339" y="1776"/>
              <a:ext cx="141" cy="51"/>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lstStyle/>
            <a:p>
              <a:pPr eaLnBrk="0" fontAlgn="base" hangingPunct="0">
                <a:spcBef>
                  <a:spcPct val="0"/>
                </a:spcBef>
                <a:spcAft>
                  <a:spcPct val="0"/>
                </a:spcAft>
              </a:pPr>
              <a:endParaRPr lang="en-US" dirty="0">
                <a:solidFill>
                  <a:srgbClr val="000000"/>
                </a:solidFill>
                <a:latin typeface="Arial" charset="0"/>
                <a:ea typeface="ＭＳ Ｐゴシック" charset="0"/>
              </a:endParaRPr>
            </a:p>
          </p:txBody>
        </p:sp>
        <p:sp>
          <p:nvSpPr>
            <p:cNvPr id="435" name="Line 196">
              <a:extLst>
                <a:ext uri="{FF2B5EF4-FFF2-40B4-BE49-F238E27FC236}">
                  <a16:creationId xmlns:a16="http://schemas.microsoft.com/office/drawing/2014/main" id="{946C2213-325C-E84B-9659-2AFC1000DC35}"/>
                </a:ext>
              </a:extLst>
            </p:cNvPr>
            <p:cNvSpPr>
              <a:spLocks noChangeShapeType="1"/>
            </p:cNvSpPr>
            <p:nvPr/>
          </p:nvSpPr>
          <p:spPr bwMode="auto">
            <a:xfrm flipV="1">
              <a:off x="3228" y="1833"/>
              <a:ext cx="102" cy="39"/>
            </a:xfrm>
            <a:prstGeom prst="line">
              <a:avLst/>
            </a:prstGeom>
            <a:noFill/>
            <a:ln w="9525">
              <a:solidFill>
                <a:srgbClr val="000000"/>
              </a:solidFill>
              <a:prstDash val="dash"/>
              <a:round/>
              <a:headEnd/>
              <a:tailEnd/>
            </a:ln>
            <a:extLst>
              <a:ext uri="{909E8E84-426E-40dd-AFC4-6F175D3DCCD1}">
                <a14:hiddenFill xmlns:a14="http://schemas.microsoft.com/office/drawing/2010/main" xmlns="">
                  <a:noFill/>
                </a14:hiddenFill>
              </a:ext>
            </a:extLst>
          </p:spPr>
          <p:txBody>
            <a:bodyPr/>
            <a:lstStyle/>
            <a:p>
              <a:pPr eaLnBrk="0" fontAlgn="base" hangingPunct="0">
                <a:spcBef>
                  <a:spcPct val="0"/>
                </a:spcBef>
                <a:spcAft>
                  <a:spcPct val="0"/>
                </a:spcAft>
              </a:pPr>
              <a:endParaRPr lang="en-US" dirty="0">
                <a:solidFill>
                  <a:srgbClr val="000000"/>
                </a:solidFill>
                <a:latin typeface="Arial" charset="0"/>
                <a:ea typeface="ＭＳ Ｐゴシック" charset="0"/>
              </a:endParaRPr>
            </a:p>
          </p:txBody>
        </p:sp>
      </p:grpSp>
      <p:grpSp>
        <p:nvGrpSpPr>
          <p:cNvPr id="436" name="Group 197">
            <a:extLst>
              <a:ext uri="{FF2B5EF4-FFF2-40B4-BE49-F238E27FC236}">
                <a16:creationId xmlns:a16="http://schemas.microsoft.com/office/drawing/2014/main" id="{216FE334-0B3A-BB4D-935E-B7579EF70E36}"/>
              </a:ext>
            </a:extLst>
          </p:cNvPr>
          <p:cNvGrpSpPr>
            <a:grpSpLocks/>
          </p:cNvGrpSpPr>
          <p:nvPr/>
        </p:nvGrpSpPr>
        <p:grpSpPr bwMode="auto">
          <a:xfrm flipH="1">
            <a:off x="4657445" y="5705755"/>
            <a:ext cx="295275" cy="114300"/>
            <a:chOff x="3228" y="1776"/>
            <a:chExt cx="252" cy="96"/>
          </a:xfrm>
        </p:grpSpPr>
        <p:sp>
          <p:nvSpPr>
            <p:cNvPr id="437" name="Line 198">
              <a:extLst>
                <a:ext uri="{FF2B5EF4-FFF2-40B4-BE49-F238E27FC236}">
                  <a16:creationId xmlns:a16="http://schemas.microsoft.com/office/drawing/2014/main" id="{5EF8F833-297C-2547-A52E-393B13D3232A}"/>
                </a:ext>
              </a:extLst>
            </p:cNvPr>
            <p:cNvSpPr>
              <a:spLocks noChangeShapeType="1"/>
            </p:cNvSpPr>
            <p:nvPr/>
          </p:nvSpPr>
          <p:spPr bwMode="auto">
            <a:xfrm flipV="1">
              <a:off x="3339" y="1776"/>
              <a:ext cx="141" cy="51"/>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lstStyle/>
            <a:p>
              <a:pPr eaLnBrk="0" fontAlgn="base" hangingPunct="0">
                <a:spcBef>
                  <a:spcPct val="0"/>
                </a:spcBef>
                <a:spcAft>
                  <a:spcPct val="0"/>
                </a:spcAft>
              </a:pPr>
              <a:endParaRPr lang="en-US" dirty="0">
                <a:solidFill>
                  <a:srgbClr val="000000"/>
                </a:solidFill>
                <a:latin typeface="Arial" charset="0"/>
                <a:ea typeface="ＭＳ Ｐゴシック" charset="0"/>
              </a:endParaRPr>
            </a:p>
          </p:txBody>
        </p:sp>
        <p:sp>
          <p:nvSpPr>
            <p:cNvPr id="438" name="Line 199">
              <a:extLst>
                <a:ext uri="{FF2B5EF4-FFF2-40B4-BE49-F238E27FC236}">
                  <a16:creationId xmlns:a16="http://schemas.microsoft.com/office/drawing/2014/main" id="{53D60A8F-075E-9247-822F-ADFF08B9583F}"/>
                </a:ext>
              </a:extLst>
            </p:cNvPr>
            <p:cNvSpPr>
              <a:spLocks noChangeShapeType="1"/>
            </p:cNvSpPr>
            <p:nvPr/>
          </p:nvSpPr>
          <p:spPr bwMode="auto">
            <a:xfrm flipV="1">
              <a:off x="3228" y="1833"/>
              <a:ext cx="102" cy="39"/>
            </a:xfrm>
            <a:prstGeom prst="line">
              <a:avLst/>
            </a:prstGeom>
            <a:noFill/>
            <a:ln w="9525">
              <a:solidFill>
                <a:srgbClr val="000000"/>
              </a:solidFill>
              <a:prstDash val="dash"/>
              <a:round/>
              <a:headEnd/>
              <a:tailEnd/>
            </a:ln>
            <a:extLst>
              <a:ext uri="{909E8E84-426E-40dd-AFC4-6F175D3DCCD1}">
                <a14:hiddenFill xmlns:a14="http://schemas.microsoft.com/office/drawing/2010/main" xmlns="">
                  <a:noFill/>
                </a14:hiddenFill>
              </a:ext>
            </a:extLst>
          </p:spPr>
          <p:txBody>
            <a:bodyPr/>
            <a:lstStyle/>
            <a:p>
              <a:pPr eaLnBrk="0" fontAlgn="base" hangingPunct="0">
                <a:spcBef>
                  <a:spcPct val="0"/>
                </a:spcBef>
                <a:spcAft>
                  <a:spcPct val="0"/>
                </a:spcAft>
              </a:pPr>
              <a:endParaRPr lang="en-US" dirty="0">
                <a:solidFill>
                  <a:srgbClr val="000000"/>
                </a:solidFill>
                <a:latin typeface="Arial" charset="0"/>
                <a:ea typeface="ＭＳ Ｐゴシック" charset="0"/>
              </a:endParaRPr>
            </a:p>
          </p:txBody>
        </p:sp>
      </p:grpSp>
      <p:grpSp>
        <p:nvGrpSpPr>
          <p:cNvPr id="439" name="Group 200">
            <a:extLst>
              <a:ext uri="{FF2B5EF4-FFF2-40B4-BE49-F238E27FC236}">
                <a16:creationId xmlns:a16="http://schemas.microsoft.com/office/drawing/2014/main" id="{6CA836E5-5453-874C-898E-6388424546B7}"/>
              </a:ext>
            </a:extLst>
          </p:cNvPr>
          <p:cNvGrpSpPr>
            <a:grpSpLocks/>
          </p:cNvGrpSpPr>
          <p:nvPr/>
        </p:nvGrpSpPr>
        <p:grpSpPr bwMode="auto">
          <a:xfrm flipH="1" flipV="1">
            <a:off x="4862232" y="5410480"/>
            <a:ext cx="295275" cy="114300"/>
            <a:chOff x="3228" y="1776"/>
            <a:chExt cx="252" cy="96"/>
          </a:xfrm>
        </p:grpSpPr>
        <p:sp>
          <p:nvSpPr>
            <p:cNvPr id="440" name="Line 201">
              <a:extLst>
                <a:ext uri="{FF2B5EF4-FFF2-40B4-BE49-F238E27FC236}">
                  <a16:creationId xmlns:a16="http://schemas.microsoft.com/office/drawing/2014/main" id="{98AC627A-5198-EE48-8EF3-D196EFC392F2}"/>
                </a:ext>
              </a:extLst>
            </p:cNvPr>
            <p:cNvSpPr>
              <a:spLocks noChangeShapeType="1"/>
            </p:cNvSpPr>
            <p:nvPr/>
          </p:nvSpPr>
          <p:spPr bwMode="auto">
            <a:xfrm flipV="1">
              <a:off x="3339" y="1776"/>
              <a:ext cx="141" cy="51"/>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lstStyle/>
            <a:p>
              <a:pPr eaLnBrk="0" fontAlgn="base" hangingPunct="0">
                <a:spcBef>
                  <a:spcPct val="0"/>
                </a:spcBef>
                <a:spcAft>
                  <a:spcPct val="0"/>
                </a:spcAft>
              </a:pPr>
              <a:endParaRPr lang="en-US" dirty="0">
                <a:solidFill>
                  <a:srgbClr val="000000"/>
                </a:solidFill>
                <a:latin typeface="Arial" charset="0"/>
                <a:ea typeface="ＭＳ Ｐゴシック" charset="0"/>
              </a:endParaRPr>
            </a:p>
          </p:txBody>
        </p:sp>
        <p:sp>
          <p:nvSpPr>
            <p:cNvPr id="441" name="Line 202">
              <a:extLst>
                <a:ext uri="{FF2B5EF4-FFF2-40B4-BE49-F238E27FC236}">
                  <a16:creationId xmlns:a16="http://schemas.microsoft.com/office/drawing/2014/main" id="{DB13157A-201E-1441-90AA-E7B6C48D2020}"/>
                </a:ext>
              </a:extLst>
            </p:cNvPr>
            <p:cNvSpPr>
              <a:spLocks noChangeShapeType="1"/>
            </p:cNvSpPr>
            <p:nvPr/>
          </p:nvSpPr>
          <p:spPr bwMode="auto">
            <a:xfrm flipV="1">
              <a:off x="3228" y="1833"/>
              <a:ext cx="102" cy="39"/>
            </a:xfrm>
            <a:prstGeom prst="line">
              <a:avLst/>
            </a:prstGeom>
            <a:noFill/>
            <a:ln w="9525">
              <a:solidFill>
                <a:srgbClr val="000000"/>
              </a:solidFill>
              <a:prstDash val="dash"/>
              <a:round/>
              <a:headEnd/>
              <a:tailEnd/>
            </a:ln>
            <a:extLst>
              <a:ext uri="{909E8E84-426E-40dd-AFC4-6F175D3DCCD1}">
                <a14:hiddenFill xmlns:a14="http://schemas.microsoft.com/office/drawing/2010/main" xmlns="">
                  <a:noFill/>
                </a14:hiddenFill>
              </a:ext>
            </a:extLst>
          </p:spPr>
          <p:txBody>
            <a:bodyPr/>
            <a:lstStyle/>
            <a:p>
              <a:pPr eaLnBrk="0" fontAlgn="base" hangingPunct="0">
                <a:spcBef>
                  <a:spcPct val="0"/>
                </a:spcBef>
                <a:spcAft>
                  <a:spcPct val="0"/>
                </a:spcAft>
              </a:pPr>
              <a:endParaRPr lang="en-US" dirty="0">
                <a:solidFill>
                  <a:srgbClr val="000000"/>
                </a:solidFill>
                <a:latin typeface="Arial" charset="0"/>
                <a:ea typeface="ＭＳ Ｐゴシック" charset="0"/>
              </a:endParaRPr>
            </a:p>
          </p:txBody>
        </p:sp>
      </p:grpSp>
      <p:sp>
        <p:nvSpPr>
          <p:cNvPr id="442" name="Text Box 34">
            <a:extLst>
              <a:ext uri="{FF2B5EF4-FFF2-40B4-BE49-F238E27FC236}">
                <a16:creationId xmlns:a16="http://schemas.microsoft.com/office/drawing/2014/main" id="{9910609B-BB13-F84A-BC05-D467BC0661C9}"/>
              </a:ext>
            </a:extLst>
          </p:cNvPr>
          <p:cNvSpPr txBox="1">
            <a:spLocks noChangeArrowheads="1"/>
          </p:cNvSpPr>
          <p:nvPr/>
        </p:nvSpPr>
        <p:spPr bwMode="auto">
          <a:xfrm>
            <a:off x="881342" y="3666845"/>
            <a:ext cx="1595438" cy="5810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pPr fontAlgn="base">
              <a:spcBef>
                <a:spcPct val="0"/>
              </a:spcBef>
              <a:spcAft>
                <a:spcPct val="0"/>
              </a:spcAft>
            </a:pPr>
            <a:r>
              <a:rPr lang="en-US" sz="1600" i="0" dirty="0">
                <a:solidFill>
                  <a:srgbClr val="000000"/>
                </a:solidFill>
                <a:latin typeface="Arial" charset="0"/>
              </a:rPr>
              <a:t>school network </a:t>
            </a:r>
          </a:p>
          <a:p>
            <a:pPr fontAlgn="base">
              <a:spcBef>
                <a:spcPct val="0"/>
              </a:spcBef>
              <a:spcAft>
                <a:spcPct val="0"/>
              </a:spcAft>
            </a:pPr>
            <a:r>
              <a:rPr lang="en-US" sz="1600" i="0" dirty="0">
                <a:solidFill>
                  <a:srgbClr val="000000"/>
                </a:solidFill>
                <a:latin typeface="Arial" charset="0"/>
              </a:rPr>
              <a:t>68.80.2.0/24</a:t>
            </a:r>
          </a:p>
        </p:txBody>
      </p:sp>
      <p:grpSp>
        <p:nvGrpSpPr>
          <p:cNvPr id="445" name="Group 405">
            <a:extLst>
              <a:ext uri="{FF2B5EF4-FFF2-40B4-BE49-F238E27FC236}">
                <a16:creationId xmlns:a16="http://schemas.microsoft.com/office/drawing/2014/main" id="{7ADC43EB-565B-D74B-B4AD-8DAAC293AFE6}"/>
              </a:ext>
            </a:extLst>
          </p:cNvPr>
          <p:cNvGrpSpPr>
            <a:grpSpLocks/>
          </p:cNvGrpSpPr>
          <p:nvPr/>
        </p:nvGrpSpPr>
        <p:grpSpPr bwMode="auto">
          <a:xfrm>
            <a:off x="849686" y="1873155"/>
            <a:ext cx="1473201" cy="1119188"/>
            <a:chOff x="135" y="833"/>
            <a:chExt cx="928" cy="705"/>
          </a:xfrm>
        </p:grpSpPr>
        <p:grpSp>
          <p:nvGrpSpPr>
            <p:cNvPr id="446" name="Group 400">
              <a:extLst>
                <a:ext uri="{FF2B5EF4-FFF2-40B4-BE49-F238E27FC236}">
                  <a16:creationId xmlns:a16="http://schemas.microsoft.com/office/drawing/2014/main" id="{C938F6AC-3134-154F-9613-9F35FFB58DDA}"/>
                </a:ext>
              </a:extLst>
            </p:cNvPr>
            <p:cNvGrpSpPr>
              <a:grpSpLocks/>
            </p:cNvGrpSpPr>
            <p:nvPr/>
          </p:nvGrpSpPr>
          <p:grpSpPr bwMode="auto">
            <a:xfrm>
              <a:off x="135" y="833"/>
              <a:ext cx="928" cy="705"/>
              <a:chOff x="135" y="833"/>
              <a:chExt cx="928" cy="705"/>
            </a:xfrm>
          </p:grpSpPr>
          <p:sp>
            <p:nvSpPr>
              <p:cNvPr id="448" name="Freeform 398">
                <a:extLst>
                  <a:ext uri="{FF2B5EF4-FFF2-40B4-BE49-F238E27FC236}">
                    <a16:creationId xmlns:a16="http://schemas.microsoft.com/office/drawing/2014/main" id="{C179A28F-2595-1D4A-A69C-95773C4D6233}"/>
                  </a:ext>
                </a:extLst>
              </p:cNvPr>
              <p:cNvSpPr>
                <a:spLocks/>
              </p:cNvSpPr>
              <p:nvPr/>
            </p:nvSpPr>
            <p:spPr bwMode="auto">
              <a:xfrm>
                <a:off x="135" y="836"/>
                <a:ext cx="928" cy="702"/>
              </a:xfrm>
              <a:custGeom>
                <a:avLst/>
                <a:gdLst>
                  <a:gd name="T0" fmla="*/ 861 w 861"/>
                  <a:gd name="T1" fmla="*/ 772 h 772"/>
                  <a:gd name="T2" fmla="*/ 0 w 861"/>
                  <a:gd name="T3" fmla="*/ 557 h 772"/>
                  <a:gd name="T4" fmla="*/ 532 w 861"/>
                  <a:gd name="T5" fmla="*/ 405 h 772"/>
                  <a:gd name="T6" fmla="*/ 652 w 861"/>
                  <a:gd name="T7" fmla="*/ 0 h 772"/>
                  <a:gd name="T8" fmla="*/ 861 w 861"/>
                  <a:gd name="T9" fmla="*/ 772 h 772"/>
                  <a:gd name="T10" fmla="*/ 0 60000 65536"/>
                  <a:gd name="T11" fmla="*/ 0 60000 65536"/>
                  <a:gd name="T12" fmla="*/ 0 60000 65536"/>
                  <a:gd name="T13" fmla="*/ 0 60000 65536"/>
                  <a:gd name="T14" fmla="*/ 0 60000 65536"/>
                  <a:gd name="connsiteX0" fmla="*/ 10000 w 10000"/>
                  <a:gd name="connsiteY0" fmla="*/ 10000 h 10000"/>
                  <a:gd name="connsiteX1" fmla="*/ 0 w 10000"/>
                  <a:gd name="connsiteY1" fmla="*/ 7215 h 10000"/>
                  <a:gd name="connsiteX2" fmla="*/ 6179 w 10000"/>
                  <a:gd name="connsiteY2" fmla="*/ 5246 h 10000"/>
                  <a:gd name="connsiteX3" fmla="*/ 7573 w 10000"/>
                  <a:gd name="connsiteY3" fmla="*/ 0 h 10000"/>
                  <a:gd name="connsiteX4" fmla="*/ 9561 w 10000"/>
                  <a:gd name="connsiteY4" fmla="*/ 7933 h 10000"/>
                  <a:gd name="connsiteX5" fmla="*/ 10000 w 10000"/>
                  <a:gd name="connsiteY5" fmla="*/ 10000 h 10000"/>
                  <a:gd name="connsiteX0" fmla="*/ 10000 w 10180"/>
                  <a:gd name="connsiteY0" fmla="*/ 10000 h 10000"/>
                  <a:gd name="connsiteX1" fmla="*/ 0 w 10180"/>
                  <a:gd name="connsiteY1" fmla="*/ 7215 h 10000"/>
                  <a:gd name="connsiteX2" fmla="*/ 6179 w 10180"/>
                  <a:gd name="connsiteY2" fmla="*/ 5246 h 10000"/>
                  <a:gd name="connsiteX3" fmla="*/ 7573 w 10180"/>
                  <a:gd name="connsiteY3" fmla="*/ 0 h 10000"/>
                  <a:gd name="connsiteX4" fmla="*/ 10151 w 10180"/>
                  <a:gd name="connsiteY4" fmla="*/ 8116 h 10000"/>
                  <a:gd name="connsiteX5" fmla="*/ 10000 w 10180"/>
                  <a:gd name="connsiteY5" fmla="*/ 10000 h 10000"/>
                  <a:gd name="connsiteX0" fmla="*/ 9573 w 10167"/>
                  <a:gd name="connsiteY0" fmla="*/ 10658 h 10658"/>
                  <a:gd name="connsiteX1" fmla="*/ 0 w 10167"/>
                  <a:gd name="connsiteY1" fmla="*/ 7215 h 10658"/>
                  <a:gd name="connsiteX2" fmla="*/ 6179 w 10167"/>
                  <a:gd name="connsiteY2" fmla="*/ 5246 h 10658"/>
                  <a:gd name="connsiteX3" fmla="*/ 7573 w 10167"/>
                  <a:gd name="connsiteY3" fmla="*/ 0 h 10658"/>
                  <a:gd name="connsiteX4" fmla="*/ 10151 w 10167"/>
                  <a:gd name="connsiteY4" fmla="*/ 8116 h 10658"/>
                  <a:gd name="connsiteX5" fmla="*/ 9573 w 10167"/>
                  <a:gd name="connsiteY5" fmla="*/ 10658 h 10658"/>
                  <a:gd name="connsiteX0" fmla="*/ 9573 w 10167"/>
                  <a:gd name="connsiteY0" fmla="*/ 10658 h 10658"/>
                  <a:gd name="connsiteX1" fmla="*/ 0 w 10167"/>
                  <a:gd name="connsiteY1" fmla="*/ 7215 h 10658"/>
                  <a:gd name="connsiteX2" fmla="*/ 7688 w 10167"/>
                  <a:gd name="connsiteY2" fmla="*/ 7111 h 10658"/>
                  <a:gd name="connsiteX3" fmla="*/ 7573 w 10167"/>
                  <a:gd name="connsiteY3" fmla="*/ 0 h 10658"/>
                  <a:gd name="connsiteX4" fmla="*/ 10151 w 10167"/>
                  <a:gd name="connsiteY4" fmla="*/ 8116 h 10658"/>
                  <a:gd name="connsiteX5" fmla="*/ 9573 w 10167"/>
                  <a:gd name="connsiteY5" fmla="*/ 10658 h 10658"/>
                  <a:gd name="connsiteX0" fmla="*/ 10065 w 10659"/>
                  <a:gd name="connsiteY0" fmla="*/ 10658 h 10658"/>
                  <a:gd name="connsiteX1" fmla="*/ 0 w 10659"/>
                  <a:gd name="connsiteY1" fmla="*/ 7178 h 10658"/>
                  <a:gd name="connsiteX2" fmla="*/ 8180 w 10659"/>
                  <a:gd name="connsiteY2" fmla="*/ 7111 h 10658"/>
                  <a:gd name="connsiteX3" fmla="*/ 8065 w 10659"/>
                  <a:gd name="connsiteY3" fmla="*/ 0 h 10658"/>
                  <a:gd name="connsiteX4" fmla="*/ 10643 w 10659"/>
                  <a:gd name="connsiteY4" fmla="*/ 8116 h 10658"/>
                  <a:gd name="connsiteX5" fmla="*/ 10065 w 10659"/>
                  <a:gd name="connsiteY5" fmla="*/ 10658 h 10658"/>
                  <a:gd name="connsiteX0" fmla="*/ 10065 w 10659"/>
                  <a:gd name="connsiteY0" fmla="*/ 10658 h 10658"/>
                  <a:gd name="connsiteX1" fmla="*/ 0 w 10659"/>
                  <a:gd name="connsiteY1" fmla="*/ 7178 h 10658"/>
                  <a:gd name="connsiteX2" fmla="*/ 8180 w 10659"/>
                  <a:gd name="connsiteY2" fmla="*/ 7111 h 10658"/>
                  <a:gd name="connsiteX3" fmla="*/ 8065 w 10659"/>
                  <a:gd name="connsiteY3" fmla="*/ 0 h 10658"/>
                  <a:gd name="connsiteX4" fmla="*/ 10643 w 10659"/>
                  <a:gd name="connsiteY4" fmla="*/ 8116 h 10658"/>
                  <a:gd name="connsiteX5" fmla="*/ 10065 w 10659"/>
                  <a:gd name="connsiteY5" fmla="*/ 10658 h 10658"/>
                  <a:gd name="connsiteX0" fmla="*/ 10065 w 10659"/>
                  <a:gd name="connsiteY0" fmla="*/ 10658 h 10658"/>
                  <a:gd name="connsiteX1" fmla="*/ 0 w 10659"/>
                  <a:gd name="connsiteY1" fmla="*/ 7178 h 10658"/>
                  <a:gd name="connsiteX2" fmla="*/ 8180 w 10659"/>
                  <a:gd name="connsiteY2" fmla="*/ 7111 h 10658"/>
                  <a:gd name="connsiteX3" fmla="*/ 8065 w 10659"/>
                  <a:gd name="connsiteY3" fmla="*/ 0 h 10658"/>
                  <a:gd name="connsiteX4" fmla="*/ 10643 w 10659"/>
                  <a:gd name="connsiteY4" fmla="*/ 8116 h 10658"/>
                  <a:gd name="connsiteX5" fmla="*/ 10065 w 10659"/>
                  <a:gd name="connsiteY5" fmla="*/ 10658 h 10658"/>
                  <a:gd name="connsiteX0" fmla="*/ 10065 w 10659"/>
                  <a:gd name="connsiteY0" fmla="*/ 10658 h 10658"/>
                  <a:gd name="connsiteX1" fmla="*/ 0 w 10659"/>
                  <a:gd name="connsiteY1" fmla="*/ 7178 h 10658"/>
                  <a:gd name="connsiteX2" fmla="*/ 8180 w 10659"/>
                  <a:gd name="connsiteY2" fmla="*/ 7111 h 10658"/>
                  <a:gd name="connsiteX3" fmla="*/ 8065 w 10659"/>
                  <a:gd name="connsiteY3" fmla="*/ 0 h 10658"/>
                  <a:gd name="connsiteX4" fmla="*/ 10643 w 10659"/>
                  <a:gd name="connsiteY4" fmla="*/ 8116 h 10658"/>
                  <a:gd name="connsiteX5" fmla="*/ 10065 w 10659"/>
                  <a:gd name="connsiteY5" fmla="*/ 10658 h 10658"/>
                  <a:gd name="connsiteX0" fmla="*/ 10065 w 10788"/>
                  <a:gd name="connsiteY0" fmla="*/ 10658 h 10658"/>
                  <a:gd name="connsiteX1" fmla="*/ 0 w 10788"/>
                  <a:gd name="connsiteY1" fmla="*/ 7178 h 10658"/>
                  <a:gd name="connsiteX2" fmla="*/ 8180 w 10788"/>
                  <a:gd name="connsiteY2" fmla="*/ 7111 h 10658"/>
                  <a:gd name="connsiteX3" fmla="*/ 8065 w 10788"/>
                  <a:gd name="connsiteY3" fmla="*/ 0 h 10658"/>
                  <a:gd name="connsiteX4" fmla="*/ 10774 w 10788"/>
                  <a:gd name="connsiteY4" fmla="*/ 8153 h 10658"/>
                  <a:gd name="connsiteX5" fmla="*/ 10065 w 10788"/>
                  <a:gd name="connsiteY5" fmla="*/ 10658 h 10658"/>
                  <a:gd name="connsiteX0" fmla="*/ 10065 w 10788"/>
                  <a:gd name="connsiteY0" fmla="*/ 10658 h 10658"/>
                  <a:gd name="connsiteX1" fmla="*/ 0 w 10788"/>
                  <a:gd name="connsiteY1" fmla="*/ 7178 h 10658"/>
                  <a:gd name="connsiteX2" fmla="*/ 8180 w 10788"/>
                  <a:gd name="connsiteY2" fmla="*/ 7111 h 10658"/>
                  <a:gd name="connsiteX3" fmla="*/ 8065 w 10788"/>
                  <a:gd name="connsiteY3" fmla="*/ 0 h 10658"/>
                  <a:gd name="connsiteX4" fmla="*/ 10774 w 10788"/>
                  <a:gd name="connsiteY4" fmla="*/ 8153 h 10658"/>
                  <a:gd name="connsiteX5" fmla="*/ 10065 w 10788"/>
                  <a:gd name="connsiteY5" fmla="*/ 10658 h 10658"/>
                  <a:gd name="connsiteX0" fmla="*/ 10065 w 10788"/>
                  <a:gd name="connsiteY0" fmla="*/ 9086 h 9086"/>
                  <a:gd name="connsiteX1" fmla="*/ 0 w 10788"/>
                  <a:gd name="connsiteY1" fmla="*/ 5606 h 9086"/>
                  <a:gd name="connsiteX2" fmla="*/ 8180 w 10788"/>
                  <a:gd name="connsiteY2" fmla="*/ 5539 h 9086"/>
                  <a:gd name="connsiteX3" fmla="*/ 8196 w 10788"/>
                  <a:gd name="connsiteY3" fmla="*/ 0 h 9086"/>
                  <a:gd name="connsiteX4" fmla="*/ 10774 w 10788"/>
                  <a:gd name="connsiteY4" fmla="*/ 6581 h 9086"/>
                  <a:gd name="connsiteX5" fmla="*/ 10065 w 10788"/>
                  <a:gd name="connsiteY5" fmla="*/ 9086 h 9086"/>
                  <a:gd name="connsiteX0" fmla="*/ 9330 w 10000"/>
                  <a:gd name="connsiteY0" fmla="*/ 10000 h 10000"/>
                  <a:gd name="connsiteX1" fmla="*/ 0 w 10000"/>
                  <a:gd name="connsiteY1" fmla="*/ 6170 h 10000"/>
                  <a:gd name="connsiteX2" fmla="*/ 7582 w 10000"/>
                  <a:gd name="connsiteY2" fmla="*/ 6096 h 10000"/>
                  <a:gd name="connsiteX3" fmla="*/ 7597 w 10000"/>
                  <a:gd name="connsiteY3" fmla="*/ 0 h 10000"/>
                  <a:gd name="connsiteX4" fmla="*/ 9987 w 10000"/>
                  <a:gd name="connsiteY4" fmla="*/ 7243 h 10000"/>
                  <a:gd name="connsiteX5" fmla="*/ 9330 w 10000"/>
                  <a:gd name="connsiteY5" fmla="*/ 1000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0" h="10000">
                    <a:moveTo>
                      <a:pt x="9330" y="10000"/>
                    </a:moveTo>
                    <a:cubicBezTo>
                      <a:pt x="6768" y="8563"/>
                      <a:pt x="6152" y="7769"/>
                      <a:pt x="0" y="6170"/>
                    </a:cubicBezTo>
                    <a:lnTo>
                      <a:pt x="7582" y="6096"/>
                    </a:lnTo>
                    <a:cubicBezTo>
                      <a:pt x="7547" y="3488"/>
                      <a:pt x="7633" y="2608"/>
                      <a:pt x="7597" y="0"/>
                    </a:cubicBezTo>
                    <a:cubicBezTo>
                      <a:pt x="8698" y="5472"/>
                      <a:pt x="8887" y="5795"/>
                      <a:pt x="9987" y="7243"/>
                    </a:cubicBezTo>
                    <a:cubicBezTo>
                      <a:pt x="10122" y="8001"/>
                      <a:pt x="9194" y="9242"/>
                      <a:pt x="9330" y="10000"/>
                    </a:cubicBezTo>
                    <a:close/>
                  </a:path>
                </a:pathLst>
              </a:custGeom>
              <a:gradFill rotWithShape="1">
                <a:gsLst>
                  <a:gs pos="0">
                    <a:srgbClr val="FFFFFF"/>
                  </a:gs>
                  <a:gs pos="100000">
                    <a:schemeClr val="bg1">
                      <a:lumMod val="75000"/>
                    </a:schemeClr>
                  </a:gs>
                </a:gsLst>
                <a:lin ang="12900000" scaled="0"/>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nvGrpSpPr>
              <p:cNvPr id="449" name="Group 392">
                <a:extLst>
                  <a:ext uri="{FF2B5EF4-FFF2-40B4-BE49-F238E27FC236}">
                    <a16:creationId xmlns:a16="http://schemas.microsoft.com/office/drawing/2014/main" id="{83AD51F0-9101-A543-80D3-A9F7AF82FFF0}"/>
                  </a:ext>
                </a:extLst>
              </p:cNvPr>
              <p:cNvGrpSpPr>
                <a:grpSpLocks/>
              </p:cNvGrpSpPr>
              <p:nvPr/>
            </p:nvGrpSpPr>
            <p:grpSpPr bwMode="auto">
              <a:xfrm>
                <a:off x="148" y="840"/>
                <a:ext cx="694" cy="432"/>
                <a:chOff x="2579" y="1533"/>
                <a:chExt cx="1078" cy="507"/>
              </a:xfrm>
            </p:grpSpPr>
            <p:pic>
              <p:nvPicPr>
                <p:cNvPr id="451" name="Picture 393">
                  <a:extLst>
                    <a:ext uri="{FF2B5EF4-FFF2-40B4-BE49-F238E27FC236}">
                      <a16:creationId xmlns:a16="http://schemas.microsoft.com/office/drawing/2014/main" id="{1BCDC5B2-F988-9143-89C7-9C8B60430D4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79" y="1533"/>
                  <a:ext cx="1078" cy="50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sp>
              <p:nvSpPr>
                <p:cNvPr id="452" name="Rectangle 394">
                  <a:extLst>
                    <a:ext uri="{FF2B5EF4-FFF2-40B4-BE49-F238E27FC236}">
                      <a16:creationId xmlns:a16="http://schemas.microsoft.com/office/drawing/2014/main" id="{901E2284-7277-BA40-BA42-E36F213101D4}"/>
                    </a:ext>
                  </a:extLst>
                </p:cNvPr>
                <p:cNvSpPr>
                  <a:spLocks noChangeArrowheads="1"/>
                </p:cNvSpPr>
                <p:nvPr/>
              </p:nvSpPr>
              <p:spPr bwMode="auto">
                <a:xfrm>
                  <a:off x="2633" y="1580"/>
                  <a:ext cx="957" cy="416"/>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sp>
            <p:nvSpPr>
              <p:cNvPr id="450" name="Rectangle 399">
                <a:extLst>
                  <a:ext uri="{FF2B5EF4-FFF2-40B4-BE49-F238E27FC236}">
                    <a16:creationId xmlns:a16="http://schemas.microsoft.com/office/drawing/2014/main" id="{6C65E453-463D-E84E-A45A-FC0C58E3D924}"/>
                  </a:ext>
                </a:extLst>
              </p:cNvPr>
              <p:cNvSpPr>
                <a:spLocks noChangeArrowheads="1"/>
              </p:cNvSpPr>
              <p:nvPr/>
            </p:nvSpPr>
            <p:spPr bwMode="auto">
              <a:xfrm>
                <a:off x="146" y="833"/>
                <a:ext cx="696" cy="439"/>
              </a:xfrm>
              <a:prstGeom prst="rect">
                <a:avLst/>
              </a:prstGeom>
              <a:noFill/>
              <a:ln w="19050">
                <a:solidFill>
                  <a:schemeClr val="tx1"/>
                </a:solidFill>
                <a:miter lim="800000"/>
                <a:headEnd/>
                <a:tailEnd/>
              </a:ln>
              <a:effectLst>
                <a:outerShdw blurRad="50800" dist="38100" dir="18900000" algn="bl" rotWithShape="0">
                  <a:prstClr val="black">
                    <a:alpha val="40000"/>
                  </a:prstClr>
                </a:outerShdw>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sp>
          <p:nvSpPr>
            <p:cNvPr id="447" name="Text Box 402">
              <a:extLst>
                <a:ext uri="{FF2B5EF4-FFF2-40B4-BE49-F238E27FC236}">
                  <a16:creationId xmlns:a16="http://schemas.microsoft.com/office/drawing/2014/main" id="{3C4B58BF-EC83-3448-9336-11CAA5654DEF}"/>
                </a:ext>
              </a:extLst>
            </p:cNvPr>
            <p:cNvSpPr txBox="1">
              <a:spLocks noChangeArrowheads="1"/>
            </p:cNvSpPr>
            <p:nvPr/>
          </p:nvSpPr>
          <p:spPr bwMode="auto">
            <a:xfrm>
              <a:off x="233" y="938"/>
              <a:ext cx="513"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C00000"/>
                  </a:solidFill>
                  <a:effectLst/>
                  <a:uLnTx/>
                  <a:uFillTx/>
                  <a:latin typeface="+mn-lt"/>
                  <a:ea typeface="ＭＳ Ｐゴシック" charset="0"/>
                </a:rPr>
                <a:t>browser</a:t>
              </a:r>
            </a:p>
          </p:txBody>
        </p:sp>
      </p:grpSp>
      <p:grpSp>
        <p:nvGrpSpPr>
          <p:cNvPr id="514" name="Group 248">
            <a:extLst>
              <a:ext uri="{FF2B5EF4-FFF2-40B4-BE49-F238E27FC236}">
                <a16:creationId xmlns:a16="http://schemas.microsoft.com/office/drawing/2014/main" id="{91C14C6F-2EE6-3240-8AAA-3947FAB43848}"/>
              </a:ext>
            </a:extLst>
          </p:cNvPr>
          <p:cNvGrpSpPr>
            <a:grpSpLocks/>
          </p:cNvGrpSpPr>
          <p:nvPr/>
        </p:nvGrpSpPr>
        <p:grpSpPr bwMode="auto">
          <a:xfrm>
            <a:off x="7299045" y="2164042"/>
            <a:ext cx="358775" cy="623888"/>
            <a:chOff x="4140" y="429"/>
            <a:chExt cx="1425" cy="2396"/>
          </a:xfrm>
        </p:grpSpPr>
        <p:sp>
          <p:nvSpPr>
            <p:cNvPr id="515" name="Freeform 148">
              <a:extLst>
                <a:ext uri="{FF2B5EF4-FFF2-40B4-BE49-F238E27FC236}">
                  <a16:creationId xmlns:a16="http://schemas.microsoft.com/office/drawing/2014/main" id="{FC56F9D5-F006-AE4F-BA67-7D1F703E6D2A}"/>
                </a:ext>
              </a:extLst>
            </p:cNvPr>
            <p:cNvSpPr>
              <a:spLocks/>
            </p:cNvSpPr>
            <p:nvPr/>
          </p:nvSpPr>
          <p:spPr bwMode="auto">
            <a:xfrm>
              <a:off x="5268" y="433"/>
              <a:ext cx="283" cy="2286"/>
            </a:xfrm>
            <a:custGeom>
              <a:avLst/>
              <a:gdLst>
                <a:gd name="T0" fmla="*/ 21 w 354"/>
                <a:gd name="T1" fmla="*/ 0 h 2742"/>
                <a:gd name="T2" fmla="*/ 116 w 354"/>
                <a:gd name="T3" fmla="*/ 137 h 2742"/>
                <a:gd name="T4" fmla="*/ 114 w 354"/>
                <a:gd name="T5" fmla="*/ 1057 h 2742"/>
                <a:gd name="T6" fmla="*/ 0 w 354"/>
                <a:gd name="T7" fmla="*/ 1105 h 2742"/>
                <a:gd name="T8" fmla="*/ 21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516" name="Rectangle 149">
              <a:extLst>
                <a:ext uri="{FF2B5EF4-FFF2-40B4-BE49-F238E27FC236}">
                  <a16:creationId xmlns:a16="http://schemas.microsoft.com/office/drawing/2014/main" id="{8E14C426-4828-3846-9E1A-A00801760CCC}"/>
                </a:ext>
              </a:extLst>
            </p:cNvPr>
            <p:cNvSpPr>
              <a:spLocks noChangeArrowheads="1"/>
            </p:cNvSpPr>
            <p:nvPr/>
          </p:nvSpPr>
          <p:spPr bwMode="auto">
            <a:xfrm>
              <a:off x="4203" y="429"/>
              <a:ext cx="1053" cy="2286"/>
            </a:xfrm>
            <a:prstGeom prst="rect">
              <a:avLst/>
            </a:pr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517" name="Freeform 150">
              <a:extLst>
                <a:ext uri="{FF2B5EF4-FFF2-40B4-BE49-F238E27FC236}">
                  <a16:creationId xmlns:a16="http://schemas.microsoft.com/office/drawing/2014/main" id="{990610A6-3D92-C54C-95B3-9B1B16EE688D}"/>
                </a:ext>
              </a:extLst>
            </p:cNvPr>
            <p:cNvSpPr>
              <a:spLocks/>
            </p:cNvSpPr>
            <p:nvPr/>
          </p:nvSpPr>
          <p:spPr bwMode="auto">
            <a:xfrm>
              <a:off x="5321" y="570"/>
              <a:ext cx="169" cy="2115"/>
            </a:xfrm>
            <a:custGeom>
              <a:avLst/>
              <a:gdLst>
                <a:gd name="T0" fmla="*/ 2 w 211"/>
                <a:gd name="T1" fmla="*/ 0 h 2537"/>
                <a:gd name="T2" fmla="*/ 70 w 211"/>
                <a:gd name="T3" fmla="*/ 88 h 2537"/>
                <a:gd name="T4" fmla="*/ 2 w 211"/>
                <a:gd name="T5" fmla="*/ 1007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518" name="Freeform 151">
              <a:extLst>
                <a:ext uri="{FF2B5EF4-FFF2-40B4-BE49-F238E27FC236}">
                  <a16:creationId xmlns:a16="http://schemas.microsoft.com/office/drawing/2014/main" id="{C6D5BA6D-F609-0B41-9849-C02719D4F8CA}"/>
                </a:ext>
              </a:extLst>
            </p:cNvPr>
            <p:cNvSpPr>
              <a:spLocks/>
            </p:cNvSpPr>
            <p:nvPr/>
          </p:nvSpPr>
          <p:spPr bwMode="auto">
            <a:xfrm>
              <a:off x="5284" y="1640"/>
              <a:ext cx="263" cy="189"/>
            </a:xfrm>
            <a:custGeom>
              <a:avLst/>
              <a:gdLst>
                <a:gd name="T0" fmla="*/ 2 w 328"/>
                <a:gd name="T1" fmla="*/ 0 h 226"/>
                <a:gd name="T2" fmla="*/ 109 w 328"/>
                <a:gd name="T3" fmla="*/ 52 h 226"/>
                <a:gd name="T4" fmla="*/ 108 w 328"/>
                <a:gd name="T5" fmla="*/ 92 h 226"/>
                <a:gd name="T6" fmla="*/ 0 w 328"/>
                <a:gd name="T7" fmla="*/ 41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519" name="Rectangle 152">
              <a:extLst>
                <a:ext uri="{FF2B5EF4-FFF2-40B4-BE49-F238E27FC236}">
                  <a16:creationId xmlns:a16="http://schemas.microsoft.com/office/drawing/2014/main" id="{AD421E89-6D59-A94B-BAB4-497A316D0C19}"/>
                </a:ext>
              </a:extLst>
            </p:cNvPr>
            <p:cNvSpPr>
              <a:spLocks noChangeArrowheads="1"/>
            </p:cNvSpPr>
            <p:nvPr/>
          </p:nvSpPr>
          <p:spPr bwMode="auto">
            <a:xfrm>
              <a:off x="4209" y="691"/>
              <a:ext cx="599"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nvGrpSpPr>
            <p:cNvPr id="520" name="Group 153">
              <a:extLst>
                <a:ext uri="{FF2B5EF4-FFF2-40B4-BE49-F238E27FC236}">
                  <a16:creationId xmlns:a16="http://schemas.microsoft.com/office/drawing/2014/main" id="{270B98D5-4811-2E48-AAAD-CB85678ED54A}"/>
                </a:ext>
              </a:extLst>
            </p:cNvPr>
            <p:cNvGrpSpPr>
              <a:grpSpLocks/>
            </p:cNvGrpSpPr>
            <p:nvPr/>
          </p:nvGrpSpPr>
          <p:grpSpPr bwMode="auto">
            <a:xfrm>
              <a:off x="4749" y="668"/>
              <a:ext cx="581" cy="145"/>
              <a:chOff x="614" y="2568"/>
              <a:chExt cx="725" cy="139"/>
            </a:xfrm>
          </p:grpSpPr>
          <p:sp>
            <p:nvSpPr>
              <p:cNvPr id="545" name="AutoShape 154">
                <a:extLst>
                  <a:ext uri="{FF2B5EF4-FFF2-40B4-BE49-F238E27FC236}">
                    <a16:creationId xmlns:a16="http://schemas.microsoft.com/office/drawing/2014/main" id="{46178474-736E-FD41-A5E3-5728F65BB743}"/>
                  </a:ext>
                </a:extLst>
              </p:cNvPr>
              <p:cNvSpPr>
                <a:spLocks noChangeArrowheads="1"/>
              </p:cNvSpPr>
              <p:nvPr/>
            </p:nvSpPr>
            <p:spPr bwMode="auto">
              <a:xfrm>
                <a:off x="617" y="2567"/>
                <a:ext cx="724" cy="140"/>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546" name="AutoShape 155">
                <a:extLst>
                  <a:ext uri="{FF2B5EF4-FFF2-40B4-BE49-F238E27FC236}">
                    <a16:creationId xmlns:a16="http://schemas.microsoft.com/office/drawing/2014/main" id="{F736FB7D-255C-A44D-8B6A-3CB3FF40BA27}"/>
                  </a:ext>
                </a:extLst>
              </p:cNvPr>
              <p:cNvSpPr>
                <a:spLocks noChangeArrowheads="1"/>
              </p:cNvSpPr>
              <p:nvPr/>
            </p:nvSpPr>
            <p:spPr bwMode="auto">
              <a:xfrm>
                <a:off x="633" y="2584"/>
                <a:ext cx="692" cy="105"/>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sp>
          <p:nvSpPr>
            <p:cNvPr id="521" name="Rectangle 156">
              <a:extLst>
                <a:ext uri="{FF2B5EF4-FFF2-40B4-BE49-F238E27FC236}">
                  <a16:creationId xmlns:a16="http://schemas.microsoft.com/office/drawing/2014/main" id="{7C75FE92-DDC8-1C4D-9889-6547F1459A6D}"/>
                </a:ext>
              </a:extLst>
            </p:cNvPr>
            <p:cNvSpPr>
              <a:spLocks noChangeArrowheads="1"/>
            </p:cNvSpPr>
            <p:nvPr/>
          </p:nvSpPr>
          <p:spPr bwMode="auto">
            <a:xfrm>
              <a:off x="4222" y="1020"/>
              <a:ext cx="599" cy="43"/>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nvGrpSpPr>
            <p:cNvPr id="522" name="Group 157">
              <a:extLst>
                <a:ext uri="{FF2B5EF4-FFF2-40B4-BE49-F238E27FC236}">
                  <a16:creationId xmlns:a16="http://schemas.microsoft.com/office/drawing/2014/main" id="{45DBCF88-E72F-4043-B48F-B52AFDDB9956}"/>
                </a:ext>
              </a:extLst>
            </p:cNvPr>
            <p:cNvGrpSpPr>
              <a:grpSpLocks/>
            </p:cNvGrpSpPr>
            <p:nvPr/>
          </p:nvGrpSpPr>
          <p:grpSpPr bwMode="auto">
            <a:xfrm>
              <a:off x="4747" y="994"/>
              <a:ext cx="581" cy="134"/>
              <a:chOff x="614" y="2568"/>
              <a:chExt cx="725" cy="139"/>
            </a:xfrm>
          </p:grpSpPr>
          <p:sp>
            <p:nvSpPr>
              <p:cNvPr id="543" name="AutoShape 158">
                <a:extLst>
                  <a:ext uri="{FF2B5EF4-FFF2-40B4-BE49-F238E27FC236}">
                    <a16:creationId xmlns:a16="http://schemas.microsoft.com/office/drawing/2014/main" id="{4A3AA05D-99CF-9749-BDB7-B2547C333F91}"/>
                  </a:ext>
                </a:extLst>
              </p:cNvPr>
              <p:cNvSpPr>
                <a:spLocks noChangeArrowheads="1"/>
              </p:cNvSpPr>
              <p:nvPr/>
            </p:nvSpPr>
            <p:spPr bwMode="auto">
              <a:xfrm>
                <a:off x="612" y="2570"/>
                <a:ext cx="724" cy="139"/>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544" name="AutoShape 159">
                <a:extLst>
                  <a:ext uri="{FF2B5EF4-FFF2-40B4-BE49-F238E27FC236}">
                    <a16:creationId xmlns:a16="http://schemas.microsoft.com/office/drawing/2014/main" id="{BD8E6385-6030-7E42-A02E-B6327F244030}"/>
                  </a:ext>
                </a:extLst>
              </p:cNvPr>
              <p:cNvSpPr>
                <a:spLocks noChangeArrowheads="1"/>
              </p:cNvSpPr>
              <p:nvPr/>
            </p:nvSpPr>
            <p:spPr bwMode="auto">
              <a:xfrm>
                <a:off x="628" y="2589"/>
                <a:ext cx="692" cy="101"/>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sp>
          <p:nvSpPr>
            <p:cNvPr id="523" name="Rectangle 160">
              <a:extLst>
                <a:ext uri="{FF2B5EF4-FFF2-40B4-BE49-F238E27FC236}">
                  <a16:creationId xmlns:a16="http://schemas.microsoft.com/office/drawing/2014/main" id="{B7E80E74-2AC2-8D44-B363-37DF3DA37598}"/>
                </a:ext>
              </a:extLst>
            </p:cNvPr>
            <p:cNvSpPr>
              <a:spLocks noChangeArrowheads="1"/>
            </p:cNvSpPr>
            <p:nvPr/>
          </p:nvSpPr>
          <p:spPr bwMode="auto">
            <a:xfrm>
              <a:off x="4216" y="1356"/>
              <a:ext cx="599"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524" name="Rectangle 161">
              <a:extLst>
                <a:ext uri="{FF2B5EF4-FFF2-40B4-BE49-F238E27FC236}">
                  <a16:creationId xmlns:a16="http://schemas.microsoft.com/office/drawing/2014/main" id="{4BB73F60-D5F2-F641-A0BF-68E3179F4277}"/>
                </a:ext>
              </a:extLst>
            </p:cNvPr>
            <p:cNvSpPr>
              <a:spLocks noChangeArrowheads="1"/>
            </p:cNvSpPr>
            <p:nvPr/>
          </p:nvSpPr>
          <p:spPr bwMode="auto">
            <a:xfrm>
              <a:off x="4228" y="1654"/>
              <a:ext cx="593"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nvGrpSpPr>
            <p:cNvPr id="525" name="Group 162">
              <a:extLst>
                <a:ext uri="{FF2B5EF4-FFF2-40B4-BE49-F238E27FC236}">
                  <a16:creationId xmlns:a16="http://schemas.microsoft.com/office/drawing/2014/main" id="{4039A5BF-4E86-3D4C-91D1-FB1220CD6B06}"/>
                </a:ext>
              </a:extLst>
            </p:cNvPr>
            <p:cNvGrpSpPr>
              <a:grpSpLocks/>
            </p:cNvGrpSpPr>
            <p:nvPr/>
          </p:nvGrpSpPr>
          <p:grpSpPr bwMode="auto">
            <a:xfrm>
              <a:off x="4735" y="1627"/>
              <a:ext cx="582" cy="151"/>
              <a:chOff x="614" y="2568"/>
              <a:chExt cx="725" cy="139"/>
            </a:xfrm>
          </p:grpSpPr>
          <p:sp>
            <p:nvSpPr>
              <p:cNvPr id="541" name="AutoShape 163">
                <a:extLst>
                  <a:ext uri="{FF2B5EF4-FFF2-40B4-BE49-F238E27FC236}">
                    <a16:creationId xmlns:a16="http://schemas.microsoft.com/office/drawing/2014/main" id="{0E533812-E28D-7848-8C40-F91ACED2AF30}"/>
                  </a:ext>
                </a:extLst>
              </p:cNvPr>
              <p:cNvSpPr>
                <a:spLocks noChangeArrowheads="1"/>
              </p:cNvSpPr>
              <p:nvPr/>
            </p:nvSpPr>
            <p:spPr bwMode="auto">
              <a:xfrm>
                <a:off x="611" y="2576"/>
                <a:ext cx="730" cy="129"/>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542" name="AutoShape 164">
                <a:extLst>
                  <a:ext uri="{FF2B5EF4-FFF2-40B4-BE49-F238E27FC236}">
                    <a16:creationId xmlns:a16="http://schemas.microsoft.com/office/drawing/2014/main" id="{65D9F596-07A5-F04C-9DFA-F58CB2440E16}"/>
                  </a:ext>
                </a:extLst>
              </p:cNvPr>
              <p:cNvSpPr>
                <a:spLocks noChangeArrowheads="1"/>
              </p:cNvSpPr>
              <p:nvPr/>
            </p:nvSpPr>
            <p:spPr bwMode="auto">
              <a:xfrm>
                <a:off x="627" y="2588"/>
                <a:ext cx="699" cy="101"/>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sp>
          <p:nvSpPr>
            <p:cNvPr id="526" name="Freeform 165">
              <a:extLst>
                <a:ext uri="{FF2B5EF4-FFF2-40B4-BE49-F238E27FC236}">
                  <a16:creationId xmlns:a16="http://schemas.microsoft.com/office/drawing/2014/main" id="{EA1FDC25-5341-AF46-8920-AA0044E93BAC}"/>
                </a:ext>
              </a:extLst>
            </p:cNvPr>
            <p:cNvSpPr>
              <a:spLocks/>
            </p:cNvSpPr>
            <p:nvPr/>
          </p:nvSpPr>
          <p:spPr bwMode="auto">
            <a:xfrm>
              <a:off x="5288" y="1354"/>
              <a:ext cx="263" cy="188"/>
            </a:xfrm>
            <a:custGeom>
              <a:avLst/>
              <a:gdLst>
                <a:gd name="T0" fmla="*/ 2 w 328"/>
                <a:gd name="T1" fmla="*/ 0 h 226"/>
                <a:gd name="T2" fmla="*/ 109 w 328"/>
                <a:gd name="T3" fmla="*/ 51 h 226"/>
                <a:gd name="T4" fmla="*/ 108 w 328"/>
                <a:gd name="T5" fmla="*/ 90 h 226"/>
                <a:gd name="T6" fmla="*/ 0 w 328"/>
                <a:gd name="T7" fmla="*/ 39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nvGrpSpPr>
            <p:cNvPr id="527" name="Group 166">
              <a:extLst>
                <a:ext uri="{FF2B5EF4-FFF2-40B4-BE49-F238E27FC236}">
                  <a16:creationId xmlns:a16="http://schemas.microsoft.com/office/drawing/2014/main" id="{75ABD85A-8A59-734C-BBAD-F1E8418B6E42}"/>
                </a:ext>
              </a:extLst>
            </p:cNvPr>
            <p:cNvGrpSpPr>
              <a:grpSpLocks/>
            </p:cNvGrpSpPr>
            <p:nvPr/>
          </p:nvGrpSpPr>
          <p:grpSpPr bwMode="auto">
            <a:xfrm>
              <a:off x="4739" y="1327"/>
              <a:ext cx="582" cy="139"/>
              <a:chOff x="614" y="2568"/>
              <a:chExt cx="725" cy="139"/>
            </a:xfrm>
          </p:grpSpPr>
          <p:sp>
            <p:nvSpPr>
              <p:cNvPr id="539" name="AutoShape 167">
                <a:extLst>
                  <a:ext uri="{FF2B5EF4-FFF2-40B4-BE49-F238E27FC236}">
                    <a16:creationId xmlns:a16="http://schemas.microsoft.com/office/drawing/2014/main" id="{9A2B943C-2EE9-7B42-8D3F-004CD139D5AE}"/>
                  </a:ext>
                </a:extLst>
              </p:cNvPr>
              <p:cNvSpPr>
                <a:spLocks noChangeArrowheads="1"/>
              </p:cNvSpPr>
              <p:nvPr/>
            </p:nvSpPr>
            <p:spPr bwMode="auto">
              <a:xfrm>
                <a:off x="614" y="2566"/>
                <a:ext cx="723" cy="140"/>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540" name="AutoShape 168">
                <a:extLst>
                  <a:ext uri="{FF2B5EF4-FFF2-40B4-BE49-F238E27FC236}">
                    <a16:creationId xmlns:a16="http://schemas.microsoft.com/office/drawing/2014/main" id="{99435929-42EB-3B4A-9284-715A6D22E66B}"/>
                  </a:ext>
                </a:extLst>
              </p:cNvPr>
              <p:cNvSpPr>
                <a:spLocks noChangeArrowheads="1"/>
              </p:cNvSpPr>
              <p:nvPr/>
            </p:nvSpPr>
            <p:spPr bwMode="auto">
              <a:xfrm>
                <a:off x="630" y="2585"/>
                <a:ext cx="691" cy="104"/>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sp>
          <p:nvSpPr>
            <p:cNvPr id="528" name="Rectangle 169">
              <a:extLst>
                <a:ext uri="{FF2B5EF4-FFF2-40B4-BE49-F238E27FC236}">
                  <a16:creationId xmlns:a16="http://schemas.microsoft.com/office/drawing/2014/main" id="{D89E839B-0009-FA43-A322-5B355B7252E4}"/>
                </a:ext>
              </a:extLst>
            </p:cNvPr>
            <p:cNvSpPr>
              <a:spLocks noChangeArrowheads="1"/>
            </p:cNvSpPr>
            <p:nvPr/>
          </p:nvSpPr>
          <p:spPr bwMode="auto">
            <a:xfrm>
              <a:off x="5250" y="429"/>
              <a:ext cx="69" cy="2286"/>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529" name="Freeform 170">
              <a:extLst>
                <a:ext uri="{FF2B5EF4-FFF2-40B4-BE49-F238E27FC236}">
                  <a16:creationId xmlns:a16="http://schemas.microsoft.com/office/drawing/2014/main" id="{39547BFB-A126-9548-89DA-27B118EDA527}"/>
                </a:ext>
              </a:extLst>
            </p:cNvPr>
            <p:cNvSpPr>
              <a:spLocks/>
            </p:cNvSpPr>
            <p:nvPr/>
          </p:nvSpPr>
          <p:spPr bwMode="auto">
            <a:xfrm>
              <a:off x="5312" y="1007"/>
              <a:ext cx="237" cy="213"/>
            </a:xfrm>
            <a:custGeom>
              <a:avLst/>
              <a:gdLst>
                <a:gd name="T0" fmla="*/ 2 w 296"/>
                <a:gd name="T1" fmla="*/ 0 h 256"/>
                <a:gd name="T2" fmla="*/ 96 w 296"/>
                <a:gd name="T3" fmla="*/ 57 h 256"/>
                <a:gd name="T4" fmla="*/ 98 w 296"/>
                <a:gd name="T5" fmla="*/ 102 h 256"/>
                <a:gd name="T6" fmla="*/ 0 w 296"/>
                <a:gd name="T7" fmla="*/ 39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530" name="Freeform 171">
              <a:extLst>
                <a:ext uri="{FF2B5EF4-FFF2-40B4-BE49-F238E27FC236}">
                  <a16:creationId xmlns:a16="http://schemas.microsoft.com/office/drawing/2014/main" id="{68DD62BA-94AA-4D4F-8F5B-49633C1D4E1B}"/>
                </a:ext>
              </a:extLst>
            </p:cNvPr>
            <p:cNvSpPr>
              <a:spLocks/>
            </p:cNvSpPr>
            <p:nvPr/>
          </p:nvSpPr>
          <p:spPr bwMode="auto">
            <a:xfrm>
              <a:off x="5315" y="680"/>
              <a:ext cx="244" cy="240"/>
            </a:xfrm>
            <a:custGeom>
              <a:avLst/>
              <a:gdLst>
                <a:gd name="T0" fmla="*/ 0 w 304"/>
                <a:gd name="T1" fmla="*/ 0 h 288"/>
                <a:gd name="T2" fmla="*/ 101 w 304"/>
                <a:gd name="T3" fmla="*/ 66 h 288"/>
                <a:gd name="T4" fmla="*/ 95 w 304"/>
                <a:gd name="T5" fmla="*/ 116 h 288"/>
                <a:gd name="T6" fmla="*/ 2 w 304"/>
                <a:gd name="T7" fmla="*/ 5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531" name="Oval 172">
              <a:extLst>
                <a:ext uri="{FF2B5EF4-FFF2-40B4-BE49-F238E27FC236}">
                  <a16:creationId xmlns:a16="http://schemas.microsoft.com/office/drawing/2014/main" id="{C54F0D87-7775-9345-B4FE-8867291DC408}"/>
                </a:ext>
              </a:extLst>
            </p:cNvPr>
            <p:cNvSpPr>
              <a:spLocks noChangeArrowheads="1"/>
            </p:cNvSpPr>
            <p:nvPr/>
          </p:nvSpPr>
          <p:spPr bwMode="auto">
            <a:xfrm>
              <a:off x="5515" y="2612"/>
              <a:ext cx="50" cy="98"/>
            </a:xfrm>
            <a:prstGeom prst="ellipse">
              <a:avLst/>
            </a:prstGeom>
            <a:solidFill>
              <a:srgbClr val="3333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532" name="Freeform 173">
              <a:extLst>
                <a:ext uri="{FF2B5EF4-FFF2-40B4-BE49-F238E27FC236}">
                  <a16:creationId xmlns:a16="http://schemas.microsoft.com/office/drawing/2014/main" id="{AC478874-8B70-6F4C-8BFB-278D3D497B70}"/>
                </a:ext>
              </a:extLst>
            </p:cNvPr>
            <p:cNvSpPr>
              <a:spLocks/>
            </p:cNvSpPr>
            <p:nvPr/>
          </p:nvSpPr>
          <p:spPr bwMode="auto">
            <a:xfrm>
              <a:off x="5302" y="2614"/>
              <a:ext cx="245" cy="200"/>
            </a:xfrm>
            <a:custGeom>
              <a:avLst/>
              <a:gdLst>
                <a:gd name="T0" fmla="*/ 0 w 306"/>
                <a:gd name="T1" fmla="*/ 43 h 240"/>
                <a:gd name="T2" fmla="*/ 2 w 306"/>
                <a:gd name="T3" fmla="*/ 97 h 240"/>
                <a:gd name="T4" fmla="*/ 101 w 306"/>
                <a:gd name="T5" fmla="*/ 44 h 240"/>
                <a:gd name="T6" fmla="*/ 98 w 306"/>
                <a:gd name="T7" fmla="*/ 0 h 240"/>
                <a:gd name="T8" fmla="*/ 0 w 306"/>
                <a:gd name="T9" fmla="*/ 43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533" name="AutoShape 174">
              <a:extLst>
                <a:ext uri="{FF2B5EF4-FFF2-40B4-BE49-F238E27FC236}">
                  <a16:creationId xmlns:a16="http://schemas.microsoft.com/office/drawing/2014/main" id="{25F181E9-ECE8-6C45-9630-9E557CD922F9}"/>
                </a:ext>
              </a:extLst>
            </p:cNvPr>
            <p:cNvSpPr>
              <a:spLocks noChangeArrowheads="1"/>
            </p:cNvSpPr>
            <p:nvPr/>
          </p:nvSpPr>
          <p:spPr bwMode="auto">
            <a:xfrm>
              <a:off x="4140" y="2679"/>
              <a:ext cx="1198" cy="146"/>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534" name="AutoShape 175">
              <a:extLst>
                <a:ext uri="{FF2B5EF4-FFF2-40B4-BE49-F238E27FC236}">
                  <a16:creationId xmlns:a16="http://schemas.microsoft.com/office/drawing/2014/main" id="{1E3D4F85-FE81-8540-903A-A59235E0233E}"/>
                </a:ext>
              </a:extLst>
            </p:cNvPr>
            <p:cNvSpPr>
              <a:spLocks noChangeArrowheads="1"/>
            </p:cNvSpPr>
            <p:nvPr/>
          </p:nvSpPr>
          <p:spPr bwMode="auto">
            <a:xfrm>
              <a:off x="4203" y="2709"/>
              <a:ext cx="1072" cy="85"/>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535" name="Oval 176">
              <a:extLst>
                <a:ext uri="{FF2B5EF4-FFF2-40B4-BE49-F238E27FC236}">
                  <a16:creationId xmlns:a16="http://schemas.microsoft.com/office/drawing/2014/main" id="{BCFB597E-34FF-A143-A5DA-83836FAF5A91}"/>
                </a:ext>
              </a:extLst>
            </p:cNvPr>
            <p:cNvSpPr>
              <a:spLocks noChangeArrowheads="1"/>
            </p:cNvSpPr>
            <p:nvPr/>
          </p:nvSpPr>
          <p:spPr bwMode="auto">
            <a:xfrm>
              <a:off x="4310" y="2386"/>
              <a:ext cx="158" cy="140"/>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536" name="Oval 177">
              <a:extLst>
                <a:ext uri="{FF2B5EF4-FFF2-40B4-BE49-F238E27FC236}">
                  <a16:creationId xmlns:a16="http://schemas.microsoft.com/office/drawing/2014/main" id="{A42D8F35-29EC-5646-B86B-9F691B5B6527}"/>
                </a:ext>
              </a:extLst>
            </p:cNvPr>
            <p:cNvSpPr>
              <a:spLocks noChangeArrowheads="1"/>
            </p:cNvSpPr>
            <p:nvPr/>
          </p:nvSpPr>
          <p:spPr bwMode="auto">
            <a:xfrm>
              <a:off x="4487" y="2386"/>
              <a:ext cx="158" cy="140"/>
            </a:xfrm>
            <a:prstGeom prst="ellipse">
              <a:avLst/>
            </a:prstGeom>
            <a:solidFill>
              <a:srgbClr val="FF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0000"/>
                </a:solidFill>
                <a:effectLst/>
                <a:uLnTx/>
                <a:uFillTx/>
                <a:latin typeface="Arial" charset="0"/>
                <a:ea typeface="ＭＳ Ｐゴシック" charset="0"/>
              </a:endParaRPr>
            </a:p>
          </p:txBody>
        </p:sp>
        <p:sp>
          <p:nvSpPr>
            <p:cNvPr id="537" name="Oval 178">
              <a:extLst>
                <a:ext uri="{FF2B5EF4-FFF2-40B4-BE49-F238E27FC236}">
                  <a16:creationId xmlns:a16="http://schemas.microsoft.com/office/drawing/2014/main" id="{CF075237-D0D9-CF4B-A3B2-26C45C78A3F9}"/>
                </a:ext>
              </a:extLst>
            </p:cNvPr>
            <p:cNvSpPr>
              <a:spLocks noChangeArrowheads="1"/>
            </p:cNvSpPr>
            <p:nvPr/>
          </p:nvSpPr>
          <p:spPr bwMode="auto">
            <a:xfrm>
              <a:off x="4663" y="2380"/>
              <a:ext cx="158" cy="140"/>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538" name="Rectangle 179">
              <a:extLst>
                <a:ext uri="{FF2B5EF4-FFF2-40B4-BE49-F238E27FC236}">
                  <a16:creationId xmlns:a16="http://schemas.microsoft.com/office/drawing/2014/main" id="{253DDF8F-80F2-B14F-97BA-109570D9664B}"/>
                </a:ext>
              </a:extLst>
            </p:cNvPr>
            <p:cNvSpPr>
              <a:spLocks noChangeArrowheads="1"/>
            </p:cNvSpPr>
            <p:nvPr/>
          </p:nvSpPr>
          <p:spPr bwMode="auto">
            <a:xfrm>
              <a:off x="5061" y="1837"/>
              <a:ext cx="88" cy="756"/>
            </a:xfrm>
            <a:prstGeom prst="rect">
              <a:avLst/>
            </a:prstGeom>
            <a:solidFill>
              <a:srgbClr val="292929"/>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grpSp>
        <p:nvGrpSpPr>
          <p:cNvPr id="581" name="Group 580">
            <a:extLst>
              <a:ext uri="{FF2B5EF4-FFF2-40B4-BE49-F238E27FC236}">
                <a16:creationId xmlns:a16="http://schemas.microsoft.com/office/drawing/2014/main" id="{4D6B2B90-1080-3C45-8723-93F56B08E56C}"/>
              </a:ext>
            </a:extLst>
          </p:cNvPr>
          <p:cNvGrpSpPr/>
          <p:nvPr/>
        </p:nvGrpSpPr>
        <p:grpSpPr>
          <a:xfrm>
            <a:off x="3087416" y="2965438"/>
            <a:ext cx="960147" cy="436668"/>
            <a:chOff x="3668110" y="2448910"/>
            <a:chExt cx="3794234" cy="2165130"/>
          </a:xfrm>
        </p:grpSpPr>
        <p:sp>
          <p:nvSpPr>
            <p:cNvPr id="582" name="Rectangle 581">
              <a:extLst>
                <a:ext uri="{FF2B5EF4-FFF2-40B4-BE49-F238E27FC236}">
                  <a16:creationId xmlns:a16="http://schemas.microsoft.com/office/drawing/2014/main" id="{B1476A90-F591-974E-B11C-39A30B0F987B}"/>
                </a:ext>
              </a:extLst>
            </p:cNvPr>
            <p:cNvSpPr/>
            <p:nvPr/>
          </p:nvSpPr>
          <p:spPr>
            <a:xfrm>
              <a:off x="3668110" y="3741409"/>
              <a:ext cx="3780587" cy="872631"/>
            </a:xfrm>
            <a:prstGeom prst="rect">
              <a:avLst/>
            </a:prstGeom>
            <a:gradFill>
              <a:gsLst>
                <a:gs pos="0">
                  <a:srgbClr val="B8C2C9"/>
                </a:gs>
                <a:gs pos="21000">
                  <a:schemeClr val="bg1"/>
                </a:gs>
                <a:gs pos="60000">
                  <a:srgbClr val="D6DCE0"/>
                </a:gs>
                <a:gs pos="100000">
                  <a:srgbClr val="B8C2C9"/>
                </a:gs>
              </a:gsLst>
              <a:lin ang="0" scaled="0"/>
            </a:gra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83" name="Freeform 582">
              <a:extLst>
                <a:ext uri="{FF2B5EF4-FFF2-40B4-BE49-F238E27FC236}">
                  <a16:creationId xmlns:a16="http://schemas.microsoft.com/office/drawing/2014/main" id="{FAF65266-E375-3A4E-8042-0B0D6B8CFA60}"/>
                </a:ext>
              </a:extLst>
            </p:cNvPr>
            <p:cNvSpPr/>
            <p:nvPr/>
          </p:nvSpPr>
          <p:spPr>
            <a:xfrm>
              <a:off x="3678620" y="2448910"/>
              <a:ext cx="3783724" cy="1324303"/>
            </a:xfrm>
            <a:custGeom>
              <a:avLst/>
              <a:gdLst>
                <a:gd name="connsiteX0" fmla="*/ 0 w 3783724"/>
                <a:gd name="connsiteY0" fmla="*/ 1313793 h 1324303"/>
                <a:gd name="connsiteX1" fmla="*/ 0 w 3783724"/>
                <a:gd name="connsiteY1" fmla="*/ 1313793 h 1324303"/>
                <a:gd name="connsiteX2" fmla="*/ 252248 w 3783724"/>
                <a:gd name="connsiteY2" fmla="*/ 0 h 1324303"/>
                <a:gd name="connsiteX3" fmla="*/ 3415862 w 3783724"/>
                <a:gd name="connsiteY3" fmla="*/ 21020 h 1324303"/>
                <a:gd name="connsiteX4" fmla="*/ 3783724 w 3783724"/>
                <a:gd name="connsiteY4" fmla="*/ 1324303 h 1324303"/>
                <a:gd name="connsiteX5" fmla="*/ 0 w 3783724"/>
                <a:gd name="connsiteY5" fmla="*/ 1313793 h 1324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83724" h="1324303">
                  <a:moveTo>
                    <a:pt x="0" y="1313793"/>
                  </a:moveTo>
                  <a:lnTo>
                    <a:pt x="0" y="1313793"/>
                  </a:lnTo>
                  <a:lnTo>
                    <a:pt x="252248" y="0"/>
                  </a:lnTo>
                  <a:lnTo>
                    <a:pt x="3415862" y="21020"/>
                  </a:lnTo>
                  <a:lnTo>
                    <a:pt x="3783724" y="1324303"/>
                  </a:lnTo>
                  <a:lnTo>
                    <a:pt x="0" y="1313793"/>
                  </a:lnTo>
                  <a:close/>
                </a:path>
              </a:pathLst>
            </a:cu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nvGrpSpPr>
            <p:cNvPr id="584" name="Group 583">
              <a:extLst>
                <a:ext uri="{FF2B5EF4-FFF2-40B4-BE49-F238E27FC236}">
                  <a16:creationId xmlns:a16="http://schemas.microsoft.com/office/drawing/2014/main" id="{A1FA9C68-339B-614C-9E34-CDEAC150A5DD}"/>
                </a:ext>
              </a:extLst>
            </p:cNvPr>
            <p:cNvGrpSpPr/>
            <p:nvPr/>
          </p:nvGrpSpPr>
          <p:grpSpPr>
            <a:xfrm>
              <a:off x="3941378" y="2603243"/>
              <a:ext cx="3202061" cy="1066110"/>
              <a:chOff x="7939341" y="3037317"/>
              <a:chExt cx="897649" cy="353919"/>
            </a:xfrm>
          </p:grpSpPr>
          <p:sp>
            <p:nvSpPr>
              <p:cNvPr id="585" name="Freeform 584">
                <a:extLst>
                  <a:ext uri="{FF2B5EF4-FFF2-40B4-BE49-F238E27FC236}">
                    <a16:creationId xmlns:a16="http://schemas.microsoft.com/office/drawing/2014/main" id="{D8C9439F-A149-D942-929A-18B7B9A8DCF4}"/>
                  </a:ext>
                </a:extLst>
              </p:cNvPr>
              <p:cNvSpPr/>
              <p:nvPr/>
            </p:nvSpPr>
            <p:spPr>
              <a:xfrm>
                <a:off x="7964170" y="30373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86" name="Freeform 585">
                <a:extLst>
                  <a:ext uri="{FF2B5EF4-FFF2-40B4-BE49-F238E27FC236}">
                    <a16:creationId xmlns:a16="http://schemas.microsoft.com/office/drawing/2014/main" id="{0C0CC8C6-CE81-EF42-BA4E-3A45D13E6CD2}"/>
                  </a:ext>
                </a:extLst>
              </p:cNvPr>
              <p:cNvSpPr/>
              <p:nvPr/>
            </p:nvSpPr>
            <p:spPr>
              <a:xfrm>
                <a:off x="8519948" y="32067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87" name="Freeform 586">
                <a:extLst>
                  <a:ext uri="{FF2B5EF4-FFF2-40B4-BE49-F238E27FC236}">
                    <a16:creationId xmlns:a16="http://schemas.microsoft.com/office/drawing/2014/main" id="{3E8C4D08-870E-A742-950E-F94FEE119597}"/>
                  </a:ext>
                </a:extLst>
              </p:cNvPr>
              <p:cNvSpPr/>
              <p:nvPr/>
            </p:nvSpPr>
            <p:spPr>
              <a:xfrm>
                <a:off x="7939341" y="32067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88" name="Freeform 587">
                <a:extLst>
                  <a:ext uri="{FF2B5EF4-FFF2-40B4-BE49-F238E27FC236}">
                    <a16:creationId xmlns:a16="http://schemas.microsoft.com/office/drawing/2014/main" id="{AF1A2733-0B79-E940-8171-436600A9A36D}"/>
                  </a:ext>
                </a:extLst>
              </p:cNvPr>
              <p:cNvSpPr/>
              <p:nvPr/>
            </p:nvSpPr>
            <p:spPr>
              <a:xfrm>
                <a:off x="8047413" y="31234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597" name="Group 596">
            <a:extLst>
              <a:ext uri="{FF2B5EF4-FFF2-40B4-BE49-F238E27FC236}">
                <a16:creationId xmlns:a16="http://schemas.microsoft.com/office/drawing/2014/main" id="{D93E1841-88BD-D448-9F73-830397405006}"/>
              </a:ext>
            </a:extLst>
          </p:cNvPr>
          <p:cNvGrpSpPr/>
          <p:nvPr/>
        </p:nvGrpSpPr>
        <p:grpSpPr>
          <a:xfrm>
            <a:off x="5430426" y="3270309"/>
            <a:ext cx="853832" cy="472456"/>
            <a:chOff x="7493876" y="2774731"/>
            <a:chExt cx="1481958" cy="894622"/>
          </a:xfrm>
        </p:grpSpPr>
        <p:sp>
          <p:nvSpPr>
            <p:cNvPr id="598" name="Freeform 597">
              <a:extLst>
                <a:ext uri="{FF2B5EF4-FFF2-40B4-BE49-F238E27FC236}">
                  <a16:creationId xmlns:a16="http://schemas.microsoft.com/office/drawing/2014/main" id="{B359CA66-9104-9E46-ABBC-385E1E4483E2}"/>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599" name="Oval 598">
              <a:extLst>
                <a:ext uri="{FF2B5EF4-FFF2-40B4-BE49-F238E27FC236}">
                  <a16:creationId xmlns:a16="http://schemas.microsoft.com/office/drawing/2014/main" id="{B2D08667-01C3-CD4F-B7A4-167AA296748F}"/>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600" name="Group 599">
              <a:extLst>
                <a:ext uri="{FF2B5EF4-FFF2-40B4-BE49-F238E27FC236}">
                  <a16:creationId xmlns:a16="http://schemas.microsoft.com/office/drawing/2014/main" id="{4D73295F-19B2-9F4D-BF15-1339ED79C2C1}"/>
                </a:ext>
              </a:extLst>
            </p:cNvPr>
            <p:cNvGrpSpPr/>
            <p:nvPr/>
          </p:nvGrpSpPr>
          <p:grpSpPr>
            <a:xfrm>
              <a:off x="7713663" y="2848339"/>
              <a:ext cx="1042107" cy="425543"/>
              <a:chOff x="7786941" y="2884917"/>
              <a:chExt cx="897649" cy="353919"/>
            </a:xfrm>
          </p:grpSpPr>
          <p:sp>
            <p:nvSpPr>
              <p:cNvPr id="601" name="Freeform 600">
                <a:extLst>
                  <a:ext uri="{FF2B5EF4-FFF2-40B4-BE49-F238E27FC236}">
                    <a16:creationId xmlns:a16="http://schemas.microsoft.com/office/drawing/2014/main" id="{FE20BD82-3369-5A43-99ED-4E445A65AB4B}"/>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602" name="Freeform 601">
                <a:extLst>
                  <a:ext uri="{FF2B5EF4-FFF2-40B4-BE49-F238E27FC236}">
                    <a16:creationId xmlns:a16="http://schemas.microsoft.com/office/drawing/2014/main" id="{617A137B-1D45-8C4F-8899-54EAB8E1C4F2}"/>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603" name="Freeform 602">
                <a:extLst>
                  <a:ext uri="{FF2B5EF4-FFF2-40B4-BE49-F238E27FC236}">
                    <a16:creationId xmlns:a16="http://schemas.microsoft.com/office/drawing/2014/main" id="{CD807370-376F-5540-BD24-28420E4B43FD}"/>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604" name="Freeform 603">
                <a:extLst>
                  <a:ext uri="{FF2B5EF4-FFF2-40B4-BE49-F238E27FC236}">
                    <a16:creationId xmlns:a16="http://schemas.microsoft.com/office/drawing/2014/main" id="{6B1DEE97-A3C3-2C4C-B320-BEE84FF76758}"/>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605" name="Group 604">
            <a:extLst>
              <a:ext uri="{FF2B5EF4-FFF2-40B4-BE49-F238E27FC236}">
                <a16:creationId xmlns:a16="http://schemas.microsoft.com/office/drawing/2014/main" id="{51081915-1C7C-2048-A0F4-CFE36C5B63E9}"/>
              </a:ext>
            </a:extLst>
          </p:cNvPr>
          <p:cNvGrpSpPr/>
          <p:nvPr/>
        </p:nvGrpSpPr>
        <p:grpSpPr>
          <a:xfrm>
            <a:off x="6752719" y="3019298"/>
            <a:ext cx="853832" cy="472456"/>
            <a:chOff x="7493876" y="2774731"/>
            <a:chExt cx="1481958" cy="894622"/>
          </a:xfrm>
        </p:grpSpPr>
        <p:sp>
          <p:nvSpPr>
            <p:cNvPr id="606" name="Freeform 605">
              <a:extLst>
                <a:ext uri="{FF2B5EF4-FFF2-40B4-BE49-F238E27FC236}">
                  <a16:creationId xmlns:a16="http://schemas.microsoft.com/office/drawing/2014/main" id="{2CCD670D-FB4E-4F45-9A28-734AABF3C6D3}"/>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607" name="Oval 606">
              <a:extLst>
                <a:ext uri="{FF2B5EF4-FFF2-40B4-BE49-F238E27FC236}">
                  <a16:creationId xmlns:a16="http://schemas.microsoft.com/office/drawing/2014/main" id="{6B17EE1A-2279-4B41-8A72-8598678AD949}"/>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608" name="Group 607">
              <a:extLst>
                <a:ext uri="{FF2B5EF4-FFF2-40B4-BE49-F238E27FC236}">
                  <a16:creationId xmlns:a16="http://schemas.microsoft.com/office/drawing/2014/main" id="{3ECBE2AF-8C50-C347-AA66-6781018D86E1}"/>
                </a:ext>
              </a:extLst>
            </p:cNvPr>
            <p:cNvGrpSpPr/>
            <p:nvPr/>
          </p:nvGrpSpPr>
          <p:grpSpPr>
            <a:xfrm>
              <a:off x="7713663" y="2848339"/>
              <a:ext cx="1042107" cy="425543"/>
              <a:chOff x="7786941" y="2884917"/>
              <a:chExt cx="897649" cy="353919"/>
            </a:xfrm>
          </p:grpSpPr>
          <p:sp>
            <p:nvSpPr>
              <p:cNvPr id="609" name="Freeform 608">
                <a:extLst>
                  <a:ext uri="{FF2B5EF4-FFF2-40B4-BE49-F238E27FC236}">
                    <a16:creationId xmlns:a16="http://schemas.microsoft.com/office/drawing/2014/main" id="{4481D58B-EEDD-EE45-B268-B4EA2246FBE3}"/>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610" name="Freeform 609">
                <a:extLst>
                  <a:ext uri="{FF2B5EF4-FFF2-40B4-BE49-F238E27FC236}">
                    <a16:creationId xmlns:a16="http://schemas.microsoft.com/office/drawing/2014/main" id="{9896F39B-E74D-2D41-8D9B-5A9CFD8DF4F2}"/>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611" name="Freeform 610">
                <a:extLst>
                  <a:ext uri="{FF2B5EF4-FFF2-40B4-BE49-F238E27FC236}">
                    <a16:creationId xmlns:a16="http://schemas.microsoft.com/office/drawing/2014/main" id="{25BF311A-BCE1-C643-803E-A3F3469DD4D7}"/>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612" name="Freeform 611">
                <a:extLst>
                  <a:ext uri="{FF2B5EF4-FFF2-40B4-BE49-F238E27FC236}">
                    <a16:creationId xmlns:a16="http://schemas.microsoft.com/office/drawing/2014/main" id="{17FD2B9C-75D3-134E-AC55-315AA4BE8FCB}"/>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613" name="Group 612">
            <a:extLst>
              <a:ext uri="{FF2B5EF4-FFF2-40B4-BE49-F238E27FC236}">
                <a16:creationId xmlns:a16="http://schemas.microsoft.com/office/drawing/2014/main" id="{60A20BD4-E117-2C49-9814-962578CBD00D}"/>
              </a:ext>
            </a:extLst>
          </p:cNvPr>
          <p:cNvGrpSpPr/>
          <p:nvPr/>
        </p:nvGrpSpPr>
        <p:grpSpPr>
          <a:xfrm>
            <a:off x="7496789" y="3749923"/>
            <a:ext cx="853832" cy="472456"/>
            <a:chOff x="7493876" y="2774731"/>
            <a:chExt cx="1481958" cy="894622"/>
          </a:xfrm>
        </p:grpSpPr>
        <p:sp>
          <p:nvSpPr>
            <p:cNvPr id="614" name="Freeform 613">
              <a:extLst>
                <a:ext uri="{FF2B5EF4-FFF2-40B4-BE49-F238E27FC236}">
                  <a16:creationId xmlns:a16="http://schemas.microsoft.com/office/drawing/2014/main" id="{4E4A0CD1-58ED-A54D-BBFF-12C92719E2A6}"/>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615" name="Oval 614">
              <a:extLst>
                <a:ext uri="{FF2B5EF4-FFF2-40B4-BE49-F238E27FC236}">
                  <a16:creationId xmlns:a16="http://schemas.microsoft.com/office/drawing/2014/main" id="{C158890B-E991-FF49-8AA1-72A42547860E}"/>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616" name="Group 615">
              <a:extLst>
                <a:ext uri="{FF2B5EF4-FFF2-40B4-BE49-F238E27FC236}">
                  <a16:creationId xmlns:a16="http://schemas.microsoft.com/office/drawing/2014/main" id="{E8B134DC-D1F8-B34A-9AA5-C82E19D26594}"/>
                </a:ext>
              </a:extLst>
            </p:cNvPr>
            <p:cNvGrpSpPr/>
            <p:nvPr/>
          </p:nvGrpSpPr>
          <p:grpSpPr>
            <a:xfrm>
              <a:off x="7713663" y="2848339"/>
              <a:ext cx="1042107" cy="425543"/>
              <a:chOff x="7786941" y="2884917"/>
              <a:chExt cx="897649" cy="353919"/>
            </a:xfrm>
          </p:grpSpPr>
          <p:sp>
            <p:nvSpPr>
              <p:cNvPr id="617" name="Freeform 616">
                <a:extLst>
                  <a:ext uri="{FF2B5EF4-FFF2-40B4-BE49-F238E27FC236}">
                    <a16:creationId xmlns:a16="http://schemas.microsoft.com/office/drawing/2014/main" id="{46A021F0-A4AA-9D4C-B3CA-33BBC2B39892}"/>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618" name="Freeform 617">
                <a:extLst>
                  <a:ext uri="{FF2B5EF4-FFF2-40B4-BE49-F238E27FC236}">
                    <a16:creationId xmlns:a16="http://schemas.microsoft.com/office/drawing/2014/main" id="{05568410-5821-3848-8CFE-24A7B103648B}"/>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619" name="Freeform 618">
                <a:extLst>
                  <a:ext uri="{FF2B5EF4-FFF2-40B4-BE49-F238E27FC236}">
                    <a16:creationId xmlns:a16="http://schemas.microsoft.com/office/drawing/2014/main" id="{1F622DFA-BD68-F84E-B93E-A50B5AFFF143}"/>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620" name="Freeform 619">
                <a:extLst>
                  <a:ext uri="{FF2B5EF4-FFF2-40B4-BE49-F238E27FC236}">
                    <a16:creationId xmlns:a16="http://schemas.microsoft.com/office/drawing/2014/main" id="{3CD0E9D0-4C11-1E4C-BDBC-0878BE70EF4D}"/>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621" name="Group 620">
            <a:extLst>
              <a:ext uri="{FF2B5EF4-FFF2-40B4-BE49-F238E27FC236}">
                <a16:creationId xmlns:a16="http://schemas.microsoft.com/office/drawing/2014/main" id="{D25D3FA7-4E6E-854A-AA36-AA556C5A251C}"/>
              </a:ext>
            </a:extLst>
          </p:cNvPr>
          <p:cNvGrpSpPr/>
          <p:nvPr/>
        </p:nvGrpSpPr>
        <p:grpSpPr>
          <a:xfrm>
            <a:off x="4139507" y="5298141"/>
            <a:ext cx="809010" cy="502026"/>
            <a:chOff x="7493876" y="2774731"/>
            <a:chExt cx="1481958" cy="894622"/>
          </a:xfrm>
        </p:grpSpPr>
        <p:sp>
          <p:nvSpPr>
            <p:cNvPr id="622" name="Freeform 621">
              <a:extLst>
                <a:ext uri="{FF2B5EF4-FFF2-40B4-BE49-F238E27FC236}">
                  <a16:creationId xmlns:a16="http://schemas.microsoft.com/office/drawing/2014/main" id="{5FD51C8E-8595-104A-839D-0A7CCF6C8392}"/>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623" name="Oval 622">
              <a:extLst>
                <a:ext uri="{FF2B5EF4-FFF2-40B4-BE49-F238E27FC236}">
                  <a16:creationId xmlns:a16="http://schemas.microsoft.com/office/drawing/2014/main" id="{7BF2815A-C8DA-D545-BC77-1CE423318952}"/>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624" name="Group 623">
              <a:extLst>
                <a:ext uri="{FF2B5EF4-FFF2-40B4-BE49-F238E27FC236}">
                  <a16:creationId xmlns:a16="http://schemas.microsoft.com/office/drawing/2014/main" id="{72683926-F4A5-734E-95F4-F7A096F17AC1}"/>
                </a:ext>
              </a:extLst>
            </p:cNvPr>
            <p:cNvGrpSpPr/>
            <p:nvPr/>
          </p:nvGrpSpPr>
          <p:grpSpPr>
            <a:xfrm>
              <a:off x="7713663" y="2848339"/>
              <a:ext cx="1042107" cy="425543"/>
              <a:chOff x="7786941" y="2884917"/>
              <a:chExt cx="897649" cy="353919"/>
            </a:xfrm>
          </p:grpSpPr>
          <p:sp>
            <p:nvSpPr>
              <p:cNvPr id="625" name="Freeform 624">
                <a:extLst>
                  <a:ext uri="{FF2B5EF4-FFF2-40B4-BE49-F238E27FC236}">
                    <a16:creationId xmlns:a16="http://schemas.microsoft.com/office/drawing/2014/main" id="{2B87A071-D3E2-BF49-BA3E-65F560A24C70}"/>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626" name="Freeform 625">
                <a:extLst>
                  <a:ext uri="{FF2B5EF4-FFF2-40B4-BE49-F238E27FC236}">
                    <a16:creationId xmlns:a16="http://schemas.microsoft.com/office/drawing/2014/main" id="{D2B17A90-DD53-0F40-85E2-5616E727EB16}"/>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627" name="Freeform 626">
                <a:extLst>
                  <a:ext uri="{FF2B5EF4-FFF2-40B4-BE49-F238E27FC236}">
                    <a16:creationId xmlns:a16="http://schemas.microsoft.com/office/drawing/2014/main" id="{91E68B9D-2945-4D42-8E64-070106085C12}"/>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628" name="Freeform 627">
                <a:extLst>
                  <a:ext uri="{FF2B5EF4-FFF2-40B4-BE49-F238E27FC236}">
                    <a16:creationId xmlns:a16="http://schemas.microsoft.com/office/drawing/2014/main" id="{FF72236A-B234-BB44-8D95-3F909B257A30}"/>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629" name="Group 628">
            <a:extLst>
              <a:ext uri="{FF2B5EF4-FFF2-40B4-BE49-F238E27FC236}">
                <a16:creationId xmlns:a16="http://schemas.microsoft.com/office/drawing/2014/main" id="{1113BD39-40DA-4143-8341-7A1BCEE81256}"/>
              </a:ext>
            </a:extLst>
          </p:cNvPr>
          <p:cNvGrpSpPr/>
          <p:nvPr/>
        </p:nvGrpSpPr>
        <p:grpSpPr>
          <a:xfrm>
            <a:off x="5872016" y="4978459"/>
            <a:ext cx="809010" cy="502026"/>
            <a:chOff x="7493876" y="2774731"/>
            <a:chExt cx="1481958" cy="894622"/>
          </a:xfrm>
        </p:grpSpPr>
        <p:sp>
          <p:nvSpPr>
            <p:cNvPr id="630" name="Freeform 629">
              <a:extLst>
                <a:ext uri="{FF2B5EF4-FFF2-40B4-BE49-F238E27FC236}">
                  <a16:creationId xmlns:a16="http://schemas.microsoft.com/office/drawing/2014/main" id="{779B4EA8-4BF9-6E4B-95A5-61AE828BF441}"/>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631" name="Oval 630">
              <a:extLst>
                <a:ext uri="{FF2B5EF4-FFF2-40B4-BE49-F238E27FC236}">
                  <a16:creationId xmlns:a16="http://schemas.microsoft.com/office/drawing/2014/main" id="{F142A987-761B-994C-B2CF-AA70DDB50D28}"/>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632" name="Group 631">
              <a:extLst>
                <a:ext uri="{FF2B5EF4-FFF2-40B4-BE49-F238E27FC236}">
                  <a16:creationId xmlns:a16="http://schemas.microsoft.com/office/drawing/2014/main" id="{BB8863E3-F134-5C44-AA71-F1EB9E7FAC37}"/>
                </a:ext>
              </a:extLst>
            </p:cNvPr>
            <p:cNvGrpSpPr/>
            <p:nvPr/>
          </p:nvGrpSpPr>
          <p:grpSpPr>
            <a:xfrm>
              <a:off x="7713663" y="2848339"/>
              <a:ext cx="1042107" cy="425543"/>
              <a:chOff x="7786941" y="2884917"/>
              <a:chExt cx="897649" cy="353919"/>
            </a:xfrm>
          </p:grpSpPr>
          <p:sp>
            <p:nvSpPr>
              <p:cNvPr id="633" name="Freeform 632">
                <a:extLst>
                  <a:ext uri="{FF2B5EF4-FFF2-40B4-BE49-F238E27FC236}">
                    <a16:creationId xmlns:a16="http://schemas.microsoft.com/office/drawing/2014/main" id="{13EFE091-51A0-A84D-8C74-7D49F49E7F56}"/>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634" name="Freeform 633">
                <a:extLst>
                  <a:ext uri="{FF2B5EF4-FFF2-40B4-BE49-F238E27FC236}">
                    <a16:creationId xmlns:a16="http://schemas.microsoft.com/office/drawing/2014/main" id="{2007E57F-D7CB-A74F-B077-7439C454C46F}"/>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635" name="Freeform 634">
                <a:extLst>
                  <a:ext uri="{FF2B5EF4-FFF2-40B4-BE49-F238E27FC236}">
                    <a16:creationId xmlns:a16="http://schemas.microsoft.com/office/drawing/2014/main" id="{1A7A87E3-0D33-1342-9288-FE279ABD0C98}"/>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636" name="Freeform 635">
                <a:extLst>
                  <a:ext uri="{FF2B5EF4-FFF2-40B4-BE49-F238E27FC236}">
                    <a16:creationId xmlns:a16="http://schemas.microsoft.com/office/drawing/2014/main" id="{5752FA50-1B28-BD4A-9158-8D5053B30B7F}"/>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sp>
        <p:nvSpPr>
          <p:cNvPr id="638" name="Rectangle 37">
            <a:extLst>
              <a:ext uri="{FF2B5EF4-FFF2-40B4-BE49-F238E27FC236}">
                <a16:creationId xmlns:a16="http://schemas.microsoft.com/office/drawing/2014/main" id="{6E62C662-849A-5546-97FB-27C419E31ED7}"/>
              </a:ext>
            </a:extLst>
          </p:cNvPr>
          <p:cNvSpPr>
            <a:spLocks noChangeArrowheads="1"/>
          </p:cNvSpPr>
          <p:nvPr/>
        </p:nvSpPr>
        <p:spPr bwMode="auto">
          <a:xfrm rot="5400000">
            <a:off x="2648281" y="3003260"/>
            <a:ext cx="134168" cy="255587"/>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Comic Sans MS" pitchFamily="66" charset="0"/>
              <a:ea typeface="ＭＳ Ｐゴシック" charset="0"/>
            </a:endParaRPr>
          </a:p>
        </p:txBody>
      </p:sp>
      <p:sp>
        <p:nvSpPr>
          <p:cNvPr id="639" name="Rectangle 37">
            <a:extLst>
              <a:ext uri="{FF2B5EF4-FFF2-40B4-BE49-F238E27FC236}">
                <a16:creationId xmlns:a16="http://schemas.microsoft.com/office/drawing/2014/main" id="{CE5D4DD5-02BB-9C42-86C9-F0B5A6635376}"/>
              </a:ext>
            </a:extLst>
          </p:cNvPr>
          <p:cNvSpPr>
            <a:spLocks noChangeArrowheads="1"/>
          </p:cNvSpPr>
          <p:nvPr/>
        </p:nvSpPr>
        <p:spPr bwMode="auto">
          <a:xfrm rot="5400000">
            <a:off x="3522564" y="4176324"/>
            <a:ext cx="140795" cy="179874"/>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Comic Sans MS" pitchFamily="66" charset="0"/>
              <a:ea typeface="ＭＳ Ｐゴシック" charset="0"/>
            </a:endParaRPr>
          </a:p>
        </p:txBody>
      </p:sp>
      <p:grpSp>
        <p:nvGrpSpPr>
          <p:cNvPr id="648" name="Group 647">
            <a:extLst>
              <a:ext uri="{FF2B5EF4-FFF2-40B4-BE49-F238E27FC236}">
                <a16:creationId xmlns:a16="http://schemas.microsoft.com/office/drawing/2014/main" id="{371E96AA-2C01-0648-99EC-0745CB0A4923}"/>
              </a:ext>
            </a:extLst>
          </p:cNvPr>
          <p:cNvGrpSpPr/>
          <p:nvPr/>
        </p:nvGrpSpPr>
        <p:grpSpPr>
          <a:xfrm>
            <a:off x="1950870" y="2678242"/>
            <a:ext cx="908821" cy="651136"/>
            <a:chOff x="7458407" y="2414528"/>
            <a:chExt cx="509280" cy="320753"/>
          </a:xfrm>
        </p:grpSpPr>
        <p:pic>
          <p:nvPicPr>
            <p:cNvPr id="650" name="Picture 1018" descr="laptop_keyboard">
              <a:extLst>
                <a:ext uri="{FF2B5EF4-FFF2-40B4-BE49-F238E27FC236}">
                  <a16:creationId xmlns:a16="http://schemas.microsoft.com/office/drawing/2014/main" id="{135B603F-8336-2440-90DD-B68520A9F98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109064" flipH="1">
              <a:off x="7458407" y="2575770"/>
              <a:ext cx="437221" cy="1595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51" name="Freeform 1019">
              <a:extLst>
                <a:ext uri="{FF2B5EF4-FFF2-40B4-BE49-F238E27FC236}">
                  <a16:creationId xmlns:a16="http://schemas.microsoft.com/office/drawing/2014/main" id="{A555F850-562D-AD4F-B452-96C73D01DD3B}"/>
                </a:ext>
              </a:extLst>
            </p:cNvPr>
            <p:cNvSpPr>
              <a:spLocks/>
            </p:cNvSpPr>
            <p:nvPr/>
          </p:nvSpPr>
          <p:spPr bwMode="auto">
            <a:xfrm>
              <a:off x="7603304" y="2420984"/>
              <a:ext cx="351919" cy="208167"/>
            </a:xfrm>
            <a:custGeom>
              <a:avLst/>
              <a:gdLst>
                <a:gd name="T0" fmla="*/ 775798119 w 2982"/>
                <a:gd name="T1" fmla="*/ 0 h 2442"/>
                <a:gd name="T2" fmla="*/ 0 w 2982"/>
                <a:gd name="T3" fmla="*/ 211226083 h 2442"/>
                <a:gd name="T4" fmla="*/ 2147483646 w 2982"/>
                <a:gd name="T5" fmla="*/ 263880059 h 2442"/>
                <a:gd name="T6" fmla="*/ 2147483646 w 2982"/>
                <a:gd name="T7" fmla="*/ 52653891 h 2442"/>
                <a:gd name="T8" fmla="*/ 775798119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652" name="Picture 1020" descr="screen">
              <a:extLst>
                <a:ext uri="{FF2B5EF4-FFF2-40B4-BE49-F238E27FC236}">
                  <a16:creationId xmlns:a16="http://schemas.microsoft.com/office/drawing/2014/main" id="{180E4E9B-5575-C04C-B7DB-B5BA7C4AA484}"/>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620637" y="2426338"/>
              <a:ext cx="319785" cy="1894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53" name="Freeform 1021">
              <a:extLst>
                <a:ext uri="{FF2B5EF4-FFF2-40B4-BE49-F238E27FC236}">
                  <a16:creationId xmlns:a16="http://schemas.microsoft.com/office/drawing/2014/main" id="{7DBE96E5-E342-0640-A4FB-8433BEA2C3EA}"/>
                </a:ext>
              </a:extLst>
            </p:cNvPr>
            <p:cNvSpPr>
              <a:spLocks/>
            </p:cNvSpPr>
            <p:nvPr/>
          </p:nvSpPr>
          <p:spPr bwMode="auto">
            <a:xfrm>
              <a:off x="7667378" y="2414843"/>
              <a:ext cx="298167" cy="38736"/>
            </a:xfrm>
            <a:custGeom>
              <a:avLst/>
              <a:gdLst>
                <a:gd name="T0" fmla="*/ 193616298 w 2528"/>
                <a:gd name="T1" fmla="*/ 0 h 455"/>
                <a:gd name="T2" fmla="*/ 2147483646 w 2528"/>
                <a:gd name="T3" fmla="*/ 52445139 h 455"/>
                <a:gd name="T4" fmla="*/ 2147483646 w 2528"/>
                <a:gd name="T5" fmla="*/ 52445139 h 455"/>
                <a:gd name="T6" fmla="*/ 0 w 2528"/>
                <a:gd name="T7" fmla="*/ 52445139 h 455"/>
                <a:gd name="T8" fmla="*/ 193616298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54" name="Freeform 1022">
              <a:extLst>
                <a:ext uri="{FF2B5EF4-FFF2-40B4-BE49-F238E27FC236}">
                  <a16:creationId xmlns:a16="http://schemas.microsoft.com/office/drawing/2014/main" id="{C685E858-73F6-304D-A9B2-FB408EAEAE89}"/>
                </a:ext>
              </a:extLst>
            </p:cNvPr>
            <p:cNvSpPr>
              <a:spLocks/>
            </p:cNvSpPr>
            <p:nvPr/>
          </p:nvSpPr>
          <p:spPr bwMode="auto">
            <a:xfrm>
              <a:off x="7600188" y="2414528"/>
              <a:ext cx="82770" cy="161243"/>
            </a:xfrm>
            <a:custGeom>
              <a:avLst/>
              <a:gdLst>
                <a:gd name="T0" fmla="*/ 773664160 w 702"/>
                <a:gd name="T1" fmla="*/ 0 h 1893"/>
                <a:gd name="T2" fmla="*/ 0 w 702"/>
                <a:gd name="T3" fmla="*/ 210739916 h 1893"/>
                <a:gd name="T4" fmla="*/ 193416040 w 702"/>
                <a:gd name="T5" fmla="*/ 210739916 h 1893"/>
                <a:gd name="T6" fmla="*/ 967080200 w 702"/>
                <a:gd name="T7" fmla="*/ 52529017 h 1893"/>
                <a:gd name="T8" fmla="*/ 773664160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55" name="Freeform 1023">
              <a:extLst>
                <a:ext uri="{FF2B5EF4-FFF2-40B4-BE49-F238E27FC236}">
                  <a16:creationId xmlns:a16="http://schemas.microsoft.com/office/drawing/2014/main" id="{AF64C085-2E7B-BA45-A92C-0400AAF3A656}"/>
                </a:ext>
              </a:extLst>
            </p:cNvPr>
            <p:cNvSpPr>
              <a:spLocks/>
            </p:cNvSpPr>
            <p:nvPr/>
          </p:nvSpPr>
          <p:spPr bwMode="auto">
            <a:xfrm>
              <a:off x="7874205" y="2443344"/>
              <a:ext cx="89197" cy="186122"/>
            </a:xfrm>
            <a:custGeom>
              <a:avLst/>
              <a:gdLst>
                <a:gd name="T0" fmla="*/ 969024527 w 756"/>
                <a:gd name="T1" fmla="*/ 0 h 2184"/>
                <a:gd name="T2" fmla="*/ 193802074 w 756"/>
                <a:gd name="T3" fmla="*/ 263660221 h 2184"/>
                <a:gd name="T4" fmla="*/ 0 w 756"/>
                <a:gd name="T5" fmla="*/ 263660221 h 2184"/>
                <a:gd name="T6" fmla="*/ 775222454 w 756"/>
                <a:gd name="T7" fmla="*/ 52610059 h 2184"/>
                <a:gd name="T8" fmla="*/ 969024527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56" name="Freeform 1024">
              <a:extLst>
                <a:ext uri="{FF2B5EF4-FFF2-40B4-BE49-F238E27FC236}">
                  <a16:creationId xmlns:a16="http://schemas.microsoft.com/office/drawing/2014/main" id="{CBE1239C-4F2E-ED4C-BD21-40993AE6C889}"/>
                </a:ext>
              </a:extLst>
            </p:cNvPr>
            <p:cNvSpPr>
              <a:spLocks/>
            </p:cNvSpPr>
            <p:nvPr/>
          </p:nvSpPr>
          <p:spPr bwMode="auto">
            <a:xfrm>
              <a:off x="7599214" y="2567582"/>
              <a:ext cx="327185" cy="62828"/>
            </a:xfrm>
            <a:custGeom>
              <a:avLst/>
              <a:gdLst>
                <a:gd name="T0" fmla="*/ 193829444 w 2773"/>
                <a:gd name="T1" fmla="*/ 0 h 738"/>
                <a:gd name="T2" fmla="*/ 0 w 2773"/>
                <a:gd name="T3" fmla="*/ 52443587 h 738"/>
                <a:gd name="T4" fmla="*/ 2147483646 w 2773"/>
                <a:gd name="T5" fmla="*/ 104894411 h 738"/>
                <a:gd name="T6" fmla="*/ 2147483646 w 2773"/>
                <a:gd name="T7" fmla="*/ 52443587 h 738"/>
                <a:gd name="T8" fmla="*/ 193829444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57" name="Freeform 1025">
              <a:extLst>
                <a:ext uri="{FF2B5EF4-FFF2-40B4-BE49-F238E27FC236}">
                  <a16:creationId xmlns:a16="http://schemas.microsoft.com/office/drawing/2014/main" id="{32E401E2-9C9D-1C41-A94E-50F270EF177D}"/>
                </a:ext>
              </a:extLst>
            </p:cNvPr>
            <p:cNvSpPr>
              <a:spLocks/>
            </p:cNvSpPr>
            <p:nvPr/>
          </p:nvSpPr>
          <p:spPr bwMode="auto">
            <a:xfrm>
              <a:off x="7884138" y="2444918"/>
              <a:ext cx="83549" cy="186909"/>
            </a:xfrm>
            <a:custGeom>
              <a:avLst/>
              <a:gdLst>
                <a:gd name="T0" fmla="*/ 2147483646 w 637"/>
                <a:gd name="T1" fmla="*/ 0 h 1659"/>
                <a:gd name="T2" fmla="*/ 2147483646 w 637"/>
                <a:gd name="T3" fmla="*/ 0 h 1659"/>
                <a:gd name="T4" fmla="*/ 295581541 w 637"/>
                <a:gd name="T5" fmla="*/ 2147483646 h 1659"/>
                <a:gd name="T6" fmla="*/ 0 w 637"/>
                <a:gd name="T7" fmla="*/ 2147483646 h 1659"/>
                <a:gd name="T8" fmla="*/ 2147483646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58" name="Freeform 1026">
              <a:extLst>
                <a:ext uri="{FF2B5EF4-FFF2-40B4-BE49-F238E27FC236}">
                  <a16:creationId xmlns:a16="http://schemas.microsoft.com/office/drawing/2014/main" id="{FA157A51-7F18-4F4D-8C83-BFAD67826499}"/>
                </a:ext>
              </a:extLst>
            </p:cNvPr>
            <p:cNvSpPr>
              <a:spLocks/>
            </p:cNvSpPr>
            <p:nvPr/>
          </p:nvSpPr>
          <p:spPr bwMode="auto">
            <a:xfrm>
              <a:off x="7599603" y="2575928"/>
              <a:ext cx="290961" cy="62041"/>
            </a:xfrm>
            <a:custGeom>
              <a:avLst/>
              <a:gdLst>
                <a:gd name="T0" fmla="*/ 0 w 2216"/>
                <a:gd name="T1" fmla="*/ 0 h 550"/>
                <a:gd name="T2" fmla="*/ 296523134 w 2216"/>
                <a:gd name="T3" fmla="*/ 324379338 h 550"/>
                <a:gd name="T4" fmla="*/ 2147483646 w 2216"/>
                <a:gd name="T5" fmla="*/ 2147483646 h 550"/>
                <a:gd name="T6" fmla="*/ 2147483646 w 2216"/>
                <a:gd name="T7" fmla="*/ 2147483646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659" name="Group 1027">
              <a:extLst>
                <a:ext uri="{FF2B5EF4-FFF2-40B4-BE49-F238E27FC236}">
                  <a16:creationId xmlns:a16="http://schemas.microsoft.com/office/drawing/2014/main" id="{696F2347-1565-6441-8C1A-437A9DAAD472}"/>
                </a:ext>
              </a:extLst>
            </p:cNvPr>
            <p:cNvGrpSpPr>
              <a:grpSpLocks/>
            </p:cNvGrpSpPr>
            <p:nvPr/>
          </p:nvGrpSpPr>
          <p:grpSpPr bwMode="auto">
            <a:xfrm>
              <a:off x="7594735" y="2642220"/>
              <a:ext cx="98740" cy="36846"/>
              <a:chOff x="1740" y="2642"/>
              <a:chExt cx="752" cy="327"/>
            </a:xfrm>
          </p:grpSpPr>
          <p:sp>
            <p:nvSpPr>
              <p:cNvPr id="666" name="Freeform 1028">
                <a:extLst>
                  <a:ext uri="{FF2B5EF4-FFF2-40B4-BE49-F238E27FC236}">
                    <a16:creationId xmlns:a16="http://schemas.microsoft.com/office/drawing/2014/main" id="{D047B827-4325-2047-B189-266567FECB32}"/>
                  </a:ext>
                </a:extLst>
              </p:cNvPr>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67" name="Freeform 1029">
                <a:extLst>
                  <a:ext uri="{FF2B5EF4-FFF2-40B4-BE49-F238E27FC236}">
                    <a16:creationId xmlns:a16="http://schemas.microsoft.com/office/drawing/2014/main" id="{C962B1E0-9734-1845-B0BC-530A5D7EA2B3}"/>
                  </a:ext>
                </a:extLst>
              </p:cNvPr>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68" name="Freeform 1030">
                <a:extLst>
                  <a:ext uri="{FF2B5EF4-FFF2-40B4-BE49-F238E27FC236}">
                    <a16:creationId xmlns:a16="http://schemas.microsoft.com/office/drawing/2014/main" id="{66CDACE3-49D2-1547-B61E-6E0D19A09310}"/>
                  </a:ext>
                </a:extLst>
              </p:cNvPr>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69" name="Freeform 1031">
                <a:extLst>
                  <a:ext uri="{FF2B5EF4-FFF2-40B4-BE49-F238E27FC236}">
                    <a16:creationId xmlns:a16="http://schemas.microsoft.com/office/drawing/2014/main" id="{9744E38D-B189-994A-AC39-2221D16C2E34}"/>
                  </a:ext>
                </a:extLst>
              </p:cNvPr>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70" name="Freeform 1032">
                <a:extLst>
                  <a:ext uri="{FF2B5EF4-FFF2-40B4-BE49-F238E27FC236}">
                    <a16:creationId xmlns:a16="http://schemas.microsoft.com/office/drawing/2014/main" id="{536855A1-ABB1-9446-A60A-574798C2200C}"/>
                  </a:ext>
                </a:extLst>
              </p:cNvPr>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71" name="Freeform 1033">
                <a:extLst>
                  <a:ext uri="{FF2B5EF4-FFF2-40B4-BE49-F238E27FC236}">
                    <a16:creationId xmlns:a16="http://schemas.microsoft.com/office/drawing/2014/main" id="{793FB7DB-D4F3-C047-AB19-9686506659B1}"/>
                  </a:ext>
                </a:extLst>
              </p:cNvPr>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660" name="Freeform 1034">
              <a:extLst>
                <a:ext uri="{FF2B5EF4-FFF2-40B4-BE49-F238E27FC236}">
                  <a16:creationId xmlns:a16="http://schemas.microsoft.com/office/drawing/2014/main" id="{74F1A127-BD96-664E-BA7B-8AB571743829}"/>
                </a:ext>
              </a:extLst>
            </p:cNvPr>
            <p:cNvSpPr>
              <a:spLocks/>
            </p:cNvSpPr>
            <p:nvPr/>
          </p:nvSpPr>
          <p:spPr bwMode="auto">
            <a:xfrm>
              <a:off x="7763780" y="2647731"/>
              <a:ext cx="119578" cy="80936"/>
            </a:xfrm>
            <a:custGeom>
              <a:avLst/>
              <a:gdLst>
                <a:gd name="T0" fmla="*/ 213221464 w 990"/>
                <a:gd name="T1" fmla="*/ 1090686587 h 792"/>
                <a:gd name="T2" fmla="*/ 1915477586 w 990"/>
                <a:gd name="T3" fmla="*/ 0 h 792"/>
                <a:gd name="T4" fmla="*/ 1915477586 w 990"/>
                <a:gd name="T5" fmla="*/ 108859840 h 792"/>
                <a:gd name="T6" fmla="*/ 0 w 990"/>
                <a:gd name="T7" fmla="*/ 1090686587 h 792"/>
                <a:gd name="T8" fmla="*/ 213221464 w 990"/>
                <a:gd name="T9" fmla="*/ 1090686587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61" name="Freeform 1035">
              <a:extLst>
                <a:ext uri="{FF2B5EF4-FFF2-40B4-BE49-F238E27FC236}">
                  <a16:creationId xmlns:a16="http://schemas.microsoft.com/office/drawing/2014/main" id="{B1230F45-F5FF-0841-8D9E-3024466B4D3E}"/>
                </a:ext>
              </a:extLst>
            </p:cNvPr>
            <p:cNvSpPr>
              <a:spLocks/>
            </p:cNvSpPr>
            <p:nvPr/>
          </p:nvSpPr>
          <p:spPr bwMode="auto">
            <a:xfrm>
              <a:off x="7458602" y="2654187"/>
              <a:ext cx="305957" cy="73850"/>
            </a:xfrm>
            <a:custGeom>
              <a:avLst/>
              <a:gdLst>
                <a:gd name="T0" fmla="*/ 213486572 w 2532"/>
                <a:gd name="T1" fmla="*/ 0 h 723"/>
                <a:gd name="T2" fmla="*/ 213486572 w 2532"/>
                <a:gd name="T3" fmla="*/ 0 h 723"/>
                <a:gd name="T4" fmla="*/ 2147483646 w 2532"/>
                <a:gd name="T5" fmla="*/ 979380008 h 723"/>
                <a:gd name="T6" fmla="*/ 2147483646 w 2532"/>
                <a:gd name="T7" fmla="*/ 1088085165 h 723"/>
                <a:gd name="T8" fmla="*/ 0 w 2532"/>
                <a:gd name="T9" fmla="*/ 108705259 h 723"/>
                <a:gd name="T10" fmla="*/ 213486572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62" name="Freeform 1036">
              <a:extLst>
                <a:ext uri="{FF2B5EF4-FFF2-40B4-BE49-F238E27FC236}">
                  <a16:creationId xmlns:a16="http://schemas.microsoft.com/office/drawing/2014/main" id="{BC7097AC-B904-3748-8E04-91D93864FFF0}"/>
                </a:ext>
              </a:extLst>
            </p:cNvPr>
            <p:cNvSpPr>
              <a:spLocks/>
            </p:cNvSpPr>
            <p:nvPr/>
          </p:nvSpPr>
          <p:spPr bwMode="auto">
            <a:xfrm>
              <a:off x="7458797" y="2640645"/>
              <a:ext cx="3311" cy="14959"/>
            </a:xfrm>
            <a:custGeom>
              <a:avLst/>
              <a:gdLst>
                <a:gd name="T0" fmla="*/ 262278191 w 26"/>
                <a:gd name="T1" fmla="*/ 107489981 h 147"/>
                <a:gd name="T2" fmla="*/ 262278191 w 26"/>
                <a:gd name="T3" fmla="*/ 214969480 h 147"/>
                <a:gd name="T4" fmla="*/ 0 w 26"/>
                <a:gd name="T5" fmla="*/ 214969480 h 147"/>
                <a:gd name="T6" fmla="*/ 262278191 w 26"/>
                <a:gd name="T7" fmla="*/ 0 h 147"/>
                <a:gd name="T8" fmla="*/ 262278191 w 26"/>
                <a:gd name="T9" fmla="*/ 107489981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63" name="Freeform 1037">
              <a:extLst>
                <a:ext uri="{FF2B5EF4-FFF2-40B4-BE49-F238E27FC236}">
                  <a16:creationId xmlns:a16="http://schemas.microsoft.com/office/drawing/2014/main" id="{742F7A0F-19C5-814E-8FBF-4B77A3DF6EBF}"/>
                </a:ext>
              </a:extLst>
            </p:cNvPr>
            <p:cNvSpPr>
              <a:spLocks/>
            </p:cNvSpPr>
            <p:nvPr/>
          </p:nvSpPr>
          <p:spPr bwMode="auto">
            <a:xfrm>
              <a:off x="7458992" y="2579707"/>
              <a:ext cx="142170" cy="61883"/>
            </a:xfrm>
            <a:custGeom>
              <a:avLst/>
              <a:gdLst>
                <a:gd name="T0" fmla="*/ 2136125890 w 1176"/>
                <a:gd name="T1" fmla="*/ 0 h 606"/>
                <a:gd name="T2" fmla="*/ 0 w 1176"/>
                <a:gd name="T3" fmla="*/ 870000945 h 606"/>
                <a:gd name="T4" fmla="*/ 213789467 w 1176"/>
                <a:gd name="T5" fmla="*/ 870000945 h 606"/>
                <a:gd name="T6" fmla="*/ 2136125890 w 1176"/>
                <a:gd name="T7" fmla="*/ 108617123 h 606"/>
                <a:gd name="T8" fmla="*/ 2136125890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64" name="Freeform 1038">
              <a:extLst>
                <a:ext uri="{FF2B5EF4-FFF2-40B4-BE49-F238E27FC236}">
                  <a16:creationId xmlns:a16="http://schemas.microsoft.com/office/drawing/2014/main" id="{F08DCC14-2A10-224A-9BDF-59347D32E314}"/>
                </a:ext>
              </a:extLst>
            </p:cNvPr>
            <p:cNvSpPr>
              <a:spLocks/>
            </p:cNvSpPr>
            <p:nvPr/>
          </p:nvSpPr>
          <p:spPr bwMode="auto">
            <a:xfrm>
              <a:off x="7468535" y="2643795"/>
              <a:ext cx="290182" cy="71016"/>
            </a:xfrm>
            <a:custGeom>
              <a:avLst/>
              <a:gdLst>
                <a:gd name="T0" fmla="*/ 173112702 w 2532"/>
                <a:gd name="T1" fmla="*/ 0 h 723"/>
                <a:gd name="T2" fmla="*/ 173112702 w 2532"/>
                <a:gd name="T3" fmla="*/ 0 h 723"/>
                <a:gd name="T4" fmla="*/ 2069773885 w 2532"/>
                <a:gd name="T5" fmla="*/ 558173482 h 723"/>
                <a:gd name="T6" fmla="*/ 2069773885 w 2532"/>
                <a:gd name="T7" fmla="*/ 558173482 h 723"/>
                <a:gd name="T8" fmla="*/ 0 w 2532"/>
                <a:gd name="T9" fmla="*/ 92871346 h 723"/>
                <a:gd name="T10" fmla="*/ 173112702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65" name="Freeform 1039">
              <a:extLst>
                <a:ext uri="{FF2B5EF4-FFF2-40B4-BE49-F238E27FC236}">
                  <a16:creationId xmlns:a16="http://schemas.microsoft.com/office/drawing/2014/main" id="{A6403359-33F6-1F41-9B14-D46854C777D7}"/>
                </a:ext>
              </a:extLst>
            </p:cNvPr>
            <p:cNvSpPr>
              <a:spLocks/>
            </p:cNvSpPr>
            <p:nvPr/>
          </p:nvSpPr>
          <p:spPr bwMode="auto">
            <a:xfrm flipV="1">
              <a:off x="7758327" y="2638756"/>
              <a:ext cx="118410" cy="73535"/>
            </a:xfrm>
            <a:custGeom>
              <a:avLst/>
              <a:gdLst>
                <a:gd name="T0" fmla="*/ 0 w 2532"/>
                <a:gd name="T1" fmla="*/ 0 h 723"/>
                <a:gd name="T2" fmla="*/ 0 w 2532"/>
                <a:gd name="T3" fmla="*/ 0 h 723"/>
                <a:gd name="T4" fmla="*/ 0 w 2532"/>
                <a:gd name="T5" fmla="*/ 962694895 h 723"/>
                <a:gd name="T6" fmla="*/ 0 w 2532"/>
                <a:gd name="T7" fmla="*/ 962694895 h 723"/>
                <a:gd name="T8" fmla="*/ 0 w 2532"/>
                <a:gd name="T9" fmla="*/ 107314314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672" name="Rectangle 37">
            <a:extLst>
              <a:ext uri="{FF2B5EF4-FFF2-40B4-BE49-F238E27FC236}">
                <a16:creationId xmlns:a16="http://schemas.microsoft.com/office/drawing/2014/main" id="{9481655E-53B9-E148-87BB-DA888D40383A}"/>
              </a:ext>
            </a:extLst>
          </p:cNvPr>
          <p:cNvSpPr>
            <a:spLocks noChangeArrowheads="1"/>
          </p:cNvSpPr>
          <p:nvPr/>
        </p:nvSpPr>
        <p:spPr bwMode="auto">
          <a:xfrm rot="2603620">
            <a:off x="3123075" y="3881648"/>
            <a:ext cx="140795" cy="235527"/>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Comic Sans MS" pitchFamily="66" charset="0"/>
              <a:ea typeface="ＭＳ Ｐゴシック" charset="0"/>
            </a:endParaRPr>
          </a:p>
        </p:txBody>
      </p:sp>
      <p:grpSp>
        <p:nvGrpSpPr>
          <p:cNvPr id="589" name="Group 588">
            <a:extLst>
              <a:ext uri="{FF2B5EF4-FFF2-40B4-BE49-F238E27FC236}">
                <a16:creationId xmlns:a16="http://schemas.microsoft.com/office/drawing/2014/main" id="{E25D2C38-52A6-D74C-B8F5-760511B66010}"/>
              </a:ext>
            </a:extLst>
          </p:cNvPr>
          <p:cNvGrpSpPr/>
          <p:nvPr/>
        </p:nvGrpSpPr>
        <p:grpSpPr>
          <a:xfrm>
            <a:off x="2647027" y="4019872"/>
            <a:ext cx="853832" cy="472456"/>
            <a:chOff x="7493876" y="2774731"/>
            <a:chExt cx="1481958" cy="894622"/>
          </a:xfrm>
        </p:grpSpPr>
        <p:sp>
          <p:nvSpPr>
            <p:cNvPr id="590" name="Freeform 589">
              <a:extLst>
                <a:ext uri="{FF2B5EF4-FFF2-40B4-BE49-F238E27FC236}">
                  <a16:creationId xmlns:a16="http://schemas.microsoft.com/office/drawing/2014/main" id="{B0A245DD-4B67-F546-BF8C-E3D0A2C89B58}"/>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591" name="Oval 590">
              <a:extLst>
                <a:ext uri="{FF2B5EF4-FFF2-40B4-BE49-F238E27FC236}">
                  <a16:creationId xmlns:a16="http://schemas.microsoft.com/office/drawing/2014/main" id="{70CB17FC-C529-3648-AFDA-8721418A5095}"/>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592" name="Group 591">
              <a:extLst>
                <a:ext uri="{FF2B5EF4-FFF2-40B4-BE49-F238E27FC236}">
                  <a16:creationId xmlns:a16="http://schemas.microsoft.com/office/drawing/2014/main" id="{D413B80D-C7DB-534C-8DA8-F00D300DBC88}"/>
                </a:ext>
              </a:extLst>
            </p:cNvPr>
            <p:cNvGrpSpPr/>
            <p:nvPr/>
          </p:nvGrpSpPr>
          <p:grpSpPr>
            <a:xfrm>
              <a:off x="7713663" y="2848339"/>
              <a:ext cx="1042107" cy="425543"/>
              <a:chOff x="7786941" y="2884917"/>
              <a:chExt cx="897649" cy="353919"/>
            </a:xfrm>
          </p:grpSpPr>
          <p:sp>
            <p:nvSpPr>
              <p:cNvPr id="593" name="Freeform 592">
                <a:extLst>
                  <a:ext uri="{FF2B5EF4-FFF2-40B4-BE49-F238E27FC236}">
                    <a16:creationId xmlns:a16="http://schemas.microsoft.com/office/drawing/2014/main" id="{18E03FC9-7974-9640-9835-27B0131CD76F}"/>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94" name="Freeform 593">
                <a:extLst>
                  <a:ext uri="{FF2B5EF4-FFF2-40B4-BE49-F238E27FC236}">
                    <a16:creationId xmlns:a16="http://schemas.microsoft.com/office/drawing/2014/main" id="{B02F09FE-2B85-5F4C-B1D3-7285C2B56BB5}"/>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95" name="Freeform 594">
                <a:extLst>
                  <a:ext uri="{FF2B5EF4-FFF2-40B4-BE49-F238E27FC236}">
                    <a16:creationId xmlns:a16="http://schemas.microsoft.com/office/drawing/2014/main" id="{1154C3FD-FF9C-E343-A60C-430A6B3F38A5}"/>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96" name="Freeform 595">
                <a:extLst>
                  <a:ext uri="{FF2B5EF4-FFF2-40B4-BE49-F238E27FC236}">
                    <a16:creationId xmlns:a16="http://schemas.microsoft.com/office/drawing/2014/main" id="{978879B9-5CF4-0C42-8D6C-4676831E90D5}"/>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sp>
        <p:nvSpPr>
          <p:cNvPr id="673" name="Right Arrow 672">
            <a:extLst>
              <a:ext uri="{FF2B5EF4-FFF2-40B4-BE49-F238E27FC236}">
                <a16:creationId xmlns:a16="http://schemas.microsoft.com/office/drawing/2014/main" id="{B97D521A-528F-F144-A8F1-1DBCAE203C92}"/>
              </a:ext>
            </a:extLst>
          </p:cNvPr>
          <p:cNvSpPr/>
          <p:nvPr/>
        </p:nvSpPr>
        <p:spPr>
          <a:xfrm>
            <a:off x="685800" y="2756646"/>
            <a:ext cx="1313330" cy="511526"/>
          </a:xfrm>
          <a:prstGeom prst="rightArrow">
            <a:avLst/>
          </a:prstGeom>
          <a:gradFill>
            <a:gsLst>
              <a:gs pos="0">
                <a:srgbClr val="FFFFFF">
                  <a:alpha val="67000"/>
                </a:srgbClr>
              </a:gs>
              <a:gs pos="100000">
                <a:srgbClr val="0000A8"/>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682" name="Group 681">
            <a:extLst>
              <a:ext uri="{FF2B5EF4-FFF2-40B4-BE49-F238E27FC236}">
                <a16:creationId xmlns:a16="http://schemas.microsoft.com/office/drawing/2014/main" id="{3683399D-A639-394A-8DF7-7F9B7AB6D7B6}"/>
              </a:ext>
            </a:extLst>
          </p:cNvPr>
          <p:cNvGrpSpPr/>
          <p:nvPr/>
        </p:nvGrpSpPr>
        <p:grpSpPr>
          <a:xfrm>
            <a:off x="1373964" y="4541734"/>
            <a:ext cx="1607995" cy="1127080"/>
            <a:chOff x="1373964" y="4541734"/>
            <a:chExt cx="1607995" cy="1127080"/>
          </a:xfrm>
        </p:grpSpPr>
        <p:sp>
          <p:nvSpPr>
            <p:cNvPr id="444" name="Text Box 404">
              <a:extLst>
                <a:ext uri="{FF2B5EF4-FFF2-40B4-BE49-F238E27FC236}">
                  <a16:creationId xmlns:a16="http://schemas.microsoft.com/office/drawing/2014/main" id="{E62F71C0-17AC-E842-AF41-29E05880C3BE}"/>
                </a:ext>
              </a:extLst>
            </p:cNvPr>
            <p:cNvSpPr txBox="1">
              <a:spLocks noChangeArrowheads="1"/>
            </p:cNvSpPr>
            <p:nvPr/>
          </p:nvSpPr>
          <p:spPr bwMode="auto">
            <a:xfrm>
              <a:off x="1373964" y="4541734"/>
              <a:ext cx="890115" cy="30777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eaLnBrk="0" fontAlgn="base" hangingPunct="0">
                <a:spcBef>
                  <a:spcPct val="0"/>
                </a:spcBef>
                <a:spcAft>
                  <a:spcPct val="0"/>
                </a:spcAft>
                <a:defRPr/>
              </a:pPr>
              <a:r>
                <a:rPr lang="en-US" sz="1400" i="0" dirty="0">
                  <a:solidFill>
                    <a:srgbClr val="C00000"/>
                  </a:solidFill>
                  <a:latin typeface="+mn-lt"/>
                </a:rPr>
                <a:t>web page</a:t>
              </a:r>
            </a:p>
          </p:txBody>
        </p:sp>
        <p:sp>
          <p:nvSpPr>
            <p:cNvPr id="677" name="Freeform 398">
              <a:extLst>
                <a:ext uri="{FF2B5EF4-FFF2-40B4-BE49-F238E27FC236}">
                  <a16:creationId xmlns:a16="http://schemas.microsoft.com/office/drawing/2014/main" id="{80939846-FA86-F748-B1A5-ABCAB922613E}"/>
                </a:ext>
              </a:extLst>
            </p:cNvPr>
            <p:cNvSpPr>
              <a:spLocks/>
            </p:cNvSpPr>
            <p:nvPr/>
          </p:nvSpPr>
          <p:spPr bwMode="auto">
            <a:xfrm>
              <a:off x="1450329" y="4799922"/>
              <a:ext cx="1531630" cy="868892"/>
            </a:xfrm>
            <a:custGeom>
              <a:avLst/>
              <a:gdLst>
                <a:gd name="T0" fmla="*/ 861 w 861"/>
                <a:gd name="T1" fmla="*/ 772 h 772"/>
                <a:gd name="T2" fmla="*/ 0 w 861"/>
                <a:gd name="T3" fmla="*/ 557 h 772"/>
                <a:gd name="T4" fmla="*/ 532 w 861"/>
                <a:gd name="T5" fmla="*/ 405 h 772"/>
                <a:gd name="T6" fmla="*/ 652 w 861"/>
                <a:gd name="T7" fmla="*/ 0 h 772"/>
                <a:gd name="T8" fmla="*/ 861 w 861"/>
                <a:gd name="T9" fmla="*/ 772 h 772"/>
                <a:gd name="T10" fmla="*/ 0 60000 65536"/>
                <a:gd name="T11" fmla="*/ 0 60000 65536"/>
                <a:gd name="T12" fmla="*/ 0 60000 65536"/>
                <a:gd name="T13" fmla="*/ 0 60000 65536"/>
                <a:gd name="T14" fmla="*/ 0 60000 65536"/>
                <a:gd name="connsiteX0" fmla="*/ 10000 w 10000"/>
                <a:gd name="connsiteY0" fmla="*/ 10000 h 10000"/>
                <a:gd name="connsiteX1" fmla="*/ 0 w 10000"/>
                <a:gd name="connsiteY1" fmla="*/ 7215 h 10000"/>
                <a:gd name="connsiteX2" fmla="*/ 6179 w 10000"/>
                <a:gd name="connsiteY2" fmla="*/ 5246 h 10000"/>
                <a:gd name="connsiteX3" fmla="*/ 7573 w 10000"/>
                <a:gd name="connsiteY3" fmla="*/ 0 h 10000"/>
                <a:gd name="connsiteX4" fmla="*/ 9561 w 10000"/>
                <a:gd name="connsiteY4" fmla="*/ 7933 h 10000"/>
                <a:gd name="connsiteX5" fmla="*/ 10000 w 10000"/>
                <a:gd name="connsiteY5" fmla="*/ 10000 h 10000"/>
                <a:gd name="connsiteX0" fmla="*/ 10000 w 10180"/>
                <a:gd name="connsiteY0" fmla="*/ 10000 h 10000"/>
                <a:gd name="connsiteX1" fmla="*/ 0 w 10180"/>
                <a:gd name="connsiteY1" fmla="*/ 7215 h 10000"/>
                <a:gd name="connsiteX2" fmla="*/ 6179 w 10180"/>
                <a:gd name="connsiteY2" fmla="*/ 5246 h 10000"/>
                <a:gd name="connsiteX3" fmla="*/ 7573 w 10180"/>
                <a:gd name="connsiteY3" fmla="*/ 0 h 10000"/>
                <a:gd name="connsiteX4" fmla="*/ 10151 w 10180"/>
                <a:gd name="connsiteY4" fmla="*/ 8116 h 10000"/>
                <a:gd name="connsiteX5" fmla="*/ 10000 w 10180"/>
                <a:gd name="connsiteY5" fmla="*/ 10000 h 10000"/>
                <a:gd name="connsiteX0" fmla="*/ 9573 w 10167"/>
                <a:gd name="connsiteY0" fmla="*/ 10658 h 10658"/>
                <a:gd name="connsiteX1" fmla="*/ 0 w 10167"/>
                <a:gd name="connsiteY1" fmla="*/ 7215 h 10658"/>
                <a:gd name="connsiteX2" fmla="*/ 6179 w 10167"/>
                <a:gd name="connsiteY2" fmla="*/ 5246 h 10658"/>
                <a:gd name="connsiteX3" fmla="*/ 7573 w 10167"/>
                <a:gd name="connsiteY3" fmla="*/ 0 h 10658"/>
                <a:gd name="connsiteX4" fmla="*/ 10151 w 10167"/>
                <a:gd name="connsiteY4" fmla="*/ 8116 h 10658"/>
                <a:gd name="connsiteX5" fmla="*/ 9573 w 10167"/>
                <a:gd name="connsiteY5" fmla="*/ 10658 h 10658"/>
                <a:gd name="connsiteX0" fmla="*/ 9573 w 10167"/>
                <a:gd name="connsiteY0" fmla="*/ 10658 h 10658"/>
                <a:gd name="connsiteX1" fmla="*/ 0 w 10167"/>
                <a:gd name="connsiteY1" fmla="*/ 7215 h 10658"/>
                <a:gd name="connsiteX2" fmla="*/ 7688 w 10167"/>
                <a:gd name="connsiteY2" fmla="*/ 7111 h 10658"/>
                <a:gd name="connsiteX3" fmla="*/ 7573 w 10167"/>
                <a:gd name="connsiteY3" fmla="*/ 0 h 10658"/>
                <a:gd name="connsiteX4" fmla="*/ 10151 w 10167"/>
                <a:gd name="connsiteY4" fmla="*/ 8116 h 10658"/>
                <a:gd name="connsiteX5" fmla="*/ 9573 w 10167"/>
                <a:gd name="connsiteY5" fmla="*/ 10658 h 10658"/>
                <a:gd name="connsiteX0" fmla="*/ 10065 w 10659"/>
                <a:gd name="connsiteY0" fmla="*/ 10658 h 10658"/>
                <a:gd name="connsiteX1" fmla="*/ 0 w 10659"/>
                <a:gd name="connsiteY1" fmla="*/ 7178 h 10658"/>
                <a:gd name="connsiteX2" fmla="*/ 8180 w 10659"/>
                <a:gd name="connsiteY2" fmla="*/ 7111 h 10658"/>
                <a:gd name="connsiteX3" fmla="*/ 8065 w 10659"/>
                <a:gd name="connsiteY3" fmla="*/ 0 h 10658"/>
                <a:gd name="connsiteX4" fmla="*/ 10643 w 10659"/>
                <a:gd name="connsiteY4" fmla="*/ 8116 h 10658"/>
                <a:gd name="connsiteX5" fmla="*/ 10065 w 10659"/>
                <a:gd name="connsiteY5" fmla="*/ 10658 h 10658"/>
                <a:gd name="connsiteX0" fmla="*/ 10065 w 10659"/>
                <a:gd name="connsiteY0" fmla="*/ 10658 h 10658"/>
                <a:gd name="connsiteX1" fmla="*/ 0 w 10659"/>
                <a:gd name="connsiteY1" fmla="*/ 7178 h 10658"/>
                <a:gd name="connsiteX2" fmla="*/ 8180 w 10659"/>
                <a:gd name="connsiteY2" fmla="*/ 7111 h 10658"/>
                <a:gd name="connsiteX3" fmla="*/ 8065 w 10659"/>
                <a:gd name="connsiteY3" fmla="*/ 0 h 10658"/>
                <a:gd name="connsiteX4" fmla="*/ 10643 w 10659"/>
                <a:gd name="connsiteY4" fmla="*/ 8116 h 10658"/>
                <a:gd name="connsiteX5" fmla="*/ 10065 w 10659"/>
                <a:gd name="connsiteY5" fmla="*/ 10658 h 10658"/>
                <a:gd name="connsiteX0" fmla="*/ 10065 w 10659"/>
                <a:gd name="connsiteY0" fmla="*/ 10658 h 10658"/>
                <a:gd name="connsiteX1" fmla="*/ 0 w 10659"/>
                <a:gd name="connsiteY1" fmla="*/ 7178 h 10658"/>
                <a:gd name="connsiteX2" fmla="*/ 8180 w 10659"/>
                <a:gd name="connsiteY2" fmla="*/ 7111 h 10658"/>
                <a:gd name="connsiteX3" fmla="*/ 8065 w 10659"/>
                <a:gd name="connsiteY3" fmla="*/ 0 h 10658"/>
                <a:gd name="connsiteX4" fmla="*/ 10643 w 10659"/>
                <a:gd name="connsiteY4" fmla="*/ 8116 h 10658"/>
                <a:gd name="connsiteX5" fmla="*/ 10065 w 10659"/>
                <a:gd name="connsiteY5" fmla="*/ 10658 h 10658"/>
                <a:gd name="connsiteX0" fmla="*/ 10065 w 10659"/>
                <a:gd name="connsiteY0" fmla="*/ 10658 h 10658"/>
                <a:gd name="connsiteX1" fmla="*/ 0 w 10659"/>
                <a:gd name="connsiteY1" fmla="*/ 7178 h 10658"/>
                <a:gd name="connsiteX2" fmla="*/ 8180 w 10659"/>
                <a:gd name="connsiteY2" fmla="*/ 7111 h 10658"/>
                <a:gd name="connsiteX3" fmla="*/ 8065 w 10659"/>
                <a:gd name="connsiteY3" fmla="*/ 0 h 10658"/>
                <a:gd name="connsiteX4" fmla="*/ 10643 w 10659"/>
                <a:gd name="connsiteY4" fmla="*/ 8116 h 10658"/>
                <a:gd name="connsiteX5" fmla="*/ 10065 w 10659"/>
                <a:gd name="connsiteY5" fmla="*/ 10658 h 10658"/>
                <a:gd name="connsiteX0" fmla="*/ 10065 w 10788"/>
                <a:gd name="connsiteY0" fmla="*/ 10658 h 10658"/>
                <a:gd name="connsiteX1" fmla="*/ 0 w 10788"/>
                <a:gd name="connsiteY1" fmla="*/ 7178 h 10658"/>
                <a:gd name="connsiteX2" fmla="*/ 8180 w 10788"/>
                <a:gd name="connsiteY2" fmla="*/ 7111 h 10658"/>
                <a:gd name="connsiteX3" fmla="*/ 8065 w 10788"/>
                <a:gd name="connsiteY3" fmla="*/ 0 h 10658"/>
                <a:gd name="connsiteX4" fmla="*/ 10774 w 10788"/>
                <a:gd name="connsiteY4" fmla="*/ 8153 h 10658"/>
                <a:gd name="connsiteX5" fmla="*/ 10065 w 10788"/>
                <a:gd name="connsiteY5" fmla="*/ 10658 h 10658"/>
                <a:gd name="connsiteX0" fmla="*/ 10065 w 10788"/>
                <a:gd name="connsiteY0" fmla="*/ 10658 h 10658"/>
                <a:gd name="connsiteX1" fmla="*/ 0 w 10788"/>
                <a:gd name="connsiteY1" fmla="*/ 7178 h 10658"/>
                <a:gd name="connsiteX2" fmla="*/ 8180 w 10788"/>
                <a:gd name="connsiteY2" fmla="*/ 7111 h 10658"/>
                <a:gd name="connsiteX3" fmla="*/ 8065 w 10788"/>
                <a:gd name="connsiteY3" fmla="*/ 0 h 10658"/>
                <a:gd name="connsiteX4" fmla="*/ 10774 w 10788"/>
                <a:gd name="connsiteY4" fmla="*/ 8153 h 10658"/>
                <a:gd name="connsiteX5" fmla="*/ 10065 w 10788"/>
                <a:gd name="connsiteY5" fmla="*/ 10658 h 10658"/>
                <a:gd name="connsiteX0" fmla="*/ 10065 w 10788"/>
                <a:gd name="connsiteY0" fmla="*/ 9086 h 9086"/>
                <a:gd name="connsiteX1" fmla="*/ 0 w 10788"/>
                <a:gd name="connsiteY1" fmla="*/ 5606 h 9086"/>
                <a:gd name="connsiteX2" fmla="*/ 8180 w 10788"/>
                <a:gd name="connsiteY2" fmla="*/ 5539 h 9086"/>
                <a:gd name="connsiteX3" fmla="*/ 8196 w 10788"/>
                <a:gd name="connsiteY3" fmla="*/ 0 h 9086"/>
                <a:gd name="connsiteX4" fmla="*/ 10774 w 10788"/>
                <a:gd name="connsiteY4" fmla="*/ 6581 h 9086"/>
                <a:gd name="connsiteX5" fmla="*/ 10065 w 10788"/>
                <a:gd name="connsiteY5" fmla="*/ 9086 h 9086"/>
                <a:gd name="connsiteX0" fmla="*/ 9330 w 10000"/>
                <a:gd name="connsiteY0" fmla="*/ 10000 h 10000"/>
                <a:gd name="connsiteX1" fmla="*/ 0 w 10000"/>
                <a:gd name="connsiteY1" fmla="*/ 6170 h 10000"/>
                <a:gd name="connsiteX2" fmla="*/ 7582 w 10000"/>
                <a:gd name="connsiteY2" fmla="*/ 6096 h 10000"/>
                <a:gd name="connsiteX3" fmla="*/ 7597 w 10000"/>
                <a:gd name="connsiteY3" fmla="*/ 0 h 10000"/>
                <a:gd name="connsiteX4" fmla="*/ 9987 w 10000"/>
                <a:gd name="connsiteY4" fmla="*/ 7243 h 10000"/>
                <a:gd name="connsiteX5" fmla="*/ 9330 w 10000"/>
                <a:gd name="connsiteY5" fmla="*/ 10000 h 10000"/>
                <a:gd name="connsiteX0" fmla="*/ 8799 w 9995"/>
                <a:gd name="connsiteY0" fmla="*/ 9361 h 9361"/>
                <a:gd name="connsiteX1" fmla="*/ 0 w 9995"/>
                <a:gd name="connsiteY1" fmla="*/ 6170 h 9361"/>
                <a:gd name="connsiteX2" fmla="*/ 7582 w 9995"/>
                <a:gd name="connsiteY2" fmla="*/ 6096 h 9361"/>
                <a:gd name="connsiteX3" fmla="*/ 7597 w 9995"/>
                <a:gd name="connsiteY3" fmla="*/ 0 h 9361"/>
                <a:gd name="connsiteX4" fmla="*/ 9987 w 9995"/>
                <a:gd name="connsiteY4" fmla="*/ 7243 h 9361"/>
                <a:gd name="connsiteX5" fmla="*/ 8799 w 9995"/>
                <a:gd name="connsiteY5" fmla="*/ 9361 h 9361"/>
                <a:gd name="connsiteX0" fmla="*/ 8803 w 8911"/>
                <a:gd name="connsiteY0" fmla="*/ 10000 h 10000"/>
                <a:gd name="connsiteX1" fmla="*/ 0 w 8911"/>
                <a:gd name="connsiteY1" fmla="*/ 6591 h 10000"/>
                <a:gd name="connsiteX2" fmla="*/ 7586 w 8911"/>
                <a:gd name="connsiteY2" fmla="*/ 6512 h 10000"/>
                <a:gd name="connsiteX3" fmla="*/ 7601 w 8911"/>
                <a:gd name="connsiteY3" fmla="*/ 0 h 10000"/>
                <a:gd name="connsiteX4" fmla="*/ 8880 w 8911"/>
                <a:gd name="connsiteY4" fmla="*/ 6748 h 10000"/>
                <a:gd name="connsiteX5" fmla="*/ 8803 w 8911"/>
                <a:gd name="connsiteY5" fmla="*/ 10000 h 10000"/>
                <a:gd name="connsiteX0" fmla="*/ 9879 w 9965"/>
                <a:gd name="connsiteY0" fmla="*/ 10000 h 10000"/>
                <a:gd name="connsiteX1" fmla="*/ 0 w 9965"/>
                <a:gd name="connsiteY1" fmla="*/ 6591 h 10000"/>
                <a:gd name="connsiteX2" fmla="*/ 8513 w 9965"/>
                <a:gd name="connsiteY2" fmla="*/ 6512 h 10000"/>
                <a:gd name="connsiteX3" fmla="*/ 8530 w 9965"/>
                <a:gd name="connsiteY3" fmla="*/ 0 h 10000"/>
                <a:gd name="connsiteX4" fmla="*/ 9965 w 9965"/>
                <a:gd name="connsiteY4" fmla="*/ 6748 h 10000"/>
                <a:gd name="connsiteX5" fmla="*/ 9879 w 9965"/>
                <a:gd name="connsiteY5" fmla="*/ 10000 h 10000"/>
                <a:gd name="connsiteX0" fmla="*/ 9914 w 10000"/>
                <a:gd name="connsiteY0" fmla="*/ 10000 h 10000"/>
                <a:gd name="connsiteX1" fmla="*/ 0 w 10000"/>
                <a:gd name="connsiteY1" fmla="*/ 6591 h 10000"/>
                <a:gd name="connsiteX2" fmla="*/ 8543 w 10000"/>
                <a:gd name="connsiteY2" fmla="*/ 6512 h 10000"/>
                <a:gd name="connsiteX3" fmla="*/ 8560 w 10000"/>
                <a:gd name="connsiteY3" fmla="*/ 0 h 10000"/>
                <a:gd name="connsiteX4" fmla="*/ 10000 w 10000"/>
                <a:gd name="connsiteY4" fmla="*/ 6748 h 10000"/>
                <a:gd name="connsiteX5" fmla="*/ 9914 w 10000"/>
                <a:gd name="connsiteY5" fmla="*/ 10000 h 10000"/>
                <a:gd name="connsiteX0" fmla="*/ 11628 w 11714"/>
                <a:gd name="connsiteY0" fmla="*/ 10000 h 10000"/>
                <a:gd name="connsiteX1" fmla="*/ 0 w 11714"/>
                <a:gd name="connsiteY1" fmla="*/ 9319 h 10000"/>
                <a:gd name="connsiteX2" fmla="*/ 10257 w 11714"/>
                <a:gd name="connsiteY2" fmla="*/ 6512 h 10000"/>
                <a:gd name="connsiteX3" fmla="*/ 10274 w 11714"/>
                <a:gd name="connsiteY3" fmla="*/ 0 h 10000"/>
                <a:gd name="connsiteX4" fmla="*/ 11714 w 11714"/>
                <a:gd name="connsiteY4" fmla="*/ 6748 h 10000"/>
                <a:gd name="connsiteX5" fmla="*/ 11628 w 11714"/>
                <a:gd name="connsiteY5" fmla="*/ 10000 h 10000"/>
                <a:gd name="connsiteX0" fmla="*/ 11628 w 11714"/>
                <a:gd name="connsiteY0" fmla="*/ 10000 h 10000"/>
                <a:gd name="connsiteX1" fmla="*/ 0 w 11714"/>
                <a:gd name="connsiteY1" fmla="*/ 9319 h 10000"/>
                <a:gd name="connsiteX2" fmla="*/ 9631 w 11714"/>
                <a:gd name="connsiteY2" fmla="*/ 8797 h 10000"/>
                <a:gd name="connsiteX3" fmla="*/ 10274 w 11714"/>
                <a:gd name="connsiteY3" fmla="*/ 0 h 10000"/>
                <a:gd name="connsiteX4" fmla="*/ 11714 w 11714"/>
                <a:gd name="connsiteY4" fmla="*/ 6748 h 10000"/>
                <a:gd name="connsiteX5" fmla="*/ 11628 w 11714"/>
                <a:gd name="connsiteY5" fmla="*/ 10000 h 10000"/>
                <a:gd name="connsiteX0" fmla="*/ 11628 w 11714"/>
                <a:gd name="connsiteY0" fmla="*/ 10000 h 10261"/>
                <a:gd name="connsiteX1" fmla="*/ 0 w 11714"/>
                <a:gd name="connsiteY1" fmla="*/ 9319 h 10261"/>
                <a:gd name="connsiteX2" fmla="*/ 9631 w 11714"/>
                <a:gd name="connsiteY2" fmla="*/ 8797 h 10261"/>
                <a:gd name="connsiteX3" fmla="*/ 10274 w 11714"/>
                <a:gd name="connsiteY3" fmla="*/ 0 h 10261"/>
                <a:gd name="connsiteX4" fmla="*/ 11714 w 11714"/>
                <a:gd name="connsiteY4" fmla="*/ 6748 h 10261"/>
                <a:gd name="connsiteX5" fmla="*/ 11628 w 11714"/>
                <a:gd name="connsiteY5" fmla="*/ 10000 h 10261"/>
                <a:gd name="connsiteX0" fmla="*/ 11628 w 11714"/>
                <a:gd name="connsiteY0" fmla="*/ 10000 h 10000"/>
                <a:gd name="connsiteX1" fmla="*/ 0 w 11714"/>
                <a:gd name="connsiteY1" fmla="*/ 9319 h 10000"/>
                <a:gd name="connsiteX2" fmla="*/ 9631 w 11714"/>
                <a:gd name="connsiteY2" fmla="*/ 8797 h 10000"/>
                <a:gd name="connsiteX3" fmla="*/ 10274 w 11714"/>
                <a:gd name="connsiteY3" fmla="*/ 0 h 10000"/>
                <a:gd name="connsiteX4" fmla="*/ 11714 w 11714"/>
                <a:gd name="connsiteY4" fmla="*/ 6748 h 10000"/>
                <a:gd name="connsiteX5" fmla="*/ 11628 w 11714"/>
                <a:gd name="connsiteY5" fmla="*/ 10000 h 10000"/>
                <a:gd name="connsiteX0" fmla="*/ 11628 w 11714"/>
                <a:gd name="connsiteY0" fmla="*/ 10000 h 10000"/>
                <a:gd name="connsiteX1" fmla="*/ 0 w 11714"/>
                <a:gd name="connsiteY1" fmla="*/ 9319 h 10000"/>
                <a:gd name="connsiteX2" fmla="*/ 9658 w 11714"/>
                <a:gd name="connsiteY2" fmla="*/ 9070 h 10000"/>
                <a:gd name="connsiteX3" fmla="*/ 10274 w 11714"/>
                <a:gd name="connsiteY3" fmla="*/ 0 h 10000"/>
                <a:gd name="connsiteX4" fmla="*/ 11714 w 11714"/>
                <a:gd name="connsiteY4" fmla="*/ 6748 h 10000"/>
                <a:gd name="connsiteX5" fmla="*/ 11628 w 11714"/>
                <a:gd name="connsiteY5" fmla="*/ 10000 h 10000"/>
                <a:gd name="connsiteX0" fmla="*/ 11628 w 11714"/>
                <a:gd name="connsiteY0" fmla="*/ 8329 h 8329"/>
                <a:gd name="connsiteX1" fmla="*/ 0 w 11714"/>
                <a:gd name="connsiteY1" fmla="*/ 7648 h 8329"/>
                <a:gd name="connsiteX2" fmla="*/ 9658 w 11714"/>
                <a:gd name="connsiteY2" fmla="*/ 7399 h 8329"/>
                <a:gd name="connsiteX3" fmla="*/ 9784 w 11714"/>
                <a:gd name="connsiteY3" fmla="*/ 0 h 8329"/>
                <a:gd name="connsiteX4" fmla="*/ 11714 w 11714"/>
                <a:gd name="connsiteY4" fmla="*/ 5077 h 8329"/>
                <a:gd name="connsiteX5" fmla="*/ 11628 w 11714"/>
                <a:gd name="connsiteY5" fmla="*/ 8329 h 8329"/>
                <a:gd name="connsiteX0" fmla="*/ 9927 w 10000"/>
                <a:gd name="connsiteY0" fmla="*/ 10000 h 10000"/>
                <a:gd name="connsiteX1" fmla="*/ 0 w 10000"/>
                <a:gd name="connsiteY1" fmla="*/ 9182 h 10000"/>
                <a:gd name="connsiteX2" fmla="*/ 8245 w 10000"/>
                <a:gd name="connsiteY2" fmla="*/ 8883 h 10000"/>
                <a:gd name="connsiteX3" fmla="*/ 8352 w 10000"/>
                <a:gd name="connsiteY3" fmla="*/ 0 h 10000"/>
                <a:gd name="connsiteX4" fmla="*/ 10000 w 10000"/>
                <a:gd name="connsiteY4" fmla="*/ 6096 h 10000"/>
                <a:gd name="connsiteX5" fmla="*/ 9927 w 10000"/>
                <a:gd name="connsiteY5" fmla="*/ 1000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0" h="10000">
                  <a:moveTo>
                    <a:pt x="9927" y="10000"/>
                  </a:moveTo>
                  <a:cubicBezTo>
                    <a:pt x="7231" y="9836"/>
                    <a:pt x="6474" y="9595"/>
                    <a:pt x="0" y="9182"/>
                  </a:cubicBezTo>
                  <a:lnTo>
                    <a:pt x="8245" y="8883"/>
                  </a:lnTo>
                  <a:cubicBezTo>
                    <a:pt x="8212" y="5538"/>
                    <a:pt x="8387" y="3345"/>
                    <a:pt x="8352" y="0"/>
                  </a:cubicBezTo>
                  <a:cubicBezTo>
                    <a:pt x="8852" y="3416"/>
                    <a:pt x="8942" y="4239"/>
                    <a:pt x="10000" y="6096"/>
                  </a:cubicBezTo>
                  <a:cubicBezTo>
                    <a:pt x="9991" y="7928"/>
                    <a:pt x="9934" y="8700"/>
                    <a:pt x="9927" y="10000"/>
                  </a:cubicBezTo>
                  <a:close/>
                </a:path>
              </a:pathLst>
            </a:custGeom>
            <a:gradFill rotWithShape="1">
              <a:gsLst>
                <a:gs pos="0">
                  <a:srgbClr val="FFFFFF"/>
                </a:gs>
                <a:gs pos="100000">
                  <a:schemeClr val="bg1">
                    <a:lumMod val="75000"/>
                  </a:schemeClr>
                </a:gs>
              </a:gsLst>
              <a:lin ang="12900000" scaled="0"/>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pic>
          <p:nvPicPr>
            <p:cNvPr id="443" name="Picture 401">
              <a:extLst>
                <a:ext uri="{FF2B5EF4-FFF2-40B4-BE49-F238E27FC236}">
                  <a16:creationId xmlns:a16="http://schemas.microsoft.com/office/drawing/2014/main" id="{6E2D6C5A-5878-8249-B10C-04E17B9327D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84743" y="4817138"/>
              <a:ext cx="1243012" cy="768350"/>
            </a:xfrm>
            <a:prstGeom prst="rect">
              <a:avLst/>
            </a:prstGeom>
            <a:noFill/>
            <a:ln w="15875">
              <a:solidFill>
                <a:schemeClr val="tx1"/>
              </a:solidFill>
              <a:miter lim="800000"/>
              <a:headEnd/>
              <a:tailEnd/>
            </a:ln>
            <a:effectLst>
              <a:outerShdw blurRad="50800" dist="38100" dir="18900000" algn="bl" rotWithShape="0">
                <a:prstClr val="black">
                  <a:alpha val="40000"/>
                </a:prstClr>
              </a:outerShdw>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grpSp>
      <p:grpSp>
        <p:nvGrpSpPr>
          <p:cNvPr id="547" name="Group 248">
            <a:extLst>
              <a:ext uri="{FF2B5EF4-FFF2-40B4-BE49-F238E27FC236}">
                <a16:creationId xmlns:a16="http://schemas.microsoft.com/office/drawing/2014/main" id="{DD74A46B-8CFF-C14D-B141-BB4A8B9E896A}"/>
              </a:ext>
            </a:extLst>
          </p:cNvPr>
          <p:cNvGrpSpPr>
            <a:grpSpLocks/>
          </p:cNvGrpSpPr>
          <p:nvPr/>
        </p:nvGrpSpPr>
        <p:grpSpPr bwMode="auto">
          <a:xfrm>
            <a:off x="2957232" y="5059642"/>
            <a:ext cx="358775" cy="623888"/>
            <a:chOff x="4140" y="429"/>
            <a:chExt cx="1425" cy="2396"/>
          </a:xfrm>
        </p:grpSpPr>
        <p:sp>
          <p:nvSpPr>
            <p:cNvPr id="548" name="Freeform 148">
              <a:extLst>
                <a:ext uri="{FF2B5EF4-FFF2-40B4-BE49-F238E27FC236}">
                  <a16:creationId xmlns:a16="http://schemas.microsoft.com/office/drawing/2014/main" id="{E26405AF-3E42-AA41-BFD2-3B794853136A}"/>
                </a:ext>
              </a:extLst>
            </p:cNvPr>
            <p:cNvSpPr>
              <a:spLocks/>
            </p:cNvSpPr>
            <p:nvPr/>
          </p:nvSpPr>
          <p:spPr bwMode="auto">
            <a:xfrm>
              <a:off x="5268" y="433"/>
              <a:ext cx="283" cy="2286"/>
            </a:xfrm>
            <a:custGeom>
              <a:avLst/>
              <a:gdLst>
                <a:gd name="T0" fmla="*/ 21 w 354"/>
                <a:gd name="T1" fmla="*/ 0 h 2742"/>
                <a:gd name="T2" fmla="*/ 116 w 354"/>
                <a:gd name="T3" fmla="*/ 137 h 2742"/>
                <a:gd name="T4" fmla="*/ 114 w 354"/>
                <a:gd name="T5" fmla="*/ 1057 h 2742"/>
                <a:gd name="T6" fmla="*/ 0 w 354"/>
                <a:gd name="T7" fmla="*/ 1105 h 2742"/>
                <a:gd name="T8" fmla="*/ 21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549" name="Rectangle 149">
              <a:extLst>
                <a:ext uri="{FF2B5EF4-FFF2-40B4-BE49-F238E27FC236}">
                  <a16:creationId xmlns:a16="http://schemas.microsoft.com/office/drawing/2014/main" id="{47D37451-2947-344E-8E7A-210E7A2D6610}"/>
                </a:ext>
              </a:extLst>
            </p:cNvPr>
            <p:cNvSpPr>
              <a:spLocks noChangeArrowheads="1"/>
            </p:cNvSpPr>
            <p:nvPr/>
          </p:nvSpPr>
          <p:spPr bwMode="auto">
            <a:xfrm>
              <a:off x="4203" y="429"/>
              <a:ext cx="1053" cy="2286"/>
            </a:xfrm>
            <a:prstGeom prst="rect">
              <a:avLst/>
            </a:pr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550" name="Freeform 150">
              <a:extLst>
                <a:ext uri="{FF2B5EF4-FFF2-40B4-BE49-F238E27FC236}">
                  <a16:creationId xmlns:a16="http://schemas.microsoft.com/office/drawing/2014/main" id="{794051DE-EDD2-9D49-9A64-72D78C5AFF63}"/>
                </a:ext>
              </a:extLst>
            </p:cNvPr>
            <p:cNvSpPr>
              <a:spLocks/>
            </p:cNvSpPr>
            <p:nvPr/>
          </p:nvSpPr>
          <p:spPr bwMode="auto">
            <a:xfrm>
              <a:off x="5321" y="570"/>
              <a:ext cx="169" cy="2115"/>
            </a:xfrm>
            <a:custGeom>
              <a:avLst/>
              <a:gdLst>
                <a:gd name="T0" fmla="*/ 2 w 211"/>
                <a:gd name="T1" fmla="*/ 0 h 2537"/>
                <a:gd name="T2" fmla="*/ 70 w 211"/>
                <a:gd name="T3" fmla="*/ 88 h 2537"/>
                <a:gd name="T4" fmla="*/ 2 w 211"/>
                <a:gd name="T5" fmla="*/ 1007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551" name="Freeform 151">
              <a:extLst>
                <a:ext uri="{FF2B5EF4-FFF2-40B4-BE49-F238E27FC236}">
                  <a16:creationId xmlns:a16="http://schemas.microsoft.com/office/drawing/2014/main" id="{6B3A31B2-65E4-2D43-AF3A-C267D9818394}"/>
                </a:ext>
              </a:extLst>
            </p:cNvPr>
            <p:cNvSpPr>
              <a:spLocks/>
            </p:cNvSpPr>
            <p:nvPr/>
          </p:nvSpPr>
          <p:spPr bwMode="auto">
            <a:xfrm>
              <a:off x="5284" y="1640"/>
              <a:ext cx="263" cy="189"/>
            </a:xfrm>
            <a:custGeom>
              <a:avLst/>
              <a:gdLst>
                <a:gd name="T0" fmla="*/ 2 w 328"/>
                <a:gd name="T1" fmla="*/ 0 h 226"/>
                <a:gd name="T2" fmla="*/ 109 w 328"/>
                <a:gd name="T3" fmla="*/ 52 h 226"/>
                <a:gd name="T4" fmla="*/ 108 w 328"/>
                <a:gd name="T5" fmla="*/ 92 h 226"/>
                <a:gd name="T6" fmla="*/ 0 w 328"/>
                <a:gd name="T7" fmla="*/ 41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552" name="Rectangle 152">
              <a:extLst>
                <a:ext uri="{FF2B5EF4-FFF2-40B4-BE49-F238E27FC236}">
                  <a16:creationId xmlns:a16="http://schemas.microsoft.com/office/drawing/2014/main" id="{5BDB8D32-4034-0648-9A9C-461080F067B4}"/>
                </a:ext>
              </a:extLst>
            </p:cNvPr>
            <p:cNvSpPr>
              <a:spLocks noChangeArrowheads="1"/>
            </p:cNvSpPr>
            <p:nvPr/>
          </p:nvSpPr>
          <p:spPr bwMode="auto">
            <a:xfrm>
              <a:off x="4209" y="691"/>
              <a:ext cx="599"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nvGrpSpPr>
            <p:cNvPr id="553" name="Group 153">
              <a:extLst>
                <a:ext uri="{FF2B5EF4-FFF2-40B4-BE49-F238E27FC236}">
                  <a16:creationId xmlns:a16="http://schemas.microsoft.com/office/drawing/2014/main" id="{98227220-D87B-BF44-BAA0-CA8B03DA617D}"/>
                </a:ext>
              </a:extLst>
            </p:cNvPr>
            <p:cNvGrpSpPr>
              <a:grpSpLocks/>
            </p:cNvGrpSpPr>
            <p:nvPr/>
          </p:nvGrpSpPr>
          <p:grpSpPr bwMode="auto">
            <a:xfrm>
              <a:off x="4749" y="668"/>
              <a:ext cx="581" cy="145"/>
              <a:chOff x="614" y="2568"/>
              <a:chExt cx="725" cy="139"/>
            </a:xfrm>
          </p:grpSpPr>
          <p:sp>
            <p:nvSpPr>
              <p:cNvPr id="578" name="AutoShape 154">
                <a:extLst>
                  <a:ext uri="{FF2B5EF4-FFF2-40B4-BE49-F238E27FC236}">
                    <a16:creationId xmlns:a16="http://schemas.microsoft.com/office/drawing/2014/main" id="{250B641D-BA68-CF4E-8F1A-14F5DEB8A2F4}"/>
                  </a:ext>
                </a:extLst>
              </p:cNvPr>
              <p:cNvSpPr>
                <a:spLocks noChangeArrowheads="1"/>
              </p:cNvSpPr>
              <p:nvPr/>
            </p:nvSpPr>
            <p:spPr bwMode="auto">
              <a:xfrm>
                <a:off x="617" y="2567"/>
                <a:ext cx="724" cy="140"/>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579" name="AutoShape 155">
                <a:extLst>
                  <a:ext uri="{FF2B5EF4-FFF2-40B4-BE49-F238E27FC236}">
                    <a16:creationId xmlns:a16="http://schemas.microsoft.com/office/drawing/2014/main" id="{787D2112-54A6-DD4C-91A7-7982CA3DDC8D}"/>
                  </a:ext>
                </a:extLst>
              </p:cNvPr>
              <p:cNvSpPr>
                <a:spLocks noChangeArrowheads="1"/>
              </p:cNvSpPr>
              <p:nvPr/>
            </p:nvSpPr>
            <p:spPr bwMode="auto">
              <a:xfrm>
                <a:off x="633" y="2584"/>
                <a:ext cx="692" cy="105"/>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sp>
          <p:nvSpPr>
            <p:cNvPr id="554" name="Rectangle 156">
              <a:extLst>
                <a:ext uri="{FF2B5EF4-FFF2-40B4-BE49-F238E27FC236}">
                  <a16:creationId xmlns:a16="http://schemas.microsoft.com/office/drawing/2014/main" id="{ED074C77-4F92-864B-A252-8CABF356F331}"/>
                </a:ext>
              </a:extLst>
            </p:cNvPr>
            <p:cNvSpPr>
              <a:spLocks noChangeArrowheads="1"/>
            </p:cNvSpPr>
            <p:nvPr/>
          </p:nvSpPr>
          <p:spPr bwMode="auto">
            <a:xfrm>
              <a:off x="4222" y="1020"/>
              <a:ext cx="599" cy="43"/>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nvGrpSpPr>
            <p:cNvPr id="555" name="Group 157">
              <a:extLst>
                <a:ext uri="{FF2B5EF4-FFF2-40B4-BE49-F238E27FC236}">
                  <a16:creationId xmlns:a16="http://schemas.microsoft.com/office/drawing/2014/main" id="{E45C5AAE-9CEA-5D45-9B1F-D1201EA7A8B1}"/>
                </a:ext>
              </a:extLst>
            </p:cNvPr>
            <p:cNvGrpSpPr>
              <a:grpSpLocks/>
            </p:cNvGrpSpPr>
            <p:nvPr/>
          </p:nvGrpSpPr>
          <p:grpSpPr bwMode="auto">
            <a:xfrm>
              <a:off x="4747" y="994"/>
              <a:ext cx="581" cy="134"/>
              <a:chOff x="614" y="2568"/>
              <a:chExt cx="725" cy="139"/>
            </a:xfrm>
          </p:grpSpPr>
          <p:sp>
            <p:nvSpPr>
              <p:cNvPr id="576" name="AutoShape 158">
                <a:extLst>
                  <a:ext uri="{FF2B5EF4-FFF2-40B4-BE49-F238E27FC236}">
                    <a16:creationId xmlns:a16="http://schemas.microsoft.com/office/drawing/2014/main" id="{23A4FF84-0E8C-5B4F-8656-A4C26D3FB900}"/>
                  </a:ext>
                </a:extLst>
              </p:cNvPr>
              <p:cNvSpPr>
                <a:spLocks noChangeArrowheads="1"/>
              </p:cNvSpPr>
              <p:nvPr/>
            </p:nvSpPr>
            <p:spPr bwMode="auto">
              <a:xfrm>
                <a:off x="612" y="2570"/>
                <a:ext cx="724" cy="139"/>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577" name="AutoShape 159">
                <a:extLst>
                  <a:ext uri="{FF2B5EF4-FFF2-40B4-BE49-F238E27FC236}">
                    <a16:creationId xmlns:a16="http://schemas.microsoft.com/office/drawing/2014/main" id="{3A8A84FE-F7E1-EA40-BE3B-E5A1F1A193FD}"/>
                  </a:ext>
                </a:extLst>
              </p:cNvPr>
              <p:cNvSpPr>
                <a:spLocks noChangeArrowheads="1"/>
              </p:cNvSpPr>
              <p:nvPr/>
            </p:nvSpPr>
            <p:spPr bwMode="auto">
              <a:xfrm>
                <a:off x="628" y="2589"/>
                <a:ext cx="692" cy="101"/>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sp>
          <p:nvSpPr>
            <p:cNvPr id="556" name="Rectangle 160">
              <a:extLst>
                <a:ext uri="{FF2B5EF4-FFF2-40B4-BE49-F238E27FC236}">
                  <a16:creationId xmlns:a16="http://schemas.microsoft.com/office/drawing/2014/main" id="{5A74EA63-0B5F-FB48-AA96-CDECA866888C}"/>
                </a:ext>
              </a:extLst>
            </p:cNvPr>
            <p:cNvSpPr>
              <a:spLocks noChangeArrowheads="1"/>
            </p:cNvSpPr>
            <p:nvPr/>
          </p:nvSpPr>
          <p:spPr bwMode="auto">
            <a:xfrm>
              <a:off x="4216" y="1356"/>
              <a:ext cx="599"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557" name="Rectangle 161">
              <a:extLst>
                <a:ext uri="{FF2B5EF4-FFF2-40B4-BE49-F238E27FC236}">
                  <a16:creationId xmlns:a16="http://schemas.microsoft.com/office/drawing/2014/main" id="{58A4912C-FD7F-3745-98E7-736F73EB1AEC}"/>
                </a:ext>
              </a:extLst>
            </p:cNvPr>
            <p:cNvSpPr>
              <a:spLocks noChangeArrowheads="1"/>
            </p:cNvSpPr>
            <p:nvPr/>
          </p:nvSpPr>
          <p:spPr bwMode="auto">
            <a:xfrm>
              <a:off x="4228" y="1654"/>
              <a:ext cx="593"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nvGrpSpPr>
            <p:cNvPr id="558" name="Group 162">
              <a:extLst>
                <a:ext uri="{FF2B5EF4-FFF2-40B4-BE49-F238E27FC236}">
                  <a16:creationId xmlns:a16="http://schemas.microsoft.com/office/drawing/2014/main" id="{A7ED305B-1858-0C4C-8889-5F08D18EEA1E}"/>
                </a:ext>
              </a:extLst>
            </p:cNvPr>
            <p:cNvGrpSpPr>
              <a:grpSpLocks/>
            </p:cNvGrpSpPr>
            <p:nvPr/>
          </p:nvGrpSpPr>
          <p:grpSpPr bwMode="auto">
            <a:xfrm>
              <a:off x="4735" y="1627"/>
              <a:ext cx="582" cy="151"/>
              <a:chOff x="614" y="2568"/>
              <a:chExt cx="725" cy="139"/>
            </a:xfrm>
          </p:grpSpPr>
          <p:sp>
            <p:nvSpPr>
              <p:cNvPr id="574" name="AutoShape 163">
                <a:extLst>
                  <a:ext uri="{FF2B5EF4-FFF2-40B4-BE49-F238E27FC236}">
                    <a16:creationId xmlns:a16="http://schemas.microsoft.com/office/drawing/2014/main" id="{E0A7BB14-4EE6-E649-A054-B7ACF2A810DE}"/>
                  </a:ext>
                </a:extLst>
              </p:cNvPr>
              <p:cNvSpPr>
                <a:spLocks noChangeArrowheads="1"/>
              </p:cNvSpPr>
              <p:nvPr/>
            </p:nvSpPr>
            <p:spPr bwMode="auto">
              <a:xfrm>
                <a:off x="611" y="2576"/>
                <a:ext cx="730" cy="129"/>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575" name="AutoShape 164">
                <a:extLst>
                  <a:ext uri="{FF2B5EF4-FFF2-40B4-BE49-F238E27FC236}">
                    <a16:creationId xmlns:a16="http://schemas.microsoft.com/office/drawing/2014/main" id="{87C1BCDA-D3DA-3C44-A348-6B38470DD89B}"/>
                  </a:ext>
                </a:extLst>
              </p:cNvPr>
              <p:cNvSpPr>
                <a:spLocks noChangeArrowheads="1"/>
              </p:cNvSpPr>
              <p:nvPr/>
            </p:nvSpPr>
            <p:spPr bwMode="auto">
              <a:xfrm>
                <a:off x="627" y="2588"/>
                <a:ext cx="699" cy="101"/>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sp>
          <p:nvSpPr>
            <p:cNvPr id="559" name="Freeform 165">
              <a:extLst>
                <a:ext uri="{FF2B5EF4-FFF2-40B4-BE49-F238E27FC236}">
                  <a16:creationId xmlns:a16="http://schemas.microsoft.com/office/drawing/2014/main" id="{353439C9-DEEB-6349-ABEB-ED29E03E8888}"/>
                </a:ext>
              </a:extLst>
            </p:cNvPr>
            <p:cNvSpPr>
              <a:spLocks/>
            </p:cNvSpPr>
            <p:nvPr/>
          </p:nvSpPr>
          <p:spPr bwMode="auto">
            <a:xfrm>
              <a:off x="5288" y="1354"/>
              <a:ext cx="263" cy="188"/>
            </a:xfrm>
            <a:custGeom>
              <a:avLst/>
              <a:gdLst>
                <a:gd name="T0" fmla="*/ 2 w 328"/>
                <a:gd name="T1" fmla="*/ 0 h 226"/>
                <a:gd name="T2" fmla="*/ 109 w 328"/>
                <a:gd name="T3" fmla="*/ 51 h 226"/>
                <a:gd name="T4" fmla="*/ 108 w 328"/>
                <a:gd name="T5" fmla="*/ 90 h 226"/>
                <a:gd name="T6" fmla="*/ 0 w 328"/>
                <a:gd name="T7" fmla="*/ 39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nvGrpSpPr>
            <p:cNvPr id="560" name="Group 166">
              <a:extLst>
                <a:ext uri="{FF2B5EF4-FFF2-40B4-BE49-F238E27FC236}">
                  <a16:creationId xmlns:a16="http://schemas.microsoft.com/office/drawing/2014/main" id="{B5D33585-759B-2A49-99A7-061236F88442}"/>
                </a:ext>
              </a:extLst>
            </p:cNvPr>
            <p:cNvGrpSpPr>
              <a:grpSpLocks/>
            </p:cNvGrpSpPr>
            <p:nvPr/>
          </p:nvGrpSpPr>
          <p:grpSpPr bwMode="auto">
            <a:xfrm>
              <a:off x="4739" y="1327"/>
              <a:ext cx="582" cy="139"/>
              <a:chOff x="614" y="2568"/>
              <a:chExt cx="725" cy="139"/>
            </a:xfrm>
          </p:grpSpPr>
          <p:sp>
            <p:nvSpPr>
              <p:cNvPr id="572" name="AutoShape 167">
                <a:extLst>
                  <a:ext uri="{FF2B5EF4-FFF2-40B4-BE49-F238E27FC236}">
                    <a16:creationId xmlns:a16="http://schemas.microsoft.com/office/drawing/2014/main" id="{CA773528-AD84-7D48-8019-9201E6A9C817}"/>
                  </a:ext>
                </a:extLst>
              </p:cNvPr>
              <p:cNvSpPr>
                <a:spLocks noChangeArrowheads="1"/>
              </p:cNvSpPr>
              <p:nvPr/>
            </p:nvSpPr>
            <p:spPr bwMode="auto">
              <a:xfrm>
                <a:off x="614" y="2566"/>
                <a:ext cx="723" cy="140"/>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573" name="AutoShape 168">
                <a:extLst>
                  <a:ext uri="{FF2B5EF4-FFF2-40B4-BE49-F238E27FC236}">
                    <a16:creationId xmlns:a16="http://schemas.microsoft.com/office/drawing/2014/main" id="{472F7D5E-1AD1-264C-9D28-AFB2CA688B3E}"/>
                  </a:ext>
                </a:extLst>
              </p:cNvPr>
              <p:cNvSpPr>
                <a:spLocks noChangeArrowheads="1"/>
              </p:cNvSpPr>
              <p:nvPr/>
            </p:nvSpPr>
            <p:spPr bwMode="auto">
              <a:xfrm>
                <a:off x="630" y="2585"/>
                <a:ext cx="691" cy="104"/>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sp>
          <p:nvSpPr>
            <p:cNvPr id="561" name="Rectangle 169">
              <a:extLst>
                <a:ext uri="{FF2B5EF4-FFF2-40B4-BE49-F238E27FC236}">
                  <a16:creationId xmlns:a16="http://schemas.microsoft.com/office/drawing/2014/main" id="{1E31944B-126C-0C48-8360-3955ACFF9708}"/>
                </a:ext>
              </a:extLst>
            </p:cNvPr>
            <p:cNvSpPr>
              <a:spLocks noChangeArrowheads="1"/>
            </p:cNvSpPr>
            <p:nvPr/>
          </p:nvSpPr>
          <p:spPr bwMode="auto">
            <a:xfrm>
              <a:off x="5250" y="429"/>
              <a:ext cx="69" cy="2286"/>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562" name="Freeform 170">
              <a:extLst>
                <a:ext uri="{FF2B5EF4-FFF2-40B4-BE49-F238E27FC236}">
                  <a16:creationId xmlns:a16="http://schemas.microsoft.com/office/drawing/2014/main" id="{AF8E0510-EA92-E34B-BAF8-A7129AFADEE5}"/>
                </a:ext>
              </a:extLst>
            </p:cNvPr>
            <p:cNvSpPr>
              <a:spLocks/>
            </p:cNvSpPr>
            <p:nvPr/>
          </p:nvSpPr>
          <p:spPr bwMode="auto">
            <a:xfrm>
              <a:off x="5312" y="1007"/>
              <a:ext cx="237" cy="213"/>
            </a:xfrm>
            <a:custGeom>
              <a:avLst/>
              <a:gdLst>
                <a:gd name="T0" fmla="*/ 2 w 296"/>
                <a:gd name="T1" fmla="*/ 0 h 256"/>
                <a:gd name="T2" fmla="*/ 96 w 296"/>
                <a:gd name="T3" fmla="*/ 57 h 256"/>
                <a:gd name="T4" fmla="*/ 98 w 296"/>
                <a:gd name="T5" fmla="*/ 102 h 256"/>
                <a:gd name="T6" fmla="*/ 0 w 296"/>
                <a:gd name="T7" fmla="*/ 39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563" name="Freeform 171">
              <a:extLst>
                <a:ext uri="{FF2B5EF4-FFF2-40B4-BE49-F238E27FC236}">
                  <a16:creationId xmlns:a16="http://schemas.microsoft.com/office/drawing/2014/main" id="{794611B1-1F70-D644-A04B-BCECE318FD7C}"/>
                </a:ext>
              </a:extLst>
            </p:cNvPr>
            <p:cNvSpPr>
              <a:spLocks/>
            </p:cNvSpPr>
            <p:nvPr/>
          </p:nvSpPr>
          <p:spPr bwMode="auto">
            <a:xfrm>
              <a:off x="5315" y="680"/>
              <a:ext cx="244" cy="240"/>
            </a:xfrm>
            <a:custGeom>
              <a:avLst/>
              <a:gdLst>
                <a:gd name="T0" fmla="*/ 0 w 304"/>
                <a:gd name="T1" fmla="*/ 0 h 288"/>
                <a:gd name="T2" fmla="*/ 101 w 304"/>
                <a:gd name="T3" fmla="*/ 66 h 288"/>
                <a:gd name="T4" fmla="*/ 95 w 304"/>
                <a:gd name="T5" fmla="*/ 116 h 288"/>
                <a:gd name="T6" fmla="*/ 2 w 304"/>
                <a:gd name="T7" fmla="*/ 5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564" name="Oval 172">
              <a:extLst>
                <a:ext uri="{FF2B5EF4-FFF2-40B4-BE49-F238E27FC236}">
                  <a16:creationId xmlns:a16="http://schemas.microsoft.com/office/drawing/2014/main" id="{A637D4FD-E378-BA4B-B33A-0D90745CB795}"/>
                </a:ext>
              </a:extLst>
            </p:cNvPr>
            <p:cNvSpPr>
              <a:spLocks noChangeArrowheads="1"/>
            </p:cNvSpPr>
            <p:nvPr/>
          </p:nvSpPr>
          <p:spPr bwMode="auto">
            <a:xfrm>
              <a:off x="5515" y="2612"/>
              <a:ext cx="50" cy="98"/>
            </a:xfrm>
            <a:prstGeom prst="ellipse">
              <a:avLst/>
            </a:prstGeom>
            <a:solidFill>
              <a:srgbClr val="3333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565" name="Freeform 173">
              <a:extLst>
                <a:ext uri="{FF2B5EF4-FFF2-40B4-BE49-F238E27FC236}">
                  <a16:creationId xmlns:a16="http://schemas.microsoft.com/office/drawing/2014/main" id="{9422064F-7319-E348-881D-6E240552A5A0}"/>
                </a:ext>
              </a:extLst>
            </p:cNvPr>
            <p:cNvSpPr>
              <a:spLocks/>
            </p:cNvSpPr>
            <p:nvPr/>
          </p:nvSpPr>
          <p:spPr bwMode="auto">
            <a:xfrm>
              <a:off x="5302" y="2614"/>
              <a:ext cx="245" cy="200"/>
            </a:xfrm>
            <a:custGeom>
              <a:avLst/>
              <a:gdLst>
                <a:gd name="T0" fmla="*/ 0 w 306"/>
                <a:gd name="T1" fmla="*/ 43 h 240"/>
                <a:gd name="T2" fmla="*/ 2 w 306"/>
                <a:gd name="T3" fmla="*/ 97 h 240"/>
                <a:gd name="T4" fmla="*/ 101 w 306"/>
                <a:gd name="T5" fmla="*/ 44 h 240"/>
                <a:gd name="T6" fmla="*/ 98 w 306"/>
                <a:gd name="T7" fmla="*/ 0 h 240"/>
                <a:gd name="T8" fmla="*/ 0 w 306"/>
                <a:gd name="T9" fmla="*/ 43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566" name="AutoShape 174">
              <a:extLst>
                <a:ext uri="{FF2B5EF4-FFF2-40B4-BE49-F238E27FC236}">
                  <a16:creationId xmlns:a16="http://schemas.microsoft.com/office/drawing/2014/main" id="{2F2D8D29-4918-BC40-B587-0167A6D7B333}"/>
                </a:ext>
              </a:extLst>
            </p:cNvPr>
            <p:cNvSpPr>
              <a:spLocks noChangeArrowheads="1"/>
            </p:cNvSpPr>
            <p:nvPr/>
          </p:nvSpPr>
          <p:spPr bwMode="auto">
            <a:xfrm>
              <a:off x="4140" y="2679"/>
              <a:ext cx="1198" cy="146"/>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567" name="AutoShape 175">
              <a:extLst>
                <a:ext uri="{FF2B5EF4-FFF2-40B4-BE49-F238E27FC236}">
                  <a16:creationId xmlns:a16="http://schemas.microsoft.com/office/drawing/2014/main" id="{CA9837DA-B6EB-3E4C-8ABD-BA649DD5B56A}"/>
                </a:ext>
              </a:extLst>
            </p:cNvPr>
            <p:cNvSpPr>
              <a:spLocks noChangeArrowheads="1"/>
            </p:cNvSpPr>
            <p:nvPr/>
          </p:nvSpPr>
          <p:spPr bwMode="auto">
            <a:xfrm>
              <a:off x="4203" y="2709"/>
              <a:ext cx="1072" cy="85"/>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568" name="Oval 176">
              <a:extLst>
                <a:ext uri="{FF2B5EF4-FFF2-40B4-BE49-F238E27FC236}">
                  <a16:creationId xmlns:a16="http://schemas.microsoft.com/office/drawing/2014/main" id="{292FD403-2A63-E04F-A616-3EFB915BE199}"/>
                </a:ext>
              </a:extLst>
            </p:cNvPr>
            <p:cNvSpPr>
              <a:spLocks noChangeArrowheads="1"/>
            </p:cNvSpPr>
            <p:nvPr/>
          </p:nvSpPr>
          <p:spPr bwMode="auto">
            <a:xfrm>
              <a:off x="4310" y="2386"/>
              <a:ext cx="158" cy="140"/>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569" name="Oval 177">
              <a:extLst>
                <a:ext uri="{FF2B5EF4-FFF2-40B4-BE49-F238E27FC236}">
                  <a16:creationId xmlns:a16="http://schemas.microsoft.com/office/drawing/2014/main" id="{B38211AD-96E2-E840-ABF7-46912AF886E5}"/>
                </a:ext>
              </a:extLst>
            </p:cNvPr>
            <p:cNvSpPr>
              <a:spLocks noChangeArrowheads="1"/>
            </p:cNvSpPr>
            <p:nvPr/>
          </p:nvSpPr>
          <p:spPr bwMode="auto">
            <a:xfrm>
              <a:off x="4487" y="2386"/>
              <a:ext cx="158" cy="140"/>
            </a:xfrm>
            <a:prstGeom prst="ellipse">
              <a:avLst/>
            </a:prstGeom>
            <a:solidFill>
              <a:srgbClr val="FF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0000"/>
                </a:solidFill>
                <a:effectLst/>
                <a:uLnTx/>
                <a:uFillTx/>
                <a:latin typeface="Arial" charset="0"/>
                <a:ea typeface="ＭＳ Ｐゴシック" charset="0"/>
              </a:endParaRPr>
            </a:p>
          </p:txBody>
        </p:sp>
        <p:sp>
          <p:nvSpPr>
            <p:cNvPr id="570" name="Oval 178">
              <a:extLst>
                <a:ext uri="{FF2B5EF4-FFF2-40B4-BE49-F238E27FC236}">
                  <a16:creationId xmlns:a16="http://schemas.microsoft.com/office/drawing/2014/main" id="{33893241-FF92-AC41-AD12-42C30CE706C7}"/>
                </a:ext>
              </a:extLst>
            </p:cNvPr>
            <p:cNvSpPr>
              <a:spLocks noChangeArrowheads="1"/>
            </p:cNvSpPr>
            <p:nvPr/>
          </p:nvSpPr>
          <p:spPr bwMode="auto">
            <a:xfrm>
              <a:off x="4663" y="2380"/>
              <a:ext cx="158" cy="140"/>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571" name="Rectangle 179">
              <a:extLst>
                <a:ext uri="{FF2B5EF4-FFF2-40B4-BE49-F238E27FC236}">
                  <a16:creationId xmlns:a16="http://schemas.microsoft.com/office/drawing/2014/main" id="{7D299A7B-FEF5-C342-9684-CEEEDE5EAB30}"/>
                </a:ext>
              </a:extLst>
            </p:cNvPr>
            <p:cNvSpPr>
              <a:spLocks noChangeArrowheads="1"/>
            </p:cNvSpPr>
            <p:nvPr/>
          </p:nvSpPr>
          <p:spPr bwMode="auto">
            <a:xfrm>
              <a:off x="5061" y="1837"/>
              <a:ext cx="88" cy="756"/>
            </a:xfrm>
            <a:prstGeom prst="rect">
              <a:avLst/>
            </a:prstGeom>
            <a:solidFill>
              <a:srgbClr val="292929"/>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sp>
        <p:nvSpPr>
          <p:cNvPr id="683" name="Rectangle 3">
            <a:extLst>
              <a:ext uri="{FF2B5EF4-FFF2-40B4-BE49-F238E27FC236}">
                <a16:creationId xmlns:a16="http://schemas.microsoft.com/office/drawing/2014/main" id="{1A556173-0263-214D-9BE3-6EA12C023ADE}"/>
              </a:ext>
            </a:extLst>
          </p:cNvPr>
          <p:cNvSpPr txBox="1">
            <a:spLocks noChangeArrowheads="1"/>
          </p:cNvSpPr>
          <p:nvPr/>
        </p:nvSpPr>
        <p:spPr>
          <a:xfrm>
            <a:off x="8877300" y="1833563"/>
            <a:ext cx="2878418" cy="1316037"/>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00050" indent="-269875">
              <a:defRPr/>
            </a:pPr>
            <a:r>
              <a:rPr lang="en-US" dirty="0"/>
              <a:t>arriving mobile client attaches to network …</a:t>
            </a:r>
            <a:endParaRPr lang="en-US" sz="2400" dirty="0"/>
          </a:p>
          <a:p>
            <a:pPr>
              <a:defRPr/>
            </a:pPr>
            <a:endParaRPr lang="en-US" sz="3200" dirty="0"/>
          </a:p>
          <a:p>
            <a:pPr>
              <a:defRPr/>
            </a:pPr>
            <a:endParaRPr lang="en-US" dirty="0">
              <a:latin typeface="Gill Sans MT" charset="0"/>
            </a:endParaRPr>
          </a:p>
        </p:txBody>
      </p:sp>
      <p:sp>
        <p:nvSpPr>
          <p:cNvPr id="684" name="Rectangle 3">
            <a:extLst>
              <a:ext uri="{FF2B5EF4-FFF2-40B4-BE49-F238E27FC236}">
                <a16:creationId xmlns:a16="http://schemas.microsoft.com/office/drawing/2014/main" id="{4045A4E3-35EE-8C46-A982-26140CFF7B8E}"/>
              </a:ext>
            </a:extLst>
          </p:cNvPr>
          <p:cNvSpPr txBox="1">
            <a:spLocks noChangeArrowheads="1"/>
          </p:cNvSpPr>
          <p:nvPr/>
        </p:nvSpPr>
        <p:spPr>
          <a:xfrm>
            <a:off x="8877300" y="3179763"/>
            <a:ext cx="2878418" cy="1316037"/>
          </a:xfrm>
          <a:prstGeom prst="rect">
            <a:avLst/>
          </a:prstGeom>
        </p:spPr>
        <p:txBody>
          <a:bodyPr vert="horz" lIns="91440" tIns="45720" rIns="91440" bIns="45720" rtlCol="0">
            <a:normAutofit fontScale="92500"/>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00050" indent="-269875">
              <a:defRPr/>
            </a:pPr>
            <a:r>
              <a:rPr lang="en-US" sz="3000" dirty="0"/>
              <a:t>requests web page: </a:t>
            </a:r>
            <a:r>
              <a:rPr lang="en-US" sz="2600" dirty="0"/>
              <a:t>www.google.com</a:t>
            </a:r>
            <a:endParaRPr lang="en-US" sz="2400" dirty="0"/>
          </a:p>
          <a:p>
            <a:pPr>
              <a:defRPr/>
            </a:pPr>
            <a:endParaRPr lang="en-US" sz="3200" dirty="0"/>
          </a:p>
          <a:p>
            <a:pPr>
              <a:defRPr/>
            </a:pPr>
            <a:endParaRPr lang="en-US" dirty="0">
              <a:latin typeface="Gill Sans MT" charset="0"/>
            </a:endParaRPr>
          </a:p>
        </p:txBody>
      </p:sp>
      <p:sp>
        <p:nvSpPr>
          <p:cNvPr id="685" name="TextBox 684">
            <a:extLst>
              <a:ext uri="{FF2B5EF4-FFF2-40B4-BE49-F238E27FC236}">
                <a16:creationId xmlns:a16="http://schemas.microsoft.com/office/drawing/2014/main" id="{A1FC4D17-5B36-134E-BB1F-D0DFCB5FB268}"/>
              </a:ext>
            </a:extLst>
          </p:cNvPr>
          <p:cNvSpPr txBox="1"/>
          <p:nvPr/>
        </p:nvSpPr>
        <p:spPr>
          <a:xfrm>
            <a:off x="8737600" y="1181100"/>
            <a:ext cx="1651414" cy="584775"/>
          </a:xfrm>
          <a:prstGeom prst="rect">
            <a:avLst/>
          </a:prstGeom>
          <a:noFill/>
        </p:spPr>
        <p:txBody>
          <a:bodyPr wrap="none" rtlCol="0">
            <a:spAutoFit/>
          </a:bodyPr>
          <a:lstStyle/>
          <a:p>
            <a:r>
              <a:rPr lang="en-US" sz="3200" dirty="0">
                <a:solidFill>
                  <a:srgbClr val="0000A8"/>
                </a:solidFill>
              </a:rPr>
              <a:t>scenario</a:t>
            </a:r>
            <a:r>
              <a:rPr lang="en-US" dirty="0"/>
              <a:t>:</a:t>
            </a:r>
          </a:p>
        </p:txBody>
      </p:sp>
      <p:grpSp>
        <p:nvGrpSpPr>
          <p:cNvPr id="689" name="Group 688">
            <a:extLst>
              <a:ext uri="{FF2B5EF4-FFF2-40B4-BE49-F238E27FC236}">
                <a16:creationId xmlns:a16="http://schemas.microsoft.com/office/drawing/2014/main" id="{230ABE4F-8AF2-9E4F-BDBA-55842C20F2DE}"/>
              </a:ext>
            </a:extLst>
          </p:cNvPr>
          <p:cNvGrpSpPr/>
          <p:nvPr/>
        </p:nvGrpSpPr>
        <p:grpSpPr>
          <a:xfrm>
            <a:off x="9296400" y="4451350"/>
            <a:ext cx="2425700" cy="1612900"/>
            <a:chOff x="9296400" y="4451350"/>
            <a:chExt cx="2425700" cy="1612900"/>
          </a:xfrm>
        </p:grpSpPr>
        <p:pic>
          <p:nvPicPr>
            <p:cNvPr id="687" name="Picture 686" descr="A picture containing table, drawing&#10;&#10;Description automatically generated">
              <a:extLst>
                <a:ext uri="{FF2B5EF4-FFF2-40B4-BE49-F238E27FC236}">
                  <a16:creationId xmlns:a16="http://schemas.microsoft.com/office/drawing/2014/main" id="{567E3F56-C964-6B44-9119-9470EAA0BD8F}"/>
                </a:ext>
              </a:extLst>
            </p:cNvPr>
            <p:cNvPicPr>
              <a:picLocks noChangeAspect="1"/>
            </p:cNvPicPr>
            <p:nvPr/>
          </p:nvPicPr>
          <p:blipFill>
            <a:blip r:embed="rId6"/>
            <a:stretch>
              <a:fillRect/>
            </a:stretch>
          </p:blipFill>
          <p:spPr>
            <a:xfrm>
              <a:off x="10109200" y="4451350"/>
              <a:ext cx="1612900" cy="1612900"/>
            </a:xfrm>
            <a:prstGeom prst="rect">
              <a:avLst/>
            </a:prstGeom>
          </p:spPr>
        </p:pic>
        <p:sp>
          <p:nvSpPr>
            <p:cNvPr id="688" name="TextBox 687">
              <a:extLst>
                <a:ext uri="{FF2B5EF4-FFF2-40B4-BE49-F238E27FC236}">
                  <a16:creationId xmlns:a16="http://schemas.microsoft.com/office/drawing/2014/main" id="{04B87FED-359F-224A-9E8E-D78A200B02F9}"/>
                </a:ext>
              </a:extLst>
            </p:cNvPr>
            <p:cNvSpPr txBox="1"/>
            <p:nvPr/>
          </p:nvSpPr>
          <p:spPr>
            <a:xfrm>
              <a:off x="9296400" y="4744591"/>
              <a:ext cx="1492716" cy="1077218"/>
            </a:xfrm>
            <a:prstGeom prst="rect">
              <a:avLst/>
            </a:prstGeom>
            <a:noFill/>
          </p:spPr>
          <p:txBody>
            <a:bodyPr wrap="none" rtlCol="0">
              <a:spAutoFit/>
            </a:bodyPr>
            <a:lstStyle/>
            <a:p>
              <a:pPr algn="ctr"/>
              <a:r>
                <a:rPr lang="en-US" sz="3200" i="1" dirty="0">
                  <a:solidFill>
                    <a:srgbClr val="00B050"/>
                  </a:solidFill>
                </a:rPr>
                <a:t>Sounds </a:t>
              </a:r>
            </a:p>
            <a:p>
              <a:pPr algn="ctr"/>
              <a:r>
                <a:rPr lang="en-US" sz="3200" i="1" dirty="0">
                  <a:solidFill>
                    <a:srgbClr val="00B050"/>
                  </a:solidFill>
                </a:rPr>
                <a:t>simple!</a:t>
              </a:r>
            </a:p>
          </p:txBody>
        </p:sp>
      </p:grpSp>
    </p:spTree>
    <p:extLst>
      <p:ext uri="{BB962C8B-B14F-4D97-AF65-F5344CB8AC3E}">
        <p14:creationId xmlns:p14="http://schemas.microsoft.com/office/powerpoint/2010/main" val="32989942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73"/>
                                        </p:tgtEl>
                                        <p:attrNameLst>
                                          <p:attrName>style.visibility</p:attrName>
                                        </p:attrNameLst>
                                      </p:cBhvr>
                                      <p:to>
                                        <p:strVal val="visible"/>
                                      </p:to>
                                    </p:set>
                                    <p:animEffect transition="in" filter="wipe(left)">
                                      <p:cBhvr>
                                        <p:cTn id="7" dur="500"/>
                                        <p:tgtEl>
                                          <p:spTgt spid="673"/>
                                        </p:tgtEl>
                                      </p:cBhvr>
                                    </p:animEffect>
                                  </p:childTnLst>
                                </p:cTn>
                              </p:par>
                              <p:par>
                                <p:cTn id="8" presetID="9" presetClass="entr" presetSubtype="0" fill="hold" grpId="0" nodeType="withEffect">
                                  <p:stCondLst>
                                    <p:cond delay="0"/>
                                  </p:stCondLst>
                                  <p:childTnLst>
                                    <p:set>
                                      <p:cBhvr>
                                        <p:cTn id="9" dur="1" fill="hold">
                                          <p:stCondLst>
                                            <p:cond delay="0"/>
                                          </p:stCondLst>
                                        </p:cTn>
                                        <p:tgtEl>
                                          <p:spTgt spid="683"/>
                                        </p:tgtEl>
                                        <p:attrNameLst>
                                          <p:attrName>style.visibility</p:attrName>
                                        </p:attrNameLst>
                                      </p:cBhvr>
                                      <p:to>
                                        <p:strVal val="visible"/>
                                      </p:to>
                                    </p:set>
                                    <p:animEffect transition="in" filter="dissolve">
                                      <p:cBhvr>
                                        <p:cTn id="10" dur="500"/>
                                        <p:tgtEl>
                                          <p:spTgt spid="683"/>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2" fill="hold" nodeType="clickEffect">
                                  <p:stCondLst>
                                    <p:cond delay="0"/>
                                  </p:stCondLst>
                                  <p:childTnLst>
                                    <p:set>
                                      <p:cBhvr>
                                        <p:cTn id="14" dur="1" fill="hold">
                                          <p:stCondLst>
                                            <p:cond delay="0"/>
                                          </p:stCondLst>
                                        </p:cTn>
                                        <p:tgtEl>
                                          <p:spTgt spid="682"/>
                                        </p:tgtEl>
                                        <p:attrNameLst>
                                          <p:attrName>style.visibility</p:attrName>
                                        </p:attrNameLst>
                                      </p:cBhvr>
                                      <p:to>
                                        <p:strVal val="visible"/>
                                      </p:to>
                                    </p:set>
                                    <p:animEffect transition="in" filter="wipe(right)">
                                      <p:cBhvr>
                                        <p:cTn id="15" dur="500"/>
                                        <p:tgtEl>
                                          <p:spTgt spid="682"/>
                                        </p:tgtEl>
                                      </p:cBhvr>
                                    </p:animEffect>
                                  </p:childTnLst>
                                </p:cTn>
                              </p:par>
                              <p:par>
                                <p:cTn id="16" presetID="22" presetClass="entr" presetSubtype="2" fill="hold" nodeType="withEffect">
                                  <p:stCondLst>
                                    <p:cond delay="0"/>
                                  </p:stCondLst>
                                  <p:childTnLst>
                                    <p:set>
                                      <p:cBhvr>
                                        <p:cTn id="17" dur="1" fill="hold">
                                          <p:stCondLst>
                                            <p:cond delay="0"/>
                                          </p:stCondLst>
                                        </p:cTn>
                                        <p:tgtEl>
                                          <p:spTgt spid="445"/>
                                        </p:tgtEl>
                                        <p:attrNameLst>
                                          <p:attrName>style.visibility</p:attrName>
                                        </p:attrNameLst>
                                      </p:cBhvr>
                                      <p:to>
                                        <p:strVal val="visible"/>
                                      </p:to>
                                    </p:set>
                                    <p:animEffect transition="in" filter="wipe(right)">
                                      <p:cBhvr>
                                        <p:cTn id="18" dur="500"/>
                                        <p:tgtEl>
                                          <p:spTgt spid="445"/>
                                        </p:tgtEl>
                                      </p:cBhvr>
                                    </p:animEffect>
                                  </p:childTnLst>
                                </p:cTn>
                              </p:par>
                              <p:par>
                                <p:cTn id="19" presetID="9" presetClass="entr" presetSubtype="0" fill="hold" grpId="0" nodeType="withEffect">
                                  <p:stCondLst>
                                    <p:cond delay="0"/>
                                  </p:stCondLst>
                                  <p:childTnLst>
                                    <p:set>
                                      <p:cBhvr>
                                        <p:cTn id="20" dur="1" fill="hold">
                                          <p:stCondLst>
                                            <p:cond delay="0"/>
                                          </p:stCondLst>
                                        </p:cTn>
                                        <p:tgtEl>
                                          <p:spTgt spid="684"/>
                                        </p:tgtEl>
                                        <p:attrNameLst>
                                          <p:attrName>style.visibility</p:attrName>
                                        </p:attrNameLst>
                                      </p:cBhvr>
                                      <p:to>
                                        <p:strVal val="visible"/>
                                      </p:to>
                                    </p:set>
                                    <p:animEffect transition="in" filter="dissolve">
                                      <p:cBhvr>
                                        <p:cTn id="21" dur="500"/>
                                        <p:tgtEl>
                                          <p:spTgt spid="684"/>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nodeType="clickEffect">
                                  <p:stCondLst>
                                    <p:cond delay="0"/>
                                  </p:stCondLst>
                                  <p:childTnLst>
                                    <p:set>
                                      <p:cBhvr>
                                        <p:cTn id="25" dur="1" fill="hold">
                                          <p:stCondLst>
                                            <p:cond delay="0"/>
                                          </p:stCondLst>
                                        </p:cTn>
                                        <p:tgtEl>
                                          <p:spTgt spid="689"/>
                                        </p:tgtEl>
                                        <p:attrNameLst>
                                          <p:attrName>style.visibility</p:attrName>
                                        </p:attrNameLst>
                                      </p:cBhvr>
                                      <p:to>
                                        <p:strVal val="visible"/>
                                      </p:to>
                                    </p:set>
                                    <p:animEffect transition="in" filter="dissolve">
                                      <p:cBhvr>
                                        <p:cTn id="26" dur="500"/>
                                        <p:tgtEl>
                                          <p:spTgt spid="6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3" grpId="0" animBg="1"/>
      <p:bldP spid="683" grpId="0"/>
      <p:bldP spid="684"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FAC08B47-1C0E-5D48-A9ED-A80A9C43504C}"/>
              </a:ext>
            </a:extLst>
          </p:cNvPr>
          <p:cNvSpPr>
            <a:spLocks noGrp="1"/>
          </p:cNvSpPr>
          <p:nvPr>
            <p:ph type="title"/>
          </p:nvPr>
        </p:nvSpPr>
        <p:spPr>
          <a:xfrm>
            <a:off x="811306" y="303903"/>
            <a:ext cx="10515600" cy="894622"/>
          </a:xfrm>
        </p:spPr>
        <p:txBody>
          <a:bodyPr/>
          <a:lstStyle/>
          <a:p>
            <a:r>
              <a:rPr lang="en-US" dirty="0"/>
              <a:t>A day in the life: connecting to the Internet</a:t>
            </a:r>
          </a:p>
        </p:txBody>
      </p:sp>
      <p:sp>
        <p:nvSpPr>
          <p:cNvPr id="5" name="Slide Number Placeholder 4">
            <a:extLst>
              <a:ext uri="{FF2B5EF4-FFF2-40B4-BE49-F238E27FC236}">
                <a16:creationId xmlns:a16="http://schemas.microsoft.com/office/drawing/2014/main" id="{818B350A-665A-4B4E-8611-F7A0C3B2DC51}"/>
              </a:ext>
            </a:extLst>
          </p:cNvPr>
          <p:cNvSpPr>
            <a:spLocks noGrp="1"/>
          </p:cNvSpPr>
          <p:nvPr>
            <p:ph type="sldNum" sz="quarter" idx="4"/>
          </p:nvPr>
        </p:nvSpPr>
        <p:spPr/>
        <p:txBody>
          <a:bodyPr/>
          <a:lstStyle/>
          <a:p>
            <a:r>
              <a:rPr lang="en-US" dirty="0"/>
              <a:t>Link Layer: 6-</a:t>
            </a:r>
            <a:fld id="{C4204591-24BD-A542-B9D5-F8D8A88D2FEE}" type="slidenum">
              <a:rPr lang="en-US" smtClean="0"/>
              <a:pPr/>
              <a:t>28</a:t>
            </a:fld>
            <a:endParaRPr lang="en-US" dirty="0"/>
          </a:p>
        </p:txBody>
      </p:sp>
      <p:sp>
        <p:nvSpPr>
          <p:cNvPr id="295" name="Freeform 3">
            <a:extLst>
              <a:ext uri="{FF2B5EF4-FFF2-40B4-BE49-F238E27FC236}">
                <a16:creationId xmlns:a16="http://schemas.microsoft.com/office/drawing/2014/main" id="{DF7BB4DC-D674-5D48-AD3D-92259D4E8719}"/>
              </a:ext>
            </a:extLst>
          </p:cNvPr>
          <p:cNvSpPr>
            <a:spLocks/>
          </p:cNvSpPr>
          <p:nvPr/>
        </p:nvSpPr>
        <p:spPr bwMode="auto">
          <a:xfrm>
            <a:off x="691870" y="1878292"/>
            <a:ext cx="3554412" cy="2754313"/>
          </a:xfrm>
          <a:custGeom>
            <a:avLst/>
            <a:gdLst>
              <a:gd name="T0" fmla="*/ 2147483647 w 2406"/>
              <a:gd name="T1" fmla="*/ 2147483647 h 958"/>
              <a:gd name="T2" fmla="*/ 2147483647 w 2406"/>
              <a:gd name="T3" fmla="*/ 2147483647 h 958"/>
              <a:gd name="T4" fmla="*/ 2147483647 w 2406"/>
              <a:gd name="T5" fmla="*/ 2147483647 h 958"/>
              <a:gd name="T6" fmla="*/ 2147483647 w 2406"/>
              <a:gd name="T7" fmla="*/ 2147483647 h 958"/>
              <a:gd name="T8" fmla="*/ 2147483647 w 2406"/>
              <a:gd name="T9" fmla="*/ 2147483647 h 958"/>
              <a:gd name="T10" fmla="*/ 2147483647 w 2406"/>
              <a:gd name="T11" fmla="*/ 2147483647 h 958"/>
              <a:gd name="T12" fmla="*/ 2147483647 w 2406"/>
              <a:gd name="T13" fmla="*/ 2147483647 h 958"/>
              <a:gd name="T14" fmla="*/ 2147483647 w 2406"/>
              <a:gd name="T15" fmla="*/ 2147483647 h 958"/>
              <a:gd name="T16" fmla="*/ 2147483647 w 2406"/>
              <a:gd name="T17" fmla="*/ 2147483647 h 958"/>
              <a:gd name="T18" fmla="*/ 2147483647 w 2406"/>
              <a:gd name="T19" fmla="*/ 2147483647 h 958"/>
              <a:gd name="T20" fmla="*/ 2147483647 w 2406"/>
              <a:gd name="T21" fmla="*/ 2147483647 h 958"/>
              <a:gd name="T22" fmla="*/ 2147483647 w 2406"/>
              <a:gd name="T23" fmla="*/ 2147483647 h 958"/>
              <a:gd name="T24" fmla="*/ 2147483647 w 2406"/>
              <a:gd name="T25" fmla="*/ 2147483647 h 95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406"/>
              <a:gd name="T40" fmla="*/ 0 h 958"/>
              <a:gd name="T41" fmla="*/ 2406 w 2406"/>
              <a:gd name="T42" fmla="*/ 958 h 95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406" h="958">
                <a:moveTo>
                  <a:pt x="2192" y="274"/>
                </a:moveTo>
                <a:cubicBezTo>
                  <a:pt x="1978" y="94"/>
                  <a:pt x="1990" y="122"/>
                  <a:pt x="1857" y="77"/>
                </a:cubicBezTo>
                <a:cubicBezTo>
                  <a:pt x="1724" y="32"/>
                  <a:pt x="1584" y="0"/>
                  <a:pt x="1393" y="7"/>
                </a:cubicBezTo>
                <a:cubicBezTo>
                  <a:pt x="1202" y="14"/>
                  <a:pt x="898" y="84"/>
                  <a:pt x="713" y="122"/>
                </a:cubicBezTo>
                <a:cubicBezTo>
                  <a:pt x="528" y="160"/>
                  <a:pt x="395" y="168"/>
                  <a:pt x="280" y="234"/>
                </a:cubicBezTo>
                <a:cubicBezTo>
                  <a:pt x="166" y="301"/>
                  <a:pt x="52" y="432"/>
                  <a:pt x="26" y="522"/>
                </a:cubicBezTo>
                <a:cubicBezTo>
                  <a:pt x="0" y="612"/>
                  <a:pt x="81" y="711"/>
                  <a:pt x="122" y="773"/>
                </a:cubicBezTo>
                <a:cubicBezTo>
                  <a:pt x="163" y="835"/>
                  <a:pt x="99" y="877"/>
                  <a:pt x="273" y="894"/>
                </a:cubicBezTo>
                <a:cubicBezTo>
                  <a:pt x="447" y="911"/>
                  <a:pt x="938" y="866"/>
                  <a:pt x="1169" y="876"/>
                </a:cubicBezTo>
                <a:cubicBezTo>
                  <a:pt x="1400" y="886"/>
                  <a:pt x="1499" y="950"/>
                  <a:pt x="1659" y="954"/>
                </a:cubicBezTo>
                <a:cubicBezTo>
                  <a:pt x="1819" y="958"/>
                  <a:pt x="2014" y="958"/>
                  <a:pt x="2129" y="897"/>
                </a:cubicBezTo>
                <a:cubicBezTo>
                  <a:pt x="2244" y="836"/>
                  <a:pt x="2327" y="856"/>
                  <a:pt x="2350" y="591"/>
                </a:cubicBezTo>
                <a:cubicBezTo>
                  <a:pt x="2373" y="326"/>
                  <a:pt x="2406" y="454"/>
                  <a:pt x="2192" y="274"/>
                </a:cubicBezTo>
                <a:close/>
              </a:path>
            </a:pathLst>
          </a:custGeom>
          <a:solidFill>
            <a:srgbClr val="9CE0FA"/>
          </a:soli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p>
            <a:pPr eaLnBrk="0" fontAlgn="base" hangingPunct="0">
              <a:spcBef>
                <a:spcPct val="0"/>
              </a:spcBef>
              <a:spcAft>
                <a:spcPct val="0"/>
              </a:spcAft>
            </a:pPr>
            <a:endParaRPr lang="en-US" dirty="0">
              <a:solidFill>
                <a:srgbClr val="000000"/>
              </a:solidFill>
              <a:latin typeface="Arial" charset="0"/>
              <a:ea typeface="ＭＳ Ｐゴシック" charset="0"/>
            </a:endParaRPr>
          </a:p>
        </p:txBody>
      </p:sp>
      <p:sp>
        <p:nvSpPr>
          <p:cNvPr id="327" name="Line 36">
            <a:extLst>
              <a:ext uri="{FF2B5EF4-FFF2-40B4-BE49-F238E27FC236}">
                <a16:creationId xmlns:a16="http://schemas.microsoft.com/office/drawing/2014/main" id="{57A4B698-E5A9-CC49-A803-B00E5B0F4E5B}"/>
              </a:ext>
            </a:extLst>
          </p:cNvPr>
          <p:cNvSpPr>
            <a:spLocks noChangeShapeType="1"/>
          </p:cNvSpPr>
          <p:nvPr/>
        </p:nvSpPr>
        <p:spPr bwMode="auto">
          <a:xfrm flipV="1">
            <a:off x="3693832" y="2949855"/>
            <a:ext cx="155575" cy="142875"/>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lstStyle/>
          <a:p>
            <a:pPr eaLnBrk="0" fontAlgn="base" hangingPunct="0">
              <a:spcBef>
                <a:spcPct val="0"/>
              </a:spcBef>
              <a:spcAft>
                <a:spcPct val="0"/>
              </a:spcAft>
            </a:pPr>
            <a:endParaRPr lang="en-US" dirty="0">
              <a:solidFill>
                <a:srgbClr val="000000"/>
              </a:solidFill>
              <a:latin typeface="Arial" charset="0"/>
              <a:ea typeface="ＭＳ Ｐゴシック" charset="0"/>
            </a:endParaRPr>
          </a:p>
        </p:txBody>
      </p:sp>
      <p:sp>
        <p:nvSpPr>
          <p:cNvPr id="328" name="Line 43">
            <a:extLst>
              <a:ext uri="{FF2B5EF4-FFF2-40B4-BE49-F238E27FC236}">
                <a16:creationId xmlns:a16="http://schemas.microsoft.com/office/drawing/2014/main" id="{4299F198-F6BC-D84B-A132-247DE12D88BC}"/>
              </a:ext>
            </a:extLst>
          </p:cNvPr>
          <p:cNvSpPr>
            <a:spLocks noChangeShapeType="1"/>
          </p:cNvSpPr>
          <p:nvPr/>
        </p:nvSpPr>
        <p:spPr bwMode="auto">
          <a:xfrm flipV="1">
            <a:off x="2584170" y="3122892"/>
            <a:ext cx="695325" cy="0"/>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lstStyle/>
          <a:p>
            <a:pPr eaLnBrk="0" fontAlgn="base" hangingPunct="0">
              <a:spcBef>
                <a:spcPct val="0"/>
              </a:spcBef>
              <a:spcAft>
                <a:spcPct val="0"/>
              </a:spcAft>
            </a:pPr>
            <a:endParaRPr lang="en-US" dirty="0">
              <a:solidFill>
                <a:srgbClr val="000000"/>
              </a:solidFill>
              <a:latin typeface="Arial" charset="0"/>
              <a:ea typeface="ＭＳ Ｐゴシック" charset="0"/>
            </a:endParaRPr>
          </a:p>
        </p:txBody>
      </p:sp>
      <p:sp>
        <p:nvSpPr>
          <p:cNvPr id="329" name="Line 44">
            <a:extLst>
              <a:ext uri="{FF2B5EF4-FFF2-40B4-BE49-F238E27FC236}">
                <a16:creationId xmlns:a16="http://schemas.microsoft.com/office/drawing/2014/main" id="{DC9B9DDD-57B4-5C47-B709-CC1E60CA572F}"/>
              </a:ext>
            </a:extLst>
          </p:cNvPr>
          <p:cNvSpPr>
            <a:spLocks noChangeShapeType="1"/>
          </p:cNvSpPr>
          <p:nvPr/>
        </p:nvSpPr>
        <p:spPr bwMode="auto">
          <a:xfrm flipV="1">
            <a:off x="3843057" y="2806980"/>
            <a:ext cx="138113" cy="142875"/>
          </a:xfrm>
          <a:prstGeom prst="line">
            <a:avLst/>
          </a:prstGeom>
          <a:noFill/>
          <a:ln w="9525">
            <a:solidFill>
              <a:srgbClr val="000000"/>
            </a:solidFill>
            <a:prstDash val="dash"/>
            <a:round/>
            <a:headEnd/>
            <a:tailEnd/>
          </a:ln>
          <a:extLst>
            <a:ext uri="{909E8E84-426E-40dd-AFC4-6F175D3DCCD1}">
              <a14:hiddenFill xmlns:a14="http://schemas.microsoft.com/office/drawing/2010/main" xmlns="">
                <a:noFill/>
              </a14:hiddenFill>
            </a:ext>
          </a:extLst>
        </p:spPr>
        <p:txBody>
          <a:bodyPr/>
          <a:lstStyle/>
          <a:p>
            <a:pPr eaLnBrk="0" fontAlgn="base" hangingPunct="0">
              <a:spcBef>
                <a:spcPct val="0"/>
              </a:spcBef>
              <a:spcAft>
                <a:spcPct val="0"/>
              </a:spcAft>
            </a:pPr>
            <a:endParaRPr lang="en-US" dirty="0">
              <a:solidFill>
                <a:srgbClr val="000000"/>
              </a:solidFill>
              <a:latin typeface="Arial" charset="0"/>
              <a:ea typeface="ＭＳ Ｐゴシック" charset="0"/>
            </a:endParaRPr>
          </a:p>
        </p:txBody>
      </p:sp>
      <p:sp>
        <p:nvSpPr>
          <p:cNvPr id="330" name="Line 48">
            <a:extLst>
              <a:ext uri="{FF2B5EF4-FFF2-40B4-BE49-F238E27FC236}">
                <a16:creationId xmlns:a16="http://schemas.microsoft.com/office/drawing/2014/main" id="{4DEE8A35-1100-9F4E-9ADC-43B2758E16DA}"/>
              </a:ext>
            </a:extLst>
          </p:cNvPr>
          <p:cNvSpPr>
            <a:spLocks noChangeShapeType="1"/>
          </p:cNvSpPr>
          <p:nvPr/>
        </p:nvSpPr>
        <p:spPr bwMode="auto">
          <a:xfrm flipV="1">
            <a:off x="3198532" y="3341967"/>
            <a:ext cx="512763" cy="612775"/>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lstStyle/>
          <a:p>
            <a:pPr eaLnBrk="0" fontAlgn="base" hangingPunct="0">
              <a:spcBef>
                <a:spcPct val="0"/>
              </a:spcBef>
              <a:spcAft>
                <a:spcPct val="0"/>
              </a:spcAft>
            </a:pPr>
            <a:endParaRPr lang="en-US" dirty="0">
              <a:solidFill>
                <a:srgbClr val="000000"/>
              </a:solidFill>
              <a:latin typeface="Arial" charset="0"/>
              <a:ea typeface="ＭＳ Ｐゴシック" charset="0"/>
            </a:endParaRPr>
          </a:p>
        </p:txBody>
      </p:sp>
      <p:sp>
        <p:nvSpPr>
          <p:cNvPr id="349" name="Line 68">
            <a:extLst>
              <a:ext uri="{FF2B5EF4-FFF2-40B4-BE49-F238E27FC236}">
                <a16:creationId xmlns:a16="http://schemas.microsoft.com/office/drawing/2014/main" id="{A048E1EF-0C69-8847-A36A-ADFF266EF630}"/>
              </a:ext>
            </a:extLst>
          </p:cNvPr>
          <p:cNvSpPr>
            <a:spLocks noChangeShapeType="1"/>
          </p:cNvSpPr>
          <p:nvPr/>
        </p:nvSpPr>
        <p:spPr bwMode="auto">
          <a:xfrm flipV="1">
            <a:off x="3670020" y="4087905"/>
            <a:ext cx="512015" cy="181161"/>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lstStyle/>
          <a:p>
            <a:pPr eaLnBrk="0" fontAlgn="base" hangingPunct="0">
              <a:spcBef>
                <a:spcPct val="0"/>
              </a:spcBef>
              <a:spcAft>
                <a:spcPct val="0"/>
              </a:spcAft>
            </a:pPr>
            <a:endParaRPr lang="en-US" dirty="0">
              <a:solidFill>
                <a:srgbClr val="000000"/>
              </a:solidFill>
              <a:latin typeface="Arial" charset="0"/>
              <a:ea typeface="ＭＳ Ｐゴシック" charset="0"/>
            </a:endParaRPr>
          </a:p>
        </p:txBody>
      </p:sp>
      <p:grpSp>
        <p:nvGrpSpPr>
          <p:cNvPr id="581" name="Group 580">
            <a:extLst>
              <a:ext uri="{FF2B5EF4-FFF2-40B4-BE49-F238E27FC236}">
                <a16:creationId xmlns:a16="http://schemas.microsoft.com/office/drawing/2014/main" id="{4D6B2B90-1080-3C45-8723-93F56B08E56C}"/>
              </a:ext>
            </a:extLst>
          </p:cNvPr>
          <p:cNvGrpSpPr/>
          <p:nvPr/>
        </p:nvGrpSpPr>
        <p:grpSpPr>
          <a:xfrm>
            <a:off x="3087416" y="2965438"/>
            <a:ext cx="960147" cy="436668"/>
            <a:chOff x="3668110" y="2448910"/>
            <a:chExt cx="3794234" cy="2165130"/>
          </a:xfrm>
        </p:grpSpPr>
        <p:sp>
          <p:nvSpPr>
            <p:cNvPr id="582" name="Rectangle 581">
              <a:extLst>
                <a:ext uri="{FF2B5EF4-FFF2-40B4-BE49-F238E27FC236}">
                  <a16:creationId xmlns:a16="http://schemas.microsoft.com/office/drawing/2014/main" id="{B1476A90-F591-974E-B11C-39A30B0F987B}"/>
                </a:ext>
              </a:extLst>
            </p:cNvPr>
            <p:cNvSpPr/>
            <p:nvPr/>
          </p:nvSpPr>
          <p:spPr>
            <a:xfrm>
              <a:off x="3668110" y="3741409"/>
              <a:ext cx="3780587" cy="872631"/>
            </a:xfrm>
            <a:prstGeom prst="rect">
              <a:avLst/>
            </a:prstGeom>
            <a:gradFill>
              <a:gsLst>
                <a:gs pos="0">
                  <a:srgbClr val="B8C2C9"/>
                </a:gs>
                <a:gs pos="21000">
                  <a:schemeClr val="bg1"/>
                </a:gs>
                <a:gs pos="60000">
                  <a:srgbClr val="D6DCE0"/>
                </a:gs>
                <a:gs pos="100000">
                  <a:srgbClr val="B8C2C9"/>
                </a:gs>
              </a:gsLst>
              <a:lin ang="0" scaled="0"/>
            </a:gra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83" name="Freeform 582">
              <a:extLst>
                <a:ext uri="{FF2B5EF4-FFF2-40B4-BE49-F238E27FC236}">
                  <a16:creationId xmlns:a16="http://schemas.microsoft.com/office/drawing/2014/main" id="{FAF65266-E375-3A4E-8042-0B0D6B8CFA60}"/>
                </a:ext>
              </a:extLst>
            </p:cNvPr>
            <p:cNvSpPr/>
            <p:nvPr/>
          </p:nvSpPr>
          <p:spPr>
            <a:xfrm>
              <a:off x="3678620" y="2448910"/>
              <a:ext cx="3783724" cy="1324303"/>
            </a:xfrm>
            <a:custGeom>
              <a:avLst/>
              <a:gdLst>
                <a:gd name="connsiteX0" fmla="*/ 0 w 3783724"/>
                <a:gd name="connsiteY0" fmla="*/ 1313793 h 1324303"/>
                <a:gd name="connsiteX1" fmla="*/ 0 w 3783724"/>
                <a:gd name="connsiteY1" fmla="*/ 1313793 h 1324303"/>
                <a:gd name="connsiteX2" fmla="*/ 252248 w 3783724"/>
                <a:gd name="connsiteY2" fmla="*/ 0 h 1324303"/>
                <a:gd name="connsiteX3" fmla="*/ 3415862 w 3783724"/>
                <a:gd name="connsiteY3" fmla="*/ 21020 h 1324303"/>
                <a:gd name="connsiteX4" fmla="*/ 3783724 w 3783724"/>
                <a:gd name="connsiteY4" fmla="*/ 1324303 h 1324303"/>
                <a:gd name="connsiteX5" fmla="*/ 0 w 3783724"/>
                <a:gd name="connsiteY5" fmla="*/ 1313793 h 1324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83724" h="1324303">
                  <a:moveTo>
                    <a:pt x="0" y="1313793"/>
                  </a:moveTo>
                  <a:lnTo>
                    <a:pt x="0" y="1313793"/>
                  </a:lnTo>
                  <a:lnTo>
                    <a:pt x="252248" y="0"/>
                  </a:lnTo>
                  <a:lnTo>
                    <a:pt x="3415862" y="21020"/>
                  </a:lnTo>
                  <a:lnTo>
                    <a:pt x="3783724" y="1324303"/>
                  </a:lnTo>
                  <a:lnTo>
                    <a:pt x="0" y="1313793"/>
                  </a:lnTo>
                  <a:close/>
                </a:path>
              </a:pathLst>
            </a:cu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nvGrpSpPr>
            <p:cNvPr id="584" name="Group 583">
              <a:extLst>
                <a:ext uri="{FF2B5EF4-FFF2-40B4-BE49-F238E27FC236}">
                  <a16:creationId xmlns:a16="http://schemas.microsoft.com/office/drawing/2014/main" id="{A1FA9C68-339B-614C-9E34-CDEAC150A5DD}"/>
                </a:ext>
              </a:extLst>
            </p:cNvPr>
            <p:cNvGrpSpPr/>
            <p:nvPr/>
          </p:nvGrpSpPr>
          <p:grpSpPr>
            <a:xfrm>
              <a:off x="3941378" y="2603243"/>
              <a:ext cx="3202061" cy="1066110"/>
              <a:chOff x="7939341" y="3037317"/>
              <a:chExt cx="897649" cy="353919"/>
            </a:xfrm>
          </p:grpSpPr>
          <p:sp>
            <p:nvSpPr>
              <p:cNvPr id="585" name="Freeform 584">
                <a:extLst>
                  <a:ext uri="{FF2B5EF4-FFF2-40B4-BE49-F238E27FC236}">
                    <a16:creationId xmlns:a16="http://schemas.microsoft.com/office/drawing/2014/main" id="{D8C9439F-A149-D942-929A-18B7B9A8DCF4}"/>
                  </a:ext>
                </a:extLst>
              </p:cNvPr>
              <p:cNvSpPr/>
              <p:nvPr/>
            </p:nvSpPr>
            <p:spPr>
              <a:xfrm>
                <a:off x="7964170" y="30373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86" name="Freeform 585">
                <a:extLst>
                  <a:ext uri="{FF2B5EF4-FFF2-40B4-BE49-F238E27FC236}">
                    <a16:creationId xmlns:a16="http://schemas.microsoft.com/office/drawing/2014/main" id="{0C0CC8C6-CE81-EF42-BA4E-3A45D13E6CD2}"/>
                  </a:ext>
                </a:extLst>
              </p:cNvPr>
              <p:cNvSpPr/>
              <p:nvPr/>
            </p:nvSpPr>
            <p:spPr>
              <a:xfrm>
                <a:off x="8519948" y="32067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87" name="Freeform 586">
                <a:extLst>
                  <a:ext uri="{FF2B5EF4-FFF2-40B4-BE49-F238E27FC236}">
                    <a16:creationId xmlns:a16="http://schemas.microsoft.com/office/drawing/2014/main" id="{3E8C4D08-870E-A742-950E-F94FEE119597}"/>
                  </a:ext>
                </a:extLst>
              </p:cNvPr>
              <p:cNvSpPr/>
              <p:nvPr/>
            </p:nvSpPr>
            <p:spPr>
              <a:xfrm>
                <a:off x="7939341" y="32067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88" name="Freeform 587">
                <a:extLst>
                  <a:ext uri="{FF2B5EF4-FFF2-40B4-BE49-F238E27FC236}">
                    <a16:creationId xmlns:a16="http://schemas.microsoft.com/office/drawing/2014/main" id="{AF1A2733-0B79-E940-8171-436600A9A36D}"/>
                  </a:ext>
                </a:extLst>
              </p:cNvPr>
              <p:cNvSpPr/>
              <p:nvPr/>
            </p:nvSpPr>
            <p:spPr>
              <a:xfrm>
                <a:off x="8047413" y="31234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sp>
        <p:nvSpPr>
          <p:cNvPr id="638" name="Rectangle 37">
            <a:extLst>
              <a:ext uri="{FF2B5EF4-FFF2-40B4-BE49-F238E27FC236}">
                <a16:creationId xmlns:a16="http://schemas.microsoft.com/office/drawing/2014/main" id="{6E62C662-849A-5546-97FB-27C419E31ED7}"/>
              </a:ext>
            </a:extLst>
          </p:cNvPr>
          <p:cNvSpPr>
            <a:spLocks noChangeArrowheads="1"/>
          </p:cNvSpPr>
          <p:nvPr/>
        </p:nvSpPr>
        <p:spPr bwMode="auto">
          <a:xfrm rot="5400000">
            <a:off x="2648281" y="3003260"/>
            <a:ext cx="134168" cy="255587"/>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Comic Sans MS" pitchFamily="66" charset="0"/>
              <a:ea typeface="ＭＳ Ｐゴシック" charset="0"/>
            </a:endParaRPr>
          </a:p>
        </p:txBody>
      </p:sp>
      <p:sp>
        <p:nvSpPr>
          <p:cNvPr id="639" name="Rectangle 37">
            <a:extLst>
              <a:ext uri="{FF2B5EF4-FFF2-40B4-BE49-F238E27FC236}">
                <a16:creationId xmlns:a16="http://schemas.microsoft.com/office/drawing/2014/main" id="{CE5D4DD5-02BB-9C42-86C9-F0B5A6635376}"/>
              </a:ext>
            </a:extLst>
          </p:cNvPr>
          <p:cNvSpPr>
            <a:spLocks noChangeArrowheads="1"/>
          </p:cNvSpPr>
          <p:nvPr/>
        </p:nvSpPr>
        <p:spPr bwMode="auto">
          <a:xfrm rot="5400000">
            <a:off x="3522564" y="4176324"/>
            <a:ext cx="140795" cy="179874"/>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Comic Sans MS" pitchFamily="66" charset="0"/>
              <a:ea typeface="ＭＳ Ｐゴシック" charset="0"/>
            </a:endParaRPr>
          </a:p>
        </p:txBody>
      </p:sp>
      <p:grpSp>
        <p:nvGrpSpPr>
          <p:cNvPr id="648" name="Group 647">
            <a:extLst>
              <a:ext uri="{FF2B5EF4-FFF2-40B4-BE49-F238E27FC236}">
                <a16:creationId xmlns:a16="http://schemas.microsoft.com/office/drawing/2014/main" id="{371E96AA-2C01-0648-99EC-0745CB0A4923}"/>
              </a:ext>
            </a:extLst>
          </p:cNvPr>
          <p:cNvGrpSpPr/>
          <p:nvPr/>
        </p:nvGrpSpPr>
        <p:grpSpPr>
          <a:xfrm>
            <a:off x="1950870" y="2678242"/>
            <a:ext cx="908821" cy="651136"/>
            <a:chOff x="7458407" y="2414528"/>
            <a:chExt cx="509280" cy="320753"/>
          </a:xfrm>
        </p:grpSpPr>
        <p:pic>
          <p:nvPicPr>
            <p:cNvPr id="650" name="Picture 1018" descr="laptop_keyboard">
              <a:extLst>
                <a:ext uri="{FF2B5EF4-FFF2-40B4-BE49-F238E27FC236}">
                  <a16:creationId xmlns:a16="http://schemas.microsoft.com/office/drawing/2014/main" id="{135B603F-8336-2440-90DD-B68520A9F98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109064" flipH="1">
              <a:off x="7458407" y="2575770"/>
              <a:ext cx="437221" cy="1595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51" name="Freeform 1019">
              <a:extLst>
                <a:ext uri="{FF2B5EF4-FFF2-40B4-BE49-F238E27FC236}">
                  <a16:creationId xmlns:a16="http://schemas.microsoft.com/office/drawing/2014/main" id="{A555F850-562D-AD4F-B452-96C73D01DD3B}"/>
                </a:ext>
              </a:extLst>
            </p:cNvPr>
            <p:cNvSpPr>
              <a:spLocks/>
            </p:cNvSpPr>
            <p:nvPr/>
          </p:nvSpPr>
          <p:spPr bwMode="auto">
            <a:xfrm>
              <a:off x="7603304" y="2420984"/>
              <a:ext cx="351919" cy="208167"/>
            </a:xfrm>
            <a:custGeom>
              <a:avLst/>
              <a:gdLst>
                <a:gd name="T0" fmla="*/ 775798119 w 2982"/>
                <a:gd name="T1" fmla="*/ 0 h 2442"/>
                <a:gd name="T2" fmla="*/ 0 w 2982"/>
                <a:gd name="T3" fmla="*/ 211226083 h 2442"/>
                <a:gd name="T4" fmla="*/ 2147483646 w 2982"/>
                <a:gd name="T5" fmla="*/ 263880059 h 2442"/>
                <a:gd name="T6" fmla="*/ 2147483646 w 2982"/>
                <a:gd name="T7" fmla="*/ 52653891 h 2442"/>
                <a:gd name="T8" fmla="*/ 775798119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652" name="Picture 1020" descr="screen">
              <a:extLst>
                <a:ext uri="{FF2B5EF4-FFF2-40B4-BE49-F238E27FC236}">
                  <a16:creationId xmlns:a16="http://schemas.microsoft.com/office/drawing/2014/main" id="{180E4E9B-5575-C04C-B7DB-B5BA7C4AA48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620637" y="2426338"/>
              <a:ext cx="319785" cy="1894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53" name="Freeform 1021">
              <a:extLst>
                <a:ext uri="{FF2B5EF4-FFF2-40B4-BE49-F238E27FC236}">
                  <a16:creationId xmlns:a16="http://schemas.microsoft.com/office/drawing/2014/main" id="{7DBE96E5-E342-0640-A4FB-8433BEA2C3EA}"/>
                </a:ext>
              </a:extLst>
            </p:cNvPr>
            <p:cNvSpPr>
              <a:spLocks/>
            </p:cNvSpPr>
            <p:nvPr/>
          </p:nvSpPr>
          <p:spPr bwMode="auto">
            <a:xfrm>
              <a:off x="7667378" y="2414843"/>
              <a:ext cx="298167" cy="38736"/>
            </a:xfrm>
            <a:custGeom>
              <a:avLst/>
              <a:gdLst>
                <a:gd name="T0" fmla="*/ 193616298 w 2528"/>
                <a:gd name="T1" fmla="*/ 0 h 455"/>
                <a:gd name="T2" fmla="*/ 2147483646 w 2528"/>
                <a:gd name="T3" fmla="*/ 52445139 h 455"/>
                <a:gd name="T4" fmla="*/ 2147483646 w 2528"/>
                <a:gd name="T5" fmla="*/ 52445139 h 455"/>
                <a:gd name="T6" fmla="*/ 0 w 2528"/>
                <a:gd name="T7" fmla="*/ 52445139 h 455"/>
                <a:gd name="T8" fmla="*/ 193616298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54" name="Freeform 1022">
              <a:extLst>
                <a:ext uri="{FF2B5EF4-FFF2-40B4-BE49-F238E27FC236}">
                  <a16:creationId xmlns:a16="http://schemas.microsoft.com/office/drawing/2014/main" id="{C685E858-73F6-304D-A9B2-FB408EAEAE89}"/>
                </a:ext>
              </a:extLst>
            </p:cNvPr>
            <p:cNvSpPr>
              <a:spLocks/>
            </p:cNvSpPr>
            <p:nvPr/>
          </p:nvSpPr>
          <p:spPr bwMode="auto">
            <a:xfrm>
              <a:off x="7600188" y="2414528"/>
              <a:ext cx="82770" cy="161243"/>
            </a:xfrm>
            <a:custGeom>
              <a:avLst/>
              <a:gdLst>
                <a:gd name="T0" fmla="*/ 773664160 w 702"/>
                <a:gd name="T1" fmla="*/ 0 h 1893"/>
                <a:gd name="T2" fmla="*/ 0 w 702"/>
                <a:gd name="T3" fmla="*/ 210739916 h 1893"/>
                <a:gd name="T4" fmla="*/ 193416040 w 702"/>
                <a:gd name="T5" fmla="*/ 210739916 h 1893"/>
                <a:gd name="T6" fmla="*/ 967080200 w 702"/>
                <a:gd name="T7" fmla="*/ 52529017 h 1893"/>
                <a:gd name="T8" fmla="*/ 773664160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55" name="Freeform 1023">
              <a:extLst>
                <a:ext uri="{FF2B5EF4-FFF2-40B4-BE49-F238E27FC236}">
                  <a16:creationId xmlns:a16="http://schemas.microsoft.com/office/drawing/2014/main" id="{AF64C085-2E7B-BA45-A92C-0400AAF3A656}"/>
                </a:ext>
              </a:extLst>
            </p:cNvPr>
            <p:cNvSpPr>
              <a:spLocks/>
            </p:cNvSpPr>
            <p:nvPr/>
          </p:nvSpPr>
          <p:spPr bwMode="auto">
            <a:xfrm>
              <a:off x="7874205" y="2443344"/>
              <a:ext cx="89197" cy="186122"/>
            </a:xfrm>
            <a:custGeom>
              <a:avLst/>
              <a:gdLst>
                <a:gd name="T0" fmla="*/ 969024527 w 756"/>
                <a:gd name="T1" fmla="*/ 0 h 2184"/>
                <a:gd name="T2" fmla="*/ 193802074 w 756"/>
                <a:gd name="T3" fmla="*/ 263660221 h 2184"/>
                <a:gd name="T4" fmla="*/ 0 w 756"/>
                <a:gd name="T5" fmla="*/ 263660221 h 2184"/>
                <a:gd name="T6" fmla="*/ 775222454 w 756"/>
                <a:gd name="T7" fmla="*/ 52610059 h 2184"/>
                <a:gd name="T8" fmla="*/ 969024527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56" name="Freeform 1024">
              <a:extLst>
                <a:ext uri="{FF2B5EF4-FFF2-40B4-BE49-F238E27FC236}">
                  <a16:creationId xmlns:a16="http://schemas.microsoft.com/office/drawing/2014/main" id="{CBE1239C-4F2E-ED4C-BD21-40993AE6C889}"/>
                </a:ext>
              </a:extLst>
            </p:cNvPr>
            <p:cNvSpPr>
              <a:spLocks/>
            </p:cNvSpPr>
            <p:nvPr/>
          </p:nvSpPr>
          <p:spPr bwMode="auto">
            <a:xfrm>
              <a:off x="7599214" y="2567582"/>
              <a:ext cx="327185" cy="62828"/>
            </a:xfrm>
            <a:custGeom>
              <a:avLst/>
              <a:gdLst>
                <a:gd name="T0" fmla="*/ 193829444 w 2773"/>
                <a:gd name="T1" fmla="*/ 0 h 738"/>
                <a:gd name="T2" fmla="*/ 0 w 2773"/>
                <a:gd name="T3" fmla="*/ 52443587 h 738"/>
                <a:gd name="T4" fmla="*/ 2147483646 w 2773"/>
                <a:gd name="T5" fmla="*/ 104894411 h 738"/>
                <a:gd name="T6" fmla="*/ 2147483646 w 2773"/>
                <a:gd name="T7" fmla="*/ 52443587 h 738"/>
                <a:gd name="T8" fmla="*/ 193829444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57" name="Freeform 1025">
              <a:extLst>
                <a:ext uri="{FF2B5EF4-FFF2-40B4-BE49-F238E27FC236}">
                  <a16:creationId xmlns:a16="http://schemas.microsoft.com/office/drawing/2014/main" id="{32E401E2-9C9D-1C41-A94E-50F270EF177D}"/>
                </a:ext>
              </a:extLst>
            </p:cNvPr>
            <p:cNvSpPr>
              <a:spLocks/>
            </p:cNvSpPr>
            <p:nvPr/>
          </p:nvSpPr>
          <p:spPr bwMode="auto">
            <a:xfrm>
              <a:off x="7884138" y="2444918"/>
              <a:ext cx="83549" cy="186909"/>
            </a:xfrm>
            <a:custGeom>
              <a:avLst/>
              <a:gdLst>
                <a:gd name="T0" fmla="*/ 2147483646 w 637"/>
                <a:gd name="T1" fmla="*/ 0 h 1659"/>
                <a:gd name="T2" fmla="*/ 2147483646 w 637"/>
                <a:gd name="T3" fmla="*/ 0 h 1659"/>
                <a:gd name="T4" fmla="*/ 295581541 w 637"/>
                <a:gd name="T5" fmla="*/ 2147483646 h 1659"/>
                <a:gd name="T6" fmla="*/ 0 w 637"/>
                <a:gd name="T7" fmla="*/ 2147483646 h 1659"/>
                <a:gd name="T8" fmla="*/ 2147483646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58" name="Freeform 1026">
              <a:extLst>
                <a:ext uri="{FF2B5EF4-FFF2-40B4-BE49-F238E27FC236}">
                  <a16:creationId xmlns:a16="http://schemas.microsoft.com/office/drawing/2014/main" id="{FA157A51-7F18-4F4D-8C83-BFAD67826499}"/>
                </a:ext>
              </a:extLst>
            </p:cNvPr>
            <p:cNvSpPr>
              <a:spLocks/>
            </p:cNvSpPr>
            <p:nvPr/>
          </p:nvSpPr>
          <p:spPr bwMode="auto">
            <a:xfrm>
              <a:off x="7599603" y="2575928"/>
              <a:ext cx="290961" cy="62041"/>
            </a:xfrm>
            <a:custGeom>
              <a:avLst/>
              <a:gdLst>
                <a:gd name="T0" fmla="*/ 0 w 2216"/>
                <a:gd name="T1" fmla="*/ 0 h 550"/>
                <a:gd name="T2" fmla="*/ 296523134 w 2216"/>
                <a:gd name="T3" fmla="*/ 324379338 h 550"/>
                <a:gd name="T4" fmla="*/ 2147483646 w 2216"/>
                <a:gd name="T5" fmla="*/ 2147483646 h 550"/>
                <a:gd name="T6" fmla="*/ 2147483646 w 2216"/>
                <a:gd name="T7" fmla="*/ 2147483646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659" name="Group 1027">
              <a:extLst>
                <a:ext uri="{FF2B5EF4-FFF2-40B4-BE49-F238E27FC236}">
                  <a16:creationId xmlns:a16="http://schemas.microsoft.com/office/drawing/2014/main" id="{696F2347-1565-6441-8C1A-437A9DAAD472}"/>
                </a:ext>
              </a:extLst>
            </p:cNvPr>
            <p:cNvGrpSpPr>
              <a:grpSpLocks/>
            </p:cNvGrpSpPr>
            <p:nvPr/>
          </p:nvGrpSpPr>
          <p:grpSpPr bwMode="auto">
            <a:xfrm>
              <a:off x="7594735" y="2642220"/>
              <a:ext cx="98740" cy="36846"/>
              <a:chOff x="1740" y="2642"/>
              <a:chExt cx="752" cy="327"/>
            </a:xfrm>
          </p:grpSpPr>
          <p:sp>
            <p:nvSpPr>
              <p:cNvPr id="666" name="Freeform 1028">
                <a:extLst>
                  <a:ext uri="{FF2B5EF4-FFF2-40B4-BE49-F238E27FC236}">
                    <a16:creationId xmlns:a16="http://schemas.microsoft.com/office/drawing/2014/main" id="{D047B827-4325-2047-B189-266567FECB32}"/>
                  </a:ext>
                </a:extLst>
              </p:cNvPr>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67" name="Freeform 1029">
                <a:extLst>
                  <a:ext uri="{FF2B5EF4-FFF2-40B4-BE49-F238E27FC236}">
                    <a16:creationId xmlns:a16="http://schemas.microsoft.com/office/drawing/2014/main" id="{C962B1E0-9734-1845-B0BC-530A5D7EA2B3}"/>
                  </a:ext>
                </a:extLst>
              </p:cNvPr>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68" name="Freeform 1030">
                <a:extLst>
                  <a:ext uri="{FF2B5EF4-FFF2-40B4-BE49-F238E27FC236}">
                    <a16:creationId xmlns:a16="http://schemas.microsoft.com/office/drawing/2014/main" id="{66CDACE3-49D2-1547-B61E-6E0D19A09310}"/>
                  </a:ext>
                </a:extLst>
              </p:cNvPr>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69" name="Freeform 1031">
                <a:extLst>
                  <a:ext uri="{FF2B5EF4-FFF2-40B4-BE49-F238E27FC236}">
                    <a16:creationId xmlns:a16="http://schemas.microsoft.com/office/drawing/2014/main" id="{9744E38D-B189-994A-AC39-2221D16C2E34}"/>
                  </a:ext>
                </a:extLst>
              </p:cNvPr>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70" name="Freeform 1032">
                <a:extLst>
                  <a:ext uri="{FF2B5EF4-FFF2-40B4-BE49-F238E27FC236}">
                    <a16:creationId xmlns:a16="http://schemas.microsoft.com/office/drawing/2014/main" id="{536855A1-ABB1-9446-A60A-574798C2200C}"/>
                  </a:ext>
                </a:extLst>
              </p:cNvPr>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71" name="Freeform 1033">
                <a:extLst>
                  <a:ext uri="{FF2B5EF4-FFF2-40B4-BE49-F238E27FC236}">
                    <a16:creationId xmlns:a16="http://schemas.microsoft.com/office/drawing/2014/main" id="{793FB7DB-D4F3-C047-AB19-9686506659B1}"/>
                  </a:ext>
                </a:extLst>
              </p:cNvPr>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660" name="Freeform 1034">
              <a:extLst>
                <a:ext uri="{FF2B5EF4-FFF2-40B4-BE49-F238E27FC236}">
                  <a16:creationId xmlns:a16="http://schemas.microsoft.com/office/drawing/2014/main" id="{74F1A127-BD96-664E-BA7B-8AB571743829}"/>
                </a:ext>
              </a:extLst>
            </p:cNvPr>
            <p:cNvSpPr>
              <a:spLocks/>
            </p:cNvSpPr>
            <p:nvPr/>
          </p:nvSpPr>
          <p:spPr bwMode="auto">
            <a:xfrm>
              <a:off x="7763780" y="2647731"/>
              <a:ext cx="119578" cy="80936"/>
            </a:xfrm>
            <a:custGeom>
              <a:avLst/>
              <a:gdLst>
                <a:gd name="T0" fmla="*/ 213221464 w 990"/>
                <a:gd name="T1" fmla="*/ 1090686587 h 792"/>
                <a:gd name="T2" fmla="*/ 1915477586 w 990"/>
                <a:gd name="T3" fmla="*/ 0 h 792"/>
                <a:gd name="T4" fmla="*/ 1915477586 w 990"/>
                <a:gd name="T5" fmla="*/ 108859840 h 792"/>
                <a:gd name="T6" fmla="*/ 0 w 990"/>
                <a:gd name="T7" fmla="*/ 1090686587 h 792"/>
                <a:gd name="T8" fmla="*/ 213221464 w 990"/>
                <a:gd name="T9" fmla="*/ 1090686587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61" name="Freeform 1035">
              <a:extLst>
                <a:ext uri="{FF2B5EF4-FFF2-40B4-BE49-F238E27FC236}">
                  <a16:creationId xmlns:a16="http://schemas.microsoft.com/office/drawing/2014/main" id="{B1230F45-F5FF-0841-8D9E-3024466B4D3E}"/>
                </a:ext>
              </a:extLst>
            </p:cNvPr>
            <p:cNvSpPr>
              <a:spLocks/>
            </p:cNvSpPr>
            <p:nvPr/>
          </p:nvSpPr>
          <p:spPr bwMode="auto">
            <a:xfrm>
              <a:off x="7458602" y="2654187"/>
              <a:ext cx="305957" cy="73850"/>
            </a:xfrm>
            <a:custGeom>
              <a:avLst/>
              <a:gdLst>
                <a:gd name="T0" fmla="*/ 213486572 w 2532"/>
                <a:gd name="T1" fmla="*/ 0 h 723"/>
                <a:gd name="T2" fmla="*/ 213486572 w 2532"/>
                <a:gd name="T3" fmla="*/ 0 h 723"/>
                <a:gd name="T4" fmla="*/ 2147483646 w 2532"/>
                <a:gd name="T5" fmla="*/ 979380008 h 723"/>
                <a:gd name="T6" fmla="*/ 2147483646 w 2532"/>
                <a:gd name="T7" fmla="*/ 1088085165 h 723"/>
                <a:gd name="T8" fmla="*/ 0 w 2532"/>
                <a:gd name="T9" fmla="*/ 108705259 h 723"/>
                <a:gd name="T10" fmla="*/ 213486572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62" name="Freeform 1036">
              <a:extLst>
                <a:ext uri="{FF2B5EF4-FFF2-40B4-BE49-F238E27FC236}">
                  <a16:creationId xmlns:a16="http://schemas.microsoft.com/office/drawing/2014/main" id="{BC7097AC-B904-3748-8E04-91D93864FFF0}"/>
                </a:ext>
              </a:extLst>
            </p:cNvPr>
            <p:cNvSpPr>
              <a:spLocks/>
            </p:cNvSpPr>
            <p:nvPr/>
          </p:nvSpPr>
          <p:spPr bwMode="auto">
            <a:xfrm>
              <a:off x="7458797" y="2640645"/>
              <a:ext cx="3311" cy="14959"/>
            </a:xfrm>
            <a:custGeom>
              <a:avLst/>
              <a:gdLst>
                <a:gd name="T0" fmla="*/ 262278191 w 26"/>
                <a:gd name="T1" fmla="*/ 107489981 h 147"/>
                <a:gd name="T2" fmla="*/ 262278191 w 26"/>
                <a:gd name="T3" fmla="*/ 214969480 h 147"/>
                <a:gd name="T4" fmla="*/ 0 w 26"/>
                <a:gd name="T5" fmla="*/ 214969480 h 147"/>
                <a:gd name="T6" fmla="*/ 262278191 w 26"/>
                <a:gd name="T7" fmla="*/ 0 h 147"/>
                <a:gd name="T8" fmla="*/ 262278191 w 26"/>
                <a:gd name="T9" fmla="*/ 107489981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63" name="Freeform 1037">
              <a:extLst>
                <a:ext uri="{FF2B5EF4-FFF2-40B4-BE49-F238E27FC236}">
                  <a16:creationId xmlns:a16="http://schemas.microsoft.com/office/drawing/2014/main" id="{742F7A0F-19C5-814E-8FBF-4B77A3DF6EBF}"/>
                </a:ext>
              </a:extLst>
            </p:cNvPr>
            <p:cNvSpPr>
              <a:spLocks/>
            </p:cNvSpPr>
            <p:nvPr/>
          </p:nvSpPr>
          <p:spPr bwMode="auto">
            <a:xfrm>
              <a:off x="7458992" y="2579707"/>
              <a:ext cx="142170" cy="61883"/>
            </a:xfrm>
            <a:custGeom>
              <a:avLst/>
              <a:gdLst>
                <a:gd name="T0" fmla="*/ 2136125890 w 1176"/>
                <a:gd name="T1" fmla="*/ 0 h 606"/>
                <a:gd name="T2" fmla="*/ 0 w 1176"/>
                <a:gd name="T3" fmla="*/ 870000945 h 606"/>
                <a:gd name="T4" fmla="*/ 213789467 w 1176"/>
                <a:gd name="T5" fmla="*/ 870000945 h 606"/>
                <a:gd name="T6" fmla="*/ 2136125890 w 1176"/>
                <a:gd name="T7" fmla="*/ 108617123 h 606"/>
                <a:gd name="T8" fmla="*/ 2136125890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64" name="Freeform 1038">
              <a:extLst>
                <a:ext uri="{FF2B5EF4-FFF2-40B4-BE49-F238E27FC236}">
                  <a16:creationId xmlns:a16="http://schemas.microsoft.com/office/drawing/2014/main" id="{F08DCC14-2A10-224A-9BDF-59347D32E314}"/>
                </a:ext>
              </a:extLst>
            </p:cNvPr>
            <p:cNvSpPr>
              <a:spLocks/>
            </p:cNvSpPr>
            <p:nvPr/>
          </p:nvSpPr>
          <p:spPr bwMode="auto">
            <a:xfrm>
              <a:off x="7468535" y="2643795"/>
              <a:ext cx="290182" cy="71016"/>
            </a:xfrm>
            <a:custGeom>
              <a:avLst/>
              <a:gdLst>
                <a:gd name="T0" fmla="*/ 173112702 w 2532"/>
                <a:gd name="T1" fmla="*/ 0 h 723"/>
                <a:gd name="T2" fmla="*/ 173112702 w 2532"/>
                <a:gd name="T3" fmla="*/ 0 h 723"/>
                <a:gd name="T4" fmla="*/ 2069773885 w 2532"/>
                <a:gd name="T5" fmla="*/ 558173482 h 723"/>
                <a:gd name="T6" fmla="*/ 2069773885 w 2532"/>
                <a:gd name="T7" fmla="*/ 558173482 h 723"/>
                <a:gd name="T8" fmla="*/ 0 w 2532"/>
                <a:gd name="T9" fmla="*/ 92871346 h 723"/>
                <a:gd name="T10" fmla="*/ 173112702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65" name="Freeform 1039">
              <a:extLst>
                <a:ext uri="{FF2B5EF4-FFF2-40B4-BE49-F238E27FC236}">
                  <a16:creationId xmlns:a16="http://schemas.microsoft.com/office/drawing/2014/main" id="{A6403359-33F6-1F41-9B14-D46854C777D7}"/>
                </a:ext>
              </a:extLst>
            </p:cNvPr>
            <p:cNvSpPr>
              <a:spLocks/>
            </p:cNvSpPr>
            <p:nvPr/>
          </p:nvSpPr>
          <p:spPr bwMode="auto">
            <a:xfrm flipV="1">
              <a:off x="7758327" y="2638756"/>
              <a:ext cx="118410" cy="73535"/>
            </a:xfrm>
            <a:custGeom>
              <a:avLst/>
              <a:gdLst>
                <a:gd name="T0" fmla="*/ 0 w 2532"/>
                <a:gd name="T1" fmla="*/ 0 h 723"/>
                <a:gd name="T2" fmla="*/ 0 w 2532"/>
                <a:gd name="T3" fmla="*/ 0 h 723"/>
                <a:gd name="T4" fmla="*/ 0 w 2532"/>
                <a:gd name="T5" fmla="*/ 962694895 h 723"/>
                <a:gd name="T6" fmla="*/ 0 w 2532"/>
                <a:gd name="T7" fmla="*/ 962694895 h 723"/>
                <a:gd name="T8" fmla="*/ 0 w 2532"/>
                <a:gd name="T9" fmla="*/ 107314314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672" name="Rectangle 37">
            <a:extLst>
              <a:ext uri="{FF2B5EF4-FFF2-40B4-BE49-F238E27FC236}">
                <a16:creationId xmlns:a16="http://schemas.microsoft.com/office/drawing/2014/main" id="{9481655E-53B9-E148-87BB-DA888D40383A}"/>
              </a:ext>
            </a:extLst>
          </p:cNvPr>
          <p:cNvSpPr>
            <a:spLocks noChangeArrowheads="1"/>
          </p:cNvSpPr>
          <p:nvPr/>
        </p:nvSpPr>
        <p:spPr bwMode="auto">
          <a:xfrm rot="2603620">
            <a:off x="3123075" y="3881648"/>
            <a:ext cx="140795" cy="235527"/>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Comic Sans MS" pitchFamily="66" charset="0"/>
              <a:ea typeface="ＭＳ Ｐゴシック" charset="0"/>
            </a:endParaRPr>
          </a:p>
        </p:txBody>
      </p:sp>
      <p:grpSp>
        <p:nvGrpSpPr>
          <p:cNvPr id="589" name="Group 588">
            <a:extLst>
              <a:ext uri="{FF2B5EF4-FFF2-40B4-BE49-F238E27FC236}">
                <a16:creationId xmlns:a16="http://schemas.microsoft.com/office/drawing/2014/main" id="{E25D2C38-52A6-D74C-B8F5-760511B66010}"/>
              </a:ext>
            </a:extLst>
          </p:cNvPr>
          <p:cNvGrpSpPr/>
          <p:nvPr/>
        </p:nvGrpSpPr>
        <p:grpSpPr>
          <a:xfrm>
            <a:off x="2647027" y="4019872"/>
            <a:ext cx="853832" cy="472456"/>
            <a:chOff x="7493876" y="2774731"/>
            <a:chExt cx="1481958" cy="894622"/>
          </a:xfrm>
        </p:grpSpPr>
        <p:sp>
          <p:nvSpPr>
            <p:cNvPr id="590" name="Freeform 589">
              <a:extLst>
                <a:ext uri="{FF2B5EF4-FFF2-40B4-BE49-F238E27FC236}">
                  <a16:creationId xmlns:a16="http://schemas.microsoft.com/office/drawing/2014/main" id="{B0A245DD-4B67-F546-BF8C-E3D0A2C89B58}"/>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591" name="Oval 590">
              <a:extLst>
                <a:ext uri="{FF2B5EF4-FFF2-40B4-BE49-F238E27FC236}">
                  <a16:creationId xmlns:a16="http://schemas.microsoft.com/office/drawing/2014/main" id="{70CB17FC-C529-3648-AFDA-8721418A5095}"/>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592" name="Group 591">
              <a:extLst>
                <a:ext uri="{FF2B5EF4-FFF2-40B4-BE49-F238E27FC236}">
                  <a16:creationId xmlns:a16="http://schemas.microsoft.com/office/drawing/2014/main" id="{D413B80D-C7DB-534C-8DA8-F00D300DBC88}"/>
                </a:ext>
              </a:extLst>
            </p:cNvPr>
            <p:cNvGrpSpPr/>
            <p:nvPr/>
          </p:nvGrpSpPr>
          <p:grpSpPr>
            <a:xfrm>
              <a:off x="7713663" y="2848339"/>
              <a:ext cx="1042107" cy="425543"/>
              <a:chOff x="7786941" y="2884917"/>
              <a:chExt cx="897649" cy="353919"/>
            </a:xfrm>
          </p:grpSpPr>
          <p:sp>
            <p:nvSpPr>
              <p:cNvPr id="593" name="Freeform 592">
                <a:extLst>
                  <a:ext uri="{FF2B5EF4-FFF2-40B4-BE49-F238E27FC236}">
                    <a16:creationId xmlns:a16="http://schemas.microsoft.com/office/drawing/2014/main" id="{18E03FC9-7974-9640-9835-27B0131CD76F}"/>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94" name="Freeform 593">
                <a:extLst>
                  <a:ext uri="{FF2B5EF4-FFF2-40B4-BE49-F238E27FC236}">
                    <a16:creationId xmlns:a16="http://schemas.microsoft.com/office/drawing/2014/main" id="{B02F09FE-2B85-5F4C-B1D3-7285C2B56BB5}"/>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95" name="Freeform 594">
                <a:extLst>
                  <a:ext uri="{FF2B5EF4-FFF2-40B4-BE49-F238E27FC236}">
                    <a16:creationId xmlns:a16="http://schemas.microsoft.com/office/drawing/2014/main" id="{1154C3FD-FF9C-E343-A60C-430A6B3F38A5}"/>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96" name="Freeform 595">
                <a:extLst>
                  <a:ext uri="{FF2B5EF4-FFF2-40B4-BE49-F238E27FC236}">
                    <a16:creationId xmlns:a16="http://schemas.microsoft.com/office/drawing/2014/main" id="{978879B9-5CF4-0C42-8D6C-4676831E90D5}"/>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sp>
        <p:nvSpPr>
          <p:cNvPr id="2" name="TextBox 1">
            <a:extLst>
              <a:ext uri="{FF2B5EF4-FFF2-40B4-BE49-F238E27FC236}">
                <a16:creationId xmlns:a16="http://schemas.microsoft.com/office/drawing/2014/main" id="{EFE9D7D9-4CDB-1846-A1D6-B5373D48D5FA}"/>
              </a:ext>
            </a:extLst>
          </p:cNvPr>
          <p:cNvSpPr txBox="1"/>
          <p:nvPr/>
        </p:nvSpPr>
        <p:spPr>
          <a:xfrm>
            <a:off x="2528047" y="4464423"/>
            <a:ext cx="1351524" cy="565283"/>
          </a:xfrm>
          <a:prstGeom prst="rect">
            <a:avLst/>
          </a:prstGeom>
          <a:noFill/>
        </p:spPr>
        <p:txBody>
          <a:bodyPr wrap="none" rtlCol="0">
            <a:spAutoFit/>
          </a:bodyPr>
          <a:lstStyle/>
          <a:p>
            <a:pPr>
              <a:lnSpc>
                <a:spcPct val="85000"/>
              </a:lnSpc>
            </a:pPr>
            <a:r>
              <a:rPr lang="en-US" dirty="0"/>
              <a:t>router has </a:t>
            </a:r>
          </a:p>
          <a:p>
            <a:pPr>
              <a:lnSpc>
                <a:spcPct val="85000"/>
              </a:lnSpc>
            </a:pPr>
            <a:r>
              <a:rPr lang="en-US" dirty="0"/>
              <a:t>DHCP server</a:t>
            </a:r>
          </a:p>
        </p:txBody>
      </p:sp>
      <p:sp>
        <p:nvSpPr>
          <p:cNvPr id="800" name="TextBox 799">
            <a:extLst>
              <a:ext uri="{FF2B5EF4-FFF2-40B4-BE49-F238E27FC236}">
                <a16:creationId xmlns:a16="http://schemas.microsoft.com/office/drawing/2014/main" id="{7BDA3AAD-B58E-6845-99C9-0537654BF779}"/>
              </a:ext>
            </a:extLst>
          </p:cNvPr>
          <p:cNvSpPr txBox="1"/>
          <p:nvPr/>
        </p:nvSpPr>
        <p:spPr>
          <a:xfrm>
            <a:off x="2236695" y="2034987"/>
            <a:ext cx="1661032" cy="565283"/>
          </a:xfrm>
          <a:prstGeom prst="rect">
            <a:avLst/>
          </a:prstGeom>
          <a:noFill/>
        </p:spPr>
        <p:txBody>
          <a:bodyPr wrap="none" rtlCol="0">
            <a:spAutoFit/>
          </a:bodyPr>
          <a:lstStyle/>
          <a:p>
            <a:pPr>
              <a:lnSpc>
                <a:spcPct val="85000"/>
              </a:lnSpc>
            </a:pPr>
            <a:r>
              <a:rPr lang="en-US" dirty="0"/>
              <a:t>arriving mobile:</a:t>
            </a:r>
          </a:p>
          <a:p>
            <a:pPr>
              <a:lnSpc>
                <a:spcPct val="85000"/>
              </a:lnSpc>
            </a:pPr>
            <a:r>
              <a:rPr lang="en-US" dirty="0"/>
              <a:t>DHCP client</a:t>
            </a:r>
          </a:p>
        </p:txBody>
      </p:sp>
      <p:sp>
        <p:nvSpPr>
          <p:cNvPr id="913" name="Rectangle 189">
            <a:extLst>
              <a:ext uri="{FF2B5EF4-FFF2-40B4-BE49-F238E27FC236}">
                <a16:creationId xmlns:a16="http://schemas.microsoft.com/office/drawing/2014/main" id="{7F20F080-1B74-4740-BF0E-68EDFD77002B}"/>
              </a:ext>
            </a:extLst>
          </p:cNvPr>
          <p:cNvSpPr txBox="1">
            <a:spLocks noChangeArrowheads="1"/>
          </p:cNvSpPr>
          <p:nvPr/>
        </p:nvSpPr>
        <p:spPr bwMode="auto">
          <a:xfrm>
            <a:off x="5158160" y="1377950"/>
            <a:ext cx="6691630" cy="126206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lnSpc>
                <a:spcPct val="85000"/>
              </a:lnSpc>
              <a:spcBef>
                <a:spcPct val="20000"/>
              </a:spcBef>
              <a:spcAft>
                <a:spcPct val="0"/>
              </a:spcAft>
              <a:buClr>
                <a:srgbClr val="000099"/>
              </a:buClr>
              <a:buSzPct val="100000"/>
              <a:buFont typeface="Wingdings" charset="2"/>
              <a:buChar char="§"/>
              <a:defRPr sz="2800">
                <a:solidFill>
                  <a:schemeClr val="tx1"/>
                </a:solidFill>
                <a:latin typeface="+mn-lt"/>
                <a:ea typeface="ＭＳ Ｐゴシック" charset="0"/>
                <a:cs typeface="ＭＳ Ｐゴシック" charset="0"/>
              </a:defRPr>
            </a:lvl1pPr>
            <a:lvl2pPr marL="742950" indent="-285750" algn="l" rtl="0" eaLnBrk="0" fontAlgn="base" hangingPunct="0">
              <a:lnSpc>
                <a:spcPct val="85000"/>
              </a:lnSpc>
              <a:spcBef>
                <a:spcPct val="20000"/>
              </a:spcBef>
              <a:spcAft>
                <a:spcPct val="0"/>
              </a:spcAft>
              <a:buClr>
                <a:srgbClr val="000099"/>
              </a:buClr>
              <a:buFont typeface="Arial"/>
              <a:buChar char="•"/>
              <a:defRPr sz="2400">
                <a:solidFill>
                  <a:schemeClr val="tx1"/>
                </a:solidFill>
                <a:latin typeface="+mn-lt"/>
                <a:ea typeface="ＭＳ Ｐゴシック" charset="0"/>
              </a:defRPr>
            </a:lvl2pPr>
            <a:lvl3pPr marL="1143000" indent="-228600" algn="l" rtl="0" eaLnBrk="0" fontAlgn="base" hangingPunct="0">
              <a:spcBef>
                <a:spcPct val="20000"/>
              </a:spcBef>
              <a:spcAft>
                <a:spcPct val="0"/>
              </a:spcAft>
              <a:buChar char="•"/>
              <a:defRPr sz="2000">
                <a:solidFill>
                  <a:schemeClr val="tx1"/>
                </a:solidFill>
                <a:latin typeface="Comic Sans MS" pitchFamily="66" charset="0"/>
                <a:ea typeface="ＭＳ Ｐゴシック" charset="0"/>
              </a:defRPr>
            </a:lvl3pPr>
            <a:lvl4pPr marL="1600200" indent="-228600" algn="l" rtl="0" eaLnBrk="0" fontAlgn="base" hangingPunct="0">
              <a:spcBef>
                <a:spcPct val="20000"/>
              </a:spcBef>
              <a:spcAft>
                <a:spcPct val="0"/>
              </a:spcAft>
              <a:buChar char="–"/>
              <a:defRPr sz="2000">
                <a:solidFill>
                  <a:schemeClr val="tx1"/>
                </a:solidFill>
                <a:latin typeface="Times New Roman" pitchFamily="-109" charset="0"/>
                <a:ea typeface="ＭＳ Ｐゴシック" charset="0"/>
              </a:defRPr>
            </a:lvl4pPr>
            <a:lvl5pPr marL="2057400" indent="-228600" algn="l" rtl="0" eaLnBrk="0" fontAlgn="base" hangingPunct="0">
              <a:spcBef>
                <a:spcPct val="20000"/>
              </a:spcBef>
              <a:spcAft>
                <a:spcPct val="0"/>
              </a:spcAft>
              <a:buChar char="»"/>
              <a:defRPr sz="2000">
                <a:solidFill>
                  <a:schemeClr val="tx1"/>
                </a:solidFill>
                <a:latin typeface="Times New Roman" pitchFamily="-109" charset="0"/>
                <a:ea typeface="ＭＳ Ｐゴシック" charset="0"/>
              </a:defRPr>
            </a:lvl5pPr>
            <a:lvl6pPr marL="2514600" indent="-228600" algn="l" rtl="0" eaLnBrk="0" fontAlgn="base" hangingPunct="0">
              <a:spcBef>
                <a:spcPct val="20000"/>
              </a:spcBef>
              <a:spcAft>
                <a:spcPct val="0"/>
              </a:spcAft>
              <a:buChar char="»"/>
              <a:defRPr sz="2000">
                <a:solidFill>
                  <a:schemeClr val="tx1"/>
                </a:solidFill>
                <a:latin typeface="Times New Roman" pitchFamily="-109" charset="0"/>
              </a:defRPr>
            </a:lvl6pPr>
            <a:lvl7pPr marL="2971800" indent="-228600" algn="l" rtl="0" eaLnBrk="0" fontAlgn="base" hangingPunct="0">
              <a:spcBef>
                <a:spcPct val="20000"/>
              </a:spcBef>
              <a:spcAft>
                <a:spcPct val="0"/>
              </a:spcAft>
              <a:buChar char="»"/>
              <a:defRPr sz="2000">
                <a:solidFill>
                  <a:schemeClr val="tx1"/>
                </a:solidFill>
                <a:latin typeface="Times New Roman" pitchFamily="-109" charset="0"/>
              </a:defRPr>
            </a:lvl7pPr>
            <a:lvl8pPr marL="3429000" indent="-228600" algn="l" rtl="0" eaLnBrk="0" fontAlgn="base" hangingPunct="0">
              <a:spcBef>
                <a:spcPct val="20000"/>
              </a:spcBef>
              <a:spcAft>
                <a:spcPct val="0"/>
              </a:spcAft>
              <a:buChar char="»"/>
              <a:defRPr sz="2000">
                <a:solidFill>
                  <a:schemeClr val="tx1"/>
                </a:solidFill>
                <a:latin typeface="Times New Roman" pitchFamily="-109" charset="0"/>
              </a:defRPr>
            </a:lvl8pPr>
            <a:lvl9pPr marL="3886200" indent="-228600" algn="l" rtl="0" eaLnBrk="0" fontAlgn="base" hangingPunct="0">
              <a:spcBef>
                <a:spcPct val="20000"/>
              </a:spcBef>
              <a:spcAft>
                <a:spcPct val="0"/>
              </a:spcAft>
              <a:buChar char="»"/>
              <a:defRPr sz="2000">
                <a:solidFill>
                  <a:schemeClr val="tx1"/>
                </a:solidFill>
                <a:latin typeface="Times New Roman" pitchFamily="-109" charset="0"/>
              </a:defRPr>
            </a:lvl9pPr>
          </a:lstStyle>
          <a:p>
            <a:pPr marL="231775" indent="-231775">
              <a:defRPr/>
            </a:pPr>
            <a:r>
              <a:rPr lang="en-US" kern="0" dirty="0">
                <a:cs typeface="+mn-cs"/>
              </a:rPr>
              <a:t>connecting laptop needs to get its own IP address, addr of first-hop router, addr of DNS server: use </a:t>
            </a:r>
            <a:r>
              <a:rPr lang="en-US" kern="0" dirty="0">
                <a:solidFill>
                  <a:srgbClr val="C00000"/>
                </a:solidFill>
                <a:cs typeface="+mn-cs"/>
              </a:rPr>
              <a:t>DHCP</a:t>
            </a:r>
          </a:p>
        </p:txBody>
      </p:sp>
      <p:grpSp>
        <p:nvGrpSpPr>
          <p:cNvPr id="915" name="Group 250">
            <a:extLst>
              <a:ext uri="{FF2B5EF4-FFF2-40B4-BE49-F238E27FC236}">
                <a16:creationId xmlns:a16="http://schemas.microsoft.com/office/drawing/2014/main" id="{53C14E65-CA12-EE40-AAF5-35CF95304EAA}"/>
              </a:ext>
            </a:extLst>
          </p:cNvPr>
          <p:cNvGrpSpPr>
            <a:grpSpLocks/>
          </p:cNvGrpSpPr>
          <p:nvPr/>
        </p:nvGrpSpPr>
        <p:grpSpPr bwMode="auto">
          <a:xfrm>
            <a:off x="1316411" y="1330325"/>
            <a:ext cx="1014412" cy="1665288"/>
            <a:chOff x="651" y="681"/>
            <a:chExt cx="639" cy="1049"/>
          </a:xfrm>
        </p:grpSpPr>
        <p:sp>
          <p:nvSpPr>
            <p:cNvPr id="916" name="Freeform 249">
              <a:extLst>
                <a:ext uri="{FF2B5EF4-FFF2-40B4-BE49-F238E27FC236}">
                  <a16:creationId xmlns:a16="http://schemas.microsoft.com/office/drawing/2014/main" id="{7CF283A0-4DB8-234F-A34A-CBB8AA75D9BA}"/>
                </a:ext>
              </a:extLst>
            </p:cNvPr>
            <p:cNvSpPr>
              <a:spLocks/>
            </p:cNvSpPr>
            <p:nvPr/>
          </p:nvSpPr>
          <p:spPr bwMode="auto">
            <a:xfrm>
              <a:off x="662" y="698"/>
              <a:ext cx="628" cy="1032"/>
            </a:xfrm>
            <a:custGeom>
              <a:avLst/>
              <a:gdLst>
                <a:gd name="T0" fmla="*/ 496 w 604"/>
                <a:gd name="T1" fmla="*/ 0 h 903"/>
                <a:gd name="T2" fmla="*/ 604 w 604"/>
                <a:gd name="T3" fmla="*/ 903 h 903"/>
                <a:gd name="T4" fmla="*/ 0 w 604"/>
                <a:gd name="T5" fmla="*/ 788 h 903"/>
                <a:gd name="T6" fmla="*/ 456 w 604"/>
                <a:gd name="T7" fmla="*/ 750 h 903"/>
                <a:gd name="T8" fmla="*/ 496 w 604"/>
                <a:gd name="T9" fmla="*/ 0 h 903"/>
                <a:gd name="T10" fmla="*/ 0 60000 65536"/>
                <a:gd name="T11" fmla="*/ 0 60000 65536"/>
                <a:gd name="T12" fmla="*/ 0 60000 65536"/>
                <a:gd name="T13" fmla="*/ 0 60000 65536"/>
                <a:gd name="T14" fmla="*/ 0 60000 65536"/>
                <a:gd name="connsiteX0" fmla="*/ 8212 w 10000"/>
                <a:gd name="connsiteY0" fmla="*/ 0 h 10000"/>
                <a:gd name="connsiteX1" fmla="*/ 10000 w 10000"/>
                <a:gd name="connsiteY1" fmla="*/ 10000 h 10000"/>
                <a:gd name="connsiteX2" fmla="*/ 8311 w 10000"/>
                <a:gd name="connsiteY2" fmla="*/ 9756 h 10000"/>
                <a:gd name="connsiteX3" fmla="*/ 0 w 10000"/>
                <a:gd name="connsiteY3" fmla="*/ 8726 h 10000"/>
                <a:gd name="connsiteX4" fmla="*/ 7550 w 10000"/>
                <a:gd name="connsiteY4" fmla="*/ 8306 h 10000"/>
                <a:gd name="connsiteX5" fmla="*/ 8212 w 10000"/>
                <a:gd name="connsiteY5" fmla="*/ 0 h 10000"/>
                <a:gd name="connsiteX0" fmla="*/ 8212 w 10000"/>
                <a:gd name="connsiteY0" fmla="*/ 0 h 11424"/>
                <a:gd name="connsiteX1" fmla="*/ 10000 w 10000"/>
                <a:gd name="connsiteY1" fmla="*/ 10000 h 11424"/>
                <a:gd name="connsiteX2" fmla="*/ 9142 w 10000"/>
                <a:gd name="connsiteY2" fmla="*/ 11424 h 11424"/>
                <a:gd name="connsiteX3" fmla="*/ 0 w 10000"/>
                <a:gd name="connsiteY3" fmla="*/ 8726 h 11424"/>
                <a:gd name="connsiteX4" fmla="*/ 7550 w 10000"/>
                <a:gd name="connsiteY4" fmla="*/ 8306 h 11424"/>
                <a:gd name="connsiteX5" fmla="*/ 8212 w 10000"/>
                <a:gd name="connsiteY5" fmla="*/ 0 h 11424"/>
                <a:gd name="connsiteX0" fmla="*/ 8212 w 10394"/>
                <a:gd name="connsiteY0" fmla="*/ 0 h 11424"/>
                <a:gd name="connsiteX1" fmla="*/ 10394 w 10394"/>
                <a:gd name="connsiteY1" fmla="*/ 9298 h 11424"/>
                <a:gd name="connsiteX2" fmla="*/ 9142 w 10394"/>
                <a:gd name="connsiteY2" fmla="*/ 11424 h 11424"/>
                <a:gd name="connsiteX3" fmla="*/ 0 w 10394"/>
                <a:gd name="connsiteY3" fmla="*/ 8726 h 11424"/>
                <a:gd name="connsiteX4" fmla="*/ 7550 w 10394"/>
                <a:gd name="connsiteY4" fmla="*/ 8306 h 11424"/>
                <a:gd name="connsiteX5" fmla="*/ 8212 w 10394"/>
                <a:gd name="connsiteY5" fmla="*/ 0 h 11424"/>
                <a:gd name="connsiteX0" fmla="*/ 8212 w 10394"/>
                <a:gd name="connsiteY0" fmla="*/ 0 h 11424"/>
                <a:gd name="connsiteX1" fmla="*/ 10394 w 10394"/>
                <a:gd name="connsiteY1" fmla="*/ 9298 h 11424"/>
                <a:gd name="connsiteX2" fmla="*/ 9142 w 10394"/>
                <a:gd name="connsiteY2" fmla="*/ 11424 h 11424"/>
                <a:gd name="connsiteX3" fmla="*/ 0 w 10394"/>
                <a:gd name="connsiteY3" fmla="*/ 8726 h 11424"/>
                <a:gd name="connsiteX4" fmla="*/ 7550 w 10394"/>
                <a:gd name="connsiteY4" fmla="*/ 8306 h 11424"/>
                <a:gd name="connsiteX5" fmla="*/ 8212 w 10394"/>
                <a:gd name="connsiteY5" fmla="*/ 0 h 11424"/>
                <a:gd name="connsiteX0" fmla="*/ 8212 w 10394"/>
                <a:gd name="connsiteY0" fmla="*/ 0 h 11424"/>
                <a:gd name="connsiteX1" fmla="*/ 10394 w 10394"/>
                <a:gd name="connsiteY1" fmla="*/ 9298 h 11424"/>
                <a:gd name="connsiteX2" fmla="*/ 9142 w 10394"/>
                <a:gd name="connsiteY2" fmla="*/ 11424 h 11424"/>
                <a:gd name="connsiteX3" fmla="*/ 0 w 10394"/>
                <a:gd name="connsiteY3" fmla="*/ 8726 h 11424"/>
                <a:gd name="connsiteX4" fmla="*/ 7550 w 10394"/>
                <a:gd name="connsiteY4" fmla="*/ 8306 h 11424"/>
                <a:gd name="connsiteX5" fmla="*/ 8212 w 10394"/>
                <a:gd name="connsiteY5" fmla="*/ 0 h 114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394" h="11424">
                  <a:moveTo>
                    <a:pt x="8212" y="0"/>
                  </a:moveTo>
                  <a:cubicBezTo>
                    <a:pt x="8939" y="3099"/>
                    <a:pt x="9142" y="6462"/>
                    <a:pt x="10394" y="9298"/>
                  </a:cubicBezTo>
                  <a:lnTo>
                    <a:pt x="9142" y="11424"/>
                  </a:lnTo>
                  <a:cubicBezTo>
                    <a:pt x="6926" y="10028"/>
                    <a:pt x="3047" y="9625"/>
                    <a:pt x="0" y="8726"/>
                  </a:cubicBezTo>
                  <a:lnTo>
                    <a:pt x="7550" y="8306"/>
                  </a:lnTo>
                  <a:cubicBezTo>
                    <a:pt x="7771" y="5537"/>
                    <a:pt x="7991" y="2769"/>
                    <a:pt x="8212" y="0"/>
                  </a:cubicBezTo>
                  <a:close/>
                </a:path>
              </a:pathLst>
            </a:custGeom>
            <a:gradFill rotWithShape="1">
              <a:gsLst>
                <a:gs pos="0">
                  <a:srgbClr val="FFFFFF">
                    <a:lumMod val="50000"/>
                  </a:srgbClr>
                </a:gs>
                <a:gs pos="100000">
                  <a:srgbClr val="FFFFFF"/>
                </a:gs>
              </a:gsLst>
              <a:lin ang="7200000" scaled="0"/>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nvGrpSpPr>
            <p:cNvPr id="917" name="Group 248">
              <a:extLst>
                <a:ext uri="{FF2B5EF4-FFF2-40B4-BE49-F238E27FC236}">
                  <a16:creationId xmlns:a16="http://schemas.microsoft.com/office/drawing/2014/main" id="{0D460CA8-09B5-0F41-9EC8-FE4746093521}"/>
                </a:ext>
              </a:extLst>
            </p:cNvPr>
            <p:cNvGrpSpPr>
              <a:grpSpLocks/>
            </p:cNvGrpSpPr>
            <p:nvPr/>
          </p:nvGrpSpPr>
          <p:grpSpPr bwMode="auto">
            <a:xfrm>
              <a:off x="651" y="681"/>
              <a:ext cx="501" cy="828"/>
              <a:chOff x="569" y="2954"/>
              <a:chExt cx="501" cy="828"/>
            </a:xfrm>
          </p:grpSpPr>
          <p:sp>
            <p:nvSpPr>
              <p:cNvPr id="918" name="Rectangle 242">
                <a:extLst>
                  <a:ext uri="{FF2B5EF4-FFF2-40B4-BE49-F238E27FC236}">
                    <a16:creationId xmlns:a16="http://schemas.microsoft.com/office/drawing/2014/main" id="{C444639A-27FC-7543-9605-90F437601A08}"/>
                  </a:ext>
                </a:extLst>
              </p:cNvPr>
              <p:cNvSpPr>
                <a:spLocks noChangeArrowheads="1"/>
              </p:cNvSpPr>
              <p:nvPr/>
            </p:nvSpPr>
            <p:spPr bwMode="auto">
              <a:xfrm>
                <a:off x="576" y="2973"/>
                <a:ext cx="493" cy="790"/>
              </a:xfrm>
              <a:prstGeom prst="rect">
                <a:avLst/>
              </a:prstGeom>
              <a:solidFill>
                <a:srgbClr val="FFFFFF"/>
              </a:solidFill>
              <a:ln w="9525">
                <a:solidFill>
                  <a:srgbClr val="000000"/>
                </a:solidFill>
                <a:miter lim="800000"/>
                <a:headEnd/>
                <a:tailEnd/>
              </a:ln>
              <a:effectLst>
                <a:outerShdw blurRad="50800" dist="38100" dir="18900000" algn="bl" rotWithShape="0">
                  <a:prstClr val="black">
                    <a:alpha val="40000"/>
                  </a:prstClr>
                </a:outerShdw>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919" name="Text Box 241">
                <a:extLst>
                  <a:ext uri="{FF2B5EF4-FFF2-40B4-BE49-F238E27FC236}">
                    <a16:creationId xmlns:a16="http://schemas.microsoft.com/office/drawing/2014/main" id="{4E00011E-8C9D-F343-AACC-9397D39C6BB5}"/>
                  </a:ext>
                </a:extLst>
              </p:cNvPr>
              <p:cNvSpPr txBox="1">
                <a:spLocks noChangeArrowheads="1"/>
              </p:cNvSpPr>
              <p:nvPr/>
            </p:nvSpPr>
            <p:spPr bwMode="auto">
              <a:xfrm>
                <a:off x="593" y="2954"/>
                <a:ext cx="477" cy="82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Arial" charset="0"/>
                    <a:ea typeface="ＭＳ Ｐゴシック" charset="0"/>
                  </a:rPr>
                  <a:t>DHCP</a:t>
                </a:r>
              </a:p>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Arial" charset="0"/>
                    <a:ea typeface="ＭＳ Ｐゴシック" charset="0"/>
                  </a:rPr>
                  <a:t>UDP</a:t>
                </a:r>
              </a:p>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Arial" charset="0"/>
                    <a:ea typeface="ＭＳ Ｐゴシック" charset="0"/>
                  </a:rPr>
                  <a:t>IP</a:t>
                </a:r>
              </a:p>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Arial" charset="0"/>
                    <a:ea typeface="ＭＳ Ｐゴシック" charset="0"/>
                  </a:rPr>
                  <a:t>Eth</a:t>
                </a:r>
              </a:p>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Arial" charset="0"/>
                    <a:ea typeface="ＭＳ Ｐゴシック" charset="0"/>
                  </a:rPr>
                  <a:t>Phy</a:t>
                </a:r>
              </a:p>
            </p:txBody>
          </p:sp>
          <p:sp>
            <p:nvSpPr>
              <p:cNvPr id="920" name="Line 243">
                <a:extLst>
                  <a:ext uri="{FF2B5EF4-FFF2-40B4-BE49-F238E27FC236}">
                    <a16:creationId xmlns:a16="http://schemas.microsoft.com/office/drawing/2014/main" id="{BD170A24-7A91-C149-9C35-3B92862114B6}"/>
                  </a:ext>
                </a:extLst>
              </p:cNvPr>
              <p:cNvSpPr>
                <a:spLocks noChangeShapeType="1"/>
              </p:cNvSpPr>
              <p:nvPr/>
            </p:nvSpPr>
            <p:spPr bwMode="auto">
              <a:xfrm>
                <a:off x="578" y="3130"/>
                <a:ext cx="489"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921" name="Line 244">
                <a:extLst>
                  <a:ext uri="{FF2B5EF4-FFF2-40B4-BE49-F238E27FC236}">
                    <a16:creationId xmlns:a16="http://schemas.microsoft.com/office/drawing/2014/main" id="{F9303BEF-354D-754A-AA78-E4ADA08645E0}"/>
                  </a:ext>
                </a:extLst>
              </p:cNvPr>
              <p:cNvSpPr>
                <a:spLocks noChangeShapeType="1"/>
              </p:cNvSpPr>
              <p:nvPr/>
            </p:nvSpPr>
            <p:spPr bwMode="auto">
              <a:xfrm>
                <a:off x="575" y="3289"/>
                <a:ext cx="489"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922" name="Line 245">
                <a:extLst>
                  <a:ext uri="{FF2B5EF4-FFF2-40B4-BE49-F238E27FC236}">
                    <a16:creationId xmlns:a16="http://schemas.microsoft.com/office/drawing/2014/main" id="{0BC3704C-5166-DB4C-8EDA-308F8DE6161D}"/>
                  </a:ext>
                </a:extLst>
              </p:cNvPr>
              <p:cNvSpPr>
                <a:spLocks noChangeShapeType="1"/>
              </p:cNvSpPr>
              <p:nvPr/>
            </p:nvSpPr>
            <p:spPr bwMode="auto">
              <a:xfrm>
                <a:off x="572" y="3448"/>
                <a:ext cx="489"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923" name="Line 246">
                <a:extLst>
                  <a:ext uri="{FF2B5EF4-FFF2-40B4-BE49-F238E27FC236}">
                    <a16:creationId xmlns:a16="http://schemas.microsoft.com/office/drawing/2014/main" id="{E01D73F2-8A40-A646-A81F-1AD168BC221D}"/>
                  </a:ext>
                </a:extLst>
              </p:cNvPr>
              <p:cNvSpPr>
                <a:spLocks noChangeShapeType="1"/>
              </p:cNvSpPr>
              <p:nvPr/>
            </p:nvSpPr>
            <p:spPr bwMode="auto">
              <a:xfrm>
                <a:off x="569" y="3607"/>
                <a:ext cx="489"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grpSp>
      <p:grpSp>
        <p:nvGrpSpPr>
          <p:cNvPr id="924" name="Group 253">
            <a:extLst>
              <a:ext uri="{FF2B5EF4-FFF2-40B4-BE49-F238E27FC236}">
                <a16:creationId xmlns:a16="http://schemas.microsoft.com/office/drawing/2014/main" id="{67A91C39-2F37-074F-914B-1E78059AB1A7}"/>
              </a:ext>
            </a:extLst>
          </p:cNvPr>
          <p:cNvGrpSpPr>
            <a:grpSpLocks/>
          </p:cNvGrpSpPr>
          <p:nvPr/>
        </p:nvGrpSpPr>
        <p:grpSpPr bwMode="auto">
          <a:xfrm>
            <a:off x="641723" y="1411287"/>
            <a:ext cx="544513" cy="244475"/>
            <a:chOff x="844" y="3337"/>
            <a:chExt cx="343" cy="154"/>
          </a:xfrm>
        </p:grpSpPr>
        <p:sp>
          <p:nvSpPr>
            <p:cNvPr id="925" name="Rectangle 251">
              <a:extLst>
                <a:ext uri="{FF2B5EF4-FFF2-40B4-BE49-F238E27FC236}">
                  <a16:creationId xmlns:a16="http://schemas.microsoft.com/office/drawing/2014/main" id="{8F5C1DA1-33C0-924C-A578-C74F96AAEB19}"/>
                </a:ext>
              </a:extLst>
            </p:cNvPr>
            <p:cNvSpPr>
              <a:spLocks noChangeArrowheads="1"/>
            </p:cNvSpPr>
            <p:nvPr/>
          </p:nvSpPr>
          <p:spPr bwMode="auto">
            <a:xfrm>
              <a:off x="889" y="3370"/>
              <a:ext cx="245" cy="86"/>
            </a:xfrm>
            <a:prstGeom prst="rect">
              <a:avLst/>
            </a:prstGeom>
            <a:solidFill>
              <a:srgbClr val="FF0000"/>
            </a:solidFill>
            <a:ln w="9525">
              <a:solidFill>
                <a:srgbClr val="FFFFFF"/>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926" name="Text Box 252">
              <a:extLst>
                <a:ext uri="{FF2B5EF4-FFF2-40B4-BE49-F238E27FC236}">
                  <a16:creationId xmlns:a16="http://schemas.microsoft.com/office/drawing/2014/main" id="{974DE7F1-6FD1-6147-BDFA-B60FCDFC994A}"/>
                </a:ext>
              </a:extLst>
            </p:cNvPr>
            <p:cNvSpPr txBox="1">
              <a:spLocks noChangeArrowheads="1"/>
            </p:cNvSpPr>
            <p:nvPr/>
          </p:nvSpPr>
          <p:spPr bwMode="auto">
            <a:xfrm>
              <a:off x="844" y="3337"/>
              <a:ext cx="343" cy="1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srgbClr val="FFFFFF"/>
                  </a:solidFill>
                  <a:effectLst/>
                  <a:uLnTx/>
                  <a:uFillTx/>
                  <a:latin typeface="Arial" charset="0"/>
                  <a:ea typeface="ＭＳ Ｐゴシック" charset="0"/>
                </a:rPr>
                <a:t>DHCP</a:t>
              </a:r>
            </a:p>
          </p:txBody>
        </p:sp>
      </p:grpSp>
      <p:grpSp>
        <p:nvGrpSpPr>
          <p:cNvPr id="927" name="Group 299">
            <a:extLst>
              <a:ext uri="{FF2B5EF4-FFF2-40B4-BE49-F238E27FC236}">
                <a16:creationId xmlns:a16="http://schemas.microsoft.com/office/drawing/2014/main" id="{036B01E1-60D7-0344-8480-3C2B28A24B85}"/>
              </a:ext>
            </a:extLst>
          </p:cNvPr>
          <p:cNvGrpSpPr>
            <a:grpSpLocks/>
          </p:cNvGrpSpPr>
          <p:nvPr/>
        </p:nvGrpSpPr>
        <p:grpSpPr bwMode="auto">
          <a:xfrm>
            <a:off x="187698" y="1430337"/>
            <a:ext cx="1081088" cy="1166813"/>
            <a:chOff x="42" y="744"/>
            <a:chExt cx="681" cy="735"/>
          </a:xfrm>
        </p:grpSpPr>
        <p:grpSp>
          <p:nvGrpSpPr>
            <p:cNvPr id="928" name="Group 296">
              <a:extLst>
                <a:ext uri="{FF2B5EF4-FFF2-40B4-BE49-F238E27FC236}">
                  <a16:creationId xmlns:a16="http://schemas.microsoft.com/office/drawing/2014/main" id="{25B7F2D5-26EB-404A-8078-15A558861F86}"/>
                </a:ext>
              </a:extLst>
            </p:cNvPr>
            <p:cNvGrpSpPr>
              <a:grpSpLocks/>
            </p:cNvGrpSpPr>
            <p:nvPr/>
          </p:nvGrpSpPr>
          <p:grpSpPr bwMode="auto">
            <a:xfrm>
              <a:off x="42" y="886"/>
              <a:ext cx="681" cy="468"/>
              <a:chOff x="42" y="886"/>
              <a:chExt cx="681" cy="468"/>
            </a:xfrm>
          </p:grpSpPr>
          <p:grpSp>
            <p:nvGrpSpPr>
              <p:cNvPr id="930" name="Group 295">
                <a:extLst>
                  <a:ext uri="{FF2B5EF4-FFF2-40B4-BE49-F238E27FC236}">
                    <a16:creationId xmlns:a16="http://schemas.microsoft.com/office/drawing/2014/main" id="{516792BF-0719-5146-A428-C65466ACA8F9}"/>
                  </a:ext>
                </a:extLst>
              </p:cNvPr>
              <p:cNvGrpSpPr>
                <a:grpSpLocks/>
              </p:cNvGrpSpPr>
              <p:nvPr/>
            </p:nvGrpSpPr>
            <p:grpSpPr bwMode="auto">
              <a:xfrm>
                <a:off x="278" y="886"/>
                <a:ext cx="397" cy="154"/>
                <a:chOff x="740" y="3209"/>
                <a:chExt cx="397" cy="154"/>
              </a:xfrm>
            </p:grpSpPr>
            <p:grpSp>
              <p:nvGrpSpPr>
                <p:cNvPr id="955" name="Group 254">
                  <a:extLst>
                    <a:ext uri="{FF2B5EF4-FFF2-40B4-BE49-F238E27FC236}">
                      <a16:creationId xmlns:a16="http://schemas.microsoft.com/office/drawing/2014/main" id="{4C401CB1-BBDA-7B43-B7C7-154C3DE1A252}"/>
                    </a:ext>
                  </a:extLst>
                </p:cNvPr>
                <p:cNvGrpSpPr>
                  <a:grpSpLocks/>
                </p:cNvGrpSpPr>
                <p:nvPr/>
              </p:nvGrpSpPr>
              <p:grpSpPr bwMode="auto">
                <a:xfrm>
                  <a:off x="794" y="3209"/>
                  <a:ext cx="343" cy="154"/>
                  <a:chOff x="844" y="3337"/>
                  <a:chExt cx="343" cy="154"/>
                </a:xfrm>
              </p:grpSpPr>
              <p:sp>
                <p:nvSpPr>
                  <p:cNvPr id="958" name="Rectangle 255">
                    <a:extLst>
                      <a:ext uri="{FF2B5EF4-FFF2-40B4-BE49-F238E27FC236}">
                        <a16:creationId xmlns:a16="http://schemas.microsoft.com/office/drawing/2014/main" id="{D97BCFDF-D0CE-AF4F-9290-64A7466607B2}"/>
                      </a:ext>
                    </a:extLst>
                  </p:cNvPr>
                  <p:cNvSpPr>
                    <a:spLocks noChangeArrowheads="1"/>
                  </p:cNvSpPr>
                  <p:nvPr/>
                </p:nvSpPr>
                <p:spPr bwMode="auto">
                  <a:xfrm>
                    <a:off x="889" y="3370"/>
                    <a:ext cx="245" cy="86"/>
                  </a:xfrm>
                  <a:prstGeom prst="rect">
                    <a:avLst/>
                  </a:prstGeom>
                  <a:solidFill>
                    <a:srgbClr val="FF0000"/>
                  </a:solidFill>
                  <a:ln w="9525">
                    <a:solidFill>
                      <a:srgbClr val="FFFFFF"/>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959" name="Text Box 256">
                    <a:extLst>
                      <a:ext uri="{FF2B5EF4-FFF2-40B4-BE49-F238E27FC236}">
                        <a16:creationId xmlns:a16="http://schemas.microsoft.com/office/drawing/2014/main" id="{EB33ED16-C899-C44F-8941-1661B033CFCB}"/>
                      </a:ext>
                    </a:extLst>
                  </p:cNvPr>
                  <p:cNvSpPr txBox="1">
                    <a:spLocks noChangeArrowheads="1"/>
                  </p:cNvSpPr>
                  <p:nvPr/>
                </p:nvSpPr>
                <p:spPr bwMode="auto">
                  <a:xfrm>
                    <a:off x="844" y="3337"/>
                    <a:ext cx="343" cy="1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srgbClr val="FFFFFF"/>
                        </a:solidFill>
                        <a:effectLst/>
                        <a:uLnTx/>
                        <a:uFillTx/>
                        <a:latin typeface="Arial" charset="0"/>
                        <a:ea typeface="ＭＳ Ｐゴシック" charset="0"/>
                      </a:rPr>
                      <a:t>DHCP</a:t>
                    </a:r>
                  </a:p>
                </p:txBody>
              </p:sp>
            </p:grpSp>
            <p:sp>
              <p:nvSpPr>
                <p:cNvPr id="956" name="Rectangle 266">
                  <a:extLst>
                    <a:ext uri="{FF2B5EF4-FFF2-40B4-BE49-F238E27FC236}">
                      <a16:creationId xmlns:a16="http://schemas.microsoft.com/office/drawing/2014/main" id="{D396D344-ADDF-F043-AA7F-94747181057E}"/>
                    </a:ext>
                  </a:extLst>
                </p:cNvPr>
                <p:cNvSpPr>
                  <a:spLocks noChangeArrowheads="1"/>
                </p:cNvSpPr>
                <p:nvPr/>
              </p:nvSpPr>
              <p:spPr bwMode="auto">
                <a:xfrm>
                  <a:off x="750" y="3244"/>
                  <a:ext cx="88" cy="82"/>
                </a:xfrm>
                <a:prstGeom prst="rect">
                  <a:avLst/>
                </a:prstGeom>
                <a:solidFill>
                  <a:srgbClr val="00CC99"/>
                </a:solidFill>
                <a:ln w="9525">
                  <a:solidFill>
                    <a:srgbClr val="FFFFFF"/>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957" name="Rectangle 267">
                  <a:extLst>
                    <a:ext uri="{FF2B5EF4-FFF2-40B4-BE49-F238E27FC236}">
                      <a16:creationId xmlns:a16="http://schemas.microsoft.com/office/drawing/2014/main" id="{9A648105-52C6-0E40-9C6E-3AE148FAB897}"/>
                    </a:ext>
                  </a:extLst>
                </p:cNvPr>
                <p:cNvSpPr>
                  <a:spLocks noChangeArrowheads="1"/>
                </p:cNvSpPr>
                <p:nvPr/>
              </p:nvSpPr>
              <p:spPr bwMode="auto">
                <a:xfrm>
                  <a:off x="740" y="3238"/>
                  <a:ext cx="354" cy="94"/>
                </a:xfrm>
                <a:prstGeom prst="rect">
                  <a:avLst/>
                </a:prstGeom>
                <a:noFill/>
                <a:ln w="9525">
                  <a:solidFill>
                    <a:srgbClr val="00CC99"/>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grpSp>
            <p:nvGrpSpPr>
              <p:cNvPr id="931" name="Group 274">
                <a:extLst>
                  <a:ext uri="{FF2B5EF4-FFF2-40B4-BE49-F238E27FC236}">
                    <a16:creationId xmlns:a16="http://schemas.microsoft.com/office/drawing/2014/main" id="{0F24D476-BB38-DF44-987E-FD2321A52FA4}"/>
                  </a:ext>
                </a:extLst>
              </p:cNvPr>
              <p:cNvGrpSpPr>
                <a:grpSpLocks/>
              </p:cNvGrpSpPr>
              <p:nvPr/>
            </p:nvGrpSpPr>
            <p:grpSpPr bwMode="auto">
              <a:xfrm>
                <a:off x="278" y="1034"/>
                <a:ext cx="397" cy="154"/>
                <a:chOff x="836" y="3305"/>
                <a:chExt cx="397" cy="154"/>
              </a:xfrm>
            </p:grpSpPr>
            <p:grpSp>
              <p:nvGrpSpPr>
                <p:cNvPr id="949" name="Group 268">
                  <a:extLst>
                    <a:ext uri="{FF2B5EF4-FFF2-40B4-BE49-F238E27FC236}">
                      <a16:creationId xmlns:a16="http://schemas.microsoft.com/office/drawing/2014/main" id="{E1FA6F16-C789-3742-9796-6EC843032C74}"/>
                    </a:ext>
                  </a:extLst>
                </p:cNvPr>
                <p:cNvGrpSpPr>
                  <a:grpSpLocks/>
                </p:cNvGrpSpPr>
                <p:nvPr/>
              </p:nvGrpSpPr>
              <p:grpSpPr bwMode="auto">
                <a:xfrm>
                  <a:off x="890" y="3305"/>
                  <a:ext cx="343" cy="154"/>
                  <a:chOff x="844" y="3337"/>
                  <a:chExt cx="343" cy="154"/>
                </a:xfrm>
              </p:grpSpPr>
              <p:sp>
                <p:nvSpPr>
                  <p:cNvPr id="953" name="Rectangle 269">
                    <a:extLst>
                      <a:ext uri="{FF2B5EF4-FFF2-40B4-BE49-F238E27FC236}">
                        <a16:creationId xmlns:a16="http://schemas.microsoft.com/office/drawing/2014/main" id="{6EB760F8-E089-9A47-9210-D6E1B526D78D}"/>
                      </a:ext>
                    </a:extLst>
                  </p:cNvPr>
                  <p:cNvSpPr>
                    <a:spLocks noChangeArrowheads="1"/>
                  </p:cNvSpPr>
                  <p:nvPr/>
                </p:nvSpPr>
                <p:spPr bwMode="auto">
                  <a:xfrm>
                    <a:off x="889" y="3370"/>
                    <a:ext cx="245" cy="86"/>
                  </a:xfrm>
                  <a:prstGeom prst="rect">
                    <a:avLst/>
                  </a:prstGeom>
                  <a:solidFill>
                    <a:srgbClr val="FF0000"/>
                  </a:solidFill>
                  <a:ln w="9525">
                    <a:solidFill>
                      <a:srgbClr val="FFFFFF"/>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954" name="Text Box 270">
                    <a:extLst>
                      <a:ext uri="{FF2B5EF4-FFF2-40B4-BE49-F238E27FC236}">
                        <a16:creationId xmlns:a16="http://schemas.microsoft.com/office/drawing/2014/main" id="{33F5C3C7-CEB9-2443-AD4C-63446A3F5868}"/>
                      </a:ext>
                    </a:extLst>
                  </p:cNvPr>
                  <p:cNvSpPr txBox="1">
                    <a:spLocks noChangeArrowheads="1"/>
                  </p:cNvSpPr>
                  <p:nvPr/>
                </p:nvSpPr>
                <p:spPr bwMode="auto">
                  <a:xfrm>
                    <a:off x="844" y="3337"/>
                    <a:ext cx="343" cy="1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srgbClr val="FFFFFF"/>
                        </a:solidFill>
                        <a:effectLst/>
                        <a:uLnTx/>
                        <a:uFillTx/>
                        <a:latin typeface="Arial" charset="0"/>
                        <a:ea typeface="ＭＳ Ｐゴシック" charset="0"/>
                      </a:rPr>
                      <a:t>DHCP</a:t>
                    </a:r>
                  </a:p>
                </p:txBody>
              </p:sp>
            </p:grpSp>
            <p:grpSp>
              <p:nvGrpSpPr>
                <p:cNvPr id="950" name="Group 273">
                  <a:extLst>
                    <a:ext uri="{FF2B5EF4-FFF2-40B4-BE49-F238E27FC236}">
                      <a16:creationId xmlns:a16="http://schemas.microsoft.com/office/drawing/2014/main" id="{D33136C0-F06F-DA45-8D61-8DBF6C374028}"/>
                    </a:ext>
                  </a:extLst>
                </p:cNvPr>
                <p:cNvGrpSpPr>
                  <a:grpSpLocks/>
                </p:cNvGrpSpPr>
                <p:nvPr/>
              </p:nvGrpSpPr>
              <p:grpSpPr bwMode="auto">
                <a:xfrm>
                  <a:off x="836" y="3334"/>
                  <a:ext cx="354" cy="94"/>
                  <a:chOff x="836" y="3334"/>
                  <a:chExt cx="354" cy="94"/>
                </a:xfrm>
              </p:grpSpPr>
              <p:sp>
                <p:nvSpPr>
                  <p:cNvPr id="951" name="Rectangle 271">
                    <a:extLst>
                      <a:ext uri="{FF2B5EF4-FFF2-40B4-BE49-F238E27FC236}">
                        <a16:creationId xmlns:a16="http://schemas.microsoft.com/office/drawing/2014/main" id="{451E718B-7E86-4F43-85B0-BBD89C8925F5}"/>
                      </a:ext>
                    </a:extLst>
                  </p:cNvPr>
                  <p:cNvSpPr>
                    <a:spLocks noChangeArrowheads="1"/>
                  </p:cNvSpPr>
                  <p:nvPr/>
                </p:nvSpPr>
                <p:spPr bwMode="auto">
                  <a:xfrm>
                    <a:off x="846" y="3340"/>
                    <a:ext cx="88" cy="82"/>
                  </a:xfrm>
                  <a:prstGeom prst="rect">
                    <a:avLst/>
                  </a:prstGeom>
                  <a:solidFill>
                    <a:srgbClr val="00CC99"/>
                  </a:solidFill>
                  <a:ln w="9525">
                    <a:solidFill>
                      <a:srgbClr val="FFFFFF"/>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952" name="Rectangle 272">
                    <a:extLst>
                      <a:ext uri="{FF2B5EF4-FFF2-40B4-BE49-F238E27FC236}">
                        <a16:creationId xmlns:a16="http://schemas.microsoft.com/office/drawing/2014/main" id="{D2F8ABD9-F3BA-0147-BDBF-E2EB291A1236}"/>
                      </a:ext>
                    </a:extLst>
                  </p:cNvPr>
                  <p:cNvSpPr>
                    <a:spLocks noChangeArrowheads="1"/>
                  </p:cNvSpPr>
                  <p:nvPr/>
                </p:nvSpPr>
                <p:spPr bwMode="auto">
                  <a:xfrm>
                    <a:off x="836" y="3334"/>
                    <a:ext cx="354" cy="94"/>
                  </a:xfrm>
                  <a:prstGeom prst="rect">
                    <a:avLst/>
                  </a:prstGeom>
                  <a:noFill/>
                  <a:ln w="9525">
                    <a:solidFill>
                      <a:srgbClr val="00CC99"/>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grpSp>
          <p:grpSp>
            <p:nvGrpSpPr>
              <p:cNvPr id="932" name="Group 293">
                <a:extLst>
                  <a:ext uri="{FF2B5EF4-FFF2-40B4-BE49-F238E27FC236}">
                    <a16:creationId xmlns:a16="http://schemas.microsoft.com/office/drawing/2014/main" id="{B097776A-FF97-7247-8B17-ED5E94F12C97}"/>
                  </a:ext>
                </a:extLst>
              </p:cNvPr>
              <p:cNvGrpSpPr>
                <a:grpSpLocks/>
              </p:cNvGrpSpPr>
              <p:nvPr/>
            </p:nvGrpSpPr>
            <p:grpSpPr bwMode="auto">
              <a:xfrm>
                <a:off x="165" y="1054"/>
                <a:ext cx="480" cy="112"/>
                <a:chOff x="627" y="3377"/>
                <a:chExt cx="480" cy="112"/>
              </a:xfrm>
            </p:grpSpPr>
            <p:sp>
              <p:nvSpPr>
                <p:cNvPr id="947" name="Rectangle 276">
                  <a:extLst>
                    <a:ext uri="{FF2B5EF4-FFF2-40B4-BE49-F238E27FC236}">
                      <a16:creationId xmlns:a16="http://schemas.microsoft.com/office/drawing/2014/main" id="{D2C9F788-880E-284B-9438-39AE526001EF}"/>
                    </a:ext>
                  </a:extLst>
                </p:cNvPr>
                <p:cNvSpPr>
                  <a:spLocks noChangeArrowheads="1"/>
                </p:cNvSpPr>
                <p:nvPr/>
              </p:nvSpPr>
              <p:spPr bwMode="auto">
                <a:xfrm>
                  <a:off x="636" y="3388"/>
                  <a:ext cx="96" cy="93"/>
                </a:xfrm>
                <a:prstGeom prst="rect">
                  <a:avLst/>
                </a:prstGeom>
                <a:solidFill>
                  <a:srgbClr val="3333CC"/>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948" name="Rectangle 277">
                  <a:extLst>
                    <a:ext uri="{FF2B5EF4-FFF2-40B4-BE49-F238E27FC236}">
                      <a16:creationId xmlns:a16="http://schemas.microsoft.com/office/drawing/2014/main" id="{38773D8B-A639-F74A-8363-73B7CBCDCFCB}"/>
                    </a:ext>
                  </a:extLst>
                </p:cNvPr>
                <p:cNvSpPr>
                  <a:spLocks noChangeArrowheads="1"/>
                </p:cNvSpPr>
                <p:nvPr/>
              </p:nvSpPr>
              <p:spPr bwMode="auto">
                <a:xfrm>
                  <a:off x="627" y="3377"/>
                  <a:ext cx="480" cy="112"/>
                </a:xfrm>
                <a:prstGeom prst="rect">
                  <a:avLst/>
                </a:prstGeom>
                <a:noFill/>
                <a:ln w="9525">
                  <a:solidFill>
                    <a:srgbClr val="3333CC"/>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grpSp>
            <p:nvGrpSpPr>
              <p:cNvPr id="933" name="Group 294">
                <a:extLst>
                  <a:ext uri="{FF2B5EF4-FFF2-40B4-BE49-F238E27FC236}">
                    <a16:creationId xmlns:a16="http://schemas.microsoft.com/office/drawing/2014/main" id="{E1190CC1-4BB6-6245-8459-90EF4F5F8610}"/>
                  </a:ext>
                </a:extLst>
              </p:cNvPr>
              <p:cNvGrpSpPr>
                <a:grpSpLocks/>
              </p:cNvGrpSpPr>
              <p:nvPr/>
            </p:nvGrpSpPr>
            <p:grpSpPr bwMode="auto">
              <a:xfrm>
                <a:off x="42" y="1200"/>
                <a:ext cx="681" cy="154"/>
                <a:chOff x="504" y="3523"/>
                <a:chExt cx="681" cy="154"/>
              </a:xfrm>
            </p:grpSpPr>
            <p:grpSp>
              <p:nvGrpSpPr>
                <p:cNvPr id="934" name="Group 287">
                  <a:extLst>
                    <a:ext uri="{FF2B5EF4-FFF2-40B4-BE49-F238E27FC236}">
                      <a16:creationId xmlns:a16="http://schemas.microsoft.com/office/drawing/2014/main" id="{DBBAC159-5C8E-6D48-8969-BAD313506819}"/>
                    </a:ext>
                  </a:extLst>
                </p:cNvPr>
                <p:cNvGrpSpPr>
                  <a:grpSpLocks/>
                </p:cNvGrpSpPr>
                <p:nvPr/>
              </p:nvGrpSpPr>
              <p:grpSpPr bwMode="auto">
                <a:xfrm>
                  <a:off x="623" y="3523"/>
                  <a:ext cx="510" cy="154"/>
                  <a:chOff x="723" y="3453"/>
                  <a:chExt cx="510" cy="154"/>
                </a:xfrm>
              </p:grpSpPr>
              <p:grpSp>
                <p:nvGrpSpPr>
                  <p:cNvPr id="938" name="Group 278">
                    <a:extLst>
                      <a:ext uri="{FF2B5EF4-FFF2-40B4-BE49-F238E27FC236}">
                        <a16:creationId xmlns:a16="http://schemas.microsoft.com/office/drawing/2014/main" id="{833D1410-64ED-AF48-92D1-4AD4AB58206A}"/>
                      </a:ext>
                    </a:extLst>
                  </p:cNvPr>
                  <p:cNvGrpSpPr>
                    <a:grpSpLocks/>
                  </p:cNvGrpSpPr>
                  <p:nvPr/>
                </p:nvGrpSpPr>
                <p:grpSpPr bwMode="auto">
                  <a:xfrm>
                    <a:off x="836" y="3453"/>
                    <a:ext cx="397" cy="154"/>
                    <a:chOff x="836" y="3305"/>
                    <a:chExt cx="397" cy="154"/>
                  </a:xfrm>
                </p:grpSpPr>
                <p:grpSp>
                  <p:nvGrpSpPr>
                    <p:cNvPr id="941" name="Group 279">
                      <a:extLst>
                        <a:ext uri="{FF2B5EF4-FFF2-40B4-BE49-F238E27FC236}">
                          <a16:creationId xmlns:a16="http://schemas.microsoft.com/office/drawing/2014/main" id="{570CDB6F-0A4C-1A48-8368-C8B3B5CAEE2A}"/>
                        </a:ext>
                      </a:extLst>
                    </p:cNvPr>
                    <p:cNvGrpSpPr>
                      <a:grpSpLocks/>
                    </p:cNvGrpSpPr>
                    <p:nvPr/>
                  </p:nvGrpSpPr>
                  <p:grpSpPr bwMode="auto">
                    <a:xfrm>
                      <a:off x="890" y="3305"/>
                      <a:ext cx="343" cy="154"/>
                      <a:chOff x="844" y="3337"/>
                      <a:chExt cx="343" cy="154"/>
                    </a:xfrm>
                  </p:grpSpPr>
                  <p:sp>
                    <p:nvSpPr>
                      <p:cNvPr id="945" name="Rectangle 280">
                        <a:extLst>
                          <a:ext uri="{FF2B5EF4-FFF2-40B4-BE49-F238E27FC236}">
                            <a16:creationId xmlns:a16="http://schemas.microsoft.com/office/drawing/2014/main" id="{64AB7D62-F235-E443-AC7F-EF97587E2D88}"/>
                          </a:ext>
                        </a:extLst>
                      </p:cNvPr>
                      <p:cNvSpPr>
                        <a:spLocks noChangeArrowheads="1"/>
                      </p:cNvSpPr>
                      <p:nvPr/>
                    </p:nvSpPr>
                    <p:spPr bwMode="auto">
                      <a:xfrm>
                        <a:off x="889" y="3370"/>
                        <a:ext cx="245" cy="86"/>
                      </a:xfrm>
                      <a:prstGeom prst="rect">
                        <a:avLst/>
                      </a:prstGeom>
                      <a:solidFill>
                        <a:srgbClr val="FF0000"/>
                      </a:solidFill>
                      <a:ln w="9525">
                        <a:solidFill>
                          <a:srgbClr val="FFFFFF"/>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946" name="Text Box 281">
                        <a:extLst>
                          <a:ext uri="{FF2B5EF4-FFF2-40B4-BE49-F238E27FC236}">
                            <a16:creationId xmlns:a16="http://schemas.microsoft.com/office/drawing/2014/main" id="{F60EE6A9-AC6B-334C-96AE-C944BB82B5D6}"/>
                          </a:ext>
                        </a:extLst>
                      </p:cNvPr>
                      <p:cNvSpPr txBox="1">
                        <a:spLocks noChangeArrowheads="1"/>
                      </p:cNvSpPr>
                      <p:nvPr/>
                    </p:nvSpPr>
                    <p:spPr bwMode="auto">
                      <a:xfrm>
                        <a:off x="844" y="3337"/>
                        <a:ext cx="343" cy="1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srgbClr val="FFFFFF"/>
                            </a:solidFill>
                            <a:effectLst/>
                            <a:uLnTx/>
                            <a:uFillTx/>
                            <a:latin typeface="Arial" charset="0"/>
                            <a:ea typeface="ＭＳ Ｐゴシック" charset="0"/>
                          </a:rPr>
                          <a:t>DHCP</a:t>
                        </a:r>
                      </a:p>
                    </p:txBody>
                  </p:sp>
                </p:grpSp>
                <p:grpSp>
                  <p:nvGrpSpPr>
                    <p:cNvPr id="942" name="Group 282">
                      <a:extLst>
                        <a:ext uri="{FF2B5EF4-FFF2-40B4-BE49-F238E27FC236}">
                          <a16:creationId xmlns:a16="http://schemas.microsoft.com/office/drawing/2014/main" id="{6C7A6C13-64CB-2547-A7BD-5B05F7E2A8BD}"/>
                        </a:ext>
                      </a:extLst>
                    </p:cNvPr>
                    <p:cNvGrpSpPr>
                      <a:grpSpLocks/>
                    </p:cNvGrpSpPr>
                    <p:nvPr/>
                  </p:nvGrpSpPr>
                  <p:grpSpPr bwMode="auto">
                    <a:xfrm>
                      <a:off x="836" y="3334"/>
                      <a:ext cx="354" cy="94"/>
                      <a:chOff x="836" y="3334"/>
                      <a:chExt cx="354" cy="94"/>
                    </a:xfrm>
                  </p:grpSpPr>
                  <p:sp>
                    <p:nvSpPr>
                      <p:cNvPr id="943" name="Rectangle 283">
                        <a:extLst>
                          <a:ext uri="{FF2B5EF4-FFF2-40B4-BE49-F238E27FC236}">
                            <a16:creationId xmlns:a16="http://schemas.microsoft.com/office/drawing/2014/main" id="{BE5D4429-585A-3A4D-8677-5A9D50B3ACE2}"/>
                          </a:ext>
                        </a:extLst>
                      </p:cNvPr>
                      <p:cNvSpPr>
                        <a:spLocks noChangeArrowheads="1"/>
                      </p:cNvSpPr>
                      <p:nvPr/>
                    </p:nvSpPr>
                    <p:spPr bwMode="auto">
                      <a:xfrm>
                        <a:off x="846" y="3340"/>
                        <a:ext cx="88" cy="82"/>
                      </a:xfrm>
                      <a:prstGeom prst="rect">
                        <a:avLst/>
                      </a:prstGeom>
                      <a:solidFill>
                        <a:srgbClr val="00CC99"/>
                      </a:solidFill>
                      <a:ln w="9525">
                        <a:solidFill>
                          <a:srgbClr val="FFFFFF"/>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944" name="Rectangle 284">
                        <a:extLst>
                          <a:ext uri="{FF2B5EF4-FFF2-40B4-BE49-F238E27FC236}">
                            <a16:creationId xmlns:a16="http://schemas.microsoft.com/office/drawing/2014/main" id="{8B6BEFDD-E012-094C-8BDE-E4F16F6E82C0}"/>
                          </a:ext>
                        </a:extLst>
                      </p:cNvPr>
                      <p:cNvSpPr>
                        <a:spLocks noChangeArrowheads="1"/>
                      </p:cNvSpPr>
                      <p:nvPr/>
                    </p:nvSpPr>
                    <p:spPr bwMode="auto">
                      <a:xfrm>
                        <a:off x="836" y="3334"/>
                        <a:ext cx="354" cy="94"/>
                      </a:xfrm>
                      <a:prstGeom prst="rect">
                        <a:avLst/>
                      </a:prstGeom>
                      <a:noFill/>
                      <a:ln w="9525">
                        <a:solidFill>
                          <a:srgbClr val="00CC99"/>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grpSp>
              <p:sp>
                <p:nvSpPr>
                  <p:cNvPr id="939" name="Rectangle 285">
                    <a:extLst>
                      <a:ext uri="{FF2B5EF4-FFF2-40B4-BE49-F238E27FC236}">
                        <a16:creationId xmlns:a16="http://schemas.microsoft.com/office/drawing/2014/main" id="{F4AC69A3-E8B5-4941-B537-CA85210373DE}"/>
                      </a:ext>
                    </a:extLst>
                  </p:cNvPr>
                  <p:cNvSpPr>
                    <a:spLocks noChangeArrowheads="1"/>
                  </p:cNvSpPr>
                  <p:nvPr/>
                </p:nvSpPr>
                <p:spPr bwMode="auto">
                  <a:xfrm>
                    <a:off x="732" y="3484"/>
                    <a:ext cx="96" cy="93"/>
                  </a:xfrm>
                  <a:prstGeom prst="rect">
                    <a:avLst/>
                  </a:prstGeom>
                  <a:solidFill>
                    <a:srgbClr val="3333CC"/>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940" name="Rectangle 286">
                    <a:extLst>
                      <a:ext uri="{FF2B5EF4-FFF2-40B4-BE49-F238E27FC236}">
                        <a16:creationId xmlns:a16="http://schemas.microsoft.com/office/drawing/2014/main" id="{E06C5B3D-D017-9B4F-B791-7A2F26FD645E}"/>
                      </a:ext>
                    </a:extLst>
                  </p:cNvPr>
                  <p:cNvSpPr>
                    <a:spLocks noChangeArrowheads="1"/>
                  </p:cNvSpPr>
                  <p:nvPr/>
                </p:nvSpPr>
                <p:spPr bwMode="auto">
                  <a:xfrm>
                    <a:off x="723" y="3473"/>
                    <a:ext cx="480" cy="112"/>
                  </a:xfrm>
                  <a:prstGeom prst="rect">
                    <a:avLst/>
                  </a:prstGeom>
                  <a:noFill/>
                  <a:ln w="9525">
                    <a:solidFill>
                      <a:srgbClr val="3333CC"/>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sp>
              <p:nvSpPr>
                <p:cNvPr id="935" name="Rectangle 288">
                  <a:extLst>
                    <a:ext uri="{FF2B5EF4-FFF2-40B4-BE49-F238E27FC236}">
                      <a16:creationId xmlns:a16="http://schemas.microsoft.com/office/drawing/2014/main" id="{881A85A8-3B0B-F840-80D4-5D7C3E0C8F75}"/>
                    </a:ext>
                  </a:extLst>
                </p:cNvPr>
                <p:cNvSpPr>
                  <a:spLocks noChangeArrowheads="1"/>
                </p:cNvSpPr>
                <p:nvPr/>
              </p:nvSpPr>
              <p:spPr bwMode="auto">
                <a:xfrm>
                  <a:off x="517" y="3545"/>
                  <a:ext cx="94" cy="108"/>
                </a:xfrm>
                <a:prstGeom prst="rect">
                  <a:avLst/>
                </a:prstGeom>
                <a:solidFill>
                  <a:srgbClr val="000000"/>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936" name="Rectangle 290">
                  <a:extLst>
                    <a:ext uri="{FF2B5EF4-FFF2-40B4-BE49-F238E27FC236}">
                      <a16:creationId xmlns:a16="http://schemas.microsoft.com/office/drawing/2014/main" id="{951F7854-1323-974F-A9B1-85C00CDFF728}"/>
                    </a:ext>
                  </a:extLst>
                </p:cNvPr>
                <p:cNvSpPr>
                  <a:spLocks noChangeArrowheads="1"/>
                </p:cNvSpPr>
                <p:nvPr/>
              </p:nvSpPr>
              <p:spPr bwMode="auto">
                <a:xfrm>
                  <a:off x="1115" y="3544"/>
                  <a:ext cx="60" cy="108"/>
                </a:xfrm>
                <a:prstGeom prst="rect">
                  <a:avLst/>
                </a:prstGeom>
                <a:solidFill>
                  <a:srgbClr val="000000"/>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937" name="Rectangle 291">
                  <a:extLst>
                    <a:ext uri="{FF2B5EF4-FFF2-40B4-BE49-F238E27FC236}">
                      <a16:creationId xmlns:a16="http://schemas.microsoft.com/office/drawing/2014/main" id="{7D05E58A-2C2B-3845-94FE-36532B8E8113}"/>
                    </a:ext>
                  </a:extLst>
                </p:cNvPr>
                <p:cNvSpPr>
                  <a:spLocks noChangeArrowheads="1"/>
                </p:cNvSpPr>
                <p:nvPr/>
              </p:nvSpPr>
              <p:spPr bwMode="auto">
                <a:xfrm>
                  <a:off x="504" y="3529"/>
                  <a:ext cx="681" cy="138"/>
                </a:xfrm>
                <a:prstGeom prst="rect">
                  <a:avLst/>
                </a:prstGeom>
                <a:noFill/>
                <a:ln w="9525">
                  <a:solidFill>
                    <a:srgbClr val="000000"/>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grpSp>
        <p:sp>
          <p:nvSpPr>
            <p:cNvPr id="929" name="AutoShape 297">
              <a:extLst>
                <a:ext uri="{FF2B5EF4-FFF2-40B4-BE49-F238E27FC236}">
                  <a16:creationId xmlns:a16="http://schemas.microsoft.com/office/drawing/2014/main" id="{52A07AA1-02B1-E74F-A63A-01368D82FCBF}"/>
                </a:ext>
              </a:extLst>
            </p:cNvPr>
            <p:cNvSpPr>
              <a:spLocks noChangeArrowheads="1"/>
            </p:cNvSpPr>
            <p:nvPr/>
          </p:nvSpPr>
          <p:spPr bwMode="auto">
            <a:xfrm>
              <a:off x="384" y="744"/>
              <a:ext cx="240" cy="735"/>
            </a:xfrm>
            <a:prstGeom prst="downArrow">
              <a:avLst>
                <a:gd name="adj1" fmla="val 54167"/>
                <a:gd name="adj2" fmla="val 49170"/>
              </a:avLst>
            </a:prstGeom>
            <a:gradFill rotWithShape="1">
              <a:gsLst>
                <a:gs pos="0">
                  <a:srgbClr val="FF0000">
                    <a:alpha val="25000"/>
                  </a:srgbClr>
                </a:gs>
                <a:gs pos="100000">
                  <a:srgbClr val="FF0000">
                    <a:alpha val="25000"/>
                  </a:srgbClr>
                </a:gs>
              </a:gsLst>
              <a:lin ang="540000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grpSp>
        <p:nvGrpSpPr>
          <p:cNvPr id="960" name="Group 318">
            <a:extLst>
              <a:ext uri="{FF2B5EF4-FFF2-40B4-BE49-F238E27FC236}">
                <a16:creationId xmlns:a16="http://schemas.microsoft.com/office/drawing/2014/main" id="{AE2E5A29-53E0-CD49-8113-CBFA420D0F5A}"/>
              </a:ext>
            </a:extLst>
          </p:cNvPr>
          <p:cNvGrpSpPr>
            <a:grpSpLocks/>
          </p:cNvGrpSpPr>
          <p:nvPr/>
        </p:nvGrpSpPr>
        <p:grpSpPr bwMode="auto">
          <a:xfrm>
            <a:off x="771898" y="2638425"/>
            <a:ext cx="1081088" cy="244475"/>
            <a:chOff x="504" y="3523"/>
            <a:chExt cx="681" cy="154"/>
          </a:xfrm>
        </p:grpSpPr>
        <p:grpSp>
          <p:nvGrpSpPr>
            <p:cNvPr id="961" name="Group 319">
              <a:extLst>
                <a:ext uri="{FF2B5EF4-FFF2-40B4-BE49-F238E27FC236}">
                  <a16:creationId xmlns:a16="http://schemas.microsoft.com/office/drawing/2014/main" id="{32076325-D93F-DF4F-B3CA-0BC632FEDD57}"/>
                </a:ext>
              </a:extLst>
            </p:cNvPr>
            <p:cNvGrpSpPr>
              <a:grpSpLocks/>
            </p:cNvGrpSpPr>
            <p:nvPr/>
          </p:nvGrpSpPr>
          <p:grpSpPr bwMode="auto">
            <a:xfrm>
              <a:off x="623" y="3523"/>
              <a:ext cx="510" cy="154"/>
              <a:chOff x="723" y="3453"/>
              <a:chExt cx="510" cy="154"/>
            </a:xfrm>
          </p:grpSpPr>
          <p:grpSp>
            <p:nvGrpSpPr>
              <p:cNvPr id="965" name="Group 320">
                <a:extLst>
                  <a:ext uri="{FF2B5EF4-FFF2-40B4-BE49-F238E27FC236}">
                    <a16:creationId xmlns:a16="http://schemas.microsoft.com/office/drawing/2014/main" id="{740E2AF7-5689-9248-A162-3841BCBFBCE1}"/>
                  </a:ext>
                </a:extLst>
              </p:cNvPr>
              <p:cNvGrpSpPr>
                <a:grpSpLocks/>
              </p:cNvGrpSpPr>
              <p:nvPr/>
            </p:nvGrpSpPr>
            <p:grpSpPr bwMode="auto">
              <a:xfrm>
                <a:off x="836" y="3453"/>
                <a:ext cx="397" cy="154"/>
                <a:chOff x="836" y="3305"/>
                <a:chExt cx="397" cy="154"/>
              </a:xfrm>
            </p:grpSpPr>
            <p:grpSp>
              <p:nvGrpSpPr>
                <p:cNvPr id="968" name="Group 321">
                  <a:extLst>
                    <a:ext uri="{FF2B5EF4-FFF2-40B4-BE49-F238E27FC236}">
                      <a16:creationId xmlns:a16="http://schemas.microsoft.com/office/drawing/2014/main" id="{07BB8175-B9AC-4443-8FF2-EBAE1A93BB2B}"/>
                    </a:ext>
                  </a:extLst>
                </p:cNvPr>
                <p:cNvGrpSpPr>
                  <a:grpSpLocks/>
                </p:cNvGrpSpPr>
                <p:nvPr/>
              </p:nvGrpSpPr>
              <p:grpSpPr bwMode="auto">
                <a:xfrm>
                  <a:off x="890" y="3305"/>
                  <a:ext cx="343" cy="154"/>
                  <a:chOff x="844" y="3337"/>
                  <a:chExt cx="343" cy="154"/>
                </a:xfrm>
              </p:grpSpPr>
              <p:sp>
                <p:nvSpPr>
                  <p:cNvPr id="972" name="Rectangle 322">
                    <a:extLst>
                      <a:ext uri="{FF2B5EF4-FFF2-40B4-BE49-F238E27FC236}">
                        <a16:creationId xmlns:a16="http://schemas.microsoft.com/office/drawing/2014/main" id="{5F315AE2-C0AB-B948-8D19-54AE1B571D16}"/>
                      </a:ext>
                    </a:extLst>
                  </p:cNvPr>
                  <p:cNvSpPr>
                    <a:spLocks noChangeArrowheads="1"/>
                  </p:cNvSpPr>
                  <p:nvPr/>
                </p:nvSpPr>
                <p:spPr bwMode="auto">
                  <a:xfrm>
                    <a:off x="889" y="3370"/>
                    <a:ext cx="245" cy="86"/>
                  </a:xfrm>
                  <a:prstGeom prst="rect">
                    <a:avLst/>
                  </a:prstGeom>
                  <a:solidFill>
                    <a:srgbClr val="FF0000"/>
                  </a:solidFill>
                  <a:ln w="9525">
                    <a:solidFill>
                      <a:srgbClr val="FFFFFF"/>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973" name="Text Box 323">
                    <a:extLst>
                      <a:ext uri="{FF2B5EF4-FFF2-40B4-BE49-F238E27FC236}">
                        <a16:creationId xmlns:a16="http://schemas.microsoft.com/office/drawing/2014/main" id="{5099DC84-26F5-E34B-AA99-0B387A2727FC}"/>
                      </a:ext>
                    </a:extLst>
                  </p:cNvPr>
                  <p:cNvSpPr txBox="1">
                    <a:spLocks noChangeArrowheads="1"/>
                  </p:cNvSpPr>
                  <p:nvPr/>
                </p:nvSpPr>
                <p:spPr bwMode="auto">
                  <a:xfrm>
                    <a:off x="844" y="3337"/>
                    <a:ext cx="343" cy="1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srgbClr val="FFFFFF"/>
                        </a:solidFill>
                        <a:effectLst/>
                        <a:uLnTx/>
                        <a:uFillTx/>
                        <a:latin typeface="Arial" charset="0"/>
                        <a:ea typeface="ＭＳ Ｐゴシック" charset="0"/>
                      </a:rPr>
                      <a:t>DHCP</a:t>
                    </a:r>
                  </a:p>
                </p:txBody>
              </p:sp>
            </p:grpSp>
            <p:grpSp>
              <p:nvGrpSpPr>
                <p:cNvPr id="969" name="Group 324">
                  <a:extLst>
                    <a:ext uri="{FF2B5EF4-FFF2-40B4-BE49-F238E27FC236}">
                      <a16:creationId xmlns:a16="http://schemas.microsoft.com/office/drawing/2014/main" id="{612ED850-223C-DE49-A666-F267507B8EB0}"/>
                    </a:ext>
                  </a:extLst>
                </p:cNvPr>
                <p:cNvGrpSpPr>
                  <a:grpSpLocks/>
                </p:cNvGrpSpPr>
                <p:nvPr/>
              </p:nvGrpSpPr>
              <p:grpSpPr bwMode="auto">
                <a:xfrm>
                  <a:off x="836" y="3334"/>
                  <a:ext cx="354" cy="94"/>
                  <a:chOff x="836" y="3334"/>
                  <a:chExt cx="354" cy="94"/>
                </a:xfrm>
              </p:grpSpPr>
              <p:sp>
                <p:nvSpPr>
                  <p:cNvPr id="970" name="Rectangle 325">
                    <a:extLst>
                      <a:ext uri="{FF2B5EF4-FFF2-40B4-BE49-F238E27FC236}">
                        <a16:creationId xmlns:a16="http://schemas.microsoft.com/office/drawing/2014/main" id="{EB39FB28-9965-7A47-8350-8115025658B4}"/>
                      </a:ext>
                    </a:extLst>
                  </p:cNvPr>
                  <p:cNvSpPr>
                    <a:spLocks noChangeArrowheads="1"/>
                  </p:cNvSpPr>
                  <p:nvPr/>
                </p:nvSpPr>
                <p:spPr bwMode="auto">
                  <a:xfrm>
                    <a:off x="846" y="3340"/>
                    <a:ext cx="88" cy="82"/>
                  </a:xfrm>
                  <a:prstGeom prst="rect">
                    <a:avLst/>
                  </a:prstGeom>
                  <a:solidFill>
                    <a:srgbClr val="00CC99"/>
                  </a:solidFill>
                  <a:ln w="9525">
                    <a:solidFill>
                      <a:srgbClr val="FFFFFF"/>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971" name="Rectangle 326">
                    <a:extLst>
                      <a:ext uri="{FF2B5EF4-FFF2-40B4-BE49-F238E27FC236}">
                        <a16:creationId xmlns:a16="http://schemas.microsoft.com/office/drawing/2014/main" id="{F10C57B1-0008-6B4D-84EE-3F7F08FFE69A}"/>
                      </a:ext>
                    </a:extLst>
                  </p:cNvPr>
                  <p:cNvSpPr>
                    <a:spLocks noChangeArrowheads="1"/>
                  </p:cNvSpPr>
                  <p:nvPr/>
                </p:nvSpPr>
                <p:spPr bwMode="auto">
                  <a:xfrm>
                    <a:off x="836" y="3334"/>
                    <a:ext cx="354" cy="94"/>
                  </a:xfrm>
                  <a:prstGeom prst="rect">
                    <a:avLst/>
                  </a:prstGeom>
                  <a:noFill/>
                  <a:ln w="9525">
                    <a:solidFill>
                      <a:srgbClr val="00CC99"/>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grpSp>
          <p:sp>
            <p:nvSpPr>
              <p:cNvPr id="966" name="Rectangle 327">
                <a:extLst>
                  <a:ext uri="{FF2B5EF4-FFF2-40B4-BE49-F238E27FC236}">
                    <a16:creationId xmlns:a16="http://schemas.microsoft.com/office/drawing/2014/main" id="{EA174235-C690-2947-8D8A-6552937C8396}"/>
                  </a:ext>
                </a:extLst>
              </p:cNvPr>
              <p:cNvSpPr>
                <a:spLocks noChangeArrowheads="1"/>
              </p:cNvSpPr>
              <p:nvPr/>
            </p:nvSpPr>
            <p:spPr bwMode="auto">
              <a:xfrm>
                <a:off x="732" y="3484"/>
                <a:ext cx="96" cy="93"/>
              </a:xfrm>
              <a:prstGeom prst="rect">
                <a:avLst/>
              </a:prstGeom>
              <a:solidFill>
                <a:srgbClr val="3333CC"/>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967" name="Rectangle 328">
                <a:extLst>
                  <a:ext uri="{FF2B5EF4-FFF2-40B4-BE49-F238E27FC236}">
                    <a16:creationId xmlns:a16="http://schemas.microsoft.com/office/drawing/2014/main" id="{6F2404D7-BEC2-774E-AC4E-879C82C5F415}"/>
                  </a:ext>
                </a:extLst>
              </p:cNvPr>
              <p:cNvSpPr>
                <a:spLocks noChangeArrowheads="1"/>
              </p:cNvSpPr>
              <p:nvPr/>
            </p:nvSpPr>
            <p:spPr bwMode="auto">
              <a:xfrm>
                <a:off x="723" y="3473"/>
                <a:ext cx="480" cy="112"/>
              </a:xfrm>
              <a:prstGeom prst="rect">
                <a:avLst/>
              </a:prstGeom>
              <a:noFill/>
              <a:ln w="9525">
                <a:solidFill>
                  <a:srgbClr val="3333CC"/>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sp>
          <p:nvSpPr>
            <p:cNvPr id="962" name="Rectangle 329">
              <a:extLst>
                <a:ext uri="{FF2B5EF4-FFF2-40B4-BE49-F238E27FC236}">
                  <a16:creationId xmlns:a16="http://schemas.microsoft.com/office/drawing/2014/main" id="{0790A545-85C2-0745-A2D2-FD00ADCE6CCF}"/>
                </a:ext>
              </a:extLst>
            </p:cNvPr>
            <p:cNvSpPr>
              <a:spLocks noChangeArrowheads="1"/>
            </p:cNvSpPr>
            <p:nvPr/>
          </p:nvSpPr>
          <p:spPr bwMode="auto">
            <a:xfrm>
              <a:off x="517" y="3545"/>
              <a:ext cx="94" cy="108"/>
            </a:xfrm>
            <a:prstGeom prst="rect">
              <a:avLst/>
            </a:prstGeom>
            <a:solidFill>
              <a:srgbClr val="000000"/>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963" name="Rectangle 330">
              <a:extLst>
                <a:ext uri="{FF2B5EF4-FFF2-40B4-BE49-F238E27FC236}">
                  <a16:creationId xmlns:a16="http://schemas.microsoft.com/office/drawing/2014/main" id="{258DF1A4-F461-9547-9E2F-55EDEF3148C6}"/>
                </a:ext>
              </a:extLst>
            </p:cNvPr>
            <p:cNvSpPr>
              <a:spLocks noChangeArrowheads="1"/>
            </p:cNvSpPr>
            <p:nvPr/>
          </p:nvSpPr>
          <p:spPr bwMode="auto">
            <a:xfrm>
              <a:off x="1115" y="3544"/>
              <a:ext cx="60" cy="108"/>
            </a:xfrm>
            <a:prstGeom prst="rect">
              <a:avLst/>
            </a:prstGeom>
            <a:solidFill>
              <a:srgbClr val="000000"/>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964" name="Rectangle 331">
              <a:extLst>
                <a:ext uri="{FF2B5EF4-FFF2-40B4-BE49-F238E27FC236}">
                  <a16:creationId xmlns:a16="http://schemas.microsoft.com/office/drawing/2014/main" id="{8E131857-A817-B641-ACBF-7B42AEF5DFAA}"/>
                </a:ext>
              </a:extLst>
            </p:cNvPr>
            <p:cNvSpPr>
              <a:spLocks noChangeArrowheads="1"/>
            </p:cNvSpPr>
            <p:nvPr/>
          </p:nvSpPr>
          <p:spPr bwMode="auto">
            <a:xfrm>
              <a:off x="504" y="3529"/>
              <a:ext cx="681" cy="138"/>
            </a:xfrm>
            <a:prstGeom prst="rect">
              <a:avLst/>
            </a:prstGeom>
            <a:noFill/>
            <a:ln w="9525">
              <a:solidFill>
                <a:srgbClr val="000000"/>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grpSp>
        <p:nvGrpSpPr>
          <p:cNvPr id="974" name="Group 342">
            <a:extLst>
              <a:ext uri="{FF2B5EF4-FFF2-40B4-BE49-F238E27FC236}">
                <a16:creationId xmlns:a16="http://schemas.microsoft.com/office/drawing/2014/main" id="{68368F8A-0905-C04F-8373-D523E15DD390}"/>
              </a:ext>
            </a:extLst>
          </p:cNvPr>
          <p:cNvGrpSpPr>
            <a:grpSpLocks/>
          </p:cNvGrpSpPr>
          <p:nvPr/>
        </p:nvGrpSpPr>
        <p:grpSpPr bwMode="auto">
          <a:xfrm>
            <a:off x="1598986" y="3330575"/>
            <a:ext cx="1316037" cy="1314450"/>
            <a:chOff x="931" y="1941"/>
            <a:chExt cx="829" cy="828"/>
          </a:xfrm>
        </p:grpSpPr>
        <p:sp>
          <p:nvSpPr>
            <p:cNvPr id="975" name="Freeform 334">
              <a:extLst>
                <a:ext uri="{FF2B5EF4-FFF2-40B4-BE49-F238E27FC236}">
                  <a16:creationId xmlns:a16="http://schemas.microsoft.com/office/drawing/2014/main" id="{FEE3001B-2BDF-E641-AFF3-DFF0ECFF1797}"/>
                </a:ext>
              </a:extLst>
            </p:cNvPr>
            <p:cNvSpPr>
              <a:spLocks/>
            </p:cNvSpPr>
            <p:nvPr/>
          </p:nvSpPr>
          <p:spPr bwMode="auto">
            <a:xfrm>
              <a:off x="1424" y="1965"/>
              <a:ext cx="336" cy="801"/>
            </a:xfrm>
            <a:custGeom>
              <a:avLst/>
              <a:gdLst>
                <a:gd name="T0" fmla="*/ 1 w 551"/>
                <a:gd name="T1" fmla="*/ 0 h 801"/>
                <a:gd name="T2" fmla="*/ 28 w 551"/>
                <a:gd name="T3" fmla="*/ 402 h 801"/>
                <a:gd name="T4" fmla="*/ 1 w 551"/>
                <a:gd name="T5" fmla="*/ 801 h 801"/>
                <a:gd name="T6" fmla="*/ 1 w 551"/>
                <a:gd name="T7" fmla="*/ 535 h 801"/>
                <a:gd name="T8" fmla="*/ 0 w 551"/>
                <a:gd name="T9" fmla="*/ 371 h 801"/>
                <a:gd name="T10" fmla="*/ 1 w 551"/>
                <a:gd name="T11" fmla="*/ 0 h 80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51" h="801">
                  <a:moveTo>
                    <a:pt x="14" y="0"/>
                  </a:moveTo>
                  <a:lnTo>
                    <a:pt x="551" y="402"/>
                  </a:lnTo>
                  <a:lnTo>
                    <a:pt x="6" y="801"/>
                  </a:lnTo>
                  <a:lnTo>
                    <a:pt x="13" y="535"/>
                  </a:lnTo>
                  <a:lnTo>
                    <a:pt x="0" y="371"/>
                  </a:lnTo>
                  <a:lnTo>
                    <a:pt x="14" y="0"/>
                  </a:lnTo>
                  <a:close/>
                </a:path>
              </a:pathLst>
            </a:custGeom>
            <a:gradFill rotWithShape="1">
              <a:gsLst>
                <a:gs pos="0">
                  <a:srgbClr val="FFFFFF">
                    <a:lumMod val="75000"/>
                  </a:srgbClr>
                </a:gs>
                <a:gs pos="100000">
                  <a:srgbClr val="FFFFFF"/>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nvGrpSpPr>
            <p:cNvPr id="976" name="Group 335">
              <a:extLst>
                <a:ext uri="{FF2B5EF4-FFF2-40B4-BE49-F238E27FC236}">
                  <a16:creationId xmlns:a16="http://schemas.microsoft.com/office/drawing/2014/main" id="{075A72C7-137F-3848-A6E3-E64A408A3061}"/>
                </a:ext>
              </a:extLst>
            </p:cNvPr>
            <p:cNvGrpSpPr>
              <a:grpSpLocks/>
            </p:cNvGrpSpPr>
            <p:nvPr/>
          </p:nvGrpSpPr>
          <p:grpSpPr bwMode="auto">
            <a:xfrm>
              <a:off x="931" y="1941"/>
              <a:ext cx="501" cy="828"/>
              <a:chOff x="569" y="2954"/>
              <a:chExt cx="501" cy="828"/>
            </a:xfrm>
          </p:grpSpPr>
          <p:sp>
            <p:nvSpPr>
              <p:cNvPr id="977" name="Rectangle 336">
                <a:extLst>
                  <a:ext uri="{FF2B5EF4-FFF2-40B4-BE49-F238E27FC236}">
                    <a16:creationId xmlns:a16="http://schemas.microsoft.com/office/drawing/2014/main" id="{5A39D877-B301-F047-BE8E-34B3EF11CB36}"/>
                  </a:ext>
                </a:extLst>
              </p:cNvPr>
              <p:cNvSpPr>
                <a:spLocks noChangeArrowheads="1"/>
              </p:cNvSpPr>
              <p:nvPr/>
            </p:nvSpPr>
            <p:spPr bwMode="auto">
              <a:xfrm>
                <a:off x="576" y="2973"/>
                <a:ext cx="493" cy="790"/>
              </a:xfrm>
              <a:prstGeom prst="rect">
                <a:avLst/>
              </a:prstGeom>
              <a:solidFill>
                <a:srgbClr val="FFFFFF"/>
              </a:solidFill>
              <a:ln w="9525">
                <a:solidFill>
                  <a:srgbClr val="000000"/>
                </a:solidFill>
                <a:miter lim="800000"/>
                <a:headEnd/>
                <a:tailEnd/>
              </a:ln>
              <a:effectLst>
                <a:outerShdw blurRad="50800" dist="38100" dir="18900000" algn="bl" rotWithShape="0">
                  <a:prstClr val="black">
                    <a:alpha val="40000"/>
                  </a:prstClr>
                </a:outerShdw>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978" name="Text Box 337">
                <a:extLst>
                  <a:ext uri="{FF2B5EF4-FFF2-40B4-BE49-F238E27FC236}">
                    <a16:creationId xmlns:a16="http://schemas.microsoft.com/office/drawing/2014/main" id="{3B8C2E8D-8470-A948-BC08-E08C849665A5}"/>
                  </a:ext>
                </a:extLst>
              </p:cNvPr>
              <p:cNvSpPr txBox="1">
                <a:spLocks noChangeArrowheads="1"/>
              </p:cNvSpPr>
              <p:nvPr/>
            </p:nvSpPr>
            <p:spPr bwMode="auto">
              <a:xfrm>
                <a:off x="593" y="2954"/>
                <a:ext cx="477" cy="82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Arial" charset="0"/>
                    <a:ea typeface="ＭＳ Ｐゴシック" charset="0"/>
                  </a:rPr>
                  <a:t>DHCP</a:t>
                </a:r>
              </a:p>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Arial" charset="0"/>
                    <a:ea typeface="ＭＳ Ｐゴシック" charset="0"/>
                  </a:rPr>
                  <a:t>UDP</a:t>
                </a:r>
              </a:p>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Arial" charset="0"/>
                    <a:ea typeface="ＭＳ Ｐゴシック" charset="0"/>
                  </a:rPr>
                  <a:t>IP</a:t>
                </a:r>
              </a:p>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Arial" charset="0"/>
                    <a:ea typeface="ＭＳ Ｐゴシック" charset="0"/>
                  </a:rPr>
                  <a:t>Eth</a:t>
                </a:r>
              </a:p>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Arial" charset="0"/>
                    <a:ea typeface="ＭＳ Ｐゴシック" charset="0"/>
                  </a:rPr>
                  <a:t>Phy</a:t>
                </a:r>
              </a:p>
            </p:txBody>
          </p:sp>
          <p:sp>
            <p:nvSpPr>
              <p:cNvPr id="979" name="Line 338">
                <a:extLst>
                  <a:ext uri="{FF2B5EF4-FFF2-40B4-BE49-F238E27FC236}">
                    <a16:creationId xmlns:a16="http://schemas.microsoft.com/office/drawing/2014/main" id="{D0A08B72-CDE0-DE4B-8B12-A912F9745895}"/>
                  </a:ext>
                </a:extLst>
              </p:cNvPr>
              <p:cNvSpPr>
                <a:spLocks noChangeShapeType="1"/>
              </p:cNvSpPr>
              <p:nvPr/>
            </p:nvSpPr>
            <p:spPr bwMode="auto">
              <a:xfrm>
                <a:off x="578" y="3130"/>
                <a:ext cx="489"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980" name="Line 339">
                <a:extLst>
                  <a:ext uri="{FF2B5EF4-FFF2-40B4-BE49-F238E27FC236}">
                    <a16:creationId xmlns:a16="http://schemas.microsoft.com/office/drawing/2014/main" id="{A57D4F7D-2E7F-6840-AC85-141D53A7F3A8}"/>
                  </a:ext>
                </a:extLst>
              </p:cNvPr>
              <p:cNvSpPr>
                <a:spLocks noChangeShapeType="1"/>
              </p:cNvSpPr>
              <p:nvPr/>
            </p:nvSpPr>
            <p:spPr bwMode="auto">
              <a:xfrm>
                <a:off x="575" y="3289"/>
                <a:ext cx="489"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981" name="Line 340">
                <a:extLst>
                  <a:ext uri="{FF2B5EF4-FFF2-40B4-BE49-F238E27FC236}">
                    <a16:creationId xmlns:a16="http://schemas.microsoft.com/office/drawing/2014/main" id="{8CF39C3F-AF73-EB42-B07E-8E2490424491}"/>
                  </a:ext>
                </a:extLst>
              </p:cNvPr>
              <p:cNvSpPr>
                <a:spLocks noChangeShapeType="1"/>
              </p:cNvSpPr>
              <p:nvPr/>
            </p:nvSpPr>
            <p:spPr bwMode="auto">
              <a:xfrm>
                <a:off x="572" y="3448"/>
                <a:ext cx="489"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982" name="Line 341">
                <a:extLst>
                  <a:ext uri="{FF2B5EF4-FFF2-40B4-BE49-F238E27FC236}">
                    <a16:creationId xmlns:a16="http://schemas.microsoft.com/office/drawing/2014/main" id="{6579215B-0078-6047-B238-35EDE678ABCD}"/>
                  </a:ext>
                </a:extLst>
              </p:cNvPr>
              <p:cNvSpPr>
                <a:spLocks noChangeShapeType="1"/>
              </p:cNvSpPr>
              <p:nvPr/>
            </p:nvSpPr>
            <p:spPr bwMode="auto">
              <a:xfrm>
                <a:off x="569" y="3607"/>
                <a:ext cx="489"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grpSp>
      <p:grpSp>
        <p:nvGrpSpPr>
          <p:cNvPr id="983" name="Group 442">
            <a:extLst>
              <a:ext uri="{FF2B5EF4-FFF2-40B4-BE49-F238E27FC236}">
                <a16:creationId xmlns:a16="http://schemas.microsoft.com/office/drawing/2014/main" id="{CAE32C70-D1FB-BA42-8A1B-258AC0E2B6F1}"/>
              </a:ext>
            </a:extLst>
          </p:cNvPr>
          <p:cNvGrpSpPr>
            <a:grpSpLocks/>
          </p:cNvGrpSpPr>
          <p:nvPr/>
        </p:nvGrpSpPr>
        <p:grpSpPr bwMode="auto">
          <a:xfrm>
            <a:off x="460748" y="3230562"/>
            <a:ext cx="1081088" cy="1217613"/>
            <a:chOff x="1404" y="3105"/>
            <a:chExt cx="681" cy="767"/>
          </a:xfrm>
        </p:grpSpPr>
        <p:grpSp>
          <p:nvGrpSpPr>
            <p:cNvPr id="984" name="Group 344">
              <a:extLst>
                <a:ext uri="{FF2B5EF4-FFF2-40B4-BE49-F238E27FC236}">
                  <a16:creationId xmlns:a16="http://schemas.microsoft.com/office/drawing/2014/main" id="{535B826F-510C-BF44-9510-D17EB2F18192}"/>
                </a:ext>
              </a:extLst>
            </p:cNvPr>
            <p:cNvGrpSpPr>
              <a:grpSpLocks/>
            </p:cNvGrpSpPr>
            <p:nvPr/>
          </p:nvGrpSpPr>
          <p:grpSpPr bwMode="auto">
            <a:xfrm>
              <a:off x="1404" y="3355"/>
              <a:ext cx="681" cy="468"/>
              <a:chOff x="42" y="886"/>
              <a:chExt cx="681" cy="468"/>
            </a:xfrm>
          </p:grpSpPr>
          <p:grpSp>
            <p:nvGrpSpPr>
              <p:cNvPr id="989" name="Group 345">
                <a:extLst>
                  <a:ext uri="{FF2B5EF4-FFF2-40B4-BE49-F238E27FC236}">
                    <a16:creationId xmlns:a16="http://schemas.microsoft.com/office/drawing/2014/main" id="{CC2F36E8-F561-254D-A2F3-9EC429D2FC50}"/>
                  </a:ext>
                </a:extLst>
              </p:cNvPr>
              <p:cNvGrpSpPr>
                <a:grpSpLocks/>
              </p:cNvGrpSpPr>
              <p:nvPr/>
            </p:nvGrpSpPr>
            <p:grpSpPr bwMode="auto">
              <a:xfrm>
                <a:off x="278" y="886"/>
                <a:ext cx="397" cy="154"/>
                <a:chOff x="740" y="3209"/>
                <a:chExt cx="397" cy="154"/>
              </a:xfrm>
            </p:grpSpPr>
            <p:grpSp>
              <p:nvGrpSpPr>
                <p:cNvPr id="1014" name="Group 346">
                  <a:extLst>
                    <a:ext uri="{FF2B5EF4-FFF2-40B4-BE49-F238E27FC236}">
                      <a16:creationId xmlns:a16="http://schemas.microsoft.com/office/drawing/2014/main" id="{2A39A3DF-37B9-A046-B45F-DDEB0747FFB8}"/>
                    </a:ext>
                  </a:extLst>
                </p:cNvPr>
                <p:cNvGrpSpPr>
                  <a:grpSpLocks/>
                </p:cNvGrpSpPr>
                <p:nvPr/>
              </p:nvGrpSpPr>
              <p:grpSpPr bwMode="auto">
                <a:xfrm>
                  <a:off x="794" y="3209"/>
                  <a:ext cx="343" cy="154"/>
                  <a:chOff x="844" y="3337"/>
                  <a:chExt cx="343" cy="154"/>
                </a:xfrm>
              </p:grpSpPr>
              <p:sp>
                <p:nvSpPr>
                  <p:cNvPr id="1017" name="Rectangle 347">
                    <a:extLst>
                      <a:ext uri="{FF2B5EF4-FFF2-40B4-BE49-F238E27FC236}">
                        <a16:creationId xmlns:a16="http://schemas.microsoft.com/office/drawing/2014/main" id="{CDDBFF1B-133C-C242-9AD4-CA71E208AB07}"/>
                      </a:ext>
                    </a:extLst>
                  </p:cNvPr>
                  <p:cNvSpPr>
                    <a:spLocks noChangeArrowheads="1"/>
                  </p:cNvSpPr>
                  <p:nvPr/>
                </p:nvSpPr>
                <p:spPr bwMode="auto">
                  <a:xfrm>
                    <a:off x="889" y="3370"/>
                    <a:ext cx="245" cy="86"/>
                  </a:xfrm>
                  <a:prstGeom prst="rect">
                    <a:avLst/>
                  </a:prstGeom>
                  <a:solidFill>
                    <a:srgbClr val="FF0000"/>
                  </a:solidFill>
                  <a:ln w="9525">
                    <a:solidFill>
                      <a:srgbClr val="FFFFFF"/>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1018" name="Text Box 348">
                    <a:extLst>
                      <a:ext uri="{FF2B5EF4-FFF2-40B4-BE49-F238E27FC236}">
                        <a16:creationId xmlns:a16="http://schemas.microsoft.com/office/drawing/2014/main" id="{3E9F27AD-85F0-9142-80D2-9255459C40CB}"/>
                      </a:ext>
                    </a:extLst>
                  </p:cNvPr>
                  <p:cNvSpPr txBox="1">
                    <a:spLocks noChangeArrowheads="1"/>
                  </p:cNvSpPr>
                  <p:nvPr/>
                </p:nvSpPr>
                <p:spPr bwMode="auto">
                  <a:xfrm>
                    <a:off x="844" y="3337"/>
                    <a:ext cx="343" cy="1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srgbClr val="FFFFFF"/>
                        </a:solidFill>
                        <a:effectLst/>
                        <a:uLnTx/>
                        <a:uFillTx/>
                        <a:latin typeface="Arial" charset="0"/>
                        <a:ea typeface="ＭＳ Ｐゴシック" charset="0"/>
                      </a:rPr>
                      <a:t>DHCP</a:t>
                    </a:r>
                  </a:p>
                </p:txBody>
              </p:sp>
            </p:grpSp>
            <p:sp>
              <p:nvSpPr>
                <p:cNvPr id="1015" name="Rectangle 349">
                  <a:extLst>
                    <a:ext uri="{FF2B5EF4-FFF2-40B4-BE49-F238E27FC236}">
                      <a16:creationId xmlns:a16="http://schemas.microsoft.com/office/drawing/2014/main" id="{A38BC2AA-3B4D-3E45-9E24-8F7FA47DC277}"/>
                    </a:ext>
                  </a:extLst>
                </p:cNvPr>
                <p:cNvSpPr>
                  <a:spLocks noChangeArrowheads="1"/>
                </p:cNvSpPr>
                <p:nvPr/>
              </p:nvSpPr>
              <p:spPr bwMode="auto">
                <a:xfrm>
                  <a:off x="750" y="3244"/>
                  <a:ext cx="88" cy="82"/>
                </a:xfrm>
                <a:prstGeom prst="rect">
                  <a:avLst/>
                </a:prstGeom>
                <a:solidFill>
                  <a:srgbClr val="00CC99"/>
                </a:solidFill>
                <a:ln w="9525">
                  <a:solidFill>
                    <a:srgbClr val="FFFFFF"/>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1016" name="Rectangle 350">
                  <a:extLst>
                    <a:ext uri="{FF2B5EF4-FFF2-40B4-BE49-F238E27FC236}">
                      <a16:creationId xmlns:a16="http://schemas.microsoft.com/office/drawing/2014/main" id="{4D0DCC29-F838-854E-B252-6092C4CC721E}"/>
                    </a:ext>
                  </a:extLst>
                </p:cNvPr>
                <p:cNvSpPr>
                  <a:spLocks noChangeArrowheads="1"/>
                </p:cNvSpPr>
                <p:nvPr/>
              </p:nvSpPr>
              <p:spPr bwMode="auto">
                <a:xfrm>
                  <a:off x="740" y="3238"/>
                  <a:ext cx="354" cy="94"/>
                </a:xfrm>
                <a:prstGeom prst="rect">
                  <a:avLst/>
                </a:prstGeom>
                <a:noFill/>
                <a:ln w="9525">
                  <a:solidFill>
                    <a:srgbClr val="00CC99"/>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grpSp>
            <p:nvGrpSpPr>
              <p:cNvPr id="990" name="Group 351">
                <a:extLst>
                  <a:ext uri="{FF2B5EF4-FFF2-40B4-BE49-F238E27FC236}">
                    <a16:creationId xmlns:a16="http://schemas.microsoft.com/office/drawing/2014/main" id="{E3BB0571-3E41-2243-A4B9-ADED5DED6DB7}"/>
                  </a:ext>
                </a:extLst>
              </p:cNvPr>
              <p:cNvGrpSpPr>
                <a:grpSpLocks/>
              </p:cNvGrpSpPr>
              <p:nvPr/>
            </p:nvGrpSpPr>
            <p:grpSpPr bwMode="auto">
              <a:xfrm>
                <a:off x="278" y="1034"/>
                <a:ext cx="397" cy="154"/>
                <a:chOff x="836" y="3305"/>
                <a:chExt cx="397" cy="154"/>
              </a:xfrm>
            </p:grpSpPr>
            <p:grpSp>
              <p:nvGrpSpPr>
                <p:cNvPr id="1008" name="Group 352">
                  <a:extLst>
                    <a:ext uri="{FF2B5EF4-FFF2-40B4-BE49-F238E27FC236}">
                      <a16:creationId xmlns:a16="http://schemas.microsoft.com/office/drawing/2014/main" id="{1C138F43-E151-7F43-A52C-AD2B7236B970}"/>
                    </a:ext>
                  </a:extLst>
                </p:cNvPr>
                <p:cNvGrpSpPr>
                  <a:grpSpLocks/>
                </p:cNvGrpSpPr>
                <p:nvPr/>
              </p:nvGrpSpPr>
              <p:grpSpPr bwMode="auto">
                <a:xfrm>
                  <a:off x="890" y="3305"/>
                  <a:ext cx="343" cy="154"/>
                  <a:chOff x="844" y="3337"/>
                  <a:chExt cx="343" cy="154"/>
                </a:xfrm>
              </p:grpSpPr>
              <p:sp>
                <p:nvSpPr>
                  <p:cNvPr id="1012" name="Rectangle 353">
                    <a:extLst>
                      <a:ext uri="{FF2B5EF4-FFF2-40B4-BE49-F238E27FC236}">
                        <a16:creationId xmlns:a16="http://schemas.microsoft.com/office/drawing/2014/main" id="{7653FF77-2A5B-F14E-8DBC-6CFE9E5842FD}"/>
                      </a:ext>
                    </a:extLst>
                  </p:cNvPr>
                  <p:cNvSpPr>
                    <a:spLocks noChangeArrowheads="1"/>
                  </p:cNvSpPr>
                  <p:nvPr/>
                </p:nvSpPr>
                <p:spPr bwMode="auto">
                  <a:xfrm>
                    <a:off x="889" y="3370"/>
                    <a:ext cx="245" cy="86"/>
                  </a:xfrm>
                  <a:prstGeom prst="rect">
                    <a:avLst/>
                  </a:prstGeom>
                  <a:solidFill>
                    <a:srgbClr val="FF0000"/>
                  </a:solidFill>
                  <a:ln w="9525">
                    <a:solidFill>
                      <a:srgbClr val="FFFFFF"/>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1013" name="Text Box 354">
                    <a:extLst>
                      <a:ext uri="{FF2B5EF4-FFF2-40B4-BE49-F238E27FC236}">
                        <a16:creationId xmlns:a16="http://schemas.microsoft.com/office/drawing/2014/main" id="{9CBC4FC0-A9F3-C141-A9E4-1D05ADAC0F8E}"/>
                      </a:ext>
                    </a:extLst>
                  </p:cNvPr>
                  <p:cNvSpPr txBox="1">
                    <a:spLocks noChangeArrowheads="1"/>
                  </p:cNvSpPr>
                  <p:nvPr/>
                </p:nvSpPr>
                <p:spPr bwMode="auto">
                  <a:xfrm>
                    <a:off x="844" y="3337"/>
                    <a:ext cx="343" cy="1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srgbClr val="FFFFFF"/>
                        </a:solidFill>
                        <a:effectLst/>
                        <a:uLnTx/>
                        <a:uFillTx/>
                        <a:latin typeface="Arial" charset="0"/>
                        <a:ea typeface="ＭＳ Ｐゴシック" charset="0"/>
                      </a:rPr>
                      <a:t>DHCP</a:t>
                    </a:r>
                  </a:p>
                </p:txBody>
              </p:sp>
            </p:grpSp>
            <p:grpSp>
              <p:nvGrpSpPr>
                <p:cNvPr id="1009" name="Group 355">
                  <a:extLst>
                    <a:ext uri="{FF2B5EF4-FFF2-40B4-BE49-F238E27FC236}">
                      <a16:creationId xmlns:a16="http://schemas.microsoft.com/office/drawing/2014/main" id="{310047C9-8808-4445-B52D-5CA46FDD641B}"/>
                    </a:ext>
                  </a:extLst>
                </p:cNvPr>
                <p:cNvGrpSpPr>
                  <a:grpSpLocks/>
                </p:cNvGrpSpPr>
                <p:nvPr/>
              </p:nvGrpSpPr>
              <p:grpSpPr bwMode="auto">
                <a:xfrm>
                  <a:off x="836" y="3334"/>
                  <a:ext cx="354" cy="94"/>
                  <a:chOff x="836" y="3334"/>
                  <a:chExt cx="354" cy="94"/>
                </a:xfrm>
              </p:grpSpPr>
              <p:sp>
                <p:nvSpPr>
                  <p:cNvPr id="1010" name="Rectangle 356">
                    <a:extLst>
                      <a:ext uri="{FF2B5EF4-FFF2-40B4-BE49-F238E27FC236}">
                        <a16:creationId xmlns:a16="http://schemas.microsoft.com/office/drawing/2014/main" id="{96EC94E7-E7F6-424C-8131-D0050A04AC5A}"/>
                      </a:ext>
                    </a:extLst>
                  </p:cNvPr>
                  <p:cNvSpPr>
                    <a:spLocks noChangeArrowheads="1"/>
                  </p:cNvSpPr>
                  <p:nvPr/>
                </p:nvSpPr>
                <p:spPr bwMode="auto">
                  <a:xfrm>
                    <a:off x="846" y="3340"/>
                    <a:ext cx="88" cy="82"/>
                  </a:xfrm>
                  <a:prstGeom prst="rect">
                    <a:avLst/>
                  </a:prstGeom>
                  <a:solidFill>
                    <a:srgbClr val="00CC99"/>
                  </a:solidFill>
                  <a:ln w="9525">
                    <a:solidFill>
                      <a:srgbClr val="FFFFFF"/>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1011" name="Rectangle 357">
                    <a:extLst>
                      <a:ext uri="{FF2B5EF4-FFF2-40B4-BE49-F238E27FC236}">
                        <a16:creationId xmlns:a16="http://schemas.microsoft.com/office/drawing/2014/main" id="{31A0860A-5296-1C40-B3AD-99D10D108C85}"/>
                      </a:ext>
                    </a:extLst>
                  </p:cNvPr>
                  <p:cNvSpPr>
                    <a:spLocks noChangeArrowheads="1"/>
                  </p:cNvSpPr>
                  <p:nvPr/>
                </p:nvSpPr>
                <p:spPr bwMode="auto">
                  <a:xfrm>
                    <a:off x="836" y="3334"/>
                    <a:ext cx="354" cy="94"/>
                  </a:xfrm>
                  <a:prstGeom prst="rect">
                    <a:avLst/>
                  </a:prstGeom>
                  <a:noFill/>
                  <a:ln w="9525">
                    <a:solidFill>
                      <a:srgbClr val="00CC99"/>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grpSp>
          <p:grpSp>
            <p:nvGrpSpPr>
              <p:cNvPr id="991" name="Group 358">
                <a:extLst>
                  <a:ext uri="{FF2B5EF4-FFF2-40B4-BE49-F238E27FC236}">
                    <a16:creationId xmlns:a16="http://schemas.microsoft.com/office/drawing/2014/main" id="{B8BA444A-6734-E648-A8B7-625F44F741A5}"/>
                  </a:ext>
                </a:extLst>
              </p:cNvPr>
              <p:cNvGrpSpPr>
                <a:grpSpLocks/>
              </p:cNvGrpSpPr>
              <p:nvPr/>
            </p:nvGrpSpPr>
            <p:grpSpPr bwMode="auto">
              <a:xfrm>
                <a:off x="165" y="1054"/>
                <a:ext cx="480" cy="112"/>
                <a:chOff x="627" y="3377"/>
                <a:chExt cx="480" cy="112"/>
              </a:xfrm>
            </p:grpSpPr>
            <p:sp>
              <p:nvSpPr>
                <p:cNvPr id="1006" name="Rectangle 359">
                  <a:extLst>
                    <a:ext uri="{FF2B5EF4-FFF2-40B4-BE49-F238E27FC236}">
                      <a16:creationId xmlns:a16="http://schemas.microsoft.com/office/drawing/2014/main" id="{64C334ED-D7B4-9446-9CB5-432A9E9F1460}"/>
                    </a:ext>
                  </a:extLst>
                </p:cNvPr>
                <p:cNvSpPr>
                  <a:spLocks noChangeArrowheads="1"/>
                </p:cNvSpPr>
                <p:nvPr/>
              </p:nvSpPr>
              <p:spPr bwMode="auto">
                <a:xfrm>
                  <a:off x="636" y="3388"/>
                  <a:ext cx="96" cy="93"/>
                </a:xfrm>
                <a:prstGeom prst="rect">
                  <a:avLst/>
                </a:prstGeom>
                <a:solidFill>
                  <a:srgbClr val="3333CC"/>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1007" name="Rectangle 360">
                  <a:extLst>
                    <a:ext uri="{FF2B5EF4-FFF2-40B4-BE49-F238E27FC236}">
                      <a16:creationId xmlns:a16="http://schemas.microsoft.com/office/drawing/2014/main" id="{7F68324F-E179-3446-A101-B4E7CAEE8FAD}"/>
                    </a:ext>
                  </a:extLst>
                </p:cNvPr>
                <p:cNvSpPr>
                  <a:spLocks noChangeArrowheads="1"/>
                </p:cNvSpPr>
                <p:nvPr/>
              </p:nvSpPr>
              <p:spPr bwMode="auto">
                <a:xfrm>
                  <a:off x="627" y="3377"/>
                  <a:ext cx="480" cy="112"/>
                </a:xfrm>
                <a:prstGeom prst="rect">
                  <a:avLst/>
                </a:prstGeom>
                <a:noFill/>
                <a:ln w="9525">
                  <a:solidFill>
                    <a:srgbClr val="3333CC"/>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grpSp>
            <p:nvGrpSpPr>
              <p:cNvPr id="992" name="Group 361">
                <a:extLst>
                  <a:ext uri="{FF2B5EF4-FFF2-40B4-BE49-F238E27FC236}">
                    <a16:creationId xmlns:a16="http://schemas.microsoft.com/office/drawing/2014/main" id="{E66A5E66-1B3E-2D4E-9100-D69BCCCB0773}"/>
                  </a:ext>
                </a:extLst>
              </p:cNvPr>
              <p:cNvGrpSpPr>
                <a:grpSpLocks/>
              </p:cNvGrpSpPr>
              <p:nvPr/>
            </p:nvGrpSpPr>
            <p:grpSpPr bwMode="auto">
              <a:xfrm>
                <a:off x="42" y="1200"/>
                <a:ext cx="681" cy="154"/>
                <a:chOff x="504" y="3523"/>
                <a:chExt cx="681" cy="154"/>
              </a:xfrm>
            </p:grpSpPr>
            <p:grpSp>
              <p:nvGrpSpPr>
                <p:cNvPr id="993" name="Group 362">
                  <a:extLst>
                    <a:ext uri="{FF2B5EF4-FFF2-40B4-BE49-F238E27FC236}">
                      <a16:creationId xmlns:a16="http://schemas.microsoft.com/office/drawing/2014/main" id="{9FB4C4AA-CF1C-A240-A099-A6B39C7D1696}"/>
                    </a:ext>
                  </a:extLst>
                </p:cNvPr>
                <p:cNvGrpSpPr>
                  <a:grpSpLocks/>
                </p:cNvGrpSpPr>
                <p:nvPr/>
              </p:nvGrpSpPr>
              <p:grpSpPr bwMode="auto">
                <a:xfrm>
                  <a:off x="623" y="3523"/>
                  <a:ext cx="510" cy="154"/>
                  <a:chOff x="723" y="3453"/>
                  <a:chExt cx="510" cy="154"/>
                </a:xfrm>
              </p:grpSpPr>
              <p:grpSp>
                <p:nvGrpSpPr>
                  <p:cNvPr id="997" name="Group 363">
                    <a:extLst>
                      <a:ext uri="{FF2B5EF4-FFF2-40B4-BE49-F238E27FC236}">
                        <a16:creationId xmlns:a16="http://schemas.microsoft.com/office/drawing/2014/main" id="{DD3ADBE0-19D6-AA4A-AFE7-344358E34CEB}"/>
                      </a:ext>
                    </a:extLst>
                  </p:cNvPr>
                  <p:cNvGrpSpPr>
                    <a:grpSpLocks/>
                  </p:cNvGrpSpPr>
                  <p:nvPr/>
                </p:nvGrpSpPr>
                <p:grpSpPr bwMode="auto">
                  <a:xfrm>
                    <a:off x="836" y="3453"/>
                    <a:ext cx="397" cy="154"/>
                    <a:chOff x="836" y="3305"/>
                    <a:chExt cx="397" cy="154"/>
                  </a:xfrm>
                </p:grpSpPr>
                <p:grpSp>
                  <p:nvGrpSpPr>
                    <p:cNvPr id="1000" name="Group 364">
                      <a:extLst>
                        <a:ext uri="{FF2B5EF4-FFF2-40B4-BE49-F238E27FC236}">
                          <a16:creationId xmlns:a16="http://schemas.microsoft.com/office/drawing/2014/main" id="{C6146689-126B-B940-9665-055B14C21450}"/>
                        </a:ext>
                      </a:extLst>
                    </p:cNvPr>
                    <p:cNvGrpSpPr>
                      <a:grpSpLocks/>
                    </p:cNvGrpSpPr>
                    <p:nvPr/>
                  </p:nvGrpSpPr>
                  <p:grpSpPr bwMode="auto">
                    <a:xfrm>
                      <a:off x="890" y="3305"/>
                      <a:ext cx="343" cy="154"/>
                      <a:chOff x="844" y="3337"/>
                      <a:chExt cx="343" cy="154"/>
                    </a:xfrm>
                  </p:grpSpPr>
                  <p:sp>
                    <p:nvSpPr>
                      <p:cNvPr id="1004" name="Rectangle 365">
                        <a:extLst>
                          <a:ext uri="{FF2B5EF4-FFF2-40B4-BE49-F238E27FC236}">
                            <a16:creationId xmlns:a16="http://schemas.microsoft.com/office/drawing/2014/main" id="{3CCBDEDA-5855-334C-9BBC-9B86EE229E3F}"/>
                          </a:ext>
                        </a:extLst>
                      </p:cNvPr>
                      <p:cNvSpPr>
                        <a:spLocks noChangeArrowheads="1"/>
                      </p:cNvSpPr>
                      <p:nvPr/>
                    </p:nvSpPr>
                    <p:spPr bwMode="auto">
                      <a:xfrm>
                        <a:off x="889" y="3370"/>
                        <a:ext cx="245" cy="86"/>
                      </a:xfrm>
                      <a:prstGeom prst="rect">
                        <a:avLst/>
                      </a:prstGeom>
                      <a:solidFill>
                        <a:srgbClr val="FF0000"/>
                      </a:solidFill>
                      <a:ln w="9525">
                        <a:solidFill>
                          <a:srgbClr val="FFFFFF"/>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1005" name="Text Box 366">
                        <a:extLst>
                          <a:ext uri="{FF2B5EF4-FFF2-40B4-BE49-F238E27FC236}">
                            <a16:creationId xmlns:a16="http://schemas.microsoft.com/office/drawing/2014/main" id="{6E0072AB-BA09-C440-BE8B-9453DC857846}"/>
                          </a:ext>
                        </a:extLst>
                      </p:cNvPr>
                      <p:cNvSpPr txBox="1">
                        <a:spLocks noChangeArrowheads="1"/>
                      </p:cNvSpPr>
                      <p:nvPr/>
                    </p:nvSpPr>
                    <p:spPr bwMode="auto">
                      <a:xfrm>
                        <a:off x="844" y="3337"/>
                        <a:ext cx="343" cy="1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srgbClr val="FFFFFF"/>
                            </a:solidFill>
                            <a:effectLst/>
                            <a:uLnTx/>
                            <a:uFillTx/>
                            <a:latin typeface="Arial" charset="0"/>
                            <a:ea typeface="ＭＳ Ｐゴシック" charset="0"/>
                          </a:rPr>
                          <a:t>DHCP</a:t>
                        </a:r>
                      </a:p>
                    </p:txBody>
                  </p:sp>
                </p:grpSp>
                <p:grpSp>
                  <p:nvGrpSpPr>
                    <p:cNvPr id="1001" name="Group 367">
                      <a:extLst>
                        <a:ext uri="{FF2B5EF4-FFF2-40B4-BE49-F238E27FC236}">
                          <a16:creationId xmlns:a16="http://schemas.microsoft.com/office/drawing/2014/main" id="{E8A63574-AAA9-514D-A845-F608E8E0B495}"/>
                        </a:ext>
                      </a:extLst>
                    </p:cNvPr>
                    <p:cNvGrpSpPr>
                      <a:grpSpLocks/>
                    </p:cNvGrpSpPr>
                    <p:nvPr/>
                  </p:nvGrpSpPr>
                  <p:grpSpPr bwMode="auto">
                    <a:xfrm>
                      <a:off x="836" y="3334"/>
                      <a:ext cx="354" cy="94"/>
                      <a:chOff x="836" y="3334"/>
                      <a:chExt cx="354" cy="94"/>
                    </a:xfrm>
                  </p:grpSpPr>
                  <p:sp>
                    <p:nvSpPr>
                      <p:cNvPr id="1002" name="Rectangle 368">
                        <a:extLst>
                          <a:ext uri="{FF2B5EF4-FFF2-40B4-BE49-F238E27FC236}">
                            <a16:creationId xmlns:a16="http://schemas.microsoft.com/office/drawing/2014/main" id="{504B5B68-81BD-1E45-9AE7-0B22E4EF2864}"/>
                          </a:ext>
                        </a:extLst>
                      </p:cNvPr>
                      <p:cNvSpPr>
                        <a:spLocks noChangeArrowheads="1"/>
                      </p:cNvSpPr>
                      <p:nvPr/>
                    </p:nvSpPr>
                    <p:spPr bwMode="auto">
                      <a:xfrm>
                        <a:off x="846" y="3340"/>
                        <a:ext cx="88" cy="82"/>
                      </a:xfrm>
                      <a:prstGeom prst="rect">
                        <a:avLst/>
                      </a:prstGeom>
                      <a:solidFill>
                        <a:srgbClr val="00CC99"/>
                      </a:solidFill>
                      <a:ln w="9525">
                        <a:solidFill>
                          <a:srgbClr val="FFFFFF"/>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1003" name="Rectangle 369">
                        <a:extLst>
                          <a:ext uri="{FF2B5EF4-FFF2-40B4-BE49-F238E27FC236}">
                            <a16:creationId xmlns:a16="http://schemas.microsoft.com/office/drawing/2014/main" id="{982029F1-0177-F84B-B77A-42B9829C522D}"/>
                          </a:ext>
                        </a:extLst>
                      </p:cNvPr>
                      <p:cNvSpPr>
                        <a:spLocks noChangeArrowheads="1"/>
                      </p:cNvSpPr>
                      <p:nvPr/>
                    </p:nvSpPr>
                    <p:spPr bwMode="auto">
                      <a:xfrm>
                        <a:off x="836" y="3334"/>
                        <a:ext cx="354" cy="94"/>
                      </a:xfrm>
                      <a:prstGeom prst="rect">
                        <a:avLst/>
                      </a:prstGeom>
                      <a:noFill/>
                      <a:ln w="9525">
                        <a:solidFill>
                          <a:srgbClr val="00CC99"/>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grpSp>
              <p:sp>
                <p:nvSpPr>
                  <p:cNvPr id="998" name="Rectangle 370">
                    <a:extLst>
                      <a:ext uri="{FF2B5EF4-FFF2-40B4-BE49-F238E27FC236}">
                        <a16:creationId xmlns:a16="http://schemas.microsoft.com/office/drawing/2014/main" id="{E5DC45E8-ABEF-2B40-BF11-6C4B34D1F9E8}"/>
                      </a:ext>
                    </a:extLst>
                  </p:cNvPr>
                  <p:cNvSpPr>
                    <a:spLocks noChangeArrowheads="1"/>
                  </p:cNvSpPr>
                  <p:nvPr/>
                </p:nvSpPr>
                <p:spPr bwMode="auto">
                  <a:xfrm>
                    <a:off x="732" y="3484"/>
                    <a:ext cx="96" cy="93"/>
                  </a:xfrm>
                  <a:prstGeom prst="rect">
                    <a:avLst/>
                  </a:prstGeom>
                  <a:solidFill>
                    <a:srgbClr val="3333CC"/>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999" name="Rectangle 371">
                    <a:extLst>
                      <a:ext uri="{FF2B5EF4-FFF2-40B4-BE49-F238E27FC236}">
                        <a16:creationId xmlns:a16="http://schemas.microsoft.com/office/drawing/2014/main" id="{2FA6CC4C-BC5C-734A-8F22-98287FB76B92}"/>
                      </a:ext>
                    </a:extLst>
                  </p:cNvPr>
                  <p:cNvSpPr>
                    <a:spLocks noChangeArrowheads="1"/>
                  </p:cNvSpPr>
                  <p:nvPr/>
                </p:nvSpPr>
                <p:spPr bwMode="auto">
                  <a:xfrm>
                    <a:off x="723" y="3473"/>
                    <a:ext cx="480" cy="112"/>
                  </a:xfrm>
                  <a:prstGeom prst="rect">
                    <a:avLst/>
                  </a:prstGeom>
                  <a:noFill/>
                  <a:ln w="9525">
                    <a:solidFill>
                      <a:srgbClr val="3333CC"/>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sp>
              <p:nvSpPr>
                <p:cNvPr id="994" name="Rectangle 372">
                  <a:extLst>
                    <a:ext uri="{FF2B5EF4-FFF2-40B4-BE49-F238E27FC236}">
                      <a16:creationId xmlns:a16="http://schemas.microsoft.com/office/drawing/2014/main" id="{34E664B8-99D6-6F40-BE55-0AA80C7AEBE0}"/>
                    </a:ext>
                  </a:extLst>
                </p:cNvPr>
                <p:cNvSpPr>
                  <a:spLocks noChangeArrowheads="1"/>
                </p:cNvSpPr>
                <p:nvPr/>
              </p:nvSpPr>
              <p:spPr bwMode="auto">
                <a:xfrm>
                  <a:off x="517" y="3545"/>
                  <a:ext cx="94" cy="108"/>
                </a:xfrm>
                <a:prstGeom prst="rect">
                  <a:avLst/>
                </a:prstGeom>
                <a:solidFill>
                  <a:srgbClr val="000000"/>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995" name="Rectangle 373">
                  <a:extLst>
                    <a:ext uri="{FF2B5EF4-FFF2-40B4-BE49-F238E27FC236}">
                      <a16:creationId xmlns:a16="http://schemas.microsoft.com/office/drawing/2014/main" id="{CC4EE0A5-884E-484A-A205-3EFE607F381B}"/>
                    </a:ext>
                  </a:extLst>
                </p:cNvPr>
                <p:cNvSpPr>
                  <a:spLocks noChangeArrowheads="1"/>
                </p:cNvSpPr>
                <p:nvPr/>
              </p:nvSpPr>
              <p:spPr bwMode="auto">
                <a:xfrm>
                  <a:off x="1115" y="3544"/>
                  <a:ext cx="60" cy="108"/>
                </a:xfrm>
                <a:prstGeom prst="rect">
                  <a:avLst/>
                </a:prstGeom>
                <a:solidFill>
                  <a:srgbClr val="000000"/>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996" name="Rectangle 374">
                  <a:extLst>
                    <a:ext uri="{FF2B5EF4-FFF2-40B4-BE49-F238E27FC236}">
                      <a16:creationId xmlns:a16="http://schemas.microsoft.com/office/drawing/2014/main" id="{C1058AB9-C0A2-5041-A945-698709EF8C99}"/>
                    </a:ext>
                  </a:extLst>
                </p:cNvPr>
                <p:cNvSpPr>
                  <a:spLocks noChangeArrowheads="1"/>
                </p:cNvSpPr>
                <p:nvPr/>
              </p:nvSpPr>
              <p:spPr bwMode="auto">
                <a:xfrm>
                  <a:off x="504" y="3529"/>
                  <a:ext cx="681" cy="138"/>
                </a:xfrm>
                <a:prstGeom prst="rect">
                  <a:avLst/>
                </a:prstGeom>
                <a:noFill/>
                <a:ln w="9525">
                  <a:solidFill>
                    <a:srgbClr val="000000"/>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grpSp>
        <p:sp>
          <p:nvSpPr>
            <p:cNvPr id="985" name="AutoShape 375">
              <a:extLst>
                <a:ext uri="{FF2B5EF4-FFF2-40B4-BE49-F238E27FC236}">
                  <a16:creationId xmlns:a16="http://schemas.microsoft.com/office/drawing/2014/main" id="{2C8575A3-B4A6-1746-BC86-02600736487B}"/>
                </a:ext>
              </a:extLst>
            </p:cNvPr>
            <p:cNvSpPr>
              <a:spLocks noChangeArrowheads="1"/>
            </p:cNvSpPr>
            <p:nvPr/>
          </p:nvSpPr>
          <p:spPr bwMode="auto">
            <a:xfrm rot="10800000">
              <a:off x="1727" y="3105"/>
              <a:ext cx="240" cy="767"/>
            </a:xfrm>
            <a:prstGeom prst="downArrow">
              <a:avLst>
                <a:gd name="adj1" fmla="val 54167"/>
                <a:gd name="adj2" fmla="val 51311"/>
              </a:avLst>
            </a:prstGeom>
            <a:gradFill rotWithShape="1">
              <a:gsLst>
                <a:gs pos="0">
                  <a:srgbClr val="FF0000">
                    <a:alpha val="25000"/>
                  </a:srgbClr>
                </a:gs>
                <a:gs pos="100000">
                  <a:srgbClr val="FF0000">
                    <a:alpha val="25000"/>
                  </a:srgbClr>
                </a:gs>
              </a:gsLst>
              <a:lin ang="540000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nvGrpSpPr>
            <p:cNvPr id="986" name="Group 379">
              <a:extLst>
                <a:ext uri="{FF2B5EF4-FFF2-40B4-BE49-F238E27FC236}">
                  <a16:creationId xmlns:a16="http://schemas.microsoft.com/office/drawing/2014/main" id="{8567E088-D32D-624C-8A9C-F9EDEDB1131D}"/>
                </a:ext>
              </a:extLst>
            </p:cNvPr>
            <p:cNvGrpSpPr>
              <a:grpSpLocks/>
            </p:cNvGrpSpPr>
            <p:nvPr/>
          </p:nvGrpSpPr>
          <p:grpSpPr bwMode="auto">
            <a:xfrm>
              <a:off x="1695" y="3227"/>
              <a:ext cx="343" cy="154"/>
              <a:chOff x="844" y="3337"/>
              <a:chExt cx="343" cy="154"/>
            </a:xfrm>
          </p:grpSpPr>
          <p:sp>
            <p:nvSpPr>
              <p:cNvPr id="987" name="Rectangle 380">
                <a:extLst>
                  <a:ext uri="{FF2B5EF4-FFF2-40B4-BE49-F238E27FC236}">
                    <a16:creationId xmlns:a16="http://schemas.microsoft.com/office/drawing/2014/main" id="{D38CEFD3-34E4-4144-A4A9-E29D2BC79B63}"/>
                  </a:ext>
                </a:extLst>
              </p:cNvPr>
              <p:cNvSpPr>
                <a:spLocks noChangeArrowheads="1"/>
              </p:cNvSpPr>
              <p:nvPr/>
            </p:nvSpPr>
            <p:spPr bwMode="auto">
              <a:xfrm>
                <a:off x="889" y="3370"/>
                <a:ext cx="245" cy="86"/>
              </a:xfrm>
              <a:prstGeom prst="rect">
                <a:avLst/>
              </a:prstGeom>
              <a:solidFill>
                <a:srgbClr val="FF0000"/>
              </a:solidFill>
              <a:ln w="9525">
                <a:solidFill>
                  <a:srgbClr val="FFFFFF"/>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988" name="Text Box 381">
                <a:extLst>
                  <a:ext uri="{FF2B5EF4-FFF2-40B4-BE49-F238E27FC236}">
                    <a16:creationId xmlns:a16="http://schemas.microsoft.com/office/drawing/2014/main" id="{9C84556C-DFF7-A54D-B709-593A7941D6C0}"/>
                  </a:ext>
                </a:extLst>
              </p:cNvPr>
              <p:cNvSpPr txBox="1">
                <a:spLocks noChangeArrowheads="1"/>
              </p:cNvSpPr>
              <p:nvPr/>
            </p:nvSpPr>
            <p:spPr bwMode="auto">
              <a:xfrm>
                <a:off x="844" y="3337"/>
                <a:ext cx="343" cy="1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srgbClr val="FFFFFF"/>
                    </a:solidFill>
                    <a:effectLst/>
                    <a:uLnTx/>
                    <a:uFillTx/>
                    <a:latin typeface="Arial" charset="0"/>
                    <a:ea typeface="ＭＳ Ｐゴシック" charset="0"/>
                  </a:rPr>
                  <a:t>DHCP</a:t>
                </a:r>
              </a:p>
            </p:txBody>
          </p:sp>
        </p:grpSp>
      </p:grpSp>
      <p:grpSp>
        <p:nvGrpSpPr>
          <p:cNvPr id="1019" name="Group 476">
            <a:extLst>
              <a:ext uri="{FF2B5EF4-FFF2-40B4-BE49-F238E27FC236}">
                <a16:creationId xmlns:a16="http://schemas.microsoft.com/office/drawing/2014/main" id="{2C1D9870-C854-6D41-84D3-89EBBCE7DBE8}"/>
              </a:ext>
            </a:extLst>
          </p:cNvPr>
          <p:cNvGrpSpPr>
            <a:grpSpLocks/>
          </p:cNvGrpSpPr>
          <p:nvPr/>
        </p:nvGrpSpPr>
        <p:grpSpPr bwMode="auto">
          <a:xfrm>
            <a:off x="924298" y="3427412"/>
            <a:ext cx="544513" cy="244475"/>
            <a:chOff x="844" y="3337"/>
            <a:chExt cx="343" cy="154"/>
          </a:xfrm>
        </p:grpSpPr>
        <p:sp>
          <p:nvSpPr>
            <p:cNvPr id="1020" name="Rectangle 477">
              <a:extLst>
                <a:ext uri="{FF2B5EF4-FFF2-40B4-BE49-F238E27FC236}">
                  <a16:creationId xmlns:a16="http://schemas.microsoft.com/office/drawing/2014/main" id="{48A1A89D-C73C-2D42-A1DC-1D8E81C65144}"/>
                </a:ext>
              </a:extLst>
            </p:cNvPr>
            <p:cNvSpPr>
              <a:spLocks noChangeArrowheads="1"/>
            </p:cNvSpPr>
            <p:nvPr/>
          </p:nvSpPr>
          <p:spPr bwMode="auto">
            <a:xfrm>
              <a:off x="889" y="3370"/>
              <a:ext cx="245" cy="86"/>
            </a:xfrm>
            <a:prstGeom prst="rect">
              <a:avLst/>
            </a:prstGeom>
            <a:solidFill>
              <a:srgbClr val="FF0000"/>
            </a:solidFill>
            <a:ln w="9525">
              <a:solidFill>
                <a:srgbClr val="FFFFFF"/>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1021" name="Text Box 478">
              <a:extLst>
                <a:ext uri="{FF2B5EF4-FFF2-40B4-BE49-F238E27FC236}">
                  <a16:creationId xmlns:a16="http://schemas.microsoft.com/office/drawing/2014/main" id="{8095651D-95AD-644F-9F69-F6E846D554B1}"/>
                </a:ext>
              </a:extLst>
            </p:cNvPr>
            <p:cNvSpPr txBox="1">
              <a:spLocks noChangeArrowheads="1"/>
            </p:cNvSpPr>
            <p:nvPr/>
          </p:nvSpPr>
          <p:spPr bwMode="auto">
            <a:xfrm>
              <a:off x="844" y="3337"/>
              <a:ext cx="343" cy="1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srgbClr val="FFFFFF"/>
                  </a:solidFill>
                  <a:effectLst/>
                  <a:uLnTx/>
                  <a:uFillTx/>
                  <a:latin typeface="Arial" charset="0"/>
                  <a:ea typeface="ＭＳ Ｐゴシック" charset="0"/>
                </a:rPr>
                <a:t>DHCP</a:t>
              </a:r>
            </a:p>
          </p:txBody>
        </p:sp>
      </p:grpSp>
      <p:sp>
        <p:nvSpPr>
          <p:cNvPr id="1022" name="Rectangle 479">
            <a:extLst>
              <a:ext uri="{FF2B5EF4-FFF2-40B4-BE49-F238E27FC236}">
                <a16:creationId xmlns:a16="http://schemas.microsoft.com/office/drawing/2014/main" id="{B807A09D-A4F1-304B-AB9E-DF3D275452C3}"/>
              </a:ext>
            </a:extLst>
          </p:cNvPr>
          <p:cNvSpPr>
            <a:spLocks noChangeArrowheads="1"/>
          </p:cNvSpPr>
          <p:nvPr/>
        </p:nvSpPr>
        <p:spPr bwMode="auto">
          <a:xfrm>
            <a:off x="5158161" y="2817812"/>
            <a:ext cx="6365968" cy="13065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231775" indent="-231775" eaLnBrk="0" fontAlgn="base" hangingPunct="0">
              <a:lnSpc>
                <a:spcPct val="90000"/>
              </a:lnSpc>
              <a:spcBef>
                <a:spcPct val="20000"/>
              </a:spcBef>
              <a:spcAft>
                <a:spcPct val="0"/>
              </a:spcAft>
              <a:buClr>
                <a:srgbClr val="000099"/>
              </a:buClr>
              <a:buSzPct val="100000"/>
              <a:buFont typeface="Wingdings" charset="2"/>
              <a:buChar char="§"/>
              <a:defRPr/>
            </a:pPr>
            <a:r>
              <a:rPr lang="en-US" sz="2800" dirty="0">
                <a:solidFill>
                  <a:srgbClr val="000000"/>
                </a:solidFill>
                <a:ea typeface="ＭＳ Ｐゴシック" charset="0"/>
              </a:rPr>
              <a:t>DHCP request </a:t>
            </a:r>
            <a:r>
              <a:rPr lang="en-US" sz="2800" dirty="0">
                <a:solidFill>
                  <a:srgbClr val="0000A8"/>
                </a:solidFill>
                <a:ea typeface="ＭＳ Ｐゴシック" charset="0"/>
              </a:rPr>
              <a:t>encapsulated</a:t>
            </a:r>
            <a:r>
              <a:rPr lang="en-US" sz="2800" dirty="0">
                <a:solidFill>
                  <a:srgbClr val="3333CC"/>
                </a:solidFill>
                <a:ea typeface="ＭＳ Ｐゴシック" charset="0"/>
              </a:rPr>
              <a:t> </a:t>
            </a:r>
            <a:r>
              <a:rPr lang="en-US" sz="2800" dirty="0">
                <a:solidFill>
                  <a:srgbClr val="000000"/>
                </a:solidFill>
                <a:ea typeface="ＭＳ Ｐゴシック" charset="0"/>
              </a:rPr>
              <a:t>in </a:t>
            </a:r>
            <a:r>
              <a:rPr lang="en-US" sz="2800" dirty="0">
                <a:solidFill>
                  <a:srgbClr val="C00000"/>
                </a:solidFill>
                <a:ea typeface="ＭＳ Ｐゴシック" charset="0"/>
              </a:rPr>
              <a:t>UDP</a:t>
            </a:r>
            <a:r>
              <a:rPr lang="en-US" sz="2800" dirty="0">
                <a:solidFill>
                  <a:srgbClr val="000000"/>
                </a:solidFill>
                <a:ea typeface="ＭＳ Ｐゴシック" charset="0"/>
              </a:rPr>
              <a:t>, encapsulated in </a:t>
            </a:r>
            <a:r>
              <a:rPr lang="en-US" sz="2800" dirty="0">
                <a:solidFill>
                  <a:srgbClr val="C00000"/>
                </a:solidFill>
                <a:ea typeface="ＭＳ Ｐゴシック" charset="0"/>
              </a:rPr>
              <a:t>IP</a:t>
            </a:r>
            <a:r>
              <a:rPr lang="en-US" sz="2800" dirty="0">
                <a:solidFill>
                  <a:srgbClr val="000000"/>
                </a:solidFill>
                <a:ea typeface="ＭＳ Ｐゴシック" charset="0"/>
              </a:rPr>
              <a:t>, encapsulated in </a:t>
            </a:r>
            <a:r>
              <a:rPr lang="en-US" sz="2800" dirty="0">
                <a:solidFill>
                  <a:srgbClr val="C00000"/>
                </a:solidFill>
                <a:ea typeface="ＭＳ Ｐゴシック" charset="0"/>
              </a:rPr>
              <a:t>802.3 </a:t>
            </a:r>
            <a:r>
              <a:rPr lang="en-US" sz="2800" dirty="0">
                <a:solidFill>
                  <a:srgbClr val="000000"/>
                </a:solidFill>
                <a:ea typeface="ＭＳ Ｐゴシック" charset="0"/>
              </a:rPr>
              <a:t>Ethernet</a:t>
            </a:r>
          </a:p>
          <a:p>
            <a:pPr marL="342900" indent="-342900" eaLnBrk="0" fontAlgn="base" hangingPunct="0">
              <a:lnSpc>
                <a:spcPct val="90000"/>
              </a:lnSpc>
              <a:spcBef>
                <a:spcPct val="20000"/>
              </a:spcBef>
              <a:spcAft>
                <a:spcPct val="0"/>
              </a:spcAft>
              <a:buClr>
                <a:srgbClr val="000099"/>
              </a:buClr>
              <a:buSzPct val="65000"/>
              <a:buFont typeface="Wingdings" charset="0"/>
              <a:buNone/>
              <a:defRPr/>
            </a:pPr>
            <a:endParaRPr lang="en-US" sz="2800" dirty="0">
              <a:solidFill>
                <a:srgbClr val="000000"/>
              </a:solidFill>
              <a:ea typeface="ＭＳ Ｐゴシック" charset="0"/>
            </a:endParaRPr>
          </a:p>
        </p:txBody>
      </p:sp>
      <p:sp>
        <p:nvSpPr>
          <p:cNvPr id="1023" name="Rectangle 480">
            <a:extLst>
              <a:ext uri="{FF2B5EF4-FFF2-40B4-BE49-F238E27FC236}">
                <a16:creationId xmlns:a16="http://schemas.microsoft.com/office/drawing/2014/main" id="{F684AC9E-DDAB-6349-BA14-508B74898CFF}"/>
              </a:ext>
            </a:extLst>
          </p:cNvPr>
          <p:cNvSpPr>
            <a:spLocks noChangeArrowheads="1"/>
          </p:cNvSpPr>
          <p:nvPr/>
        </p:nvSpPr>
        <p:spPr bwMode="auto">
          <a:xfrm>
            <a:off x="5156572" y="4229100"/>
            <a:ext cx="6573673" cy="156368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231775" indent="-231775" eaLnBrk="0" fontAlgn="base" hangingPunct="0">
              <a:lnSpc>
                <a:spcPct val="90000"/>
              </a:lnSpc>
              <a:spcBef>
                <a:spcPct val="20000"/>
              </a:spcBef>
              <a:spcAft>
                <a:spcPct val="0"/>
              </a:spcAft>
              <a:buClr>
                <a:srgbClr val="000099"/>
              </a:buClr>
              <a:buSzPct val="100000"/>
              <a:buFont typeface="Wingdings" charset="2"/>
              <a:buChar char="§"/>
              <a:defRPr/>
            </a:pPr>
            <a:r>
              <a:rPr lang="en-US" sz="2800" dirty="0">
                <a:solidFill>
                  <a:srgbClr val="000000"/>
                </a:solidFill>
                <a:ea typeface="ＭＳ Ｐゴシック" charset="0"/>
              </a:rPr>
              <a:t>Ethernet frame </a:t>
            </a:r>
            <a:r>
              <a:rPr lang="en-US" sz="2800" dirty="0">
                <a:solidFill>
                  <a:srgbClr val="0000A8"/>
                </a:solidFill>
                <a:ea typeface="ＭＳ Ｐゴシック" charset="0"/>
              </a:rPr>
              <a:t>broadcast</a:t>
            </a:r>
            <a:r>
              <a:rPr lang="en-US" sz="2800" dirty="0">
                <a:solidFill>
                  <a:srgbClr val="000000"/>
                </a:solidFill>
                <a:ea typeface="ＭＳ Ｐゴシック" charset="0"/>
              </a:rPr>
              <a:t> (dest: FFFFFFFFFFFF) on LAN, received at router running </a:t>
            </a:r>
            <a:r>
              <a:rPr lang="en-US" sz="2800" dirty="0">
                <a:solidFill>
                  <a:srgbClr val="C00000"/>
                </a:solidFill>
                <a:ea typeface="ＭＳ Ｐゴシック" charset="0"/>
              </a:rPr>
              <a:t>DHCP </a:t>
            </a:r>
            <a:r>
              <a:rPr lang="en-US" sz="2800" dirty="0">
                <a:solidFill>
                  <a:srgbClr val="000000"/>
                </a:solidFill>
                <a:ea typeface="ＭＳ Ｐゴシック" charset="0"/>
              </a:rPr>
              <a:t>server</a:t>
            </a:r>
          </a:p>
        </p:txBody>
      </p:sp>
      <p:sp>
        <p:nvSpPr>
          <p:cNvPr id="1024" name="Rectangle 481">
            <a:extLst>
              <a:ext uri="{FF2B5EF4-FFF2-40B4-BE49-F238E27FC236}">
                <a16:creationId xmlns:a16="http://schemas.microsoft.com/office/drawing/2014/main" id="{EF21724D-DF9C-9943-ABAA-C4C6633ED27B}"/>
              </a:ext>
            </a:extLst>
          </p:cNvPr>
          <p:cNvSpPr>
            <a:spLocks noChangeArrowheads="1"/>
          </p:cNvSpPr>
          <p:nvPr/>
        </p:nvSpPr>
        <p:spPr bwMode="auto">
          <a:xfrm>
            <a:off x="5154985" y="5565775"/>
            <a:ext cx="6541416" cy="12922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231775" indent="-231775" eaLnBrk="0" fontAlgn="base" hangingPunct="0">
              <a:lnSpc>
                <a:spcPct val="90000"/>
              </a:lnSpc>
              <a:spcBef>
                <a:spcPct val="20000"/>
              </a:spcBef>
              <a:spcAft>
                <a:spcPct val="0"/>
              </a:spcAft>
              <a:buClr>
                <a:srgbClr val="000099"/>
              </a:buClr>
              <a:buSzPct val="100000"/>
              <a:buFont typeface="Wingdings" charset="2"/>
              <a:buChar char="§"/>
              <a:defRPr/>
            </a:pPr>
            <a:r>
              <a:rPr lang="en-US" sz="2800" dirty="0">
                <a:solidFill>
                  <a:srgbClr val="000000"/>
                </a:solidFill>
                <a:ea typeface="ＭＳ Ｐゴシック" charset="0"/>
              </a:rPr>
              <a:t>Ethernet </a:t>
            </a:r>
            <a:r>
              <a:rPr lang="en-US" sz="2800" dirty="0">
                <a:solidFill>
                  <a:srgbClr val="0000A8"/>
                </a:solidFill>
                <a:ea typeface="ＭＳ Ｐゴシック" charset="0"/>
              </a:rPr>
              <a:t>de-muxed</a:t>
            </a:r>
            <a:r>
              <a:rPr lang="en-US" sz="2800" dirty="0">
                <a:solidFill>
                  <a:srgbClr val="000000"/>
                </a:solidFill>
                <a:ea typeface="ＭＳ Ｐゴシック" charset="0"/>
              </a:rPr>
              <a:t> to IP de-muxed, UDP de-muxed to DHCP </a:t>
            </a:r>
          </a:p>
        </p:txBody>
      </p:sp>
      <p:grpSp>
        <p:nvGrpSpPr>
          <p:cNvPr id="767" name="Group 248">
            <a:extLst>
              <a:ext uri="{FF2B5EF4-FFF2-40B4-BE49-F238E27FC236}">
                <a16:creationId xmlns:a16="http://schemas.microsoft.com/office/drawing/2014/main" id="{BBC0582A-3E28-C146-B822-8892A6C507A6}"/>
              </a:ext>
            </a:extLst>
          </p:cNvPr>
          <p:cNvGrpSpPr>
            <a:grpSpLocks/>
          </p:cNvGrpSpPr>
          <p:nvPr/>
        </p:nvGrpSpPr>
        <p:grpSpPr bwMode="auto">
          <a:xfrm>
            <a:off x="2606022" y="3858371"/>
            <a:ext cx="358775" cy="623888"/>
            <a:chOff x="4140" y="429"/>
            <a:chExt cx="1425" cy="2396"/>
          </a:xfrm>
        </p:grpSpPr>
        <p:sp>
          <p:nvSpPr>
            <p:cNvPr id="768" name="Freeform 148">
              <a:extLst>
                <a:ext uri="{FF2B5EF4-FFF2-40B4-BE49-F238E27FC236}">
                  <a16:creationId xmlns:a16="http://schemas.microsoft.com/office/drawing/2014/main" id="{3CCCBBB4-63BD-EA43-A39D-906E833ADC8D}"/>
                </a:ext>
              </a:extLst>
            </p:cNvPr>
            <p:cNvSpPr>
              <a:spLocks/>
            </p:cNvSpPr>
            <p:nvPr/>
          </p:nvSpPr>
          <p:spPr bwMode="auto">
            <a:xfrm>
              <a:off x="5268" y="433"/>
              <a:ext cx="283" cy="2286"/>
            </a:xfrm>
            <a:custGeom>
              <a:avLst/>
              <a:gdLst>
                <a:gd name="T0" fmla="*/ 21 w 354"/>
                <a:gd name="T1" fmla="*/ 0 h 2742"/>
                <a:gd name="T2" fmla="*/ 116 w 354"/>
                <a:gd name="T3" fmla="*/ 137 h 2742"/>
                <a:gd name="T4" fmla="*/ 114 w 354"/>
                <a:gd name="T5" fmla="*/ 1057 h 2742"/>
                <a:gd name="T6" fmla="*/ 0 w 354"/>
                <a:gd name="T7" fmla="*/ 1105 h 2742"/>
                <a:gd name="T8" fmla="*/ 21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769" name="Rectangle 149">
              <a:extLst>
                <a:ext uri="{FF2B5EF4-FFF2-40B4-BE49-F238E27FC236}">
                  <a16:creationId xmlns:a16="http://schemas.microsoft.com/office/drawing/2014/main" id="{0974CB1E-EE6F-9F45-B007-E10FFC92A669}"/>
                </a:ext>
              </a:extLst>
            </p:cNvPr>
            <p:cNvSpPr>
              <a:spLocks noChangeArrowheads="1"/>
            </p:cNvSpPr>
            <p:nvPr/>
          </p:nvSpPr>
          <p:spPr bwMode="auto">
            <a:xfrm>
              <a:off x="4203" y="429"/>
              <a:ext cx="1053" cy="2286"/>
            </a:xfrm>
            <a:prstGeom prst="rect">
              <a:avLst/>
            </a:pr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770" name="Freeform 150">
              <a:extLst>
                <a:ext uri="{FF2B5EF4-FFF2-40B4-BE49-F238E27FC236}">
                  <a16:creationId xmlns:a16="http://schemas.microsoft.com/office/drawing/2014/main" id="{D1A9E57E-DC2A-1D4B-BD1F-082302E9764B}"/>
                </a:ext>
              </a:extLst>
            </p:cNvPr>
            <p:cNvSpPr>
              <a:spLocks/>
            </p:cNvSpPr>
            <p:nvPr/>
          </p:nvSpPr>
          <p:spPr bwMode="auto">
            <a:xfrm>
              <a:off x="5321" y="570"/>
              <a:ext cx="169" cy="2115"/>
            </a:xfrm>
            <a:custGeom>
              <a:avLst/>
              <a:gdLst>
                <a:gd name="T0" fmla="*/ 2 w 211"/>
                <a:gd name="T1" fmla="*/ 0 h 2537"/>
                <a:gd name="T2" fmla="*/ 70 w 211"/>
                <a:gd name="T3" fmla="*/ 88 h 2537"/>
                <a:gd name="T4" fmla="*/ 2 w 211"/>
                <a:gd name="T5" fmla="*/ 1007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771" name="Freeform 151">
              <a:extLst>
                <a:ext uri="{FF2B5EF4-FFF2-40B4-BE49-F238E27FC236}">
                  <a16:creationId xmlns:a16="http://schemas.microsoft.com/office/drawing/2014/main" id="{ECE9DDFF-83C2-2B4C-ABB2-610424C988C4}"/>
                </a:ext>
              </a:extLst>
            </p:cNvPr>
            <p:cNvSpPr>
              <a:spLocks/>
            </p:cNvSpPr>
            <p:nvPr/>
          </p:nvSpPr>
          <p:spPr bwMode="auto">
            <a:xfrm>
              <a:off x="5284" y="1640"/>
              <a:ext cx="263" cy="189"/>
            </a:xfrm>
            <a:custGeom>
              <a:avLst/>
              <a:gdLst>
                <a:gd name="T0" fmla="*/ 2 w 328"/>
                <a:gd name="T1" fmla="*/ 0 h 226"/>
                <a:gd name="T2" fmla="*/ 109 w 328"/>
                <a:gd name="T3" fmla="*/ 52 h 226"/>
                <a:gd name="T4" fmla="*/ 108 w 328"/>
                <a:gd name="T5" fmla="*/ 92 h 226"/>
                <a:gd name="T6" fmla="*/ 0 w 328"/>
                <a:gd name="T7" fmla="*/ 41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772" name="Rectangle 152">
              <a:extLst>
                <a:ext uri="{FF2B5EF4-FFF2-40B4-BE49-F238E27FC236}">
                  <a16:creationId xmlns:a16="http://schemas.microsoft.com/office/drawing/2014/main" id="{E6ECB8C9-90DF-DD48-ABC0-7756BD8AD9CF}"/>
                </a:ext>
              </a:extLst>
            </p:cNvPr>
            <p:cNvSpPr>
              <a:spLocks noChangeArrowheads="1"/>
            </p:cNvSpPr>
            <p:nvPr/>
          </p:nvSpPr>
          <p:spPr bwMode="auto">
            <a:xfrm>
              <a:off x="4209" y="691"/>
              <a:ext cx="599"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nvGrpSpPr>
            <p:cNvPr id="773" name="Group 153">
              <a:extLst>
                <a:ext uri="{FF2B5EF4-FFF2-40B4-BE49-F238E27FC236}">
                  <a16:creationId xmlns:a16="http://schemas.microsoft.com/office/drawing/2014/main" id="{DE8B4D5B-13BE-A642-8255-4AD348F07FF9}"/>
                </a:ext>
              </a:extLst>
            </p:cNvPr>
            <p:cNvGrpSpPr>
              <a:grpSpLocks/>
            </p:cNvGrpSpPr>
            <p:nvPr/>
          </p:nvGrpSpPr>
          <p:grpSpPr bwMode="auto">
            <a:xfrm>
              <a:off x="4749" y="668"/>
              <a:ext cx="581" cy="145"/>
              <a:chOff x="614" y="2568"/>
              <a:chExt cx="725" cy="139"/>
            </a:xfrm>
          </p:grpSpPr>
          <p:sp>
            <p:nvSpPr>
              <p:cNvPr id="798" name="AutoShape 154">
                <a:extLst>
                  <a:ext uri="{FF2B5EF4-FFF2-40B4-BE49-F238E27FC236}">
                    <a16:creationId xmlns:a16="http://schemas.microsoft.com/office/drawing/2014/main" id="{EBB08B72-91CC-634D-9721-24C2FA8C67C3}"/>
                  </a:ext>
                </a:extLst>
              </p:cNvPr>
              <p:cNvSpPr>
                <a:spLocks noChangeArrowheads="1"/>
              </p:cNvSpPr>
              <p:nvPr/>
            </p:nvSpPr>
            <p:spPr bwMode="auto">
              <a:xfrm>
                <a:off x="617" y="2567"/>
                <a:ext cx="724" cy="140"/>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799" name="AutoShape 155">
                <a:extLst>
                  <a:ext uri="{FF2B5EF4-FFF2-40B4-BE49-F238E27FC236}">
                    <a16:creationId xmlns:a16="http://schemas.microsoft.com/office/drawing/2014/main" id="{6232554D-4EC4-3A4E-BADD-0E979EDE086F}"/>
                  </a:ext>
                </a:extLst>
              </p:cNvPr>
              <p:cNvSpPr>
                <a:spLocks noChangeArrowheads="1"/>
              </p:cNvSpPr>
              <p:nvPr/>
            </p:nvSpPr>
            <p:spPr bwMode="auto">
              <a:xfrm>
                <a:off x="633" y="2584"/>
                <a:ext cx="692" cy="105"/>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sp>
          <p:nvSpPr>
            <p:cNvPr id="774" name="Rectangle 156">
              <a:extLst>
                <a:ext uri="{FF2B5EF4-FFF2-40B4-BE49-F238E27FC236}">
                  <a16:creationId xmlns:a16="http://schemas.microsoft.com/office/drawing/2014/main" id="{2546A6DD-1D0C-7842-9D41-F06F1C5381D4}"/>
                </a:ext>
              </a:extLst>
            </p:cNvPr>
            <p:cNvSpPr>
              <a:spLocks noChangeArrowheads="1"/>
            </p:cNvSpPr>
            <p:nvPr/>
          </p:nvSpPr>
          <p:spPr bwMode="auto">
            <a:xfrm>
              <a:off x="4222" y="1020"/>
              <a:ext cx="599" cy="43"/>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nvGrpSpPr>
            <p:cNvPr id="775" name="Group 157">
              <a:extLst>
                <a:ext uri="{FF2B5EF4-FFF2-40B4-BE49-F238E27FC236}">
                  <a16:creationId xmlns:a16="http://schemas.microsoft.com/office/drawing/2014/main" id="{34703394-632C-984A-A448-ECD8882A2A84}"/>
                </a:ext>
              </a:extLst>
            </p:cNvPr>
            <p:cNvGrpSpPr>
              <a:grpSpLocks/>
            </p:cNvGrpSpPr>
            <p:nvPr/>
          </p:nvGrpSpPr>
          <p:grpSpPr bwMode="auto">
            <a:xfrm>
              <a:off x="4747" y="994"/>
              <a:ext cx="581" cy="134"/>
              <a:chOff x="614" y="2568"/>
              <a:chExt cx="725" cy="139"/>
            </a:xfrm>
          </p:grpSpPr>
          <p:sp>
            <p:nvSpPr>
              <p:cNvPr id="796" name="AutoShape 158">
                <a:extLst>
                  <a:ext uri="{FF2B5EF4-FFF2-40B4-BE49-F238E27FC236}">
                    <a16:creationId xmlns:a16="http://schemas.microsoft.com/office/drawing/2014/main" id="{76033BA2-2C0A-D044-87F7-4C68D7CC33AA}"/>
                  </a:ext>
                </a:extLst>
              </p:cNvPr>
              <p:cNvSpPr>
                <a:spLocks noChangeArrowheads="1"/>
              </p:cNvSpPr>
              <p:nvPr/>
            </p:nvSpPr>
            <p:spPr bwMode="auto">
              <a:xfrm>
                <a:off x="612" y="2570"/>
                <a:ext cx="724" cy="139"/>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797" name="AutoShape 159">
                <a:extLst>
                  <a:ext uri="{FF2B5EF4-FFF2-40B4-BE49-F238E27FC236}">
                    <a16:creationId xmlns:a16="http://schemas.microsoft.com/office/drawing/2014/main" id="{51AF1619-376A-ED4A-B696-DEA3DCB639AE}"/>
                  </a:ext>
                </a:extLst>
              </p:cNvPr>
              <p:cNvSpPr>
                <a:spLocks noChangeArrowheads="1"/>
              </p:cNvSpPr>
              <p:nvPr/>
            </p:nvSpPr>
            <p:spPr bwMode="auto">
              <a:xfrm>
                <a:off x="628" y="2589"/>
                <a:ext cx="692" cy="101"/>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sp>
          <p:nvSpPr>
            <p:cNvPr id="776" name="Rectangle 160">
              <a:extLst>
                <a:ext uri="{FF2B5EF4-FFF2-40B4-BE49-F238E27FC236}">
                  <a16:creationId xmlns:a16="http://schemas.microsoft.com/office/drawing/2014/main" id="{8DF2F679-CA89-2342-9682-EB7F28F10DAF}"/>
                </a:ext>
              </a:extLst>
            </p:cNvPr>
            <p:cNvSpPr>
              <a:spLocks noChangeArrowheads="1"/>
            </p:cNvSpPr>
            <p:nvPr/>
          </p:nvSpPr>
          <p:spPr bwMode="auto">
            <a:xfrm>
              <a:off x="4216" y="1356"/>
              <a:ext cx="599"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777" name="Rectangle 161">
              <a:extLst>
                <a:ext uri="{FF2B5EF4-FFF2-40B4-BE49-F238E27FC236}">
                  <a16:creationId xmlns:a16="http://schemas.microsoft.com/office/drawing/2014/main" id="{8B243454-074D-8346-AFE1-3BB5C3E642B9}"/>
                </a:ext>
              </a:extLst>
            </p:cNvPr>
            <p:cNvSpPr>
              <a:spLocks noChangeArrowheads="1"/>
            </p:cNvSpPr>
            <p:nvPr/>
          </p:nvSpPr>
          <p:spPr bwMode="auto">
            <a:xfrm>
              <a:off x="4228" y="1654"/>
              <a:ext cx="593"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nvGrpSpPr>
            <p:cNvPr id="778" name="Group 162">
              <a:extLst>
                <a:ext uri="{FF2B5EF4-FFF2-40B4-BE49-F238E27FC236}">
                  <a16:creationId xmlns:a16="http://schemas.microsoft.com/office/drawing/2014/main" id="{F952B7CD-AD2D-9742-9EE1-E9F5E9B22929}"/>
                </a:ext>
              </a:extLst>
            </p:cNvPr>
            <p:cNvGrpSpPr>
              <a:grpSpLocks/>
            </p:cNvGrpSpPr>
            <p:nvPr/>
          </p:nvGrpSpPr>
          <p:grpSpPr bwMode="auto">
            <a:xfrm>
              <a:off x="4735" y="1627"/>
              <a:ext cx="582" cy="151"/>
              <a:chOff x="614" y="2568"/>
              <a:chExt cx="725" cy="139"/>
            </a:xfrm>
          </p:grpSpPr>
          <p:sp>
            <p:nvSpPr>
              <p:cNvPr id="794" name="AutoShape 163">
                <a:extLst>
                  <a:ext uri="{FF2B5EF4-FFF2-40B4-BE49-F238E27FC236}">
                    <a16:creationId xmlns:a16="http://schemas.microsoft.com/office/drawing/2014/main" id="{20016974-868C-BD4F-9665-1B53F78C8F7F}"/>
                  </a:ext>
                </a:extLst>
              </p:cNvPr>
              <p:cNvSpPr>
                <a:spLocks noChangeArrowheads="1"/>
              </p:cNvSpPr>
              <p:nvPr/>
            </p:nvSpPr>
            <p:spPr bwMode="auto">
              <a:xfrm>
                <a:off x="611" y="2576"/>
                <a:ext cx="730" cy="129"/>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795" name="AutoShape 164">
                <a:extLst>
                  <a:ext uri="{FF2B5EF4-FFF2-40B4-BE49-F238E27FC236}">
                    <a16:creationId xmlns:a16="http://schemas.microsoft.com/office/drawing/2014/main" id="{A88B0A1E-CC2B-3B46-B6A2-53F0C41204D2}"/>
                  </a:ext>
                </a:extLst>
              </p:cNvPr>
              <p:cNvSpPr>
                <a:spLocks noChangeArrowheads="1"/>
              </p:cNvSpPr>
              <p:nvPr/>
            </p:nvSpPr>
            <p:spPr bwMode="auto">
              <a:xfrm>
                <a:off x="627" y="2588"/>
                <a:ext cx="699" cy="101"/>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sp>
          <p:nvSpPr>
            <p:cNvPr id="779" name="Freeform 165">
              <a:extLst>
                <a:ext uri="{FF2B5EF4-FFF2-40B4-BE49-F238E27FC236}">
                  <a16:creationId xmlns:a16="http://schemas.microsoft.com/office/drawing/2014/main" id="{2D7267B4-3F73-B744-90B8-E9BCE3D682BB}"/>
                </a:ext>
              </a:extLst>
            </p:cNvPr>
            <p:cNvSpPr>
              <a:spLocks/>
            </p:cNvSpPr>
            <p:nvPr/>
          </p:nvSpPr>
          <p:spPr bwMode="auto">
            <a:xfrm>
              <a:off x="5288" y="1354"/>
              <a:ext cx="263" cy="188"/>
            </a:xfrm>
            <a:custGeom>
              <a:avLst/>
              <a:gdLst>
                <a:gd name="T0" fmla="*/ 2 w 328"/>
                <a:gd name="T1" fmla="*/ 0 h 226"/>
                <a:gd name="T2" fmla="*/ 109 w 328"/>
                <a:gd name="T3" fmla="*/ 51 h 226"/>
                <a:gd name="T4" fmla="*/ 108 w 328"/>
                <a:gd name="T5" fmla="*/ 90 h 226"/>
                <a:gd name="T6" fmla="*/ 0 w 328"/>
                <a:gd name="T7" fmla="*/ 39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nvGrpSpPr>
            <p:cNvPr id="780" name="Group 166">
              <a:extLst>
                <a:ext uri="{FF2B5EF4-FFF2-40B4-BE49-F238E27FC236}">
                  <a16:creationId xmlns:a16="http://schemas.microsoft.com/office/drawing/2014/main" id="{389A7FB0-2CC9-7D49-A293-D5C9D206E219}"/>
                </a:ext>
              </a:extLst>
            </p:cNvPr>
            <p:cNvGrpSpPr>
              <a:grpSpLocks/>
            </p:cNvGrpSpPr>
            <p:nvPr/>
          </p:nvGrpSpPr>
          <p:grpSpPr bwMode="auto">
            <a:xfrm>
              <a:off x="4739" y="1327"/>
              <a:ext cx="582" cy="139"/>
              <a:chOff x="614" y="2568"/>
              <a:chExt cx="725" cy="139"/>
            </a:xfrm>
          </p:grpSpPr>
          <p:sp>
            <p:nvSpPr>
              <p:cNvPr id="792" name="AutoShape 167">
                <a:extLst>
                  <a:ext uri="{FF2B5EF4-FFF2-40B4-BE49-F238E27FC236}">
                    <a16:creationId xmlns:a16="http://schemas.microsoft.com/office/drawing/2014/main" id="{1C60BF9E-DC7B-F846-9F0E-B2E13E4833FE}"/>
                  </a:ext>
                </a:extLst>
              </p:cNvPr>
              <p:cNvSpPr>
                <a:spLocks noChangeArrowheads="1"/>
              </p:cNvSpPr>
              <p:nvPr/>
            </p:nvSpPr>
            <p:spPr bwMode="auto">
              <a:xfrm>
                <a:off x="614" y="2566"/>
                <a:ext cx="723" cy="140"/>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793" name="AutoShape 168">
                <a:extLst>
                  <a:ext uri="{FF2B5EF4-FFF2-40B4-BE49-F238E27FC236}">
                    <a16:creationId xmlns:a16="http://schemas.microsoft.com/office/drawing/2014/main" id="{15DF1283-BAAE-5A42-AEA0-93EC39A2CC8C}"/>
                  </a:ext>
                </a:extLst>
              </p:cNvPr>
              <p:cNvSpPr>
                <a:spLocks noChangeArrowheads="1"/>
              </p:cNvSpPr>
              <p:nvPr/>
            </p:nvSpPr>
            <p:spPr bwMode="auto">
              <a:xfrm>
                <a:off x="630" y="2585"/>
                <a:ext cx="691" cy="104"/>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sp>
          <p:nvSpPr>
            <p:cNvPr id="781" name="Rectangle 169">
              <a:extLst>
                <a:ext uri="{FF2B5EF4-FFF2-40B4-BE49-F238E27FC236}">
                  <a16:creationId xmlns:a16="http://schemas.microsoft.com/office/drawing/2014/main" id="{B78E8FF1-3A93-F04F-8BBF-F7DC1ED65AED}"/>
                </a:ext>
              </a:extLst>
            </p:cNvPr>
            <p:cNvSpPr>
              <a:spLocks noChangeArrowheads="1"/>
            </p:cNvSpPr>
            <p:nvPr/>
          </p:nvSpPr>
          <p:spPr bwMode="auto">
            <a:xfrm>
              <a:off x="5250" y="429"/>
              <a:ext cx="69" cy="2286"/>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782" name="Freeform 170">
              <a:extLst>
                <a:ext uri="{FF2B5EF4-FFF2-40B4-BE49-F238E27FC236}">
                  <a16:creationId xmlns:a16="http://schemas.microsoft.com/office/drawing/2014/main" id="{8358E42F-2052-D34A-8961-6C954E823CA4}"/>
                </a:ext>
              </a:extLst>
            </p:cNvPr>
            <p:cNvSpPr>
              <a:spLocks/>
            </p:cNvSpPr>
            <p:nvPr/>
          </p:nvSpPr>
          <p:spPr bwMode="auto">
            <a:xfrm>
              <a:off x="5312" y="1007"/>
              <a:ext cx="237" cy="213"/>
            </a:xfrm>
            <a:custGeom>
              <a:avLst/>
              <a:gdLst>
                <a:gd name="T0" fmla="*/ 2 w 296"/>
                <a:gd name="T1" fmla="*/ 0 h 256"/>
                <a:gd name="T2" fmla="*/ 96 w 296"/>
                <a:gd name="T3" fmla="*/ 57 h 256"/>
                <a:gd name="T4" fmla="*/ 98 w 296"/>
                <a:gd name="T5" fmla="*/ 102 h 256"/>
                <a:gd name="T6" fmla="*/ 0 w 296"/>
                <a:gd name="T7" fmla="*/ 39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783" name="Freeform 171">
              <a:extLst>
                <a:ext uri="{FF2B5EF4-FFF2-40B4-BE49-F238E27FC236}">
                  <a16:creationId xmlns:a16="http://schemas.microsoft.com/office/drawing/2014/main" id="{E15908DC-3FEB-A24B-86BC-8C1DC62E3013}"/>
                </a:ext>
              </a:extLst>
            </p:cNvPr>
            <p:cNvSpPr>
              <a:spLocks/>
            </p:cNvSpPr>
            <p:nvPr/>
          </p:nvSpPr>
          <p:spPr bwMode="auto">
            <a:xfrm>
              <a:off x="5315" y="680"/>
              <a:ext cx="244" cy="240"/>
            </a:xfrm>
            <a:custGeom>
              <a:avLst/>
              <a:gdLst>
                <a:gd name="T0" fmla="*/ 0 w 304"/>
                <a:gd name="T1" fmla="*/ 0 h 288"/>
                <a:gd name="T2" fmla="*/ 101 w 304"/>
                <a:gd name="T3" fmla="*/ 66 h 288"/>
                <a:gd name="T4" fmla="*/ 95 w 304"/>
                <a:gd name="T5" fmla="*/ 116 h 288"/>
                <a:gd name="T6" fmla="*/ 2 w 304"/>
                <a:gd name="T7" fmla="*/ 5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784" name="Oval 172">
              <a:extLst>
                <a:ext uri="{FF2B5EF4-FFF2-40B4-BE49-F238E27FC236}">
                  <a16:creationId xmlns:a16="http://schemas.microsoft.com/office/drawing/2014/main" id="{55D3D4C7-0F27-7847-9BA6-976BE282CB1C}"/>
                </a:ext>
              </a:extLst>
            </p:cNvPr>
            <p:cNvSpPr>
              <a:spLocks noChangeArrowheads="1"/>
            </p:cNvSpPr>
            <p:nvPr/>
          </p:nvSpPr>
          <p:spPr bwMode="auto">
            <a:xfrm>
              <a:off x="5515" y="2612"/>
              <a:ext cx="50" cy="98"/>
            </a:xfrm>
            <a:prstGeom prst="ellipse">
              <a:avLst/>
            </a:prstGeom>
            <a:solidFill>
              <a:srgbClr val="3333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785" name="Freeform 173">
              <a:extLst>
                <a:ext uri="{FF2B5EF4-FFF2-40B4-BE49-F238E27FC236}">
                  <a16:creationId xmlns:a16="http://schemas.microsoft.com/office/drawing/2014/main" id="{F5D28E4C-64C9-9241-87AF-620E7F6916B1}"/>
                </a:ext>
              </a:extLst>
            </p:cNvPr>
            <p:cNvSpPr>
              <a:spLocks/>
            </p:cNvSpPr>
            <p:nvPr/>
          </p:nvSpPr>
          <p:spPr bwMode="auto">
            <a:xfrm>
              <a:off x="5302" y="2614"/>
              <a:ext cx="245" cy="200"/>
            </a:xfrm>
            <a:custGeom>
              <a:avLst/>
              <a:gdLst>
                <a:gd name="T0" fmla="*/ 0 w 306"/>
                <a:gd name="T1" fmla="*/ 43 h 240"/>
                <a:gd name="T2" fmla="*/ 2 w 306"/>
                <a:gd name="T3" fmla="*/ 97 h 240"/>
                <a:gd name="T4" fmla="*/ 101 w 306"/>
                <a:gd name="T5" fmla="*/ 44 h 240"/>
                <a:gd name="T6" fmla="*/ 98 w 306"/>
                <a:gd name="T7" fmla="*/ 0 h 240"/>
                <a:gd name="T8" fmla="*/ 0 w 306"/>
                <a:gd name="T9" fmla="*/ 43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786" name="AutoShape 174">
              <a:extLst>
                <a:ext uri="{FF2B5EF4-FFF2-40B4-BE49-F238E27FC236}">
                  <a16:creationId xmlns:a16="http://schemas.microsoft.com/office/drawing/2014/main" id="{426EB745-6167-D14B-A776-4448FAAB10D9}"/>
                </a:ext>
              </a:extLst>
            </p:cNvPr>
            <p:cNvSpPr>
              <a:spLocks noChangeArrowheads="1"/>
            </p:cNvSpPr>
            <p:nvPr/>
          </p:nvSpPr>
          <p:spPr bwMode="auto">
            <a:xfrm>
              <a:off x="4140" y="2679"/>
              <a:ext cx="1198" cy="146"/>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787" name="AutoShape 175">
              <a:extLst>
                <a:ext uri="{FF2B5EF4-FFF2-40B4-BE49-F238E27FC236}">
                  <a16:creationId xmlns:a16="http://schemas.microsoft.com/office/drawing/2014/main" id="{0292EAF2-9AF0-A84A-A39E-10D96929B9D5}"/>
                </a:ext>
              </a:extLst>
            </p:cNvPr>
            <p:cNvSpPr>
              <a:spLocks noChangeArrowheads="1"/>
            </p:cNvSpPr>
            <p:nvPr/>
          </p:nvSpPr>
          <p:spPr bwMode="auto">
            <a:xfrm>
              <a:off x="4203" y="2709"/>
              <a:ext cx="1072" cy="85"/>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788" name="Oval 176">
              <a:extLst>
                <a:ext uri="{FF2B5EF4-FFF2-40B4-BE49-F238E27FC236}">
                  <a16:creationId xmlns:a16="http://schemas.microsoft.com/office/drawing/2014/main" id="{CF51263E-374B-244C-8313-AC3747A055D9}"/>
                </a:ext>
              </a:extLst>
            </p:cNvPr>
            <p:cNvSpPr>
              <a:spLocks noChangeArrowheads="1"/>
            </p:cNvSpPr>
            <p:nvPr/>
          </p:nvSpPr>
          <p:spPr bwMode="auto">
            <a:xfrm>
              <a:off x="4310" y="2386"/>
              <a:ext cx="158" cy="140"/>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789" name="Oval 177">
              <a:extLst>
                <a:ext uri="{FF2B5EF4-FFF2-40B4-BE49-F238E27FC236}">
                  <a16:creationId xmlns:a16="http://schemas.microsoft.com/office/drawing/2014/main" id="{6084D4F4-9EA7-F048-99DE-9AD5FDE1E5C5}"/>
                </a:ext>
              </a:extLst>
            </p:cNvPr>
            <p:cNvSpPr>
              <a:spLocks noChangeArrowheads="1"/>
            </p:cNvSpPr>
            <p:nvPr/>
          </p:nvSpPr>
          <p:spPr bwMode="auto">
            <a:xfrm>
              <a:off x="4487" y="2386"/>
              <a:ext cx="158" cy="140"/>
            </a:xfrm>
            <a:prstGeom prst="ellipse">
              <a:avLst/>
            </a:prstGeom>
            <a:solidFill>
              <a:srgbClr val="FF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0000"/>
                </a:solidFill>
                <a:effectLst/>
                <a:uLnTx/>
                <a:uFillTx/>
                <a:latin typeface="Arial" charset="0"/>
                <a:ea typeface="ＭＳ Ｐゴシック" charset="0"/>
              </a:endParaRPr>
            </a:p>
          </p:txBody>
        </p:sp>
        <p:sp>
          <p:nvSpPr>
            <p:cNvPr id="790" name="Oval 178">
              <a:extLst>
                <a:ext uri="{FF2B5EF4-FFF2-40B4-BE49-F238E27FC236}">
                  <a16:creationId xmlns:a16="http://schemas.microsoft.com/office/drawing/2014/main" id="{D953B547-8892-2A44-B775-A5EE550E8E55}"/>
                </a:ext>
              </a:extLst>
            </p:cNvPr>
            <p:cNvSpPr>
              <a:spLocks noChangeArrowheads="1"/>
            </p:cNvSpPr>
            <p:nvPr/>
          </p:nvSpPr>
          <p:spPr bwMode="auto">
            <a:xfrm>
              <a:off x="4663" y="2380"/>
              <a:ext cx="158" cy="140"/>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791" name="Rectangle 179">
              <a:extLst>
                <a:ext uri="{FF2B5EF4-FFF2-40B4-BE49-F238E27FC236}">
                  <a16:creationId xmlns:a16="http://schemas.microsoft.com/office/drawing/2014/main" id="{326922C6-F013-6B47-915C-187F1C8FFA48}"/>
                </a:ext>
              </a:extLst>
            </p:cNvPr>
            <p:cNvSpPr>
              <a:spLocks noChangeArrowheads="1"/>
            </p:cNvSpPr>
            <p:nvPr/>
          </p:nvSpPr>
          <p:spPr bwMode="auto">
            <a:xfrm>
              <a:off x="5061" y="1837"/>
              <a:ext cx="88" cy="756"/>
            </a:xfrm>
            <a:prstGeom prst="rect">
              <a:avLst/>
            </a:prstGeom>
            <a:solidFill>
              <a:srgbClr val="292929"/>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spTree>
    <p:extLst>
      <p:ext uri="{BB962C8B-B14F-4D97-AF65-F5344CB8AC3E}">
        <p14:creationId xmlns:p14="http://schemas.microsoft.com/office/powerpoint/2010/main" val="16998394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800"/>
                                        </p:tgtEl>
                                        <p:attrNameLst>
                                          <p:attrName>style.visibility</p:attrName>
                                        </p:attrNameLst>
                                      </p:cBhvr>
                                      <p:to>
                                        <p:strVal val="visible"/>
                                      </p:to>
                                    </p:set>
                                    <p:animEffect transition="in" filter="dissolve">
                                      <p:cBhvr>
                                        <p:cTn id="7" dur="500"/>
                                        <p:tgtEl>
                                          <p:spTgt spid="800"/>
                                        </p:tgtEl>
                                      </p:cBhvr>
                                    </p:animEffect>
                                  </p:childTnLst>
                                </p:cTn>
                              </p:par>
                              <p:par>
                                <p:cTn id="8" presetID="9" presetClass="entr" presetSubtype="0" fill="hold" nodeType="withEffect">
                                  <p:stCondLst>
                                    <p:cond delay="0"/>
                                  </p:stCondLst>
                                  <p:childTnLst>
                                    <p:set>
                                      <p:cBhvr>
                                        <p:cTn id="9" dur="1" fill="hold">
                                          <p:stCondLst>
                                            <p:cond delay="0"/>
                                          </p:stCondLst>
                                        </p:cTn>
                                        <p:tgtEl>
                                          <p:spTgt spid="767"/>
                                        </p:tgtEl>
                                        <p:attrNameLst>
                                          <p:attrName>style.visibility</p:attrName>
                                        </p:attrNameLst>
                                      </p:cBhvr>
                                      <p:to>
                                        <p:strVal val="visible"/>
                                      </p:to>
                                    </p:set>
                                    <p:animEffect transition="in" filter="dissolve">
                                      <p:cBhvr>
                                        <p:cTn id="10" dur="500"/>
                                        <p:tgtEl>
                                          <p:spTgt spid="767"/>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dissolve">
                                      <p:cBhvr>
                                        <p:cTn id="13" dur="500"/>
                                        <p:tgtEl>
                                          <p:spTgt spid="2"/>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nodeType="clickEffect">
                                  <p:stCondLst>
                                    <p:cond delay="0"/>
                                  </p:stCondLst>
                                  <p:childTnLst>
                                    <p:set>
                                      <p:cBhvr>
                                        <p:cTn id="17" dur="1" fill="hold">
                                          <p:stCondLst>
                                            <p:cond delay="0"/>
                                          </p:stCondLst>
                                        </p:cTn>
                                        <p:tgtEl>
                                          <p:spTgt spid="915"/>
                                        </p:tgtEl>
                                        <p:attrNameLst>
                                          <p:attrName>style.visibility</p:attrName>
                                        </p:attrNameLst>
                                      </p:cBhvr>
                                      <p:to>
                                        <p:strVal val="visible"/>
                                      </p:to>
                                    </p:set>
                                    <p:animEffect transition="in" filter="wipe(down)">
                                      <p:cBhvr>
                                        <p:cTn id="18" dur="500"/>
                                        <p:tgtEl>
                                          <p:spTgt spid="915"/>
                                        </p:tgtEl>
                                      </p:cBhvr>
                                    </p:animEffect>
                                  </p:childTnLst>
                                </p:cTn>
                              </p:par>
                            </p:childTnLst>
                          </p:cTn>
                        </p:par>
                        <p:par>
                          <p:cTn id="19" fill="hold">
                            <p:stCondLst>
                              <p:cond delay="500"/>
                            </p:stCondLst>
                            <p:childTnLst>
                              <p:par>
                                <p:cTn id="20" presetID="9" presetClass="entr" presetSubtype="0" fill="hold" nodeType="afterEffect">
                                  <p:stCondLst>
                                    <p:cond delay="0"/>
                                  </p:stCondLst>
                                  <p:childTnLst>
                                    <p:set>
                                      <p:cBhvr>
                                        <p:cTn id="21" dur="1" fill="hold">
                                          <p:stCondLst>
                                            <p:cond delay="0"/>
                                          </p:stCondLst>
                                        </p:cTn>
                                        <p:tgtEl>
                                          <p:spTgt spid="924"/>
                                        </p:tgtEl>
                                        <p:attrNameLst>
                                          <p:attrName>style.visibility</p:attrName>
                                        </p:attrNameLst>
                                      </p:cBhvr>
                                      <p:to>
                                        <p:strVal val="visible"/>
                                      </p:to>
                                    </p:set>
                                    <p:animEffect transition="in" filter="dissolve">
                                      <p:cBhvr>
                                        <p:cTn id="22" dur="500"/>
                                        <p:tgtEl>
                                          <p:spTgt spid="924"/>
                                        </p:tgtEl>
                                      </p:cBhvr>
                                    </p:animEffect>
                                  </p:childTnLst>
                                </p:cTn>
                              </p:par>
                              <p:par>
                                <p:cTn id="23" presetID="9" presetClass="entr" presetSubtype="0" fill="hold" grpId="0" nodeType="withEffect">
                                  <p:stCondLst>
                                    <p:cond delay="0"/>
                                  </p:stCondLst>
                                  <p:childTnLst>
                                    <p:set>
                                      <p:cBhvr>
                                        <p:cTn id="24" dur="1" fill="hold">
                                          <p:stCondLst>
                                            <p:cond delay="0"/>
                                          </p:stCondLst>
                                        </p:cTn>
                                        <p:tgtEl>
                                          <p:spTgt spid="913">
                                            <p:txEl>
                                              <p:pRg st="0" end="0"/>
                                            </p:txEl>
                                          </p:spTgt>
                                        </p:tgtEl>
                                        <p:attrNameLst>
                                          <p:attrName>style.visibility</p:attrName>
                                        </p:attrNameLst>
                                      </p:cBhvr>
                                      <p:to>
                                        <p:strVal val="visible"/>
                                      </p:to>
                                    </p:set>
                                    <p:animEffect transition="in" filter="dissolve">
                                      <p:cBhvr>
                                        <p:cTn id="25" dur="500"/>
                                        <p:tgtEl>
                                          <p:spTgt spid="913">
                                            <p:txEl>
                                              <p:pRg st="0" end="0"/>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1" fill="hold" nodeType="clickEffect">
                                  <p:stCondLst>
                                    <p:cond delay="0"/>
                                  </p:stCondLst>
                                  <p:childTnLst>
                                    <p:set>
                                      <p:cBhvr>
                                        <p:cTn id="29" dur="1" fill="hold">
                                          <p:stCondLst>
                                            <p:cond delay="0"/>
                                          </p:stCondLst>
                                        </p:cTn>
                                        <p:tgtEl>
                                          <p:spTgt spid="927"/>
                                        </p:tgtEl>
                                        <p:attrNameLst>
                                          <p:attrName>style.visibility</p:attrName>
                                        </p:attrNameLst>
                                      </p:cBhvr>
                                      <p:to>
                                        <p:strVal val="visible"/>
                                      </p:to>
                                    </p:set>
                                    <p:animEffect transition="in" filter="wipe(up)">
                                      <p:cBhvr>
                                        <p:cTn id="30" dur="500"/>
                                        <p:tgtEl>
                                          <p:spTgt spid="927"/>
                                        </p:tgtEl>
                                      </p:cBhvr>
                                    </p:animEffect>
                                  </p:childTnLst>
                                </p:cTn>
                              </p:par>
                              <p:par>
                                <p:cTn id="31" presetID="9" presetClass="entr" presetSubtype="0" fill="hold" grpId="0" nodeType="withEffect">
                                  <p:stCondLst>
                                    <p:cond delay="0"/>
                                  </p:stCondLst>
                                  <p:childTnLst>
                                    <p:set>
                                      <p:cBhvr>
                                        <p:cTn id="32" dur="1" fill="hold">
                                          <p:stCondLst>
                                            <p:cond delay="0"/>
                                          </p:stCondLst>
                                        </p:cTn>
                                        <p:tgtEl>
                                          <p:spTgt spid="1022"/>
                                        </p:tgtEl>
                                        <p:attrNameLst>
                                          <p:attrName>style.visibility</p:attrName>
                                        </p:attrNameLst>
                                      </p:cBhvr>
                                      <p:to>
                                        <p:strVal val="visible"/>
                                      </p:to>
                                    </p:set>
                                    <p:animEffect transition="in" filter="dissolve">
                                      <p:cBhvr>
                                        <p:cTn id="33" dur="500"/>
                                        <p:tgtEl>
                                          <p:spTgt spid="1022"/>
                                        </p:tgtEl>
                                      </p:cBhvr>
                                    </p:animEffect>
                                  </p:childTnLst>
                                </p:cTn>
                              </p:par>
                            </p:childTnLst>
                          </p:cTn>
                        </p:par>
                      </p:childTnLst>
                    </p:cTn>
                  </p:par>
                  <p:par>
                    <p:cTn id="34" fill="hold">
                      <p:stCondLst>
                        <p:cond delay="indefinite"/>
                      </p:stCondLst>
                      <p:childTnLst>
                        <p:par>
                          <p:cTn id="35" fill="hold">
                            <p:stCondLst>
                              <p:cond delay="0"/>
                            </p:stCondLst>
                            <p:childTnLst>
                              <p:par>
                                <p:cTn id="36" presetID="1" presetClass="exit" presetSubtype="0" fill="hold" nodeType="clickEffect">
                                  <p:stCondLst>
                                    <p:cond delay="0"/>
                                  </p:stCondLst>
                                  <p:childTnLst>
                                    <p:set>
                                      <p:cBhvr>
                                        <p:cTn id="37" dur="1" fill="hold">
                                          <p:stCondLst>
                                            <p:cond delay="0"/>
                                          </p:stCondLst>
                                        </p:cTn>
                                        <p:tgtEl>
                                          <p:spTgt spid="924"/>
                                        </p:tgtEl>
                                        <p:attrNameLst>
                                          <p:attrName>style.visibility</p:attrName>
                                        </p:attrNameLst>
                                      </p:cBhvr>
                                      <p:to>
                                        <p:strVal val="hidden"/>
                                      </p:to>
                                    </p:set>
                                  </p:childTnLst>
                                </p:cTn>
                              </p:par>
                              <p:par>
                                <p:cTn id="38" presetID="1" presetClass="exit" presetSubtype="0" fill="hold" nodeType="withEffect">
                                  <p:stCondLst>
                                    <p:cond delay="0"/>
                                  </p:stCondLst>
                                  <p:childTnLst>
                                    <p:set>
                                      <p:cBhvr>
                                        <p:cTn id="39" dur="1" fill="hold">
                                          <p:stCondLst>
                                            <p:cond delay="0"/>
                                          </p:stCondLst>
                                        </p:cTn>
                                        <p:tgtEl>
                                          <p:spTgt spid="927"/>
                                        </p:tgtEl>
                                        <p:attrNameLst>
                                          <p:attrName>style.visibility</p:attrName>
                                        </p:attrNameLst>
                                      </p:cBhvr>
                                      <p:to>
                                        <p:strVal val="hidden"/>
                                      </p:to>
                                    </p:set>
                                  </p:childTnLst>
                                </p:cTn>
                              </p:par>
                            </p:childTnLst>
                          </p:cTn>
                        </p:par>
                        <p:par>
                          <p:cTn id="40" fill="hold">
                            <p:stCondLst>
                              <p:cond delay="0"/>
                            </p:stCondLst>
                            <p:childTnLst>
                              <p:par>
                                <p:cTn id="41" presetID="1" presetClass="entr" presetSubtype="0" fill="hold" nodeType="afterEffect">
                                  <p:stCondLst>
                                    <p:cond delay="0"/>
                                  </p:stCondLst>
                                  <p:childTnLst>
                                    <p:set>
                                      <p:cBhvr>
                                        <p:cTn id="42" dur="1" fill="hold">
                                          <p:stCondLst>
                                            <p:cond delay="0"/>
                                          </p:stCondLst>
                                        </p:cTn>
                                        <p:tgtEl>
                                          <p:spTgt spid="960"/>
                                        </p:tgtEl>
                                        <p:attrNameLst>
                                          <p:attrName>style.visibility</p:attrName>
                                        </p:attrNameLst>
                                      </p:cBhvr>
                                      <p:to>
                                        <p:strVal val="visible"/>
                                      </p:to>
                                    </p:set>
                                  </p:childTnLst>
                                </p:cTn>
                              </p:par>
                              <p:par>
                                <p:cTn id="43" presetID="9" presetClass="entr" presetSubtype="0" fill="hold" grpId="0" nodeType="withEffect">
                                  <p:stCondLst>
                                    <p:cond delay="0"/>
                                  </p:stCondLst>
                                  <p:childTnLst>
                                    <p:set>
                                      <p:cBhvr>
                                        <p:cTn id="44" dur="1" fill="hold">
                                          <p:stCondLst>
                                            <p:cond delay="0"/>
                                          </p:stCondLst>
                                        </p:cTn>
                                        <p:tgtEl>
                                          <p:spTgt spid="1023"/>
                                        </p:tgtEl>
                                        <p:attrNameLst>
                                          <p:attrName>style.visibility</p:attrName>
                                        </p:attrNameLst>
                                      </p:cBhvr>
                                      <p:to>
                                        <p:strVal val="visible"/>
                                      </p:to>
                                    </p:set>
                                    <p:animEffect transition="in" filter="dissolve">
                                      <p:cBhvr>
                                        <p:cTn id="45" dur="500"/>
                                        <p:tgtEl>
                                          <p:spTgt spid="1023"/>
                                        </p:tgtEl>
                                      </p:cBhvr>
                                    </p:animEffect>
                                  </p:childTnLst>
                                </p:cTn>
                              </p:par>
                            </p:childTnLst>
                          </p:cTn>
                        </p:par>
                        <p:par>
                          <p:cTn id="46" fill="hold">
                            <p:stCondLst>
                              <p:cond delay="500"/>
                            </p:stCondLst>
                            <p:childTnLst>
                              <p:par>
                                <p:cTn id="47" presetID="0" presetClass="path" presetSubtype="0" accel="50000" decel="50000" fill="hold" nodeType="afterEffect">
                                  <p:stCondLst>
                                    <p:cond delay="0"/>
                                  </p:stCondLst>
                                  <p:childTnLst>
                                    <p:animMotion origin="layout" path="M -0.00026 3.7037E-6 L 0.22748 0.00416 L 0.10834 0.27291 L -0.0181 0.27129 " pathEditMode="relative" rAng="0" ptsTypes="AAAA">
                                      <p:cBhvr>
                                        <p:cTn id="48" dur="2000" fill="hold"/>
                                        <p:tgtEl>
                                          <p:spTgt spid="960"/>
                                        </p:tgtEl>
                                        <p:attrNameLst>
                                          <p:attrName>ppt_x</p:attrName>
                                          <p:attrName>ppt_y</p:attrName>
                                        </p:attrNameLst>
                                      </p:cBhvr>
                                      <p:rCtr x="10495" y="13634"/>
                                    </p:animMotion>
                                  </p:childTnLst>
                                </p:cTn>
                              </p:par>
                            </p:childTnLst>
                          </p:cTn>
                        </p:par>
                        <p:par>
                          <p:cTn id="49" fill="hold">
                            <p:stCondLst>
                              <p:cond delay="2500"/>
                            </p:stCondLst>
                            <p:childTnLst>
                              <p:par>
                                <p:cTn id="50" presetID="22" presetClass="entr" presetSubtype="2" fill="hold" nodeType="afterEffect">
                                  <p:stCondLst>
                                    <p:cond delay="0"/>
                                  </p:stCondLst>
                                  <p:childTnLst>
                                    <p:set>
                                      <p:cBhvr>
                                        <p:cTn id="51" dur="1" fill="hold">
                                          <p:stCondLst>
                                            <p:cond delay="0"/>
                                          </p:stCondLst>
                                        </p:cTn>
                                        <p:tgtEl>
                                          <p:spTgt spid="974"/>
                                        </p:tgtEl>
                                        <p:attrNameLst>
                                          <p:attrName>style.visibility</p:attrName>
                                        </p:attrNameLst>
                                      </p:cBhvr>
                                      <p:to>
                                        <p:strVal val="visible"/>
                                      </p:to>
                                    </p:set>
                                    <p:animEffect transition="in" filter="wipe(right)">
                                      <p:cBhvr>
                                        <p:cTn id="52" dur="500"/>
                                        <p:tgtEl>
                                          <p:spTgt spid="974"/>
                                        </p:tgtEl>
                                      </p:cBhvr>
                                    </p:animEffect>
                                  </p:childTnLst>
                                </p:cTn>
                              </p:par>
                            </p:childTnLst>
                          </p:cTn>
                        </p:par>
                      </p:childTnLst>
                    </p:cTn>
                  </p:par>
                  <p:par>
                    <p:cTn id="53" fill="hold">
                      <p:stCondLst>
                        <p:cond delay="indefinite"/>
                      </p:stCondLst>
                      <p:childTnLst>
                        <p:par>
                          <p:cTn id="54" fill="hold">
                            <p:stCondLst>
                              <p:cond delay="0"/>
                            </p:stCondLst>
                            <p:childTnLst>
                              <p:par>
                                <p:cTn id="55" presetID="1" presetClass="exit" presetSubtype="0" fill="hold" nodeType="clickEffect">
                                  <p:stCondLst>
                                    <p:cond delay="0"/>
                                  </p:stCondLst>
                                  <p:childTnLst>
                                    <p:set>
                                      <p:cBhvr>
                                        <p:cTn id="56" dur="1" fill="hold">
                                          <p:stCondLst>
                                            <p:cond delay="0"/>
                                          </p:stCondLst>
                                        </p:cTn>
                                        <p:tgtEl>
                                          <p:spTgt spid="960"/>
                                        </p:tgtEl>
                                        <p:attrNameLst>
                                          <p:attrName>style.visibility</p:attrName>
                                        </p:attrNameLst>
                                      </p:cBhvr>
                                      <p:to>
                                        <p:strVal val="hidden"/>
                                      </p:to>
                                    </p:set>
                                  </p:childTnLst>
                                </p:cTn>
                              </p:par>
                            </p:childTnLst>
                          </p:cTn>
                        </p:par>
                        <p:par>
                          <p:cTn id="57" fill="hold">
                            <p:stCondLst>
                              <p:cond delay="0"/>
                            </p:stCondLst>
                            <p:childTnLst>
                              <p:par>
                                <p:cTn id="58" presetID="22" presetClass="entr" presetSubtype="4" fill="hold" nodeType="afterEffect">
                                  <p:stCondLst>
                                    <p:cond delay="0"/>
                                  </p:stCondLst>
                                  <p:childTnLst>
                                    <p:set>
                                      <p:cBhvr>
                                        <p:cTn id="59" dur="1" fill="hold">
                                          <p:stCondLst>
                                            <p:cond delay="0"/>
                                          </p:stCondLst>
                                        </p:cTn>
                                        <p:tgtEl>
                                          <p:spTgt spid="983"/>
                                        </p:tgtEl>
                                        <p:attrNameLst>
                                          <p:attrName>style.visibility</p:attrName>
                                        </p:attrNameLst>
                                      </p:cBhvr>
                                      <p:to>
                                        <p:strVal val="visible"/>
                                      </p:to>
                                    </p:set>
                                    <p:animEffect transition="in" filter="wipe(down)">
                                      <p:cBhvr>
                                        <p:cTn id="60" dur="1000"/>
                                        <p:tgtEl>
                                          <p:spTgt spid="983"/>
                                        </p:tgtEl>
                                      </p:cBhvr>
                                    </p:animEffect>
                                  </p:childTnLst>
                                </p:cTn>
                              </p:par>
                            </p:childTnLst>
                          </p:cTn>
                        </p:par>
                        <p:par>
                          <p:cTn id="61" fill="hold">
                            <p:stCondLst>
                              <p:cond delay="1000"/>
                            </p:stCondLst>
                            <p:childTnLst>
                              <p:par>
                                <p:cTn id="62" presetID="1" presetClass="exit" presetSubtype="0" fill="hold" nodeType="afterEffect">
                                  <p:stCondLst>
                                    <p:cond delay="1000"/>
                                  </p:stCondLst>
                                  <p:childTnLst>
                                    <p:set>
                                      <p:cBhvr>
                                        <p:cTn id="63" dur="1" fill="hold">
                                          <p:stCondLst>
                                            <p:cond delay="0"/>
                                          </p:stCondLst>
                                        </p:cTn>
                                        <p:tgtEl>
                                          <p:spTgt spid="983"/>
                                        </p:tgtEl>
                                        <p:attrNameLst>
                                          <p:attrName>style.visibility</p:attrName>
                                        </p:attrNameLst>
                                      </p:cBhvr>
                                      <p:to>
                                        <p:strVal val="hidden"/>
                                      </p:to>
                                    </p:set>
                                  </p:childTnLst>
                                </p:cTn>
                              </p:par>
                              <p:par>
                                <p:cTn id="64" presetID="9" presetClass="entr" presetSubtype="0" fill="hold" grpId="0" nodeType="withEffect">
                                  <p:stCondLst>
                                    <p:cond delay="0"/>
                                  </p:stCondLst>
                                  <p:childTnLst>
                                    <p:set>
                                      <p:cBhvr>
                                        <p:cTn id="65" dur="1" fill="hold">
                                          <p:stCondLst>
                                            <p:cond delay="0"/>
                                          </p:stCondLst>
                                        </p:cTn>
                                        <p:tgtEl>
                                          <p:spTgt spid="1024"/>
                                        </p:tgtEl>
                                        <p:attrNameLst>
                                          <p:attrName>style.visibility</p:attrName>
                                        </p:attrNameLst>
                                      </p:cBhvr>
                                      <p:to>
                                        <p:strVal val="visible"/>
                                      </p:to>
                                    </p:set>
                                    <p:animEffect transition="in" filter="dissolve">
                                      <p:cBhvr>
                                        <p:cTn id="66" dur="500"/>
                                        <p:tgtEl>
                                          <p:spTgt spid="1024"/>
                                        </p:tgtEl>
                                      </p:cBhvr>
                                    </p:animEffect>
                                  </p:childTnLst>
                                </p:cTn>
                              </p:par>
                              <p:par>
                                <p:cTn id="67" presetID="1" presetClass="entr" presetSubtype="0" fill="hold" nodeType="withEffect">
                                  <p:stCondLst>
                                    <p:cond delay="1000"/>
                                  </p:stCondLst>
                                  <p:childTnLst>
                                    <p:set>
                                      <p:cBhvr>
                                        <p:cTn id="68" dur="1" fill="hold">
                                          <p:stCondLst>
                                            <p:cond delay="0"/>
                                          </p:stCondLst>
                                        </p:cTn>
                                        <p:tgtEl>
                                          <p:spTgt spid="10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800" grpId="0"/>
      <p:bldP spid="913" grpId="0" build="p"/>
      <p:bldP spid="1022" grpId="0"/>
      <p:bldP spid="1023" grpId="0"/>
      <p:bldP spid="1024"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FAC08B47-1C0E-5D48-A9ED-A80A9C43504C}"/>
              </a:ext>
            </a:extLst>
          </p:cNvPr>
          <p:cNvSpPr>
            <a:spLocks noGrp="1"/>
          </p:cNvSpPr>
          <p:nvPr>
            <p:ph type="title"/>
          </p:nvPr>
        </p:nvSpPr>
        <p:spPr>
          <a:xfrm>
            <a:off x="811306" y="303903"/>
            <a:ext cx="10515600" cy="894622"/>
          </a:xfrm>
        </p:spPr>
        <p:txBody>
          <a:bodyPr/>
          <a:lstStyle/>
          <a:p>
            <a:r>
              <a:rPr lang="en-US" dirty="0"/>
              <a:t>A day in the life: connecting to the Internet</a:t>
            </a:r>
          </a:p>
        </p:txBody>
      </p:sp>
      <p:sp>
        <p:nvSpPr>
          <p:cNvPr id="5" name="Slide Number Placeholder 4">
            <a:extLst>
              <a:ext uri="{FF2B5EF4-FFF2-40B4-BE49-F238E27FC236}">
                <a16:creationId xmlns:a16="http://schemas.microsoft.com/office/drawing/2014/main" id="{818B350A-665A-4B4E-8611-F7A0C3B2DC51}"/>
              </a:ext>
            </a:extLst>
          </p:cNvPr>
          <p:cNvSpPr>
            <a:spLocks noGrp="1"/>
          </p:cNvSpPr>
          <p:nvPr>
            <p:ph type="sldNum" sz="quarter" idx="4"/>
          </p:nvPr>
        </p:nvSpPr>
        <p:spPr/>
        <p:txBody>
          <a:bodyPr/>
          <a:lstStyle/>
          <a:p>
            <a:r>
              <a:rPr lang="en-US" dirty="0"/>
              <a:t>Link Layer: 6-</a:t>
            </a:r>
            <a:fld id="{C4204591-24BD-A542-B9D5-F8D8A88D2FEE}" type="slidenum">
              <a:rPr lang="en-US" smtClean="0"/>
              <a:pPr/>
              <a:t>29</a:t>
            </a:fld>
            <a:endParaRPr lang="en-US" dirty="0"/>
          </a:p>
        </p:txBody>
      </p:sp>
      <p:sp>
        <p:nvSpPr>
          <p:cNvPr id="295" name="Freeform 3">
            <a:extLst>
              <a:ext uri="{FF2B5EF4-FFF2-40B4-BE49-F238E27FC236}">
                <a16:creationId xmlns:a16="http://schemas.microsoft.com/office/drawing/2014/main" id="{DF7BB4DC-D674-5D48-AD3D-92259D4E8719}"/>
              </a:ext>
            </a:extLst>
          </p:cNvPr>
          <p:cNvSpPr>
            <a:spLocks/>
          </p:cNvSpPr>
          <p:nvPr/>
        </p:nvSpPr>
        <p:spPr bwMode="auto">
          <a:xfrm>
            <a:off x="691870" y="1878292"/>
            <a:ext cx="3554412" cy="2754313"/>
          </a:xfrm>
          <a:custGeom>
            <a:avLst/>
            <a:gdLst>
              <a:gd name="T0" fmla="*/ 2147483647 w 2406"/>
              <a:gd name="T1" fmla="*/ 2147483647 h 958"/>
              <a:gd name="T2" fmla="*/ 2147483647 w 2406"/>
              <a:gd name="T3" fmla="*/ 2147483647 h 958"/>
              <a:gd name="T4" fmla="*/ 2147483647 w 2406"/>
              <a:gd name="T5" fmla="*/ 2147483647 h 958"/>
              <a:gd name="T6" fmla="*/ 2147483647 w 2406"/>
              <a:gd name="T7" fmla="*/ 2147483647 h 958"/>
              <a:gd name="T8" fmla="*/ 2147483647 w 2406"/>
              <a:gd name="T9" fmla="*/ 2147483647 h 958"/>
              <a:gd name="T10" fmla="*/ 2147483647 w 2406"/>
              <a:gd name="T11" fmla="*/ 2147483647 h 958"/>
              <a:gd name="T12" fmla="*/ 2147483647 w 2406"/>
              <a:gd name="T13" fmla="*/ 2147483647 h 958"/>
              <a:gd name="T14" fmla="*/ 2147483647 w 2406"/>
              <a:gd name="T15" fmla="*/ 2147483647 h 958"/>
              <a:gd name="T16" fmla="*/ 2147483647 w 2406"/>
              <a:gd name="T17" fmla="*/ 2147483647 h 958"/>
              <a:gd name="T18" fmla="*/ 2147483647 w 2406"/>
              <a:gd name="T19" fmla="*/ 2147483647 h 958"/>
              <a:gd name="T20" fmla="*/ 2147483647 w 2406"/>
              <a:gd name="T21" fmla="*/ 2147483647 h 958"/>
              <a:gd name="T22" fmla="*/ 2147483647 w 2406"/>
              <a:gd name="T23" fmla="*/ 2147483647 h 958"/>
              <a:gd name="T24" fmla="*/ 2147483647 w 2406"/>
              <a:gd name="T25" fmla="*/ 2147483647 h 95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406"/>
              <a:gd name="T40" fmla="*/ 0 h 958"/>
              <a:gd name="T41" fmla="*/ 2406 w 2406"/>
              <a:gd name="T42" fmla="*/ 958 h 95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406" h="958">
                <a:moveTo>
                  <a:pt x="2192" y="274"/>
                </a:moveTo>
                <a:cubicBezTo>
                  <a:pt x="1978" y="94"/>
                  <a:pt x="1990" y="122"/>
                  <a:pt x="1857" y="77"/>
                </a:cubicBezTo>
                <a:cubicBezTo>
                  <a:pt x="1724" y="32"/>
                  <a:pt x="1584" y="0"/>
                  <a:pt x="1393" y="7"/>
                </a:cubicBezTo>
                <a:cubicBezTo>
                  <a:pt x="1202" y="14"/>
                  <a:pt x="898" y="84"/>
                  <a:pt x="713" y="122"/>
                </a:cubicBezTo>
                <a:cubicBezTo>
                  <a:pt x="528" y="160"/>
                  <a:pt x="395" y="168"/>
                  <a:pt x="280" y="234"/>
                </a:cubicBezTo>
                <a:cubicBezTo>
                  <a:pt x="166" y="301"/>
                  <a:pt x="52" y="432"/>
                  <a:pt x="26" y="522"/>
                </a:cubicBezTo>
                <a:cubicBezTo>
                  <a:pt x="0" y="612"/>
                  <a:pt x="81" y="711"/>
                  <a:pt x="122" y="773"/>
                </a:cubicBezTo>
                <a:cubicBezTo>
                  <a:pt x="163" y="835"/>
                  <a:pt x="99" y="877"/>
                  <a:pt x="273" y="894"/>
                </a:cubicBezTo>
                <a:cubicBezTo>
                  <a:pt x="447" y="911"/>
                  <a:pt x="938" y="866"/>
                  <a:pt x="1169" y="876"/>
                </a:cubicBezTo>
                <a:cubicBezTo>
                  <a:pt x="1400" y="886"/>
                  <a:pt x="1499" y="950"/>
                  <a:pt x="1659" y="954"/>
                </a:cubicBezTo>
                <a:cubicBezTo>
                  <a:pt x="1819" y="958"/>
                  <a:pt x="2014" y="958"/>
                  <a:pt x="2129" y="897"/>
                </a:cubicBezTo>
                <a:cubicBezTo>
                  <a:pt x="2244" y="836"/>
                  <a:pt x="2327" y="856"/>
                  <a:pt x="2350" y="591"/>
                </a:cubicBezTo>
                <a:cubicBezTo>
                  <a:pt x="2373" y="326"/>
                  <a:pt x="2406" y="454"/>
                  <a:pt x="2192" y="274"/>
                </a:cubicBezTo>
                <a:close/>
              </a:path>
            </a:pathLst>
          </a:custGeom>
          <a:solidFill>
            <a:srgbClr val="9CE0FA"/>
          </a:soli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p>
            <a:pPr eaLnBrk="0" fontAlgn="base" hangingPunct="0">
              <a:spcBef>
                <a:spcPct val="0"/>
              </a:spcBef>
              <a:spcAft>
                <a:spcPct val="0"/>
              </a:spcAft>
            </a:pPr>
            <a:endParaRPr lang="en-US" dirty="0">
              <a:solidFill>
                <a:srgbClr val="000000"/>
              </a:solidFill>
              <a:latin typeface="Arial" charset="0"/>
              <a:ea typeface="ＭＳ Ｐゴシック" charset="0"/>
            </a:endParaRPr>
          </a:p>
        </p:txBody>
      </p:sp>
      <p:sp>
        <p:nvSpPr>
          <p:cNvPr id="327" name="Line 36">
            <a:extLst>
              <a:ext uri="{FF2B5EF4-FFF2-40B4-BE49-F238E27FC236}">
                <a16:creationId xmlns:a16="http://schemas.microsoft.com/office/drawing/2014/main" id="{57A4B698-E5A9-CC49-A803-B00E5B0F4E5B}"/>
              </a:ext>
            </a:extLst>
          </p:cNvPr>
          <p:cNvSpPr>
            <a:spLocks noChangeShapeType="1"/>
          </p:cNvSpPr>
          <p:nvPr/>
        </p:nvSpPr>
        <p:spPr bwMode="auto">
          <a:xfrm flipV="1">
            <a:off x="3693832" y="2949855"/>
            <a:ext cx="155575" cy="142875"/>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lstStyle/>
          <a:p>
            <a:pPr eaLnBrk="0" fontAlgn="base" hangingPunct="0">
              <a:spcBef>
                <a:spcPct val="0"/>
              </a:spcBef>
              <a:spcAft>
                <a:spcPct val="0"/>
              </a:spcAft>
            </a:pPr>
            <a:endParaRPr lang="en-US" dirty="0">
              <a:solidFill>
                <a:srgbClr val="000000"/>
              </a:solidFill>
              <a:latin typeface="Arial" charset="0"/>
              <a:ea typeface="ＭＳ Ｐゴシック" charset="0"/>
            </a:endParaRPr>
          </a:p>
        </p:txBody>
      </p:sp>
      <p:sp>
        <p:nvSpPr>
          <p:cNvPr id="328" name="Line 43">
            <a:extLst>
              <a:ext uri="{FF2B5EF4-FFF2-40B4-BE49-F238E27FC236}">
                <a16:creationId xmlns:a16="http://schemas.microsoft.com/office/drawing/2014/main" id="{4299F198-F6BC-D84B-A132-247DE12D88BC}"/>
              </a:ext>
            </a:extLst>
          </p:cNvPr>
          <p:cNvSpPr>
            <a:spLocks noChangeShapeType="1"/>
          </p:cNvSpPr>
          <p:nvPr/>
        </p:nvSpPr>
        <p:spPr bwMode="auto">
          <a:xfrm flipV="1">
            <a:off x="2584170" y="3122892"/>
            <a:ext cx="695325" cy="0"/>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lstStyle/>
          <a:p>
            <a:pPr eaLnBrk="0" fontAlgn="base" hangingPunct="0">
              <a:spcBef>
                <a:spcPct val="0"/>
              </a:spcBef>
              <a:spcAft>
                <a:spcPct val="0"/>
              </a:spcAft>
            </a:pPr>
            <a:endParaRPr lang="en-US" dirty="0">
              <a:solidFill>
                <a:srgbClr val="000000"/>
              </a:solidFill>
              <a:latin typeface="Arial" charset="0"/>
              <a:ea typeface="ＭＳ Ｐゴシック" charset="0"/>
            </a:endParaRPr>
          </a:p>
        </p:txBody>
      </p:sp>
      <p:sp>
        <p:nvSpPr>
          <p:cNvPr id="329" name="Line 44">
            <a:extLst>
              <a:ext uri="{FF2B5EF4-FFF2-40B4-BE49-F238E27FC236}">
                <a16:creationId xmlns:a16="http://schemas.microsoft.com/office/drawing/2014/main" id="{DC9B9DDD-57B4-5C47-B709-CC1E60CA572F}"/>
              </a:ext>
            </a:extLst>
          </p:cNvPr>
          <p:cNvSpPr>
            <a:spLocks noChangeShapeType="1"/>
          </p:cNvSpPr>
          <p:nvPr/>
        </p:nvSpPr>
        <p:spPr bwMode="auto">
          <a:xfrm flipV="1">
            <a:off x="3843057" y="2806980"/>
            <a:ext cx="138113" cy="142875"/>
          </a:xfrm>
          <a:prstGeom prst="line">
            <a:avLst/>
          </a:prstGeom>
          <a:noFill/>
          <a:ln w="9525">
            <a:solidFill>
              <a:srgbClr val="000000"/>
            </a:solidFill>
            <a:prstDash val="dash"/>
            <a:round/>
            <a:headEnd/>
            <a:tailEnd/>
          </a:ln>
          <a:extLst>
            <a:ext uri="{909E8E84-426E-40dd-AFC4-6F175D3DCCD1}">
              <a14:hiddenFill xmlns:a14="http://schemas.microsoft.com/office/drawing/2010/main" xmlns="">
                <a:noFill/>
              </a14:hiddenFill>
            </a:ext>
          </a:extLst>
        </p:spPr>
        <p:txBody>
          <a:bodyPr/>
          <a:lstStyle/>
          <a:p>
            <a:pPr eaLnBrk="0" fontAlgn="base" hangingPunct="0">
              <a:spcBef>
                <a:spcPct val="0"/>
              </a:spcBef>
              <a:spcAft>
                <a:spcPct val="0"/>
              </a:spcAft>
            </a:pPr>
            <a:endParaRPr lang="en-US" dirty="0">
              <a:solidFill>
                <a:srgbClr val="000000"/>
              </a:solidFill>
              <a:latin typeface="Arial" charset="0"/>
              <a:ea typeface="ＭＳ Ｐゴシック" charset="0"/>
            </a:endParaRPr>
          </a:p>
        </p:txBody>
      </p:sp>
      <p:sp>
        <p:nvSpPr>
          <p:cNvPr id="330" name="Line 48">
            <a:extLst>
              <a:ext uri="{FF2B5EF4-FFF2-40B4-BE49-F238E27FC236}">
                <a16:creationId xmlns:a16="http://schemas.microsoft.com/office/drawing/2014/main" id="{4DEE8A35-1100-9F4E-9ADC-43B2758E16DA}"/>
              </a:ext>
            </a:extLst>
          </p:cNvPr>
          <p:cNvSpPr>
            <a:spLocks noChangeShapeType="1"/>
          </p:cNvSpPr>
          <p:nvPr/>
        </p:nvSpPr>
        <p:spPr bwMode="auto">
          <a:xfrm flipV="1">
            <a:off x="3198532" y="3341967"/>
            <a:ext cx="512763" cy="612775"/>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lstStyle/>
          <a:p>
            <a:pPr eaLnBrk="0" fontAlgn="base" hangingPunct="0">
              <a:spcBef>
                <a:spcPct val="0"/>
              </a:spcBef>
              <a:spcAft>
                <a:spcPct val="0"/>
              </a:spcAft>
            </a:pPr>
            <a:endParaRPr lang="en-US" dirty="0">
              <a:solidFill>
                <a:srgbClr val="000000"/>
              </a:solidFill>
              <a:latin typeface="Arial" charset="0"/>
              <a:ea typeface="ＭＳ Ｐゴシック" charset="0"/>
            </a:endParaRPr>
          </a:p>
        </p:txBody>
      </p:sp>
      <p:sp>
        <p:nvSpPr>
          <p:cNvPr id="349" name="Line 68">
            <a:extLst>
              <a:ext uri="{FF2B5EF4-FFF2-40B4-BE49-F238E27FC236}">
                <a16:creationId xmlns:a16="http://schemas.microsoft.com/office/drawing/2014/main" id="{A048E1EF-0C69-8847-A36A-ADFF266EF630}"/>
              </a:ext>
            </a:extLst>
          </p:cNvPr>
          <p:cNvSpPr>
            <a:spLocks noChangeShapeType="1"/>
          </p:cNvSpPr>
          <p:nvPr/>
        </p:nvSpPr>
        <p:spPr bwMode="auto">
          <a:xfrm flipV="1">
            <a:off x="3670020" y="4087905"/>
            <a:ext cx="512015" cy="181161"/>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lstStyle/>
          <a:p>
            <a:pPr eaLnBrk="0" fontAlgn="base" hangingPunct="0">
              <a:spcBef>
                <a:spcPct val="0"/>
              </a:spcBef>
              <a:spcAft>
                <a:spcPct val="0"/>
              </a:spcAft>
            </a:pPr>
            <a:endParaRPr lang="en-US" dirty="0">
              <a:solidFill>
                <a:srgbClr val="000000"/>
              </a:solidFill>
              <a:latin typeface="Arial" charset="0"/>
              <a:ea typeface="ＭＳ Ｐゴシック" charset="0"/>
            </a:endParaRPr>
          </a:p>
        </p:txBody>
      </p:sp>
      <p:grpSp>
        <p:nvGrpSpPr>
          <p:cNvPr id="581" name="Group 580">
            <a:extLst>
              <a:ext uri="{FF2B5EF4-FFF2-40B4-BE49-F238E27FC236}">
                <a16:creationId xmlns:a16="http://schemas.microsoft.com/office/drawing/2014/main" id="{4D6B2B90-1080-3C45-8723-93F56B08E56C}"/>
              </a:ext>
            </a:extLst>
          </p:cNvPr>
          <p:cNvGrpSpPr/>
          <p:nvPr/>
        </p:nvGrpSpPr>
        <p:grpSpPr>
          <a:xfrm>
            <a:off x="3087416" y="2965438"/>
            <a:ext cx="960147" cy="436668"/>
            <a:chOff x="3668110" y="2448910"/>
            <a:chExt cx="3794234" cy="2165130"/>
          </a:xfrm>
        </p:grpSpPr>
        <p:sp>
          <p:nvSpPr>
            <p:cNvPr id="582" name="Rectangle 581">
              <a:extLst>
                <a:ext uri="{FF2B5EF4-FFF2-40B4-BE49-F238E27FC236}">
                  <a16:creationId xmlns:a16="http://schemas.microsoft.com/office/drawing/2014/main" id="{B1476A90-F591-974E-B11C-39A30B0F987B}"/>
                </a:ext>
              </a:extLst>
            </p:cNvPr>
            <p:cNvSpPr/>
            <p:nvPr/>
          </p:nvSpPr>
          <p:spPr>
            <a:xfrm>
              <a:off x="3668110" y="3741409"/>
              <a:ext cx="3780587" cy="872631"/>
            </a:xfrm>
            <a:prstGeom prst="rect">
              <a:avLst/>
            </a:prstGeom>
            <a:gradFill>
              <a:gsLst>
                <a:gs pos="0">
                  <a:srgbClr val="B8C2C9"/>
                </a:gs>
                <a:gs pos="21000">
                  <a:schemeClr val="bg1"/>
                </a:gs>
                <a:gs pos="60000">
                  <a:srgbClr val="D6DCE0"/>
                </a:gs>
                <a:gs pos="100000">
                  <a:srgbClr val="B8C2C9"/>
                </a:gs>
              </a:gsLst>
              <a:lin ang="0" scaled="0"/>
            </a:gra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83" name="Freeform 582">
              <a:extLst>
                <a:ext uri="{FF2B5EF4-FFF2-40B4-BE49-F238E27FC236}">
                  <a16:creationId xmlns:a16="http://schemas.microsoft.com/office/drawing/2014/main" id="{FAF65266-E375-3A4E-8042-0B0D6B8CFA60}"/>
                </a:ext>
              </a:extLst>
            </p:cNvPr>
            <p:cNvSpPr/>
            <p:nvPr/>
          </p:nvSpPr>
          <p:spPr>
            <a:xfrm>
              <a:off x="3678620" y="2448910"/>
              <a:ext cx="3783724" cy="1324303"/>
            </a:xfrm>
            <a:custGeom>
              <a:avLst/>
              <a:gdLst>
                <a:gd name="connsiteX0" fmla="*/ 0 w 3783724"/>
                <a:gd name="connsiteY0" fmla="*/ 1313793 h 1324303"/>
                <a:gd name="connsiteX1" fmla="*/ 0 w 3783724"/>
                <a:gd name="connsiteY1" fmla="*/ 1313793 h 1324303"/>
                <a:gd name="connsiteX2" fmla="*/ 252248 w 3783724"/>
                <a:gd name="connsiteY2" fmla="*/ 0 h 1324303"/>
                <a:gd name="connsiteX3" fmla="*/ 3415862 w 3783724"/>
                <a:gd name="connsiteY3" fmla="*/ 21020 h 1324303"/>
                <a:gd name="connsiteX4" fmla="*/ 3783724 w 3783724"/>
                <a:gd name="connsiteY4" fmla="*/ 1324303 h 1324303"/>
                <a:gd name="connsiteX5" fmla="*/ 0 w 3783724"/>
                <a:gd name="connsiteY5" fmla="*/ 1313793 h 1324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83724" h="1324303">
                  <a:moveTo>
                    <a:pt x="0" y="1313793"/>
                  </a:moveTo>
                  <a:lnTo>
                    <a:pt x="0" y="1313793"/>
                  </a:lnTo>
                  <a:lnTo>
                    <a:pt x="252248" y="0"/>
                  </a:lnTo>
                  <a:lnTo>
                    <a:pt x="3415862" y="21020"/>
                  </a:lnTo>
                  <a:lnTo>
                    <a:pt x="3783724" y="1324303"/>
                  </a:lnTo>
                  <a:lnTo>
                    <a:pt x="0" y="1313793"/>
                  </a:lnTo>
                  <a:close/>
                </a:path>
              </a:pathLst>
            </a:cu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nvGrpSpPr>
            <p:cNvPr id="584" name="Group 583">
              <a:extLst>
                <a:ext uri="{FF2B5EF4-FFF2-40B4-BE49-F238E27FC236}">
                  <a16:creationId xmlns:a16="http://schemas.microsoft.com/office/drawing/2014/main" id="{A1FA9C68-339B-614C-9E34-CDEAC150A5DD}"/>
                </a:ext>
              </a:extLst>
            </p:cNvPr>
            <p:cNvGrpSpPr/>
            <p:nvPr/>
          </p:nvGrpSpPr>
          <p:grpSpPr>
            <a:xfrm>
              <a:off x="3941378" y="2603243"/>
              <a:ext cx="3202061" cy="1066110"/>
              <a:chOff x="7939341" y="3037317"/>
              <a:chExt cx="897649" cy="353919"/>
            </a:xfrm>
          </p:grpSpPr>
          <p:sp>
            <p:nvSpPr>
              <p:cNvPr id="585" name="Freeform 584">
                <a:extLst>
                  <a:ext uri="{FF2B5EF4-FFF2-40B4-BE49-F238E27FC236}">
                    <a16:creationId xmlns:a16="http://schemas.microsoft.com/office/drawing/2014/main" id="{D8C9439F-A149-D942-929A-18B7B9A8DCF4}"/>
                  </a:ext>
                </a:extLst>
              </p:cNvPr>
              <p:cNvSpPr/>
              <p:nvPr/>
            </p:nvSpPr>
            <p:spPr>
              <a:xfrm>
                <a:off x="7964170" y="30373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86" name="Freeform 585">
                <a:extLst>
                  <a:ext uri="{FF2B5EF4-FFF2-40B4-BE49-F238E27FC236}">
                    <a16:creationId xmlns:a16="http://schemas.microsoft.com/office/drawing/2014/main" id="{0C0CC8C6-CE81-EF42-BA4E-3A45D13E6CD2}"/>
                  </a:ext>
                </a:extLst>
              </p:cNvPr>
              <p:cNvSpPr/>
              <p:nvPr/>
            </p:nvSpPr>
            <p:spPr>
              <a:xfrm>
                <a:off x="8519948" y="32067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87" name="Freeform 586">
                <a:extLst>
                  <a:ext uri="{FF2B5EF4-FFF2-40B4-BE49-F238E27FC236}">
                    <a16:creationId xmlns:a16="http://schemas.microsoft.com/office/drawing/2014/main" id="{3E8C4D08-870E-A742-950E-F94FEE119597}"/>
                  </a:ext>
                </a:extLst>
              </p:cNvPr>
              <p:cNvSpPr/>
              <p:nvPr/>
            </p:nvSpPr>
            <p:spPr>
              <a:xfrm>
                <a:off x="7939341" y="32067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88" name="Freeform 587">
                <a:extLst>
                  <a:ext uri="{FF2B5EF4-FFF2-40B4-BE49-F238E27FC236}">
                    <a16:creationId xmlns:a16="http://schemas.microsoft.com/office/drawing/2014/main" id="{AF1A2733-0B79-E940-8171-436600A9A36D}"/>
                  </a:ext>
                </a:extLst>
              </p:cNvPr>
              <p:cNvSpPr/>
              <p:nvPr/>
            </p:nvSpPr>
            <p:spPr>
              <a:xfrm>
                <a:off x="8047413" y="31234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sp>
        <p:nvSpPr>
          <p:cNvPr id="638" name="Rectangle 37">
            <a:extLst>
              <a:ext uri="{FF2B5EF4-FFF2-40B4-BE49-F238E27FC236}">
                <a16:creationId xmlns:a16="http://schemas.microsoft.com/office/drawing/2014/main" id="{6E62C662-849A-5546-97FB-27C419E31ED7}"/>
              </a:ext>
            </a:extLst>
          </p:cNvPr>
          <p:cNvSpPr>
            <a:spLocks noChangeArrowheads="1"/>
          </p:cNvSpPr>
          <p:nvPr/>
        </p:nvSpPr>
        <p:spPr bwMode="auto">
          <a:xfrm rot="5400000">
            <a:off x="2648281" y="3003260"/>
            <a:ext cx="134168" cy="255587"/>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Comic Sans MS" pitchFamily="66" charset="0"/>
              <a:ea typeface="ＭＳ Ｐゴシック" charset="0"/>
            </a:endParaRPr>
          </a:p>
        </p:txBody>
      </p:sp>
      <p:sp>
        <p:nvSpPr>
          <p:cNvPr id="639" name="Rectangle 37">
            <a:extLst>
              <a:ext uri="{FF2B5EF4-FFF2-40B4-BE49-F238E27FC236}">
                <a16:creationId xmlns:a16="http://schemas.microsoft.com/office/drawing/2014/main" id="{CE5D4DD5-02BB-9C42-86C9-F0B5A6635376}"/>
              </a:ext>
            </a:extLst>
          </p:cNvPr>
          <p:cNvSpPr>
            <a:spLocks noChangeArrowheads="1"/>
          </p:cNvSpPr>
          <p:nvPr/>
        </p:nvSpPr>
        <p:spPr bwMode="auto">
          <a:xfrm rot="5400000">
            <a:off x="3522564" y="4176324"/>
            <a:ext cx="140795" cy="179874"/>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Comic Sans MS" pitchFamily="66" charset="0"/>
              <a:ea typeface="ＭＳ Ｐゴシック" charset="0"/>
            </a:endParaRPr>
          </a:p>
        </p:txBody>
      </p:sp>
      <p:grpSp>
        <p:nvGrpSpPr>
          <p:cNvPr id="648" name="Group 647">
            <a:extLst>
              <a:ext uri="{FF2B5EF4-FFF2-40B4-BE49-F238E27FC236}">
                <a16:creationId xmlns:a16="http://schemas.microsoft.com/office/drawing/2014/main" id="{371E96AA-2C01-0648-99EC-0745CB0A4923}"/>
              </a:ext>
            </a:extLst>
          </p:cNvPr>
          <p:cNvGrpSpPr/>
          <p:nvPr/>
        </p:nvGrpSpPr>
        <p:grpSpPr>
          <a:xfrm>
            <a:off x="1905000" y="2501153"/>
            <a:ext cx="954696" cy="828225"/>
            <a:chOff x="7432700" y="2327293"/>
            <a:chExt cx="534987" cy="407988"/>
          </a:xfrm>
        </p:grpSpPr>
        <p:pic>
          <p:nvPicPr>
            <p:cNvPr id="649" name="Picture 1017" descr="antenna_stylized">
              <a:extLst>
                <a:ext uri="{FF2B5EF4-FFF2-40B4-BE49-F238E27FC236}">
                  <a16:creationId xmlns:a16="http://schemas.microsoft.com/office/drawing/2014/main" id="{DFEB7442-5BFA-4240-BDFC-20FF055148F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432700" y="2327293"/>
              <a:ext cx="530702" cy="2237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50" name="Picture 1018" descr="laptop_keyboard">
              <a:extLst>
                <a:ext uri="{FF2B5EF4-FFF2-40B4-BE49-F238E27FC236}">
                  <a16:creationId xmlns:a16="http://schemas.microsoft.com/office/drawing/2014/main" id="{135B603F-8336-2440-90DD-B68520A9F98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109064" flipH="1">
              <a:off x="7458407" y="2575770"/>
              <a:ext cx="437221" cy="1595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51" name="Freeform 1019">
              <a:extLst>
                <a:ext uri="{FF2B5EF4-FFF2-40B4-BE49-F238E27FC236}">
                  <a16:creationId xmlns:a16="http://schemas.microsoft.com/office/drawing/2014/main" id="{A555F850-562D-AD4F-B452-96C73D01DD3B}"/>
                </a:ext>
              </a:extLst>
            </p:cNvPr>
            <p:cNvSpPr>
              <a:spLocks/>
            </p:cNvSpPr>
            <p:nvPr/>
          </p:nvSpPr>
          <p:spPr bwMode="auto">
            <a:xfrm>
              <a:off x="7603304" y="2420984"/>
              <a:ext cx="351919" cy="208167"/>
            </a:xfrm>
            <a:custGeom>
              <a:avLst/>
              <a:gdLst>
                <a:gd name="T0" fmla="*/ 775798119 w 2982"/>
                <a:gd name="T1" fmla="*/ 0 h 2442"/>
                <a:gd name="T2" fmla="*/ 0 w 2982"/>
                <a:gd name="T3" fmla="*/ 211226083 h 2442"/>
                <a:gd name="T4" fmla="*/ 2147483646 w 2982"/>
                <a:gd name="T5" fmla="*/ 263880059 h 2442"/>
                <a:gd name="T6" fmla="*/ 2147483646 w 2982"/>
                <a:gd name="T7" fmla="*/ 52653891 h 2442"/>
                <a:gd name="T8" fmla="*/ 775798119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652" name="Picture 1020" descr="screen">
              <a:extLst>
                <a:ext uri="{FF2B5EF4-FFF2-40B4-BE49-F238E27FC236}">
                  <a16:creationId xmlns:a16="http://schemas.microsoft.com/office/drawing/2014/main" id="{180E4E9B-5575-C04C-B7DB-B5BA7C4AA484}"/>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620637" y="2426338"/>
              <a:ext cx="319785" cy="1894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53" name="Freeform 1021">
              <a:extLst>
                <a:ext uri="{FF2B5EF4-FFF2-40B4-BE49-F238E27FC236}">
                  <a16:creationId xmlns:a16="http://schemas.microsoft.com/office/drawing/2014/main" id="{7DBE96E5-E342-0640-A4FB-8433BEA2C3EA}"/>
                </a:ext>
              </a:extLst>
            </p:cNvPr>
            <p:cNvSpPr>
              <a:spLocks/>
            </p:cNvSpPr>
            <p:nvPr/>
          </p:nvSpPr>
          <p:spPr bwMode="auto">
            <a:xfrm>
              <a:off x="7667378" y="2414843"/>
              <a:ext cx="298167" cy="38736"/>
            </a:xfrm>
            <a:custGeom>
              <a:avLst/>
              <a:gdLst>
                <a:gd name="T0" fmla="*/ 193616298 w 2528"/>
                <a:gd name="T1" fmla="*/ 0 h 455"/>
                <a:gd name="T2" fmla="*/ 2147483646 w 2528"/>
                <a:gd name="T3" fmla="*/ 52445139 h 455"/>
                <a:gd name="T4" fmla="*/ 2147483646 w 2528"/>
                <a:gd name="T5" fmla="*/ 52445139 h 455"/>
                <a:gd name="T6" fmla="*/ 0 w 2528"/>
                <a:gd name="T7" fmla="*/ 52445139 h 455"/>
                <a:gd name="T8" fmla="*/ 193616298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54" name="Freeform 1022">
              <a:extLst>
                <a:ext uri="{FF2B5EF4-FFF2-40B4-BE49-F238E27FC236}">
                  <a16:creationId xmlns:a16="http://schemas.microsoft.com/office/drawing/2014/main" id="{C685E858-73F6-304D-A9B2-FB408EAEAE89}"/>
                </a:ext>
              </a:extLst>
            </p:cNvPr>
            <p:cNvSpPr>
              <a:spLocks/>
            </p:cNvSpPr>
            <p:nvPr/>
          </p:nvSpPr>
          <p:spPr bwMode="auto">
            <a:xfrm>
              <a:off x="7600188" y="2414528"/>
              <a:ext cx="82770" cy="161243"/>
            </a:xfrm>
            <a:custGeom>
              <a:avLst/>
              <a:gdLst>
                <a:gd name="T0" fmla="*/ 773664160 w 702"/>
                <a:gd name="T1" fmla="*/ 0 h 1893"/>
                <a:gd name="T2" fmla="*/ 0 w 702"/>
                <a:gd name="T3" fmla="*/ 210739916 h 1893"/>
                <a:gd name="T4" fmla="*/ 193416040 w 702"/>
                <a:gd name="T5" fmla="*/ 210739916 h 1893"/>
                <a:gd name="T6" fmla="*/ 967080200 w 702"/>
                <a:gd name="T7" fmla="*/ 52529017 h 1893"/>
                <a:gd name="T8" fmla="*/ 773664160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55" name="Freeform 1023">
              <a:extLst>
                <a:ext uri="{FF2B5EF4-FFF2-40B4-BE49-F238E27FC236}">
                  <a16:creationId xmlns:a16="http://schemas.microsoft.com/office/drawing/2014/main" id="{AF64C085-2E7B-BA45-A92C-0400AAF3A656}"/>
                </a:ext>
              </a:extLst>
            </p:cNvPr>
            <p:cNvSpPr>
              <a:spLocks/>
            </p:cNvSpPr>
            <p:nvPr/>
          </p:nvSpPr>
          <p:spPr bwMode="auto">
            <a:xfrm>
              <a:off x="7874205" y="2443344"/>
              <a:ext cx="89197" cy="186122"/>
            </a:xfrm>
            <a:custGeom>
              <a:avLst/>
              <a:gdLst>
                <a:gd name="T0" fmla="*/ 969024527 w 756"/>
                <a:gd name="T1" fmla="*/ 0 h 2184"/>
                <a:gd name="T2" fmla="*/ 193802074 w 756"/>
                <a:gd name="T3" fmla="*/ 263660221 h 2184"/>
                <a:gd name="T4" fmla="*/ 0 w 756"/>
                <a:gd name="T5" fmla="*/ 263660221 h 2184"/>
                <a:gd name="T6" fmla="*/ 775222454 w 756"/>
                <a:gd name="T7" fmla="*/ 52610059 h 2184"/>
                <a:gd name="T8" fmla="*/ 969024527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56" name="Freeform 1024">
              <a:extLst>
                <a:ext uri="{FF2B5EF4-FFF2-40B4-BE49-F238E27FC236}">
                  <a16:creationId xmlns:a16="http://schemas.microsoft.com/office/drawing/2014/main" id="{CBE1239C-4F2E-ED4C-BD21-40993AE6C889}"/>
                </a:ext>
              </a:extLst>
            </p:cNvPr>
            <p:cNvSpPr>
              <a:spLocks/>
            </p:cNvSpPr>
            <p:nvPr/>
          </p:nvSpPr>
          <p:spPr bwMode="auto">
            <a:xfrm>
              <a:off x="7599214" y="2567582"/>
              <a:ext cx="327185" cy="62828"/>
            </a:xfrm>
            <a:custGeom>
              <a:avLst/>
              <a:gdLst>
                <a:gd name="T0" fmla="*/ 193829444 w 2773"/>
                <a:gd name="T1" fmla="*/ 0 h 738"/>
                <a:gd name="T2" fmla="*/ 0 w 2773"/>
                <a:gd name="T3" fmla="*/ 52443587 h 738"/>
                <a:gd name="T4" fmla="*/ 2147483646 w 2773"/>
                <a:gd name="T5" fmla="*/ 104894411 h 738"/>
                <a:gd name="T6" fmla="*/ 2147483646 w 2773"/>
                <a:gd name="T7" fmla="*/ 52443587 h 738"/>
                <a:gd name="T8" fmla="*/ 193829444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57" name="Freeform 1025">
              <a:extLst>
                <a:ext uri="{FF2B5EF4-FFF2-40B4-BE49-F238E27FC236}">
                  <a16:creationId xmlns:a16="http://schemas.microsoft.com/office/drawing/2014/main" id="{32E401E2-9C9D-1C41-A94E-50F270EF177D}"/>
                </a:ext>
              </a:extLst>
            </p:cNvPr>
            <p:cNvSpPr>
              <a:spLocks/>
            </p:cNvSpPr>
            <p:nvPr/>
          </p:nvSpPr>
          <p:spPr bwMode="auto">
            <a:xfrm>
              <a:off x="7884138" y="2444918"/>
              <a:ext cx="83549" cy="186909"/>
            </a:xfrm>
            <a:custGeom>
              <a:avLst/>
              <a:gdLst>
                <a:gd name="T0" fmla="*/ 2147483646 w 637"/>
                <a:gd name="T1" fmla="*/ 0 h 1659"/>
                <a:gd name="T2" fmla="*/ 2147483646 w 637"/>
                <a:gd name="T3" fmla="*/ 0 h 1659"/>
                <a:gd name="T4" fmla="*/ 295581541 w 637"/>
                <a:gd name="T5" fmla="*/ 2147483646 h 1659"/>
                <a:gd name="T6" fmla="*/ 0 w 637"/>
                <a:gd name="T7" fmla="*/ 2147483646 h 1659"/>
                <a:gd name="T8" fmla="*/ 2147483646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58" name="Freeform 1026">
              <a:extLst>
                <a:ext uri="{FF2B5EF4-FFF2-40B4-BE49-F238E27FC236}">
                  <a16:creationId xmlns:a16="http://schemas.microsoft.com/office/drawing/2014/main" id="{FA157A51-7F18-4F4D-8C83-BFAD67826499}"/>
                </a:ext>
              </a:extLst>
            </p:cNvPr>
            <p:cNvSpPr>
              <a:spLocks/>
            </p:cNvSpPr>
            <p:nvPr/>
          </p:nvSpPr>
          <p:spPr bwMode="auto">
            <a:xfrm>
              <a:off x="7599603" y="2575928"/>
              <a:ext cx="290961" cy="62041"/>
            </a:xfrm>
            <a:custGeom>
              <a:avLst/>
              <a:gdLst>
                <a:gd name="T0" fmla="*/ 0 w 2216"/>
                <a:gd name="T1" fmla="*/ 0 h 550"/>
                <a:gd name="T2" fmla="*/ 296523134 w 2216"/>
                <a:gd name="T3" fmla="*/ 324379338 h 550"/>
                <a:gd name="T4" fmla="*/ 2147483646 w 2216"/>
                <a:gd name="T5" fmla="*/ 2147483646 h 550"/>
                <a:gd name="T6" fmla="*/ 2147483646 w 2216"/>
                <a:gd name="T7" fmla="*/ 2147483646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659" name="Group 1027">
              <a:extLst>
                <a:ext uri="{FF2B5EF4-FFF2-40B4-BE49-F238E27FC236}">
                  <a16:creationId xmlns:a16="http://schemas.microsoft.com/office/drawing/2014/main" id="{696F2347-1565-6441-8C1A-437A9DAAD472}"/>
                </a:ext>
              </a:extLst>
            </p:cNvPr>
            <p:cNvGrpSpPr>
              <a:grpSpLocks/>
            </p:cNvGrpSpPr>
            <p:nvPr/>
          </p:nvGrpSpPr>
          <p:grpSpPr bwMode="auto">
            <a:xfrm>
              <a:off x="7594735" y="2642220"/>
              <a:ext cx="98740" cy="36846"/>
              <a:chOff x="1740" y="2642"/>
              <a:chExt cx="752" cy="327"/>
            </a:xfrm>
          </p:grpSpPr>
          <p:sp>
            <p:nvSpPr>
              <p:cNvPr id="666" name="Freeform 1028">
                <a:extLst>
                  <a:ext uri="{FF2B5EF4-FFF2-40B4-BE49-F238E27FC236}">
                    <a16:creationId xmlns:a16="http://schemas.microsoft.com/office/drawing/2014/main" id="{D047B827-4325-2047-B189-266567FECB32}"/>
                  </a:ext>
                </a:extLst>
              </p:cNvPr>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67" name="Freeform 1029">
                <a:extLst>
                  <a:ext uri="{FF2B5EF4-FFF2-40B4-BE49-F238E27FC236}">
                    <a16:creationId xmlns:a16="http://schemas.microsoft.com/office/drawing/2014/main" id="{C962B1E0-9734-1845-B0BC-530A5D7EA2B3}"/>
                  </a:ext>
                </a:extLst>
              </p:cNvPr>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68" name="Freeform 1030">
                <a:extLst>
                  <a:ext uri="{FF2B5EF4-FFF2-40B4-BE49-F238E27FC236}">
                    <a16:creationId xmlns:a16="http://schemas.microsoft.com/office/drawing/2014/main" id="{66CDACE3-49D2-1547-B61E-6E0D19A09310}"/>
                  </a:ext>
                </a:extLst>
              </p:cNvPr>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69" name="Freeform 1031">
                <a:extLst>
                  <a:ext uri="{FF2B5EF4-FFF2-40B4-BE49-F238E27FC236}">
                    <a16:creationId xmlns:a16="http://schemas.microsoft.com/office/drawing/2014/main" id="{9744E38D-B189-994A-AC39-2221D16C2E34}"/>
                  </a:ext>
                </a:extLst>
              </p:cNvPr>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70" name="Freeform 1032">
                <a:extLst>
                  <a:ext uri="{FF2B5EF4-FFF2-40B4-BE49-F238E27FC236}">
                    <a16:creationId xmlns:a16="http://schemas.microsoft.com/office/drawing/2014/main" id="{536855A1-ABB1-9446-A60A-574798C2200C}"/>
                  </a:ext>
                </a:extLst>
              </p:cNvPr>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71" name="Freeform 1033">
                <a:extLst>
                  <a:ext uri="{FF2B5EF4-FFF2-40B4-BE49-F238E27FC236}">
                    <a16:creationId xmlns:a16="http://schemas.microsoft.com/office/drawing/2014/main" id="{793FB7DB-D4F3-C047-AB19-9686506659B1}"/>
                  </a:ext>
                </a:extLst>
              </p:cNvPr>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660" name="Freeform 1034">
              <a:extLst>
                <a:ext uri="{FF2B5EF4-FFF2-40B4-BE49-F238E27FC236}">
                  <a16:creationId xmlns:a16="http://schemas.microsoft.com/office/drawing/2014/main" id="{74F1A127-BD96-664E-BA7B-8AB571743829}"/>
                </a:ext>
              </a:extLst>
            </p:cNvPr>
            <p:cNvSpPr>
              <a:spLocks/>
            </p:cNvSpPr>
            <p:nvPr/>
          </p:nvSpPr>
          <p:spPr bwMode="auto">
            <a:xfrm>
              <a:off x="7763780" y="2647731"/>
              <a:ext cx="119578" cy="80936"/>
            </a:xfrm>
            <a:custGeom>
              <a:avLst/>
              <a:gdLst>
                <a:gd name="T0" fmla="*/ 213221464 w 990"/>
                <a:gd name="T1" fmla="*/ 1090686587 h 792"/>
                <a:gd name="T2" fmla="*/ 1915477586 w 990"/>
                <a:gd name="T3" fmla="*/ 0 h 792"/>
                <a:gd name="T4" fmla="*/ 1915477586 w 990"/>
                <a:gd name="T5" fmla="*/ 108859840 h 792"/>
                <a:gd name="T6" fmla="*/ 0 w 990"/>
                <a:gd name="T7" fmla="*/ 1090686587 h 792"/>
                <a:gd name="T8" fmla="*/ 213221464 w 990"/>
                <a:gd name="T9" fmla="*/ 1090686587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61" name="Freeform 1035">
              <a:extLst>
                <a:ext uri="{FF2B5EF4-FFF2-40B4-BE49-F238E27FC236}">
                  <a16:creationId xmlns:a16="http://schemas.microsoft.com/office/drawing/2014/main" id="{B1230F45-F5FF-0841-8D9E-3024466B4D3E}"/>
                </a:ext>
              </a:extLst>
            </p:cNvPr>
            <p:cNvSpPr>
              <a:spLocks/>
            </p:cNvSpPr>
            <p:nvPr/>
          </p:nvSpPr>
          <p:spPr bwMode="auto">
            <a:xfrm>
              <a:off x="7458602" y="2654187"/>
              <a:ext cx="305957" cy="73850"/>
            </a:xfrm>
            <a:custGeom>
              <a:avLst/>
              <a:gdLst>
                <a:gd name="T0" fmla="*/ 213486572 w 2532"/>
                <a:gd name="T1" fmla="*/ 0 h 723"/>
                <a:gd name="T2" fmla="*/ 213486572 w 2532"/>
                <a:gd name="T3" fmla="*/ 0 h 723"/>
                <a:gd name="T4" fmla="*/ 2147483646 w 2532"/>
                <a:gd name="T5" fmla="*/ 979380008 h 723"/>
                <a:gd name="T6" fmla="*/ 2147483646 w 2532"/>
                <a:gd name="T7" fmla="*/ 1088085165 h 723"/>
                <a:gd name="T8" fmla="*/ 0 w 2532"/>
                <a:gd name="T9" fmla="*/ 108705259 h 723"/>
                <a:gd name="T10" fmla="*/ 213486572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62" name="Freeform 1036">
              <a:extLst>
                <a:ext uri="{FF2B5EF4-FFF2-40B4-BE49-F238E27FC236}">
                  <a16:creationId xmlns:a16="http://schemas.microsoft.com/office/drawing/2014/main" id="{BC7097AC-B904-3748-8E04-91D93864FFF0}"/>
                </a:ext>
              </a:extLst>
            </p:cNvPr>
            <p:cNvSpPr>
              <a:spLocks/>
            </p:cNvSpPr>
            <p:nvPr/>
          </p:nvSpPr>
          <p:spPr bwMode="auto">
            <a:xfrm>
              <a:off x="7458797" y="2640645"/>
              <a:ext cx="3311" cy="14959"/>
            </a:xfrm>
            <a:custGeom>
              <a:avLst/>
              <a:gdLst>
                <a:gd name="T0" fmla="*/ 262278191 w 26"/>
                <a:gd name="T1" fmla="*/ 107489981 h 147"/>
                <a:gd name="T2" fmla="*/ 262278191 w 26"/>
                <a:gd name="T3" fmla="*/ 214969480 h 147"/>
                <a:gd name="T4" fmla="*/ 0 w 26"/>
                <a:gd name="T5" fmla="*/ 214969480 h 147"/>
                <a:gd name="T6" fmla="*/ 262278191 w 26"/>
                <a:gd name="T7" fmla="*/ 0 h 147"/>
                <a:gd name="T8" fmla="*/ 262278191 w 26"/>
                <a:gd name="T9" fmla="*/ 107489981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63" name="Freeform 1037">
              <a:extLst>
                <a:ext uri="{FF2B5EF4-FFF2-40B4-BE49-F238E27FC236}">
                  <a16:creationId xmlns:a16="http://schemas.microsoft.com/office/drawing/2014/main" id="{742F7A0F-19C5-814E-8FBF-4B77A3DF6EBF}"/>
                </a:ext>
              </a:extLst>
            </p:cNvPr>
            <p:cNvSpPr>
              <a:spLocks/>
            </p:cNvSpPr>
            <p:nvPr/>
          </p:nvSpPr>
          <p:spPr bwMode="auto">
            <a:xfrm>
              <a:off x="7458992" y="2579707"/>
              <a:ext cx="142170" cy="61883"/>
            </a:xfrm>
            <a:custGeom>
              <a:avLst/>
              <a:gdLst>
                <a:gd name="T0" fmla="*/ 2136125890 w 1176"/>
                <a:gd name="T1" fmla="*/ 0 h 606"/>
                <a:gd name="T2" fmla="*/ 0 w 1176"/>
                <a:gd name="T3" fmla="*/ 870000945 h 606"/>
                <a:gd name="T4" fmla="*/ 213789467 w 1176"/>
                <a:gd name="T5" fmla="*/ 870000945 h 606"/>
                <a:gd name="T6" fmla="*/ 2136125890 w 1176"/>
                <a:gd name="T7" fmla="*/ 108617123 h 606"/>
                <a:gd name="T8" fmla="*/ 2136125890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64" name="Freeform 1038">
              <a:extLst>
                <a:ext uri="{FF2B5EF4-FFF2-40B4-BE49-F238E27FC236}">
                  <a16:creationId xmlns:a16="http://schemas.microsoft.com/office/drawing/2014/main" id="{F08DCC14-2A10-224A-9BDF-59347D32E314}"/>
                </a:ext>
              </a:extLst>
            </p:cNvPr>
            <p:cNvSpPr>
              <a:spLocks/>
            </p:cNvSpPr>
            <p:nvPr/>
          </p:nvSpPr>
          <p:spPr bwMode="auto">
            <a:xfrm>
              <a:off x="7468535" y="2643795"/>
              <a:ext cx="290182" cy="71016"/>
            </a:xfrm>
            <a:custGeom>
              <a:avLst/>
              <a:gdLst>
                <a:gd name="T0" fmla="*/ 173112702 w 2532"/>
                <a:gd name="T1" fmla="*/ 0 h 723"/>
                <a:gd name="T2" fmla="*/ 173112702 w 2532"/>
                <a:gd name="T3" fmla="*/ 0 h 723"/>
                <a:gd name="T4" fmla="*/ 2069773885 w 2532"/>
                <a:gd name="T5" fmla="*/ 558173482 h 723"/>
                <a:gd name="T6" fmla="*/ 2069773885 w 2532"/>
                <a:gd name="T7" fmla="*/ 558173482 h 723"/>
                <a:gd name="T8" fmla="*/ 0 w 2532"/>
                <a:gd name="T9" fmla="*/ 92871346 h 723"/>
                <a:gd name="T10" fmla="*/ 173112702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65" name="Freeform 1039">
              <a:extLst>
                <a:ext uri="{FF2B5EF4-FFF2-40B4-BE49-F238E27FC236}">
                  <a16:creationId xmlns:a16="http://schemas.microsoft.com/office/drawing/2014/main" id="{A6403359-33F6-1F41-9B14-D46854C777D7}"/>
                </a:ext>
              </a:extLst>
            </p:cNvPr>
            <p:cNvSpPr>
              <a:spLocks/>
            </p:cNvSpPr>
            <p:nvPr/>
          </p:nvSpPr>
          <p:spPr bwMode="auto">
            <a:xfrm flipV="1">
              <a:off x="7758327" y="2638756"/>
              <a:ext cx="118410" cy="73535"/>
            </a:xfrm>
            <a:custGeom>
              <a:avLst/>
              <a:gdLst>
                <a:gd name="T0" fmla="*/ 0 w 2532"/>
                <a:gd name="T1" fmla="*/ 0 h 723"/>
                <a:gd name="T2" fmla="*/ 0 w 2532"/>
                <a:gd name="T3" fmla="*/ 0 h 723"/>
                <a:gd name="T4" fmla="*/ 0 w 2532"/>
                <a:gd name="T5" fmla="*/ 962694895 h 723"/>
                <a:gd name="T6" fmla="*/ 0 w 2532"/>
                <a:gd name="T7" fmla="*/ 962694895 h 723"/>
                <a:gd name="T8" fmla="*/ 0 w 2532"/>
                <a:gd name="T9" fmla="*/ 107314314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672" name="Rectangle 37">
            <a:extLst>
              <a:ext uri="{FF2B5EF4-FFF2-40B4-BE49-F238E27FC236}">
                <a16:creationId xmlns:a16="http://schemas.microsoft.com/office/drawing/2014/main" id="{9481655E-53B9-E148-87BB-DA888D40383A}"/>
              </a:ext>
            </a:extLst>
          </p:cNvPr>
          <p:cNvSpPr>
            <a:spLocks noChangeArrowheads="1"/>
          </p:cNvSpPr>
          <p:nvPr/>
        </p:nvSpPr>
        <p:spPr bwMode="auto">
          <a:xfrm rot="2603620">
            <a:off x="3123075" y="3881648"/>
            <a:ext cx="140795" cy="235527"/>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Comic Sans MS" pitchFamily="66" charset="0"/>
              <a:ea typeface="ＭＳ Ｐゴシック" charset="0"/>
            </a:endParaRPr>
          </a:p>
        </p:txBody>
      </p:sp>
      <p:grpSp>
        <p:nvGrpSpPr>
          <p:cNvPr id="589" name="Group 588">
            <a:extLst>
              <a:ext uri="{FF2B5EF4-FFF2-40B4-BE49-F238E27FC236}">
                <a16:creationId xmlns:a16="http://schemas.microsoft.com/office/drawing/2014/main" id="{E25D2C38-52A6-D74C-B8F5-760511B66010}"/>
              </a:ext>
            </a:extLst>
          </p:cNvPr>
          <p:cNvGrpSpPr/>
          <p:nvPr/>
        </p:nvGrpSpPr>
        <p:grpSpPr>
          <a:xfrm>
            <a:off x="2647027" y="4019872"/>
            <a:ext cx="853832" cy="472456"/>
            <a:chOff x="7493876" y="2774731"/>
            <a:chExt cx="1481958" cy="894622"/>
          </a:xfrm>
        </p:grpSpPr>
        <p:sp>
          <p:nvSpPr>
            <p:cNvPr id="590" name="Freeform 589">
              <a:extLst>
                <a:ext uri="{FF2B5EF4-FFF2-40B4-BE49-F238E27FC236}">
                  <a16:creationId xmlns:a16="http://schemas.microsoft.com/office/drawing/2014/main" id="{B0A245DD-4B67-F546-BF8C-E3D0A2C89B58}"/>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591" name="Oval 590">
              <a:extLst>
                <a:ext uri="{FF2B5EF4-FFF2-40B4-BE49-F238E27FC236}">
                  <a16:creationId xmlns:a16="http://schemas.microsoft.com/office/drawing/2014/main" id="{70CB17FC-C529-3648-AFDA-8721418A5095}"/>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592" name="Group 591">
              <a:extLst>
                <a:ext uri="{FF2B5EF4-FFF2-40B4-BE49-F238E27FC236}">
                  <a16:creationId xmlns:a16="http://schemas.microsoft.com/office/drawing/2014/main" id="{D413B80D-C7DB-534C-8DA8-F00D300DBC88}"/>
                </a:ext>
              </a:extLst>
            </p:cNvPr>
            <p:cNvGrpSpPr/>
            <p:nvPr/>
          </p:nvGrpSpPr>
          <p:grpSpPr>
            <a:xfrm>
              <a:off x="7713663" y="2848339"/>
              <a:ext cx="1042107" cy="425543"/>
              <a:chOff x="7786941" y="2884917"/>
              <a:chExt cx="897649" cy="353919"/>
            </a:xfrm>
          </p:grpSpPr>
          <p:sp>
            <p:nvSpPr>
              <p:cNvPr id="593" name="Freeform 592">
                <a:extLst>
                  <a:ext uri="{FF2B5EF4-FFF2-40B4-BE49-F238E27FC236}">
                    <a16:creationId xmlns:a16="http://schemas.microsoft.com/office/drawing/2014/main" id="{18E03FC9-7974-9640-9835-27B0131CD76F}"/>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94" name="Freeform 593">
                <a:extLst>
                  <a:ext uri="{FF2B5EF4-FFF2-40B4-BE49-F238E27FC236}">
                    <a16:creationId xmlns:a16="http://schemas.microsoft.com/office/drawing/2014/main" id="{B02F09FE-2B85-5F4C-B1D3-7285C2B56BB5}"/>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95" name="Freeform 594">
                <a:extLst>
                  <a:ext uri="{FF2B5EF4-FFF2-40B4-BE49-F238E27FC236}">
                    <a16:creationId xmlns:a16="http://schemas.microsoft.com/office/drawing/2014/main" id="{1154C3FD-FF9C-E343-A60C-430A6B3F38A5}"/>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96" name="Freeform 595">
                <a:extLst>
                  <a:ext uri="{FF2B5EF4-FFF2-40B4-BE49-F238E27FC236}">
                    <a16:creationId xmlns:a16="http://schemas.microsoft.com/office/drawing/2014/main" id="{978879B9-5CF4-0C42-8D6C-4676831E90D5}"/>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sp>
        <p:nvSpPr>
          <p:cNvPr id="2" name="TextBox 1">
            <a:extLst>
              <a:ext uri="{FF2B5EF4-FFF2-40B4-BE49-F238E27FC236}">
                <a16:creationId xmlns:a16="http://schemas.microsoft.com/office/drawing/2014/main" id="{EFE9D7D9-4CDB-1846-A1D6-B5373D48D5FA}"/>
              </a:ext>
            </a:extLst>
          </p:cNvPr>
          <p:cNvSpPr txBox="1"/>
          <p:nvPr/>
        </p:nvSpPr>
        <p:spPr>
          <a:xfrm>
            <a:off x="2528047" y="4464423"/>
            <a:ext cx="1351524" cy="565283"/>
          </a:xfrm>
          <a:prstGeom prst="rect">
            <a:avLst/>
          </a:prstGeom>
          <a:noFill/>
        </p:spPr>
        <p:txBody>
          <a:bodyPr wrap="none" rtlCol="0">
            <a:spAutoFit/>
          </a:bodyPr>
          <a:lstStyle/>
          <a:p>
            <a:pPr>
              <a:lnSpc>
                <a:spcPct val="85000"/>
              </a:lnSpc>
            </a:pPr>
            <a:r>
              <a:rPr lang="en-US" dirty="0"/>
              <a:t>router has </a:t>
            </a:r>
          </a:p>
          <a:p>
            <a:pPr>
              <a:lnSpc>
                <a:spcPct val="85000"/>
              </a:lnSpc>
            </a:pPr>
            <a:r>
              <a:rPr lang="en-US" dirty="0"/>
              <a:t>DHCP server</a:t>
            </a:r>
          </a:p>
        </p:txBody>
      </p:sp>
      <p:sp>
        <p:nvSpPr>
          <p:cNvPr id="800" name="TextBox 799">
            <a:extLst>
              <a:ext uri="{FF2B5EF4-FFF2-40B4-BE49-F238E27FC236}">
                <a16:creationId xmlns:a16="http://schemas.microsoft.com/office/drawing/2014/main" id="{7BDA3AAD-B58E-6845-99C9-0537654BF779}"/>
              </a:ext>
            </a:extLst>
          </p:cNvPr>
          <p:cNvSpPr txBox="1"/>
          <p:nvPr/>
        </p:nvSpPr>
        <p:spPr>
          <a:xfrm>
            <a:off x="2236695" y="2034987"/>
            <a:ext cx="1661032" cy="565283"/>
          </a:xfrm>
          <a:prstGeom prst="rect">
            <a:avLst/>
          </a:prstGeom>
          <a:noFill/>
        </p:spPr>
        <p:txBody>
          <a:bodyPr wrap="none" rtlCol="0">
            <a:spAutoFit/>
          </a:bodyPr>
          <a:lstStyle/>
          <a:p>
            <a:pPr>
              <a:lnSpc>
                <a:spcPct val="85000"/>
              </a:lnSpc>
            </a:pPr>
            <a:r>
              <a:rPr lang="en-US" dirty="0"/>
              <a:t>arriving mobile:</a:t>
            </a:r>
          </a:p>
          <a:p>
            <a:pPr>
              <a:lnSpc>
                <a:spcPct val="85000"/>
              </a:lnSpc>
            </a:pPr>
            <a:r>
              <a:rPr lang="en-US" dirty="0"/>
              <a:t>DHCP client</a:t>
            </a:r>
          </a:p>
        </p:txBody>
      </p:sp>
      <p:grpSp>
        <p:nvGrpSpPr>
          <p:cNvPr id="915" name="Group 250">
            <a:extLst>
              <a:ext uri="{FF2B5EF4-FFF2-40B4-BE49-F238E27FC236}">
                <a16:creationId xmlns:a16="http://schemas.microsoft.com/office/drawing/2014/main" id="{53C14E65-CA12-EE40-AAF5-35CF95304EAA}"/>
              </a:ext>
            </a:extLst>
          </p:cNvPr>
          <p:cNvGrpSpPr>
            <a:grpSpLocks/>
          </p:cNvGrpSpPr>
          <p:nvPr/>
        </p:nvGrpSpPr>
        <p:grpSpPr bwMode="auto">
          <a:xfrm>
            <a:off x="1316411" y="1330325"/>
            <a:ext cx="1014412" cy="1665288"/>
            <a:chOff x="651" y="681"/>
            <a:chExt cx="639" cy="1049"/>
          </a:xfrm>
        </p:grpSpPr>
        <p:sp>
          <p:nvSpPr>
            <p:cNvPr id="916" name="Freeform 249">
              <a:extLst>
                <a:ext uri="{FF2B5EF4-FFF2-40B4-BE49-F238E27FC236}">
                  <a16:creationId xmlns:a16="http://schemas.microsoft.com/office/drawing/2014/main" id="{7CF283A0-4DB8-234F-A34A-CBB8AA75D9BA}"/>
                </a:ext>
              </a:extLst>
            </p:cNvPr>
            <p:cNvSpPr>
              <a:spLocks/>
            </p:cNvSpPr>
            <p:nvPr/>
          </p:nvSpPr>
          <p:spPr bwMode="auto">
            <a:xfrm>
              <a:off x="662" y="698"/>
              <a:ext cx="628" cy="1032"/>
            </a:xfrm>
            <a:custGeom>
              <a:avLst/>
              <a:gdLst>
                <a:gd name="T0" fmla="*/ 496 w 604"/>
                <a:gd name="T1" fmla="*/ 0 h 903"/>
                <a:gd name="T2" fmla="*/ 604 w 604"/>
                <a:gd name="T3" fmla="*/ 903 h 903"/>
                <a:gd name="T4" fmla="*/ 0 w 604"/>
                <a:gd name="T5" fmla="*/ 788 h 903"/>
                <a:gd name="T6" fmla="*/ 456 w 604"/>
                <a:gd name="T7" fmla="*/ 750 h 903"/>
                <a:gd name="T8" fmla="*/ 496 w 604"/>
                <a:gd name="T9" fmla="*/ 0 h 903"/>
                <a:gd name="T10" fmla="*/ 0 60000 65536"/>
                <a:gd name="T11" fmla="*/ 0 60000 65536"/>
                <a:gd name="T12" fmla="*/ 0 60000 65536"/>
                <a:gd name="T13" fmla="*/ 0 60000 65536"/>
                <a:gd name="T14" fmla="*/ 0 60000 65536"/>
                <a:gd name="connsiteX0" fmla="*/ 8212 w 10000"/>
                <a:gd name="connsiteY0" fmla="*/ 0 h 10000"/>
                <a:gd name="connsiteX1" fmla="*/ 10000 w 10000"/>
                <a:gd name="connsiteY1" fmla="*/ 10000 h 10000"/>
                <a:gd name="connsiteX2" fmla="*/ 8311 w 10000"/>
                <a:gd name="connsiteY2" fmla="*/ 9756 h 10000"/>
                <a:gd name="connsiteX3" fmla="*/ 0 w 10000"/>
                <a:gd name="connsiteY3" fmla="*/ 8726 h 10000"/>
                <a:gd name="connsiteX4" fmla="*/ 7550 w 10000"/>
                <a:gd name="connsiteY4" fmla="*/ 8306 h 10000"/>
                <a:gd name="connsiteX5" fmla="*/ 8212 w 10000"/>
                <a:gd name="connsiteY5" fmla="*/ 0 h 10000"/>
                <a:gd name="connsiteX0" fmla="*/ 8212 w 10000"/>
                <a:gd name="connsiteY0" fmla="*/ 0 h 11424"/>
                <a:gd name="connsiteX1" fmla="*/ 10000 w 10000"/>
                <a:gd name="connsiteY1" fmla="*/ 10000 h 11424"/>
                <a:gd name="connsiteX2" fmla="*/ 9142 w 10000"/>
                <a:gd name="connsiteY2" fmla="*/ 11424 h 11424"/>
                <a:gd name="connsiteX3" fmla="*/ 0 w 10000"/>
                <a:gd name="connsiteY3" fmla="*/ 8726 h 11424"/>
                <a:gd name="connsiteX4" fmla="*/ 7550 w 10000"/>
                <a:gd name="connsiteY4" fmla="*/ 8306 h 11424"/>
                <a:gd name="connsiteX5" fmla="*/ 8212 w 10000"/>
                <a:gd name="connsiteY5" fmla="*/ 0 h 11424"/>
                <a:gd name="connsiteX0" fmla="*/ 8212 w 10394"/>
                <a:gd name="connsiteY0" fmla="*/ 0 h 11424"/>
                <a:gd name="connsiteX1" fmla="*/ 10394 w 10394"/>
                <a:gd name="connsiteY1" fmla="*/ 9298 h 11424"/>
                <a:gd name="connsiteX2" fmla="*/ 9142 w 10394"/>
                <a:gd name="connsiteY2" fmla="*/ 11424 h 11424"/>
                <a:gd name="connsiteX3" fmla="*/ 0 w 10394"/>
                <a:gd name="connsiteY3" fmla="*/ 8726 h 11424"/>
                <a:gd name="connsiteX4" fmla="*/ 7550 w 10394"/>
                <a:gd name="connsiteY4" fmla="*/ 8306 h 11424"/>
                <a:gd name="connsiteX5" fmla="*/ 8212 w 10394"/>
                <a:gd name="connsiteY5" fmla="*/ 0 h 11424"/>
                <a:gd name="connsiteX0" fmla="*/ 8212 w 10394"/>
                <a:gd name="connsiteY0" fmla="*/ 0 h 11424"/>
                <a:gd name="connsiteX1" fmla="*/ 10394 w 10394"/>
                <a:gd name="connsiteY1" fmla="*/ 9298 h 11424"/>
                <a:gd name="connsiteX2" fmla="*/ 9142 w 10394"/>
                <a:gd name="connsiteY2" fmla="*/ 11424 h 11424"/>
                <a:gd name="connsiteX3" fmla="*/ 0 w 10394"/>
                <a:gd name="connsiteY3" fmla="*/ 8726 h 11424"/>
                <a:gd name="connsiteX4" fmla="*/ 7550 w 10394"/>
                <a:gd name="connsiteY4" fmla="*/ 8306 h 11424"/>
                <a:gd name="connsiteX5" fmla="*/ 8212 w 10394"/>
                <a:gd name="connsiteY5" fmla="*/ 0 h 11424"/>
                <a:gd name="connsiteX0" fmla="*/ 8212 w 10394"/>
                <a:gd name="connsiteY0" fmla="*/ 0 h 11424"/>
                <a:gd name="connsiteX1" fmla="*/ 10394 w 10394"/>
                <a:gd name="connsiteY1" fmla="*/ 9298 h 11424"/>
                <a:gd name="connsiteX2" fmla="*/ 9142 w 10394"/>
                <a:gd name="connsiteY2" fmla="*/ 11424 h 11424"/>
                <a:gd name="connsiteX3" fmla="*/ 0 w 10394"/>
                <a:gd name="connsiteY3" fmla="*/ 8726 h 11424"/>
                <a:gd name="connsiteX4" fmla="*/ 7550 w 10394"/>
                <a:gd name="connsiteY4" fmla="*/ 8306 h 11424"/>
                <a:gd name="connsiteX5" fmla="*/ 8212 w 10394"/>
                <a:gd name="connsiteY5" fmla="*/ 0 h 114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394" h="11424">
                  <a:moveTo>
                    <a:pt x="8212" y="0"/>
                  </a:moveTo>
                  <a:cubicBezTo>
                    <a:pt x="8939" y="3099"/>
                    <a:pt x="9142" y="6462"/>
                    <a:pt x="10394" y="9298"/>
                  </a:cubicBezTo>
                  <a:lnTo>
                    <a:pt x="9142" y="11424"/>
                  </a:lnTo>
                  <a:cubicBezTo>
                    <a:pt x="6926" y="10028"/>
                    <a:pt x="3047" y="9625"/>
                    <a:pt x="0" y="8726"/>
                  </a:cubicBezTo>
                  <a:lnTo>
                    <a:pt x="7550" y="8306"/>
                  </a:lnTo>
                  <a:cubicBezTo>
                    <a:pt x="7771" y="5537"/>
                    <a:pt x="7991" y="2769"/>
                    <a:pt x="8212" y="0"/>
                  </a:cubicBezTo>
                  <a:close/>
                </a:path>
              </a:pathLst>
            </a:custGeom>
            <a:gradFill rotWithShape="1">
              <a:gsLst>
                <a:gs pos="0">
                  <a:srgbClr val="FFFFFF">
                    <a:lumMod val="50000"/>
                  </a:srgbClr>
                </a:gs>
                <a:gs pos="100000">
                  <a:srgbClr val="FFFFFF"/>
                </a:gs>
              </a:gsLst>
              <a:lin ang="7200000" scaled="0"/>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nvGrpSpPr>
            <p:cNvPr id="917" name="Group 248">
              <a:extLst>
                <a:ext uri="{FF2B5EF4-FFF2-40B4-BE49-F238E27FC236}">
                  <a16:creationId xmlns:a16="http://schemas.microsoft.com/office/drawing/2014/main" id="{0D460CA8-09B5-0F41-9EC8-FE4746093521}"/>
                </a:ext>
              </a:extLst>
            </p:cNvPr>
            <p:cNvGrpSpPr>
              <a:grpSpLocks/>
            </p:cNvGrpSpPr>
            <p:nvPr/>
          </p:nvGrpSpPr>
          <p:grpSpPr bwMode="auto">
            <a:xfrm>
              <a:off x="651" y="681"/>
              <a:ext cx="501" cy="828"/>
              <a:chOff x="569" y="2954"/>
              <a:chExt cx="501" cy="828"/>
            </a:xfrm>
          </p:grpSpPr>
          <p:sp>
            <p:nvSpPr>
              <p:cNvPr id="918" name="Rectangle 242">
                <a:extLst>
                  <a:ext uri="{FF2B5EF4-FFF2-40B4-BE49-F238E27FC236}">
                    <a16:creationId xmlns:a16="http://schemas.microsoft.com/office/drawing/2014/main" id="{C444639A-27FC-7543-9605-90F437601A08}"/>
                  </a:ext>
                </a:extLst>
              </p:cNvPr>
              <p:cNvSpPr>
                <a:spLocks noChangeArrowheads="1"/>
              </p:cNvSpPr>
              <p:nvPr/>
            </p:nvSpPr>
            <p:spPr bwMode="auto">
              <a:xfrm>
                <a:off x="576" y="2973"/>
                <a:ext cx="493" cy="790"/>
              </a:xfrm>
              <a:prstGeom prst="rect">
                <a:avLst/>
              </a:prstGeom>
              <a:solidFill>
                <a:srgbClr val="FFFFFF"/>
              </a:solidFill>
              <a:ln w="9525">
                <a:solidFill>
                  <a:srgbClr val="000000"/>
                </a:solidFill>
                <a:miter lim="800000"/>
                <a:headEnd/>
                <a:tailEnd/>
              </a:ln>
              <a:effectLst>
                <a:outerShdw blurRad="50800" dist="38100" dir="18900000" algn="bl" rotWithShape="0">
                  <a:prstClr val="black">
                    <a:alpha val="40000"/>
                  </a:prstClr>
                </a:outerShdw>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919" name="Text Box 241">
                <a:extLst>
                  <a:ext uri="{FF2B5EF4-FFF2-40B4-BE49-F238E27FC236}">
                    <a16:creationId xmlns:a16="http://schemas.microsoft.com/office/drawing/2014/main" id="{4E00011E-8C9D-F343-AACC-9397D39C6BB5}"/>
                  </a:ext>
                </a:extLst>
              </p:cNvPr>
              <p:cNvSpPr txBox="1">
                <a:spLocks noChangeArrowheads="1"/>
              </p:cNvSpPr>
              <p:nvPr/>
            </p:nvSpPr>
            <p:spPr bwMode="auto">
              <a:xfrm>
                <a:off x="593" y="2954"/>
                <a:ext cx="477" cy="82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Arial" charset="0"/>
                    <a:ea typeface="ＭＳ Ｐゴシック" charset="0"/>
                  </a:rPr>
                  <a:t>DHCP</a:t>
                </a:r>
              </a:p>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Arial" charset="0"/>
                    <a:ea typeface="ＭＳ Ｐゴシック" charset="0"/>
                  </a:rPr>
                  <a:t>UDP</a:t>
                </a:r>
              </a:p>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Arial" charset="0"/>
                    <a:ea typeface="ＭＳ Ｐゴシック" charset="0"/>
                  </a:rPr>
                  <a:t>IP</a:t>
                </a:r>
              </a:p>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Arial" charset="0"/>
                    <a:ea typeface="ＭＳ Ｐゴシック" charset="0"/>
                  </a:rPr>
                  <a:t>Eth</a:t>
                </a:r>
              </a:p>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Arial" charset="0"/>
                    <a:ea typeface="ＭＳ Ｐゴシック" charset="0"/>
                  </a:rPr>
                  <a:t>Phy</a:t>
                </a:r>
              </a:p>
            </p:txBody>
          </p:sp>
          <p:sp>
            <p:nvSpPr>
              <p:cNvPr id="920" name="Line 243">
                <a:extLst>
                  <a:ext uri="{FF2B5EF4-FFF2-40B4-BE49-F238E27FC236}">
                    <a16:creationId xmlns:a16="http://schemas.microsoft.com/office/drawing/2014/main" id="{BD170A24-7A91-C149-9C35-3B92862114B6}"/>
                  </a:ext>
                </a:extLst>
              </p:cNvPr>
              <p:cNvSpPr>
                <a:spLocks noChangeShapeType="1"/>
              </p:cNvSpPr>
              <p:nvPr/>
            </p:nvSpPr>
            <p:spPr bwMode="auto">
              <a:xfrm>
                <a:off x="578" y="3130"/>
                <a:ext cx="489"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921" name="Line 244">
                <a:extLst>
                  <a:ext uri="{FF2B5EF4-FFF2-40B4-BE49-F238E27FC236}">
                    <a16:creationId xmlns:a16="http://schemas.microsoft.com/office/drawing/2014/main" id="{F9303BEF-354D-754A-AA78-E4ADA08645E0}"/>
                  </a:ext>
                </a:extLst>
              </p:cNvPr>
              <p:cNvSpPr>
                <a:spLocks noChangeShapeType="1"/>
              </p:cNvSpPr>
              <p:nvPr/>
            </p:nvSpPr>
            <p:spPr bwMode="auto">
              <a:xfrm>
                <a:off x="575" y="3289"/>
                <a:ext cx="489"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922" name="Line 245">
                <a:extLst>
                  <a:ext uri="{FF2B5EF4-FFF2-40B4-BE49-F238E27FC236}">
                    <a16:creationId xmlns:a16="http://schemas.microsoft.com/office/drawing/2014/main" id="{0BC3704C-5166-DB4C-8EDA-308F8DE6161D}"/>
                  </a:ext>
                </a:extLst>
              </p:cNvPr>
              <p:cNvSpPr>
                <a:spLocks noChangeShapeType="1"/>
              </p:cNvSpPr>
              <p:nvPr/>
            </p:nvSpPr>
            <p:spPr bwMode="auto">
              <a:xfrm>
                <a:off x="572" y="3448"/>
                <a:ext cx="489"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923" name="Line 246">
                <a:extLst>
                  <a:ext uri="{FF2B5EF4-FFF2-40B4-BE49-F238E27FC236}">
                    <a16:creationId xmlns:a16="http://schemas.microsoft.com/office/drawing/2014/main" id="{E01D73F2-8A40-A646-A81F-1AD168BC221D}"/>
                  </a:ext>
                </a:extLst>
              </p:cNvPr>
              <p:cNvSpPr>
                <a:spLocks noChangeShapeType="1"/>
              </p:cNvSpPr>
              <p:nvPr/>
            </p:nvSpPr>
            <p:spPr bwMode="auto">
              <a:xfrm>
                <a:off x="569" y="3607"/>
                <a:ext cx="489"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grpSp>
      <p:grpSp>
        <p:nvGrpSpPr>
          <p:cNvPr id="974" name="Group 342">
            <a:extLst>
              <a:ext uri="{FF2B5EF4-FFF2-40B4-BE49-F238E27FC236}">
                <a16:creationId xmlns:a16="http://schemas.microsoft.com/office/drawing/2014/main" id="{68368F8A-0905-C04F-8373-D523E15DD390}"/>
              </a:ext>
            </a:extLst>
          </p:cNvPr>
          <p:cNvGrpSpPr>
            <a:grpSpLocks/>
          </p:cNvGrpSpPr>
          <p:nvPr/>
        </p:nvGrpSpPr>
        <p:grpSpPr bwMode="auto">
          <a:xfrm>
            <a:off x="1598986" y="3330575"/>
            <a:ext cx="1316037" cy="1314450"/>
            <a:chOff x="931" y="1941"/>
            <a:chExt cx="829" cy="828"/>
          </a:xfrm>
        </p:grpSpPr>
        <p:sp>
          <p:nvSpPr>
            <p:cNvPr id="975" name="Freeform 334">
              <a:extLst>
                <a:ext uri="{FF2B5EF4-FFF2-40B4-BE49-F238E27FC236}">
                  <a16:creationId xmlns:a16="http://schemas.microsoft.com/office/drawing/2014/main" id="{FEE3001B-2BDF-E641-AFF3-DFF0ECFF1797}"/>
                </a:ext>
              </a:extLst>
            </p:cNvPr>
            <p:cNvSpPr>
              <a:spLocks/>
            </p:cNvSpPr>
            <p:nvPr/>
          </p:nvSpPr>
          <p:spPr bwMode="auto">
            <a:xfrm>
              <a:off x="1424" y="1965"/>
              <a:ext cx="336" cy="801"/>
            </a:xfrm>
            <a:custGeom>
              <a:avLst/>
              <a:gdLst>
                <a:gd name="T0" fmla="*/ 1 w 551"/>
                <a:gd name="T1" fmla="*/ 0 h 801"/>
                <a:gd name="T2" fmla="*/ 28 w 551"/>
                <a:gd name="T3" fmla="*/ 402 h 801"/>
                <a:gd name="T4" fmla="*/ 1 w 551"/>
                <a:gd name="T5" fmla="*/ 801 h 801"/>
                <a:gd name="T6" fmla="*/ 1 w 551"/>
                <a:gd name="T7" fmla="*/ 535 h 801"/>
                <a:gd name="T8" fmla="*/ 0 w 551"/>
                <a:gd name="T9" fmla="*/ 371 h 801"/>
                <a:gd name="T10" fmla="*/ 1 w 551"/>
                <a:gd name="T11" fmla="*/ 0 h 80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51" h="801">
                  <a:moveTo>
                    <a:pt x="14" y="0"/>
                  </a:moveTo>
                  <a:lnTo>
                    <a:pt x="551" y="402"/>
                  </a:lnTo>
                  <a:lnTo>
                    <a:pt x="6" y="801"/>
                  </a:lnTo>
                  <a:lnTo>
                    <a:pt x="13" y="535"/>
                  </a:lnTo>
                  <a:lnTo>
                    <a:pt x="0" y="371"/>
                  </a:lnTo>
                  <a:lnTo>
                    <a:pt x="14" y="0"/>
                  </a:lnTo>
                  <a:close/>
                </a:path>
              </a:pathLst>
            </a:custGeom>
            <a:gradFill rotWithShape="1">
              <a:gsLst>
                <a:gs pos="0">
                  <a:srgbClr val="FFFFFF">
                    <a:lumMod val="75000"/>
                  </a:srgbClr>
                </a:gs>
                <a:gs pos="100000">
                  <a:srgbClr val="FFFFFF"/>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nvGrpSpPr>
            <p:cNvPr id="976" name="Group 335">
              <a:extLst>
                <a:ext uri="{FF2B5EF4-FFF2-40B4-BE49-F238E27FC236}">
                  <a16:creationId xmlns:a16="http://schemas.microsoft.com/office/drawing/2014/main" id="{075A72C7-137F-3848-A6E3-E64A408A3061}"/>
                </a:ext>
              </a:extLst>
            </p:cNvPr>
            <p:cNvGrpSpPr>
              <a:grpSpLocks/>
            </p:cNvGrpSpPr>
            <p:nvPr/>
          </p:nvGrpSpPr>
          <p:grpSpPr bwMode="auto">
            <a:xfrm>
              <a:off x="931" y="1941"/>
              <a:ext cx="501" cy="828"/>
              <a:chOff x="569" y="2954"/>
              <a:chExt cx="501" cy="828"/>
            </a:xfrm>
          </p:grpSpPr>
          <p:sp>
            <p:nvSpPr>
              <p:cNvPr id="977" name="Rectangle 336">
                <a:extLst>
                  <a:ext uri="{FF2B5EF4-FFF2-40B4-BE49-F238E27FC236}">
                    <a16:creationId xmlns:a16="http://schemas.microsoft.com/office/drawing/2014/main" id="{5A39D877-B301-F047-BE8E-34B3EF11CB36}"/>
                  </a:ext>
                </a:extLst>
              </p:cNvPr>
              <p:cNvSpPr>
                <a:spLocks noChangeArrowheads="1"/>
              </p:cNvSpPr>
              <p:nvPr/>
            </p:nvSpPr>
            <p:spPr bwMode="auto">
              <a:xfrm>
                <a:off x="576" y="2973"/>
                <a:ext cx="493" cy="790"/>
              </a:xfrm>
              <a:prstGeom prst="rect">
                <a:avLst/>
              </a:prstGeom>
              <a:solidFill>
                <a:srgbClr val="FFFFFF"/>
              </a:solidFill>
              <a:ln w="9525">
                <a:solidFill>
                  <a:srgbClr val="000000"/>
                </a:solidFill>
                <a:miter lim="800000"/>
                <a:headEnd/>
                <a:tailEnd/>
              </a:ln>
              <a:effectLst>
                <a:outerShdw blurRad="50800" dist="38100" dir="18900000" algn="bl" rotWithShape="0">
                  <a:prstClr val="black">
                    <a:alpha val="40000"/>
                  </a:prstClr>
                </a:outerShdw>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978" name="Text Box 337">
                <a:extLst>
                  <a:ext uri="{FF2B5EF4-FFF2-40B4-BE49-F238E27FC236}">
                    <a16:creationId xmlns:a16="http://schemas.microsoft.com/office/drawing/2014/main" id="{3B8C2E8D-8470-A948-BC08-E08C849665A5}"/>
                  </a:ext>
                </a:extLst>
              </p:cNvPr>
              <p:cNvSpPr txBox="1">
                <a:spLocks noChangeArrowheads="1"/>
              </p:cNvSpPr>
              <p:nvPr/>
            </p:nvSpPr>
            <p:spPr bwMode="auto">
              <a:xfrm>
                <a:off x="593" y="2954"/>
                <a:ext cx="477" cy="82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Arial" charset="0"/>
                    <a:ea typeface="ＭＳ Ｐゴシック" charset="0"/>
                  </a:rPr>
                  <a:t>DHCP</a:t>
                </a:r>
              </a:p>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Arial" charset="0"/>
                    <a:ea typeface="ＭＳ Ｐゴシック" charset="0"/>
                  </a:rPr>
                  <a:t>UDP</a:t>
                </a:r>
              </a:p>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Arial" charset="0"/>
                    <a:ea typeface="ＭＳ Ｐゴシック" charset="0"/>
                  </a:rPr>
                  <a:t>IP</a:t>
                </a:r>
              </a:p>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Arial" charset="0"/>
                    <a:ea typeface="ＭＳ Ｐゴシック" charset="0"/>
                  </a:rPr>
                  <a:t>Eth</a:t>
                </a:r>
              </a:p>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Arial" charset="0"/>
                    <a:ea typeface="ＭＳ Ｐゴシック" charset="0"/>
                  </a:rPr>
                  <a:t>Phy</a:t>
                </a:r>
              </a:p>
            </p:txBody>
          </p:sp>
          <p:sp>
            <p:nvSpPr>
              <p:cNvPr id="979" name="Line 338">
                <a:extLst>
                  <a:ext uri="{FF2B5EF4-FFF2-40B4-BE49-F238E27FC236}">
                    <a16:creationId xmlns:a16="http://schemas.microsoft.com/office/drawing/2014/main" id="{D0A08B72-CDE0-DE4B-8B12-A912F9745895}"/>
                  </a:ext>
                </a:extLst>
              </p:cNvPr>
              <p:cNvSpPr>
                <a:spLocks noChangeShapeType="1"/>
              </p:cNvSpPr>
              <p:nvPr/>
            </p:nvSpPr>
            <p:spPr bwMode="auto">
              <a:xfrm>
                <a:off x="578" y="3130"/>
                <a:ext cx="489"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980" name="Line 339">
                <a:extLst>
                  <a:ext uri="{FF2B5EF4-FFF2-40B4-BE49-F238E27FC236}">
                    <a16:creationId xmlns:a16="http://schemas.microsoft.com/office/drawing/2014/main" id="{A57D4F7D-2E7F-6840-AC85-141D53A7F3A8}"/>
                  </a:ext>
                </a:extLst>
              </p:cNvPr>
              <p:cNvSpPr>
                <a:spLocks noChangeShapeType="1"/>
              </p:cNvSpPr>
              <p:nvPr/>
            </p:nvSpPr>
            <p:spPr bwMode="auto">
              <a:xfrm>
                <a:off x="575" y="3289"/>
                <a:ext cx="489"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981" name="Line 340">
                <a:extLst>
                  <a:ext uri="{FF2B5EF4-FFF2-40B4-BE49-F238E27FC236}">
                    <a16:creationId xmlns:a16="http://schemas.microsoft.com/office/drawing/2014/main" id="{8CF39C3F-AF73-EB42-B07E-8E2490424491}"/>
                  </a:ext>
                </a:extLst>
              </p:cNvPr>
              <p:cNvSpPr>
                <a:spLocks noChangeShapeType="1"/>
              </p:cNvSpPr>
              <p:nvPr/>
            </p:nvSpPr>
            <p:spPr bwMode="auto">
              <a:xfrm>
                <a:off x="572" y="3448"/>
                <a:ext cx="489"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982" name="Line 341">
                <a:extLst>
                  <a:ext uri="{FF2B5EF4-FFF2-40B4-BE49-F238E27FC236}">
                    <a16:creationId xmlns:a16="http://schemas.microsoft.com/office/drawing/2014/main" id="{6579215B-0078-6047-B238-35EDE678ABCD}"/>
                  </a:ext>
                </a:extLst>
              </p:cNvPr>
              <p:cNvSpPr>
                <a:spLocks noChangeShapeType="1"/>
              </p:cNvSpPr>
              <p:nvPr/>
            </p:nvSpPr>
            <p:spPr bwMode="auto">
              <a:xfrm>
                <a:off x="569" y="3607"/>
                <a:ext cx="489"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grpSp>
      <p:grpSp>
        <p:nvGrpSpPr>
          <p:cNvPr id="767" name="Group 248">
            <a:extLst>
              <a:ext uri="{FF2B5EF4-FFF2-40B4-BE49-F238E27FC236}">
                <a16:creationId xmlns:a16="http://schemas.microsoft.com/office/drawing/2014/main" id="{BBC0582A-3E28-C146-B822-8892A6C507A6}"/>
              </a:ext>
            </a:extLst>
          </p:cNvPr>
          <p:cNvGrpSpPr>
            <a:grpSpLocks/>
          </p:cNvGrpSpPr>
          <p:nvPr/>
        </p:nvGrpSpPr>
        <p:grpSpPr bwMode="auto">
          <a:xfrm>
            <a:off x="2606022" y="3858371"/>
            <a:ext cx="358775" cy="623888"/>
            <a:chOff x="4140" y="429"/>
            <a:chExt cx="1425" cy="2396"/>
          </a:xfrm>
        </p:grpSpPr>
        <p:sp>
          <p:nvSpPr>
            <p:cNvPr id="768" name="Freeform 148">
              <a:extLst>
                <a:ext uri="{FF2B5EF4-FFF2-40B4-BE49-F238E27FC236}">
                  <a16:creationId xmlns:a16="http://schemas.microsoft.com/office/drawing/2014/main" id="{3CCCBBB4-63BD-EA43-A39D-906E833ADC8D}"/>
                </a:ext>
              </a:extLst>
            </p:cNvPr>
            <p:cNvSpPr>
              <a:spLocks/>
            </p:cNvSpPr>
            <p:nvPr/>
          </p:nvSpPr>
          <p:spPr bwMode="auto">
            <a:xfrm>
              <a:off x="5268" y="433"/>
              <a:ext cx="283" cy="2286"/>
            </a:xfrm>
            <a:custGeom>
              <a:avLst/>
              <a:gdLst>
                <a:gd name="T0" fmla="*/ 21 w 354"/>
                <a:gd name="T1" fmla="*/ 0 h 2742"/>
                <a:gd name="T2" fmla="*/ 116 w 354"/>
                <a:gd name="T3" fmla="*/ 137 h 2742"/>
                <a:gd name="T4" fmla="*/ 114 w 354"/>
                <a:gd name="T5" fmla="*/ 1057 h 2742"/>
                <a:gd name="T6" fmla="*/ 0 w 354"/>
                <a:gd name="T7" fmla="*/ 1105 h 2742"/>
                <a:gd name="T8" fmla="*/ 21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769" name="Rectangle 149">
              <a:extLst>
                <a:ext uri="{FF2B5EF4-FFF2-40B4-BE49-F238E27FC236}">
                  <a16:creationId xmlns:a16="http://schemas.microsoft.com/office/drawing/2014/main" id="{0974CB1E-EE6F-9F45-B007-E10FFC92A669}"/>
                </a:ext>
              </a:extLst>
            </p:cNvPr>
            <p:cNvSpPr>
              <a:spLocks noChangeArrowheads="1"/>
            </p:cNvSpPr>
            <p:nvPr/>
          </p:nvSpPr>
          <p:spPr bwMode="auto">
            <a:xfrm>
              <a:off x="4203" y="429"/>
              <a:ext cx="1053" cy="2286"/>
            </a:xfrm>
            <a:prstGeom prst="rect">
              <a:avLst/>
            </a:pr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770" name="Freeform 150">
              <a:extLst>
                <a:ext uri="{FF2B5EF4-FFF2-40B4-BE49-F238E27FC236}">
                  <a16:creationId xmlns:a16="http://schemas.microsoft.com/office/drawing/2014/main" id="{D1A9E57E-DC2A-1D4B-BD1F-082302E9764B}"/>
                </a:ext>
              </a:extLst>
            </p:cNvPr>
            <p:cNvSpPr>
              <a:spLocks/>
            </p:cNvSpPr>
            <p:nvPr/>
          </p:nvSpPr>
          <p:spPr bwMode="auto">
            <a:xfrm>
              <a:off x="5321" y="570"/>
              <a:ext cx="169" cy="2115"/>
            </a:xfrm>
            <a:custGeom>
              <a:avLst/>
              <a:gdLst>
                <a:gd name="T0" fmla="*/ 2 w 211"/>
                <a:gd name="T1" fmla="*/ 0 h 2537"/>
                <a:gd name="T2" fmla="*/ 70 w 211"/>
                <a:gd name="T3" fmla="*/ 88 h 2537"/>
                <a:gd name="T4" fmla="*/ 2 w 211"/>
                <a:gd name="T5" fmla="*/ 1007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771" name="Freeform 151">
              <a:extLst>
                <a:ext uri="{FF2B5EF4-FFF2-40B4-BE49-F238E27FC236}">
                  <a16:creationId xmlns:a16="http://schemas.microsoft.com/office/drawing/2014/main" id="{ECE9DDFF-83C2-2B4C-ABB2-610424C988C4}"/>
                </a:ext>
              </a:extLst>
            </p:cNvPr>
            <p:cNvSpPr>
              <a:spLocks/>
            </p:cNvSpPr>
            <p:nvPr/>
          </p:nvSpPr>
          <p:spPr bwMode="auto">
            <a:xfrm>
              <a:off x="5284" y="1640"/>
              <a:ext cx="263" cy="189"/>
            </a:xfrm>
            <a:custGeom>
              <a:avLst/>
              <a:gdLst>
                <a:gd name="T0" fmla="*/ 2 w 328"/>
                <a:gd name="T1" fmla="*/ 0 h 226"/>
                <a:gd name="T2" fmla="*/ 109 w 328"/>
                <a:gd name="T3" fmla="*/ 52 h 226"/>
                <a:gd name="T4" fmla="*/ 108 w 328"/>
                <a:gd name="T5" fmla="*/ 92 h 226"/>
                <a:gd name="T6" fmla="*/ 0 w 328"/>
                <a:gd name="T7" fmla="*/ 41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772" name="Rectangle 152">
              <a:extLst>
                <a:ext uri="{FF2B5EF4-FFF2-40B4-BE49-F238E27FC236}">
                  <a16:creationId xmlns:a16="http://schemas.microsoft.com/office/drawing/2014/main" id="{E6ECB8C9-90DF-DD48-ABC0-7756BD8AD9CF}"/>
                </a:ext>
              </a:extLst>
            </p:cNvPr>
            <p:cNvSpPr>
              <a:spLocks noChangeArrowheads="1"/>
            </p:cNvSpPr>
            <p:nvPr/>
          </p:nvSpPr>
          <p:spPr bwMode="auto">
            <a:xfrm>
              <a:off x="4209" y="691"/>
              <a:ext cx="599"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nvGrpSpPr>
            <p:cNvPr id="773" name="Group 153">
              <a:extLst>
                <a:ext uri="{FF2B5EF4-FFF2-40B4-BE49-F238E27FC236}">
                  <a16:creationId xmlns:a16="http://schemas.microsoft.com/office/drawing/2014/main" id="{DE8B4D5B-13BE-A642-8255-4AD348F07FF9}"/>
                </a:ext>
              </a:extLst>
            </p:cNvPr>
            <p:cNvGrpSpPr>
              <a:grpSpLocks/>
            </p:cNvGrpSpPr>
            <p:nvPr/>
          </p:nvGrpSpPr>
          <p:grpSpPr bwMode="auto">
            <a:xfrm>
              <a:off x="4749" y="668"/>
              <a:ext cx="581" cy="145"/>
              <a:chOff x="614" y="2568"/>
              <a:chExt cx="725" cy="139"/>
            </a:xfrm>
          </p:grpSpPr>
          <p:sp>
            <p:nvSpPr>
              <p:cNvPr id="798" name="AutoShape 154">
                <a:extLst>
                  <a:ext uri="{FF2B5EF4-FFF2-40B4-BE49-F238E27FC236}">
                    <a16:creationId xmlns:a16="http://schemas.microsoft.com/office/drawing/2014/main" id="{EBB08B72-91CC-634D-9721-24C2FA8C67C3}"/>
                  </a:ext>
                </a:extLst>
              </p:cNvPr>
              <p:cNvSpPr>
                <a:spLocks noChangeArrowheads="1"/>
              </p:cNvSpPr>
              <p:nvPr/>
            </p:nvSpPr>
            <p:spPr bwMode="auto">
              <a:xfrm>
                <a:off x="617" y="2567"/>
                <a:ext cx="724" cy="140"/>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799" name="AutoShape 155">
                <a:extLst>
                  <a:ext uri="{FF2B5EF4-FFF2-40B4-BE49-F238E27FC236}">
                    <a16:creationId xmlns:a16="http://schemas.microsoft.com/office/drawing/2014/main" id="{6232554D-4EC4-3A4E-BADD-0E979EDE086F}"/>
                  </a:ext>
                </a:extLst>
              </p:cNvPr>
              <p:cNvSpPr>
                <a:spLocks noChangeArrowheads="1"/>
              </p:cNvSpPr>
              <p:nvPr/>
            </p:nvSpPr>
            <p:spPr bwMode="auto">
              <a:xfrm>
                <a:off x="633" y="2584"/>
                <a:ext cx="692" cy="105"/>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sp>
          <p:nvSpPr>
            <p:cNvPr id="774" name="Rectangle 156">
              <a:extLst>
                <a:ext uri="{FF2B5EF4-FFF2-40B4-BE49-F238E27FC236}">
                  <a16:creationId xmlns:a16="http://schemas.microsoft.com/office/drawing/2014/main" id="{2546A6DD-1D0C-7842-9D41-F06F1C5381D4}"/>
                </a:ext>
              </a:extLst>
            </p:cNvPr>
            <p:cNvSpPr>
              <a:spLocks noChangeArrowheads="1"/>
            </p:cNvSpPr>
            <p:nvPr/>
          </p:nvSpPr>
          <p:spPr bwMode="auto">
            <a:xfrm>
              <a:off x="4222" y="1020"/>
              <a:ext cx="599" cy="43"/>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nvGrpSpPr>
            <p:cNvPr id="775" name="Group 157">
              <a:extLst>
                <a:ext uri="{FF2B5EF4-FFF2-40B4-BE49-F238E27FC236}">
                  <a16:creationId xmlns:a16="http://schemas.microsoft.com/office/drawing/2014/main" id="{34703394-632C-984A-A448-ECD8882A2A84}"/>
                </a:ext>
              </a:extLst>
            </p:cNvPr>
            <p:cNvGrpSpPr>
              <a:grpSpLocks/>
            </p:cNvGrpSpPr>
            <p:nvPr/>
          </p:nvGrpSpPr>
          <p:grpSpPr bwMode="auto">
            <a:xfrm>
              <a:off x="4747" y="994"/>
              <a:ext cx="581" cy="134"/>
              <a:chOff x="614" y="2568"/>
              <a:chExt cx="725" cy="139"/>
            </a:xfrm>
          </p:grpSpPr>
          <p:sp>
            <p:nvSpPr>
              <p:cNvPr id="796" name="AutoShape 158">
                <a:extLst>
                  <a:ext uri="{FF2B5EF4-FFF2-40B4-BE49-F238E27FC236}">
                    <a16:creationId xmlns:a16="http://schemas.microsoft.com/office/drawing/2014/main" id="{76033BA2-2C0A-D044-87F7-4C68D7CC33AA}"/>
                  </a:ext>
                </a:extLst>
              </p:cNvPr>
              <p:cNvSpPr>
                <a:spLocks noChangeArrowheads="1"/>
              </p:cNvSpPr>
              <p:nvPr/>
            </p:nvSpPr>
            <p:spPr bwMode="auto">
              <a:xfrm>
                <a:off x="612" y="2570"/>
                <a:ext cx="724" cy="139"/>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797" name="AutoShape 159">
                <a:extLst>
                  <a:ext uri="{FF2B5EF4-FFF2-40B4-BE49-F238E27FC236}">
                    <a16:creationId xmlns:a16="http://schemas.microsoft.com/office/drawing/2014/main" id="{51AF1619-376A-ED4A-B696-DEA3DCB639AE}"/>
                  </a:ext>
                </a:extLst>
              </p:cNvPr>
              <p:cNvSpPr>
                <a:spLocks noChangeArrowheads="1"/>
              </p:cNvSpPr>
              <p:nvPr/>
            </p:nvSpPr>
            <p:spPr bwMode="auto">
              <a:xfrm>
                <a:off x="628" y="2589"/>
                <a:ext cx="692" cy="101"/>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sp>
          <p:nvSpPr>
            <p:cNvPr id="776" name="Rectangle 160">
              <a:extLst>
                <a:ext uri="{FF2B5EF4-FFF2-40B4-BE49-F238E27FC236}">
                  <a16:creationId xmlns:a16="http://schemas.microsoft.com/office/drawing/2014/main" id="{8DF2F679-CA89-2342-9682-EB7F28F10DAF}"/>
                </a:ext>
              </a:extLst>
            </p:cNvPr>
            <p:cNvSpPr>
              <a:spLocks noChangeArrowheads="1"/>
            </p:cNvSpPr>
            <p:nvPr/>
          </p:nvSpPr>
          <p:spPr bwMode="auto">
            <a:xfrm>
              <a:off x="4216" y="1356"/>
              <a:ext cx="599"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777" name="Rectangle 161">
              <a:extLst>
                <a:ext uri="{FF2B5EF4-FFF2-40B4-BE49-F238E27FC236}">
                  <a16:creationId xmlns:a16="http://schemas.microsoft.com/office/drawing/2014/main" id="{8B243454-074D-8346-AFE1-3BB5C3E642B9}"/>
                </a:ext>
              </a:extLst>
            </p:cNvPr>
            <p:cNvSpPr>
              <a:spLocks noChangeArrowheads="1"/>
            </p:cNvSpPr>
            <p:nvPr/>
          </p:nvSpPr>
          <p:spPr bwMode="auto">
            <a:xfrm>
              <a:off x="4228" y="1654"/>
              <a:ext cx="593"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nvGrpSpPr>
            <p:cNvPr id="778" name="Group 162">
              <a:extLst>
                <a:ext uri="{FF2B5EF4-FFF2-40B4-BE49-F238E27FC236}">
                  <a16:creationId xmlns:a16="http://schemas.microsoft.com/office/drawing/2014/main" id="{F952B7CD-AD2D-9742-9EE1-E9F5E9B22929}"/>
                </a:ext>
              </a:extLst>
            </p:cNvPr>
            <p:cNvGrpSpPr>
              <a:grpSpLocks/>
            </p:cNvGrpSpPr>
            <p:nvPr/>
          </p:nvGrpSpPr>
          <p:grpSpPr bwMode="auto">
            <a:xfrm>
              <a:off x="4735" y="1627"/>
              <a:ext cx="582" cy="151"/>
              <a:chOff x="614" y="2568"/>
              <a:chExt cx="725" cy="139"/>
            </a:xfrm>
          </p:grpSpPr>
          <p:sp>
            <p:nvSpPr>
              <p:cNvPr id="794" name="AutoShape 163">
                <a:extLst>
                  <a:ext uri="{FF2B5EF4-FFF2-40B4-BE49-F238E27FC236}">
                    <a16:creationId xmlns:a16="http://schemas.microsoft.com/office/drawing/2014/main" id="{20016974-868C-BD4F-9665-1B53F78C8F7F}"/>
                  </a:ext>
                </a:extLst>
              </p:cNvPr>
              <p:cNvSpPr>
                <a:spLocks noChangeArrowheads="1"/>
              </p:cNvSpPr>
              <p:nvPr/>
            </p:nvSpPr>
            <p:spPr bwMode="auto">
              <a:xfrm>
                <a:off x="611" y="2576"/>
                <a:ext cx="730" cy="129"/>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795" name="AutoShape 164">
                <a:extLst>
                  <a:ext uri="{FF2B5EF4-FFF2-40B4-BE49-F238E27FC236}">
                    <a16:creationId xmlns:a16="http://schemas.microsoft.com/office/drawing/2014/main" id="{A88B0A1E-CC2B-3B46-B6A2-53F0C41204D2}"/>
                  </a:ext>
                </a:extLst>
              </p:cNvPr>
              <p:cNvSpPr>
                <a:spLocks noChangeArrowheads="1"/>
              </p:cNvSpPr>
              <p:nvPr/>
            </p:nvSpPr>
            <p:spPr bwMode="auto">
              <a:xfrm>
                <a:off x="627" y="2588"/>
                <a:ext cx="699" cy="101"/>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sp>
          <p:nvSpPr>
            <p:cNvPr id="779" name="Freeform 165">
              <a:extLst>
                <a:ext uri="{FF2B5EF4-FFF2-40B4-BE49-F238E27FC236}">
                  <a16:creationId xmlns:a16="http://schemas.microsoft.com/office/drawing/2014/main" id="{2D7267B4-3F73-B744-90B8-E9BCE3D682BB}"/>
                </a:ext>
              </a:extLst>
            </p:cNvPr>
            <p:cNvSpPr>
              <a:spLocks/>
            </p:cNvSpPr>
            <p:nvPr/>
          </p:nvSpPr>
          <p:spPr bwMode="auto">
            <a:xfrm>
              <a:off x="5288" y="1354"/>
              <a:ext cx="263" cy="188"/>
            </a:xfrm>
            <a:custGeom>
              <a:avLst/>
              <a:gdLst>
                <a:gd name="T0" fmla="*/ 2 w 328"/>
                <a:gd name="T1" fmla="*/ 0 h 226"/>
                <a:gd name="T2" fmla="*/ 109 w 328"/>
                <a:gd name="T3" fmla="*/ 51 h 226"/>
                <a:gd name="T4" fmla="*/ 108 w 328"/>
                <a:gd name="T5" fmla="*/ 90 h 226"/>
                <a:gd name="T6" fmla="*/ 0 w 328"/>
                <a:gd name="T7" fmla="*/ 39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nvGrpSpPr>
            <p:cNvPr id="780" name="Group 166">
              <a:extLst>
                <a:ext uri="{FF2B5EF4-FFF2-40B4-BE49-F238E27FC236}">
                  <a16:creationId xmlns:a16="http://schemas.microsoft.com/office/drawing/2014/main" id="{389A7FB0-2CC9-7D49-A293-D5C9D206E219}"/>
                </a:ext>
              </a:extLst>
            </p:cNvPr>
            <p:cNvGrpSpPr>
              <a:grpSpLocks/>
            </p:cNvGrpSpPr>
            <p:nvPr/>
          </p:nvGrpSpPr>
          <p:grpSpPr bwMode="auto">
            <a:xfrm>
              <a:off x="4739" y="1327"/>
              <a:ext cx="582" cy="139"/>
              <a:chOff x="614" y="2568"/>
              <a:chExt cx="725" cy="139"/>
            </a:xfrm>
          </p:grpSpPr>
          <p:sp>
            <p:nvSpPr>
              <p:cNvPr id="792" name="AutoShape 167">
                <a:extLst>
                  <a:ext uri="{FF2B5EF4-FFF2-40B4-BE49-F238E27FC236}">
                    <a16:creationId xmlns:a16="http://schemas.microsoft.com/office/drawing/2014/main" id="{1C60BF9E-DC7B-F846-9F0E-B2E13E4833FE}"/>
                  </a:ext>
                </a:extLst>
              </p:cNvPr>
              <p:cNvSpPr>
                <a:spLocks noChangeArrowheads="1"/>
              </p:cNvSpPr>
              <p:nvPr/>
            </p:nvSpPr>
            <p:spPr bwMode="auto">
              <a:xfrm>
                <a:off x="614" y="2566"/>
                <a:ext cx="723" cy="140"/>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793" name="AutoShape 168">
                <a:extLst>
                  <a:ext uri="{FF2B5EF4-FFF2-40B4-BE49-F238E27FC236}">
                    <a16:creationId xmlns:a16="http://schemas.microsoft.com/office/drawing/2014/main" id="{15DF1283-BAAE-5A42-AEA0-93EC39A2CC8C}"/>
                  </a:ext>
                </a:extLst>
              </p:cNvPr>
              <p:cNvSpPr>
                <a:spLocks noChangeArrowheads="1"/>
              </p:cNvSpPr>
              <p:nvPr/>
            </p:nvSpPr>
            <p:spPr bwMode="auto">
              <a:xfrm>
                <a:off x="630" y="2585"/>
                <a:ext cx="691" cy="104"/>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sp>
          <p:nvSpPr>
            <p:cNvPr id="781" name="Rectangle 169">
              <a:extLst>
                <a:ext uri="{FF2B5EF4-FFF2-40B4-BE49-F238E27FC236}">
                  <a16:creationId xmlns:a16="http://schemas.microsoft.com/office/drawing/2014/main" id="{B78E8FF1-3A93-F04F-8BBF-F7DC1ED65AED}"/>
                </a:ext>
              </a:extLst>
            </p:cNvPr>
            <p:cNvSpPr>
              <a:spLocks noChangeArrowheads="1"/>
            </p:cNvSpPr>
            <p:nvPr/>
          </p:nvSpPr>
          <p:spPr bwMode="auto">
            <a:xfrm>
              <a:off x="5250" y="429"/>
              <a:ext cx="69" cy="2286"/>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782" name="Freeform 170">
              <a:extLst>
                <a:ext uri="{FF2B5EF4-FFF2-40B4-BE49-F238E27FC236}">
                  <a16:creationId xmlns:a16="http://schemas.microsoft.com/office/drawing/2014/main" id="{8358E42F-2052-D34A-8961-6C954E823CA4}"/>
                </a:ext>
              </a:extLst>
            </p:cNvPr>
            <p:cNvSpPr>
              <a:spLocks/>
            </p:cNvSpPr>
            <p:nvPr/>
          </p:nvSpPr>
          <p:spPr bwMode="auto">
            <a:xfrm>
              <a:off x="5312" y="1007"/>
              <a:ext cx="237" cy="213"/>
            </a:xfrm>
            <a:custGeom>
              <a:avLst/>
              <a:gdLst>
                <a:gd name="T0" fmla="*/ 2 w 296"/>
                <a:gd name="T1" fmla="*/ 0 h 256"/>
                <a:gd name="T2" fmla="*/ 96 w 296"/>
                <a:gd name="T3" fmla="*/ 57 h 256"/>
                <a:gd name="T4" fmla="*/ 98 w 296"/>
                <a:gd name="T5" fmla="*/ 102 h 256"/>
                <a:gd name="T6" fmla="*/ 0 w 296"/>
                <a:gd name="T7" fmla="*/ 39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783" name="Freeform 171">
              <a:extLst>
                <a:ext uri="{FF2B5EF4-FFF2-40B4-BE49-F238E27FC236}">
                  <a16:creationId xmlns:a16="http://schemas.microsoft.com/office/drawing/2014/main" id="{E15908DC-3FEB-A24B-86BC-8C1DC62E3013}"/>
                </a:ext>
              </a:extLst>
            </p:cNvPr>
            <p:cNvSpPr>
              <a:spLocks/>
            </p:cNvSpPr>
            <p:nvPr/>
          </p:nvSpPr>
          <p:spPr bwMode="auto">
            <a:xfrm>
              <a:off x="5315" y="680"/>
              <a:ext cx="244" cy="240"/>
            </a:xfrm>
            <a:custGeom>
              <a:avLst/>
              <a:gdLst>
                <a:gd name="T0" fmla="*/ 0 w 304"/>
                <a:gd name="T1" fmla="*/ 0 h 288"/>
                <a:gd name="T2" fmla="*/ 101 w 304"/>
                <a:gd name="T3" fmla="*/ 66 h 288"/>
                <a:gd name="T4" fmla="*/ 95 w 304"/>
                <a:gd name="T5" fmla="*/ 116 h 288"/>
                <a:gd name="T6" fmla="*/ 2 w 304"/>
                <a:gd name="T7" fmla="*/ 5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784" name="Oval 172">
              <a:extLst>
                <a:ext uri="{FF2B5EF4-FFF2-40B4-BE49-F238E27FC236}">
                  <a16:creationId xmlns:a16="http://schemas.microsoft.com/office/drawing/2014/main" id="{55D3D4C7-0F27-7847-9BA6-976BE282CB1C}"/>
                </a:ext>
              </a:extLst>
            </p:cNvPr>
            <p:cNvSpPr>
              <a:spLocks noChangeArrowheads="1"/>
            </p:cNvSpPr>
            <p:nvPr/>
          </p:nvSpPr>
          <p:spPr bwMode="auto">
            <a:xfrm>
              <a:off x="5515" y="2612"/>
              <a:ext cx="50" cy="98"/>
            </a:xfrm>
            <a:prstGeom prst="ellipse">
              <a:avLst/>
            </a:prstGeom>
            <a:solidFill>
              <a:srgbClr val="3333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785" name="Freeform 173">
              <a:extLst>
                <a:ext uri="{FF2B5EF4-FFF2-40B4-BE49-F238E27FC236}">
                  <a16:creationId xmlns:a16="http://schemas.microsoft.com/office/drawing/2014/main" id="{F5D28E4C-64C9-9241-87AF-620E7F6916B1}"/>
                </a:ext>
              </a:extLst>
            </p:cNvPr>
            <p:cNvSpPr>
              <a:spLocks/>
            </p:cNvSpPr>
            <p:nvPr/>
          </p:nvSpPr>
          <p:spPr bwMode="auto">
            <a:xfrm>
              <a:off x="5302" y="2614"/>
              <a:ext cx="245" cy="200"/>
            </a:xfrm>
            <a:custGeom>
              <a:avLst/>
              <a:gdLst>
                <a:gd name="T0" fmla="*/ 0 w 306"/>
                <a:gd name="T1" fmla="*/ 43 h 240"/>
                <a:gd name="T2" fmla="*/ 2 w 306"/>
                <a:gd name="T3" fmla="*/ 97 h 240"/>
                <a:gd name="T4" fmla="*/ 101 w 306"/>
                <a:gd name="T5" fmla="*/ 44 h 240"/>
                <a:gd name="T6" fmla="*/ 98 w 306"/>
                <a:gd name="T7" fmla="*/ 0 h 240"/>
                <a:gd name="T8" fmla="*/ 0 w 306"/>
                <a:gd name="T9" fmla="*/ 43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786" name="AutoShape 174">
              <a:extLst>
                <a:ext uri="{FF2B5EF4-FFF2-40B4-BE49-F238E27FC236}">
                  <a16:creationId xmlns:a16="http://schemas.microsoft.com/office/drawing/2014/main" id="{426EB745-6167-D14B-A776-4448FAAB10D9}"/>
                </a:ext>
              </a:extLst>
            </p:cNvPr>
            <p:cNvSpPr>
              <a:spLocks noChangeArrowheads="1"/>
            </p:cNvSpPr>
            <p:nvPr/>
          </p:nvSpPr>
          <p:spPr bwMode="auto">
            <a:xfrm>
              <a:off x="4140" y="2679"/>
              <a:ext cx="1198" cy="146"/>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787" name="AutoShape 175">
              <a:extLst>
                <a:ext uri="{FF2B5EF4-FFF2-40B4-BE49-F238E27FC236}">
                  <a16:creationId xmlns:a16="http://schemas.microsoft.com/office/drawing/2014/main" id="{0292EAF2-9AF0-A84A-A39E-10D96929B9D5}"/>
                </a:ext>
              </a:extLst>
            </p:cNvPr>
            <p:cNvSpPr>
              <a:spLocks noChangeArrowheads="1"/>
            </p:cNvSpPr>
            <p:nvPr/>
          </p:nvSpPr>
          <p:spPr bwMode="auto">
            <a:xfrm>
              <a:off x="4203" y="2709"/>
              <a:ext cx="1072" cy="85"/>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788" name="Oval 176">
              <a:extLst>
                <a:ext uri="{FF2B5EF4-FFF2-40B4-BE49-F238E27FC236}">
                  <a16:creationId xmlns:a16="http://schemas.microsoft.com/office/drawing/2014/main" id="{CF51263E-374B-244C-8313-AC3747A055D9}"/>
                </a:ext>
              </a:extLst>
            </p:cNvPr>
            <p:cNvSpPr>
              <a:spLocks noChangeArrowheads="1"/>
            </p:cNvSpPr>
            <p:nvPr/>
          </p:nvSpPr>
          <p:spPr bwMode="auto">
            <a:xfrm>
              <a:off x="4310" y="2386"/>
              <a:ext cx="158" cy="140"/>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789" name="Oval 177">
              <a:extLst>
                <a:ext uri="{FF2B5EF4-FFF2-40B4-BE49-F238E27FC236}">
                  <a16:creationId xmlns:a16="http://schemas.microsoft.com/office/drawing/2014/main" id="{6084D4F4-9EA7-F048-99DE-9AD5FDE1E5C5}"/>
                </a:ext>
              </a:extLst>
            </p:cNvPr>
            <p:cNvSpPr>
              <a:spLocks noChangeArrowheads="1"/>
            </p:cNvSpPr>
            <p:nvPr/>
          </p:nvSpPr>
          <p:spPr bwMode="auto">
            <a:xfrm>
              <a:off x="4487" y="2386"/>
              <a:ext cx="158" cy="140"/>
            </a:xfrm>
            <a:prstGeom prst="ellipse">
              <a:avLst/>
            </a:prstGeom>
            <a:solidFill>
              <a:srgbClr val="FF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0000"/>
                </a:solidFill>
                <a:effectLst/>
                <a:uLnTx/>
                <a:uFillTx/>
                <a:latin typeface="Arial" charset="0"/>
                <a:ea typeface="ＭＳ Ｐゴシック" charset="0"/>
              </a:endParaRPr>
            </a:p>
          </p:txBody>
        </p:sp>
        <p:sp>
          <p:nvSpPr>
            <p:cNvPr id="790" name="Oval 178">
              <a:extLst>
                <a:ext uri="{FF2B5EF4-FFF2-40B4-BE49-F238E27FC236}">
                  <a16:creationId xmlns:a16="http://schemas.microsoft.com/office/drawing/2014/main" id="{D953B547-8892-2A44-B775-A5EE550E8E55}"/>
                </a:ext>
              </a:extLst>
            </p:cNvPr>
            <p:cNvSpPr>
              <a:spLocks noChangeArrowheads="1"/>
            </p:cNvSpPr>
            <p:nvPr/>
          </p:nvSpPr>
          <p:spPr bwMode="auto">
            <a:xfrm>
              <a:off x="4663" y="2380"/>
              <a:ext cx="158" cy="140"/>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791" name="Rectangle 179">
              <a:extLst>
                <a:ext uri="{FF2B5EF4-FFF2-40B4-BE49-F238E27FC236}">
                  <a16:creationId xmlns:a16="http://schemas.microsoft.com/office/drawing/2014/main" id="{326922C6-F013-6B47-915C-187F1C8FFA48}"/>
                </a:ext>
              </a:extLst>
            </p:cNvPr>
            <p:cNvSpPr>
              <a:spLocks noChangeArrowheads="1"/>
            </p:cNvSpPr>
            <p:nvPr/>
          </p:nvSpPr>
          <p:spPr bwMode="auto">
            <a:xfrm>
              <a:off x="5061" y="1837"/>
              <a:ext cx="88" cy="756"/>
            </a:xfrm>
            <a:prstGeom prst="rect">
              <a:avLst/>
            </a:prstGeom>
            <a:solidFill>
              <a:srgbClr val="292929"/>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sp>
        <p:nvSpPr>
          <p:cNvPr id="289" name="Rectangle 3">
            <a:extLst>
              <a:ext uri="{FF2B5EF4-FFF2-40B4-BE49-F238E27FC236}">
                <a16:creationId xmlns:a16="http://schemas.microsoft.com/office/drawing/2014/main" id="{7B871886-3DE1-0B4A-8DB9-883FE1D7E63F}"/>
              </a:ext>
            </a:extLst>
          </p:cNvPr>
          <p:cNvSpPr txBox="1">
            <a:spLocks noChangeArrowheads="1"/>
          </p:cNvSpPr>
          <p:nvPr/>
        </p:nvSpPr>
        <p:spPr bwMode="auto">
          <a:xfrm>
            <a:off x="5231672" y="1504912"/>
            <a:ext cx="6548848" cy="15732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lnSpc>
                <a:spcPct val="85000"/>
              </a:lnSpc>
              <a:spcBef>
                <a:spcPct val="20000"/>
              </a:spcBef>
              <a:spcAft>
                <a:spcPct val="0"/>
              </a:spcAft>
              <a:buClr>
                <a:srgbClr val="000099"/>
              </a:buClr>
              <a:buSzPct val="100000"/>
              <a:buFont typeface="Wingdings" charset="2"/>
              <a:buChar char="§"/>
              <a:defRPr sz="2800">
                <a:solidFill>
                  <a:schemeClr val="tx1"/>
                </a:solidFill>
                <a:latin typeface="+mn-lt"/>
                <a:ea typeface="ＭＳ Ｐゴシック" charset="0"/>
                <a:cs typeface="ＭＳ Ｐゴシック" charset="0"/>
              </a:defRPr>
            </a:lvl1pPr>
            <a:lvl2pPr marL="742950" indent="-285750" algn="l" rtl="0" eaLnBrk="0" fontAlgn="base" hangingPunct="0">
              <a:lnSpc>
                <a:spcPct val="85000"/>
              </a:lnSpc>
              <a:spcBef>
                <a:spcPct val="20000"/>
              </a:spcBef>
              <a:spcAft>
                <a:spcPct val="0"/>
              </a:spcAft>
              <a:buClr>
                <a:srgbClr val="000099"/>
              </a:buClr>
              <a:buFont typeface="Arial"/>
              <a:buChar char="•"/>
              <a:defRPr sz="2400">
                <a:solidFill>
                  <a:schemeClr val="tx1"/>
                </a:solidFill>
                <a:latin typeface="+mn-lt"/>
                <a:ea typeface="ＭＳ Ｐゴシック" charset="0"/>
              </a:defRPr>
            </a:lvl2pPr>
            <a:lvl3pPr marL="1143000" indent="-228600" algn="l" rtl="0" eaLnBrk="0" fontAlgn="base" hangingPunct="0">
              <a:spcBef>
                <a:spcPct val="20000"/>
              </a:spcBef>
              <a:spcAft>
                <a:spcPct val="0"/>
              </a:spcAft>
              <a:buChar char="•"/>
              <a:defRPr sz="2000">
                <a:solidFill>
                  <a:schemeClr val="tx1"/>
                </a:solidFill>
                <a:latin typeface="Comic Sans MS" pitchFamily="66" charset="0"/>
                <a:ea typeface="ＭＳ Ｐゴシック" charset="0"/>
              </a:defRPr>
            </a:lvl3pPr>
            <a:lvl4pPr marL="1600200" indent="-228600" algn="l" rtl="0" eaLnBrk="0" fontAlgn="base" hangingPunct="0">
              <a:spcBef>
                <a:spcPct val="20000"/>
              </a:spcBef>
              <a:spcAft>
                <a:spcPct val="0"/>
              </a:spcAft>
              <a:buChar char="–"/>
              <a:defRPr sz="2000">
                <a:solidFill>
                  <a:schemeClr val="tx1"/>
                </a:solidFill>
                <a:latin typeface="Times New Roman" pitchFamily="-109" charset="0"/>
                <a:ea typeface="ＭＳ Ｐゴシック" charset="0"/>
              </a:defRPr>
            </a:lvl4pPr>
            <a:lvl5pPr marL="2057400" indent="-228600" algn="l" rtl="0" eaLnBrk="0" fontAlgn="base" hangingPunct="0">
              <a:spcBef>
                <a:spcPct val="20000"/>
              </a:spcBef>
              <a:spcAft>
                <a:spcPct val="0"/>
              </a:spcAft>
              <a:buChar char="»"/>
              <a:defRPr sz="2000">
                <a:solidFill>
                  <a:schemeClr val="tx1"/>
                </a:solidFill>
                <a:latin typeface="Times New Roman" pitchFamily="-109" charset="0"/>
                <a:ea typeface="ＭＳ Ｐゴシック" charset="0"/>
              </a:defRPr>
            </a:lvl5pPr>
            <a:lvl6pPr marL="2514600" indent="-228600" algn="l" rtl="0" eaLnBrk="0" fontAlgn="base" hangingPunct="0">
              <a:spcBef>
                <a:spcPct val="20000"/>
              </a:spcBef>
              <a:spcAft>
                <a:spcPct val="0"/>
              </a:spcAft>
              <a:buChar char="»"/>
              <a:defRPr sz="2000">
                <a:solidFill>
                  <a:schemeClr val="tx1"/>
                </a:solidFill>
                <a:latin typeface="Times New Roman" pitchFamily="-109" charset="0"/>
              </a:defRPr>
            </a:lvl6pPr>
            <a:lvl7pPr marL="2971800" indent="-228600" algn="l" rtl="0" eaLnBrk="0" fontAlgn="base" hangingPunct="0">
              <a:spcBef>
                <a:spcPct val="20000"/>
              </a:spcBef>
              <a:spcAft>
                <a:spcPct val="0"/>
              </a:spcAft>
              <a:buChar char="»"/>
              <a:defRPr sz="2000">
                <a:solidFill>
                  <a:schemeClr val="tx1"/>
                </a:solidFill>
                <a:latin typeface="Times New Roman" pitchFamily="-109" charset="0"/>
              </a:defRPr>
            </a:lvl7pPr>
            <a:lvl8pPr marL="3429000" indent="-228600" algn="l" rtl="0" eaLnBrk="0" fontAlgn="base" hangingPunct="0">
              <a:spcBef>
                <a:spcPct val="20000"/>
              </a:spcBef>
              <a:spcAft>
                <a:spcPct val="0"/>
              </a:spcAft>
              <a:buChar char="»"/>
              <a:defRPr sz="2000">
                <a:solidFill>
                  <a:schemeClr val="tx1"/>
                </a:solidFill>
                <a:latin typeface="Times New Roman" pitchFamily="-109" charset="0"/>
              </a:defRPr>
            </a:lvl8pPr>
            <a:lvl9pPr marL="3886200" indent="-228600" algn="l" rtl="0" eaLnBrk="0" fontAlgn="base" hangingPunct="0">
              <a:spcBef>
                <a:spcPct val="20000"/>
              </a:spcBef>
              <a:spcAft>
                <a:spcPct val="0"/>
              </a:spcAft>
              <a:buChar char="»"/>
              <a:defRPr sz="2000">
                <a:solidFill>
                  <a:schemeClr val="tx1"/>
                </a:solidFill>
                <a:latin typeface="Times New Roman" pitchFamily="-109" charset="0"/>
              </a:defRPr>
            </a:lvl9pPr>
          </a:lstStyle>
          <a:p>
            <a:pPr marL="231775" indent="-231775">
              <a:lnSpc>
                <a:spcPct val="80000"/>
              </a:lnSpc>
              <a:defRPr/>
            </a:pPr>
            <a:r>
              <a:rPr lang="en-US" kern="0" dirty="0">
                <a:cs typeface="+mn-cs"/>
              </a:rPr>
              <a:t>DHCP server formulates </a:t>
            </a:r>
            <a:r>
              <a:rPr lang="en-US" kern="0" dirty="0">
                <a:solidFill>
                  <a:srgbClr val="C00000"/>
                </a:solidFill>
                <a:cs typeface="+mn-cs"/>
              </a:rPr>
              <a:t>DHCP ACK </a:t>
            </a:r>
            <a:r>
              <a:rPr lang="en-US" kern="0" dirty="0">
                <a:cs typeface="+mn-cs"/>
              </a:rPr>
              <a:t>containing client</a:t>
            </a:r>
            <a:r>
              <a:rPr lang="en-US" altLang="ja-JP" kern="0" dirty="0">
                <a:cs typeface="+mn-cs"/>
              </a:rPr>
              <a:t>’</a:t>
            </a:r>
            <a:r>
              <a:rPr lang="en-US" kern="0" dirty="0">
                <a:cs typeface="+mn-cs"/>
              </a:rPr>
              <a:t>s IP address, IP address of first-hop router for client, name &amp; IP address of DNS server</a:t>
            </a:r>
          </a:p>
          <a:p>
            <a:pPr>
              <a:lnSpc>
                <a:spcPct val="80000"/>
              </a:lnSpc>
              <a:defRPr/>
            </a:pPr>
            <a:endParaRPr lang="en-US" kern="0" dirty="0">
              <a:cs typeface="+mn-cs"/>
            </a:endParaRPr>
          </a:p>
        </p:txBody>
      </p:sp>
      <p:grpSp>
        <p:nvGrpSpPr>
          <p:cNvPr id="290" name="Group 57">
            <a:extLst>
              <a:ext uri="{FF2B5EF4-FFF2-40B4-BE49-F238E27FC236}">
                <a16:creationId xmlns:a16="http://schemas.microsoft.com/office/drawing/2014/main" id="{37C8DAC2-4F10-5D40-BFEB-36DD810D29E8}"/>
              </a:ext>
            </a:extLst>
          </p:cNvPr>
          <p:cNvGrpSpPr>
            <a:grpSpLocks/>
          </p:cNvGrpSpPr>
          <p:nvPr/>
        </p:nvGrpSpPr>
        <p:grpSpPr bwMode="auto">
          <a:xfrm>
            <a:off x="379319" y="3300692"/>
            <a:ext cx="1081088" cy="1166813"/>
            <a:chOff x="42" y="744"/>
            <a:chExt cx="681" cy="735"/>
          </a:xfrm>
        </p:grpSpPr>
        <p:grpSp>
          <p:nvGrpSpPr>
            <p:cNvPr id="291" name="Group 58">
              <a:extLst>
                <a:ext uri="{FF2B5EF4-FFF2-40B4-BE49-F238E27FC236}">
                  <a16:creationId xmlns:a16="http://schemas.microsoft.com/office/drawing/2014/main" id="{586D51E3-E709-E748-B55A-04F83F765CD7}"/>
                </a:ext>
              </a:extLst>
            </p:cNvPr>
            <p:cNvGrpSpPr>
              <a:grpSpLocks/>
            </p:cNvGrpSpPr>
            <p:nvPr/>
          </p:nvGrpSpPr>
          <p:grpSpPr bwMode="auto">
            <a:xfrm>
              <a:off x="42" y="886"/>
              <a:ext cx="681" cy="468"/>
              <a:chOff x="42" y="886"/>
              <a:chExt cx="681" cy="468"/>
            </a:xfrm>
          </p:grpSpPr>
          <p:grpSp>
            <p:nvGrpSpPr>
              <p:cNvPr id="293" name="Group 59">
                <a:extLst>
                  <a:ext uri="{FF2B5EF4-FFF2-40B4-BE49-F238E27FC236}">
                    <a16:creationId xmlns:a16="http://schemas.microsoft.com/office/drawing/2014/main" id="{61F14A68-1B09-4949-8F3A-2E3CEA1369D8}"/>
                  </a:ext>
                </a:extLst>
              </p:cNvPr>
              <p:cNvGrpSpPr>
                <a:grpSpLocks/>
              </p:cNvGrpSpPr>
              <p:nvPr/>
            </p:nvGrpSpPr>
            <p:grpSpPr bwMode="auto">
              <a:xfrm>
                <a:off x="278" y="886"/>
                <a:ext cx="397" cy="154"/>
                <a:chOff x="740" y="3209"/>
                <a:chExt cx="397" cy="154"/>
              </a:xfrm>
            </p:grpSpPr>
            <p:grpSp>
              <p:nvGrpSpPr>
                <p:cNvPr id="319" name="Group 60">
                  <a:extLst>
                    <a:ext uri="{FF2B5EF4-FFF2-40B4-BE49-F238E27FC236}">
                      <a16:creationId xmlns:a16="http://schemas.microsoft.com/office/drawing/2014/main" id="{0964A370-2208-9941-9E3F-7ED5F1900BA8}"/>
                    </a:ext>
                  </a:extLst>
                </p:cNvPr>
                <p:cNvGrpSpPr>
                  <a:grpSpLocks/>
                </p:cNvGrpSpPr>
                <p:nvPr/>
              </p:nvGrpSpPr>
              <p:grpSpPr bwMode="auto">
                <a:xfrm>
                  <a:off x="794" y="3209"/>
                  <a:ext cx="343" cy="154"/>
                  <a:chOff x="844" y="3337"/>
                  <a:chExt cx="343" cy="154"/>
                </a:xfrm>
              </p:grpSpPr>
              <p:sp>
                <p:nvSpPr>
                  <p:cNvPr id="322" name="Rectangle 61">
                    <a:extLst>
                      <a:ext uri="{FF2B5EF4-FFF2-40B4-BE49-F238E27FC236}">
                        <a16:creationId xmlns:a16="http://schemas.microsoft.com/office/drawing/2014/main" id="{306955EB-3F12-5241-949F-01DE6F58A5D8}"/>
                      </a:ext>
                    </a:extLst>
                  </p:cNvPr>
                  <p:cNvSpPr>
                    <a:spLocks noChangeArrowheads="1"/>
                  </p:cNvSpPr>
                  <p:nvPr/>
                </p:nvSpPr>
                <p:spPr bwMode="auto">
                  <a:xfrm>
                    <a:off x="889" y="3370"/>
                    <a:ext cx="245" cy="86"/>
                  </a:xfrm>
                  <a:prstGeom prst="rect">
                    <a:avLst/>
                  </a:prstGeom>
                  <a:solidFill>
                    <a:srgbClr val="FF0000"/>
                  </a:solidFill>
                  <a:ln w="9525">
                    <a:solidFill>
                      <a:srgbClr val="FFFFFF"/>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323" name="Text Box 62">
                    <a:extLst>
                      <a:ext uri="{FF2B5EF4-FFF2-40B4-BE49-F238E27FC236}">
                        <a16:creationId xmlns:a16="http://schemas.microsoft.com/office/drawing/2014/main" id="{6C1CB358-3642-7742-913B-9FD320DFEEEF}"/>
                      </a:ext>
                    </a:extLst>
                  </p:cNvPr>
                  <p:cNvSpPr txBox="1">
                    <a:spLocks noChangeArrowheads="1"/>
                  </p:cNvSpPr>
                  <p:nvPr/>
                </p:nvSpPr>
                <p:spPr bwMode="auto">
                  <a:xfrm>
                    <a:off x="844" y="3337"/>
                    <a:ext cx="343" cy="1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srgbClr val="FFFFFF"/>
                        </a:solidFill>
                        <a:effectLst/>
                        <a:uLnTx/>
                        <a:uFillTx/>
                        <a:latin typeface="Arial" charset="0"/>
                        <a:ea typeface="ＭＳ Ｐゴシック" charset="0"/>
                      </a:rPr>
                      <a:t>DHCP</a:t>
                    </a:r>
                  </a:p>
                </p:txBody>
              </p:sp>
            </p:grpSp>
            <p:sp>
              <p:nvSpPr>
                <p:cNvPr id="320" name="Rectangle 63">
                  <a:extLst>
                    <a:ext uri="{FF2B5EF4-FFF2-40B4-BE49-F238E27FC236}">
                      <a16:creationId xmlns:a16="http://schemas.microsoft.com/office/drawing/2014/main" id="{3BAB0199-2F96-024A-879C-1B4571C2C0F0}"/>
                    </a:ext>
                  </a:extLst>
                </p:cNvPr>
                <p:cNvSpPr>
                  <a:spLocks noChangeArrowheads="1"/>
                </p:cNvSpPr>
                <p:nvPr/>
              </p:nvSpPr>
              <p:spPr bwMode="auto">
                <a:xfrm>
                  <a:off x="750" y="3244"/>
                  <a:ext cx="88" cy="82"/>
                </a:xfrm>
                <a:prstGeom prst="rect">
                  <a:avLst/>
                </a:prstGeom>
                <a:solidFill>
                  <a:srgbClr val="00CC99"/>
                </a:solidFill>
                <a:ln w="9525">
                  <a:solidFill>
                    <a:srgbClr val="FFFFFF"/>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321" name="Rectangle 64">
                  <a:extLst>
                    <a:ext uri="{FF2B5EF4-FFF2-40B4-BE49-F238E27FC236}">
                      <a16:creationId xmlns:a16="http://schemas.microsoft.com/office/drawing/2014/main" id="{8AA4D9A0-7D57-9442-B07C-8B6957358300}"/>
                    </a:ext>
                  </a:extLst>
                </p:cNvPr>
                <p:cNvSpPr>
                  <a:spLocks noChangeArrowheads="1"/>
                </p:cNvSpPr>
                <p:nvPr/>
              </p:nvSpPr>
              <p:spPr bwMode="auto">
                <a:xfrm>
                  <a:off x="740" y="3238"/>
                  <a:ext cx="354" cy="94"/>
                </a:xfrm>
                <a:prstGeom prst="rect">
                  <a:avLst/>
                </a:prstGeom>
                <a:noFill/>
                <a:ln w="9525">
                  <a:solidFill>
                    <a:srgbClr val="00CC99"/>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grpSp>
            <p:nvGrpSpPr>
              <p:cNvPr id="294" name="Group 65">
                <a:extLst>
                  <a:ext uri="{FF2B5EF4-FFF2-40B4-BE49-F238E27FC236}">
                    <a16:creationId xmlns:a16="http://schemas.microsoft.com/office/drawing/2014/main" id="{D4DD8D77-AB57-9348-AE5A-07C8ADB7D62C}"/>
                  </a:ext>
                </a:extLst>
              </p:cNvPr>
              <p:cNvGrpSpPr>
                <a:grpSpLocks/>
              </p:cNvGrpSpPr>
              <p:nvPr/>
            </p:nvGrpSpPr>
            <p:grpSpPr bwMode="auto">
              <a:xfrm>
                <a:off x="278" y="1034"/>
                <a:ext cx="397" cy="154"/>
                <a:chOff x="836" y="3305"/>
                <a:chExt cx="397" cy="154"/>
              </a:xfrm>
            </p:grpSpPr>
            <p:grpSp>
              <p:nvGrpSpPr>
                <p:cNvPr id="313" name="Group 66">
                  <a:extLst>
                    <a:ext uri="{FF2B5EF4-FFF2-40B4-BE49-F238E27FC236}">
                      <a16:creationId xmlns:a16="http://schemas.microsoft.com/office/drawing/2014/main" id="{7486484F-938A-3F40-A3CD-FA895820E23F}"/>
                    </a:ext>
                  </a:extLst>
                </p:cNvPr>
                <p:cNvGrpSpPr>
                  <a:grpSpLocks/>
                </p:cNvGrpSpPr>
                <p:nvPr/>
              </p:nvGrpSpPr>
              <p:grpSpPr bwMode="auto">
                <a:xfrm>
                  <a:off x="890" y="3305"/>
                  <a:ext cx="343" cy="154"/>
                  <a:chOff x="844" y="3337"/>
                  <a:chExt cx="343" cy="154"/>
                </a:xfrm>
              </p:grpSpPr>
              <p:sp>
                <p:nvSpPr>
                  <p:cNvPr id="317" name="Rectangle 67">
                    <a:extLst>
                      <a:ext uri="{FF2B5EF4-FFF2-40B4-BE49-F238E27FC236}">
                        <a16:creationId xmlns:a16="http://schemas.microsoft.com/office/drawing/2014/main" id="{8D8492F5-F289-3E4E-A7D2-E77CFD521A5B}"/>
                      </a:ext>
                    </a:extLst>
                  </p:cNvPr>
                  <p:cNvSpPr>
                    <a:spLocks noChangeArrowheads="1"/>
                  </p:cNvSpPr>
                  <p:nvPr/>
                </p:nvSpPr>
                <p:spPr bwMode="auto">
                  <a:xfrm>
                    <a:off x="889" y="3370"/>
                    <a:ext cx="245" cy="86"/>
                  </a:xfrm>
                  <a:prstGeom prst="rect">
                    <a:avLst/>
                  </a:prstGeom>
                  <a:solidFill>
                    <a:srgbClr val="FF0000"/>
                  </a:solidFill>
                  <a:ln w="9525">
                    <a:solidFill>
                      <a:srgbClr val="FFFFFF"/>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318" name="Text Box 68">
                    <a:extLst>
                      <a:ext uri="{FF2B5EF4-FFF2-40B4-BE49-F238E27FC236}">
                        <a16:creationId xmlns:a16="http://schemas.microsoft.com/office/drawing/2014/main" id="{84DB4EB8-215F-DB43-921B-1CAF30D39C04}"/>
                      </a:ext>
                    </a:extLst>
                  </p:cNvPr>
                  <p:cNvSpPr txBox="1">
                    <a:spLocks noChangeArrowheads="1"/>
                  </p:cNvSpPr>
                  <p:nvPr/>
                </p:nvSpPr>
                <p:spPr bwMode="auto">
                  <a:xfrm>
                    <a:off x="844" y="3337"/>
                    <a:ext cx="343" cy="1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srgbClr val="FFFFFF"/>
                        </a:solidFill>
                        <a:effectLst/>
                        <a:uLnTx/>
                        <a:uFillTx/>
                        <a:latin typeface="Arial" charset="0"/>
                        <a:ea typeface="ＭＳ Ｐゴシック" charset="0"/>
                      </a:rPr>
                      <a:t>DHCP</a:t>
                    </a:r>
                  </a:p>
                </p:txBody>
              </p:sp>
            </p:grpSp>
            <p:grpSp>
              <p:nvGrpSpPr>
                <p:cNvPr id="314" name="Group 69">
                  <a:extLst>
                    <a:ext uri="{FF2B5EF4-FFF2-40B4-BE49-F238E27FC236}">
                      <a16:creationId xmlns:a16="http://schemas.microsoft.com/office/drawing/2014/main" id="{E97791E3-AA44-7248-9B39-501109165990}"/>
                    </a:ext>
                  </a:extLst>
                </p:cNvPr>
                <p:cNvGrpSpPr>
                  <a:grpSpLocks/>
                </p:cNvGrpSpPr>
                <p:nvPr/>
              </p:nvGrpSpPr>
              <p:grpSpPr bwMode="auto">
                <a:xfrm>
                  <a:off x="836" y="3334"/>
                  <a:ext cx="354" cy="94"/>
                  <a:chOff x="836" y="3334"/>
                  <a:chExt cx="354" cy="94"/>
                </a:xfrm>
              </p:grpSpPr>
              <p:sp>
                <p:nvSpPr>
                  <p:cNvPr id="315" name="Rectangle 70">
                    <a:extLst>
                      <a:ext uri="{FF2B5EF4-FFF2-40B4-BE49-F238E27FC236}">
                        <a16:creationId xmlns:a16="http://schemas.microsoft.com/office/drawing/2014/main" id="{C2F175E6-EEA1-9F4E-91D9-252F3AD8FA51}"/>
                      </a:ext>
                    </a:extLst>
                  </p:cNvPr>
                  <p:cNvSpPr>
                    <a:spLocks noChangeArrowheads="1"/>
                  </p:cNvSpPr>
                  <p:nvPr/>
                </p:nvSpPr>
                <p:spPr bwMode="auto">
                  <a:xfrm>
                    <a:off x="846" y="3340"/>
                    <a:ext cx="88" cy="82"/>
                  </a:xfrm>
                  <a:prstGeom prst="rect">
                    <a:avLst/>
                  </a:prstGeom>
                  <a:solidFill>
                    <a:srgbClr val="00CC99"/>
                  </a:solidFill>
                  <a:ln w="9525">
                    <a:solidFill>
                      <a:srgbClr val="FFFFFF"/>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316" name="Rectangle 71">
                    <a:extLst>
                      <a:ext uri="{FF2B5EF4-FFF2-40B4-BE49-F238E27FC236}">
                        <a16:creationId xmlns:a16="http://schemas.microsoft.com/office/drawing/2014/main" id="{E605F749-2D23-1C47-99A8-19EF2A9C6C3C}"/>
                      </a:ext>
                    </a:extLst>
                  </p:cNvPr>
                  <p:cNvSpPr>
                    <a:spLocks noChangeArrowheads="1"/>
                  </p:cNvSpPr>
                  <p:nvPr/>
                </p:nvSpPr>
                <p:spPr bwMode="auto">
                  <a:xfrm>
                    <a:off x="836" y="3334"/>
                    <a:ext cx="354" cy="94"/>
                  </a:xfrm>
                  <a:prstGeom prst="rect">
                    <a:avLst/>
                  </a:prstGeom>
                  <a:noFill/>
                  <a:ln w="9525">
                    <a:solidFill>
                      <a:srgbClr val="00CC99"/>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grpSp>
          <p:grpSp>
            <p:nvGrpSpPr>
              <p:cNvPr id="296" name="Group 72">
                <a:extLst>
                  <a:ext uri="{FF2B5EF4-FFF2-40B4-BE49-F238E27FC236}">
                    <a16:creationId xmlns:a16="http://schemas.microsoft.com/office/drawing/2014/main" id="{8CAE7331-2F85-B440-B302-D525A811485C}"/>
                  </a:ext>
                </a:extLst>
              </p:cNvPr>
              <p:cNvGrpSpPr>
                <a:grpSpLocks/>
              </p:cNvGrpSpPr>
              <p:nvPr/>
            </p:nvGrpSpPr>
            <p:grpSpPr bwMode="auto">
              <a:xfrm>
                <a:off x="165" y="1054"/>
                <a:ext cx="480" cy="112"/>
                <a:chOff x="627" y="3377"/>
                <a:chExt cx="480" cy="112"/>
              </a:xfrm>
            </p:grpSpPr>
            <p:sp>
              <p:nvSpPr>
                <p:cNvPr id="311" name="Rectangle 73">
                  <a:extLst>
                    <a:ext uri="{FF2B5EF4-FFF2-40B4-BE49-F238E27FC236}">
                      <a16:creationId xmlns:a16="http://schemas.microsoft.com/office/drawing/2014/main" id="{6E683200-9017-424C-9F52-F506F2F83467}"/>
                    </a:ext>
                  </a:extLst>
                </p:cNvPr>
                <p:cNvSpPr>
                  <a:spLocks noChangeArrowheads="1"/>
                </p:cNvSpPr>
                <p:nvPr/>
              </p:nvSpPr>
              <p:spPr bwMode="auto">
                <a:xfrm>
                  <a:off x="636" y="3388"/>
                  <a:ext cx="96" cy="93"/>
                </a:xfrm>
                <a:prstGeom prst="rect">
                  <a:avLst/>
                </a:prstGeom>
                <a:solidFill>
                  <a:srgbClr val="3333CC"/>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312" name="Rectangle 74">
                  <a:extLst>
                    <a:ext uri="{FF2B5EF4-FFF2-40B4-BE49-F238E27FC236}">
                      <a16:creationId xmlns:a16="http://schemas.microsoft.com/office/drawing/2014/main" id="{3969F099-B1F4-974A-940F-987FE850393F}"/>
                    </a:ext>
                  </a:extLst>
                </p:cNvPr>
                <p:cNvSpPr>
                  <a:spLocks noChangeArrowheads="1"/>
                </p:cNvSpPr>
                <p:nvPr/>
              </p:nvSpPr>
              <p:spPr bwMode="auto">
                <a:xfrm>
                  <a:off x="627" y="3377"/>
                  <a:ext cx="480" cy="112"/>
                </a:xfrm>
                <a:prstGeom prst="rect">
                  <a:avLst/>
                </a:prstGeom>
                <a:noFill/>
                <a:ln w="9525">
                  <a:solidFill>
                    <a:srgbClr val="3333CC"/>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grpSp>
            <p:nvGrpSpPr>
              <p:cNvPr id="297" name="Group 75">
                <a:extLst>
                  <a:ext uri="{FF2B5EF4-FFF2-40B4-BE49-F238E27FC236}">
                    <a16:creationId xmlns:a16="http://schemas.microsoft.com/office/drawing/2014/main" id="{018977E7-F9A0-ED41-98D9-B4EAD08F02FA}"/>
                  </a:ext>
                </a:extLst>
              </p:cNvPr>
              <p:cNvGrpSpPr>
                <a:grpSpLocks/>
              </p:cNvGrpSpPr>
              <p:nvPr/>
            </p:nvGrpSpPr>
            <p:grpSpPr bwMode="auto">
              <a:xfrm>
                <a:off x="42" y="1200"/>
                <a:ext cx="681" cy="154"/>
                <a:chOff x="504" y="3523"/>
                <a:chExt cx="681" cy="154"/>
              </a:xfrm>
            </p:grpSpPr>
            <p:grpSp>
              <p:nvGrpSpPr>
                <p:cNvPr id="298" name="Group 76">
                  <a:extLst>
                    <a:ext uri="{FF2B5EF4-FFF2-40B4-BE49-F238E27FC236}">
                      <a16:creationId xmlns:a16="http://schemas.microsoft.com/office/drawing/2014/main" id="{928DB5D8-985F-8347-9A9C-DA7A53A94151}"/>
                    </a:ext>
                  </a:extLst>
                </p:cNvPr>
                <p:cNvGrpSpPr>
                  <a:grpSpLocks/>
                </p:cNvGrpSpPr>
                <p:nvPr/>
              </p:nvGrpSpPr>
              <p:grpSpPr bwMode="auto">
                <a:xfrm>
                  <a:off x="623" y="3523"/>
                  <a:ext cx="510" cy="154"/>
                  <a:chOff x="723" y="3453"/>
                  <a:chExt cx="510" cy="154"/>
                </a:xfrm>
              </p:grpSpPr>
              <p:grpSp>
                <p:nvGrpSpPr>
                  <p:cNvPr id="302" name="Group 77">
                    <a:extLst>
                      <a:ext uri="{FF2B5EF4-FFF2-40B4-BE49-F238E27FC236}">
                        <a16:creationId xmlns:a16="http://schemas.microsoft.com/office/drawing/2014/main" id="{888E790F-9BAC-2B40-90A9-DAD74AEF7EA6}"/>
                      </a:ext>
                    </a:extLst>
                  </p:cNvPr>
                  <p:cNvGrpSpPr>
                    <a:grpSpLocks/>
                  </p:cNvGrpSpPr>
                  <p:nvPr/>
                </p:nvGrpSpPr>
                <p:grpSpPr bwMode="auto">
                  <a:xfrm>
                    <a:off x="836" y="3453"/>
                    <a:ext cx="397" cy="154"/>
                    <a:chOff x="836" y="3305"/>
                    <a:chExt cx="397" cy="154"/>
                  </a:xfrm>
                </p:grpSpPr>
                <p:grpSp>
                  <p:nvGrpSpPr>
                    <p:cNvPr id="305" name="Group 78">
                      <a:extLst>
                        <a:ext uri="{FF2B5EF4-FFF2-40B4-BE49-F238E27FC236}">
                          <a16:creationId xmlns:a16="http://schemas.microsoft.com/office/drawing/2014/main" id="{15A0B2F1-70CD-9B40-8297-7F7512A9EFAF}"/>
                        </a:ext>
                      </a:extLst>
                    </p:cNvPr>
                    <p:cNvGrpSpPr>
                      <a:grpSpLocks/>
                    </p:cNvGrpSpPr>
                    <p:nvPr/>
                  </p:nvGrpSpPr>
                  <p:grpSpPr bwMode="auto">
                    <a:xfrm>
                      <a:off x="890" y="3305"/>
                      <a:ext cx="343" cy="154"/>
                      <a:chOff x="844" y="3337"/>
                      <a:chExt cx="343" cy="154"/>
                    </a:xfrm>
                  </p:grpSpPr>
                  <p:sp>
                    <p:nvSpPr>
                      <p:cNvPr id="309" name="Rectangle 79">
                        <a:extLst>
                          <a:ext uri="{FF2B5EF4-FFF2-40B4-BE49-F238E27FC236}">
                            <a16:creationId xmlns:a16="http://schemas.microsoft.com/office/drawing/2014/main" id="{21E258B4-731A-EC4C-839E-EFDACC71806F}"/>
                          </a:ext>
                        </a:extLst>
                      </p:cNvPr>
                      <p:cNvSpPr>
                        <a:spLocks noChangeArrowheads="1"/>
                      </p:cNvSpPr>
                      <p:nvPr/>
                    </p:nvSpPr>
                    <p:spPr bwMode="auto">
                      <a:xfrm>
                        <a:off x="889" y="3370"/>
                        <a:ext cx="245" cy="86"/>
                      </a:xfrm>
                      <a:prstGeom prst="rect">
                        <a:avLst/>
                      </a:prstGeom>
                      <a:solidFill>
                        <a:srgbClr val="FF0000"/>
                      </a:solidFill>
                      <a:ln w="9525">
                        <a:solidFill>
                          <a:srgbClr val="FFFFFF"/>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310" name="Text Box 80">
                        <a:extLst>
                          <a:ext uri="{FF2B5EF4-FFF2-40B4-BE49-F238E27FC236}">
                            <a16:creationId xmlns:a16="http://schemas.microsoft.com/office/drawing/2014/main" id="{44E618E5-B1F9-724E-B7A8-703CF4D9632F}"/>
                          </a:ext>
                        </a:extLst>
                      </p:cNvPr>
                      <p:cNvSpPr txBox="1">
                        <a:spLocks noChangeArrowheads="1"/>
                      </p:cNvSpPr>
                      <p:nvPr/>
                    </p:nvSpPr>
                    <p:spPr bwMode="auto">
                      <a:xfrm>
                        <a:off x="844" y="3337"/>
                        <a:ext cx="343" cy="1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srgbClr val="FFFFFF"/>
                            </a:solidFill>
                            <a:effectLst/>
                            <a:uLnTx/>
                            <a:uFillTx/>
                            <a:latin typeface="Arial" charset="0"/>
                            <a:ea typeface="ＭＳ Ｐゴシック" charset="0"/>
                          </a:rPr>
                          <a:t>DHCP</a:t>
                        </a:r>
                      </a:p>
                    </p:txBody>
                  </p:sp>
                </p:grpSp>
                <p:grpSp>
                  <p:nvGrpSpPr>
                    <p:cNvPr id="306" name="Group 81">
                      <a:extLst>
                        <a:ext uri="{FF2B5EF4-FFF2-40B4-BE49-F238E27FC236}">
                          <a16:creationId xmlns:a16="http://schemas.microsoft.com/office/drawing/2014/main" id="{2DA4F930-1E58-2C42-BE02-B769CCF52613}"/>
                        </a:ext>
                      </a:extLst>
                    </p:cNvPr>
                    <p:cNvGrpSpPr>
                      <a:grpSpLocks/>
                    </p:cNvGrpSpPr>
                    <p:nvPr/>
                  </p:nvGrpSpPr>
                  <p:grpSpPr bwMode="auto">
                    <a:xfrm>
                      <a:off x="836" y="3334"/>
                      <a:ext cx="354" cy="94"/>
                      <a:chOff x="836" y="3334"/>
                      <a:chExt cx="354" cy="94"/>
                    </a:xfrm>
                  </p:grpSpPr>
                  <p:sp>
                    <p:nvSpPr>
                      <p:cNvPr id="307" name="Rectangle 82">
                        <a:extLst>
                          <a:ext uri="{FF2B5EF4-FFF2-40B4-BE49-F238E27FC236}">
                            <a16:creationId xmlns:a16="http://schemas.microsoft.com/office/drawing/2014/main" id="{EFA99778-FD4F-084D-9FDB-510BBB0E1DBD}"/>
                          </a:ext>
                        </a:extLst>
                      </p:cNvPr>
                      <p:cNvSpPr>
                        <a:spLocks noChangeArrowheads="1"/>
                      </p:cNvSpPr>
                      <p:nvPr/>
                    </p:nvSpPr>
                    <p:spPr bwMode="auto">
                      <a:xfrm>
                        <a:off x="846" y="3340"/>
                        <a:ext cx="88" cy="82"/>
                      </a:xfrm>
                      <a:prstGeom prst="rect">
                        <a:avLst/>
                      </a:prstGeom>
                      <a:solidFill>
                        <a:srgbClr val="00CC99"/>
                      </a:solidFill>
                      <a:ln w="9525">
                        <a:solidFill>
                          <a:srgbClr val="FFFFFF"/>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308" name="Rectangle 83">
                        <a:extLst>
                          <a:ext uri="{FF2B5EF4-FFF2-40B4-BE49-F238E27FC236}">
                            <a16:creationId xmlns:a16="http://schemas.microsoft.com/office/drawing/2014/main" id="{32F43842-7DD3-DE4D-A916-A19571D6C341}"/>
                          </a:ext>
                        </a:extLst>
                      </p:cNvPr>
                      <p:cNvSpPr>
                        <a:spLocks noChangeArrowheads="1"/>
                      </p:cNvSpPr>
                      <p:nvPr/>
                    </p:nvSpPr>
                    <p:spPr bwMode="auto">
                      <a:xfrm>
                        <a:off x="836" y="3334"/>
                        <a:ext cx="354" cy="94"/>
                      </a:xfrm>
                      <a:prstGeom prst="rect">
                        <a:avLst/>
                      </a:prstGeom>
                      <a:noFill/>
                      <a:ln w="9525">
                        <a:solidFill>
                          <a:srgbClr val="00CC99"/>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grpSp>
              <p:sp>
                <p:nvSpPr>
                  <p:cNvPr id="303" name="Rectangle 84">
                    <a:extLst>
                      <a:ext uri="{FF2B5EF4-FFF2-40B4-BE49-F238E27FC236}">
                        <a16:creationId xmlns:a16="http://schemas.microsoft.com/office/drawing/2014/main" id="{2445B950-0E66-EE44-9A9B-0DFD11AC58B1}"/>
                      </a:ext>
                    </a:extLst>
                  </p:cNvPr>
                  <p:cNvSpPr>
                    <a:spLocks noChangeArrowheads="1"/>
                  </p:cNvSpPr>
                  <p:nvPr/>
                </p:nvSpPr>
                <p:spPr bwMode="auto">
                  <a:xfrm>
                    <a:off x="732" y="3484"/>
                    <a:ext cx="96" cy="93"/>
                  </a:xfrm>
                  <a:prstGeom prst="rect">
                    <a:avLst/>
                  </a:prstGeom>
                  <a:solidFill>
                    <a:srgbClr val="3333CC"/>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304" name="Rectangle 85">
                    <a:extLst>
                      <a:ext uri="{FF2B5EF4-FFF2-40B4-BE49-F238E27FC236}">
                        <a16:creationId xmlns:a16="http://schemas.microsoft.com/office/drawing/2014/main" id="{E8257C66-806D-AF47-A755-9B8859B1FCF4}"/>
                      </a:ext>
                    </a:extLst>
                  </p:cNvPr>
                  <p:cNvSpPr>
                    <a:spLocks noChangeArrowheads="1"/>
                  </p:cNvSpPr>
                  <p:nvPr/>
                </p:nvSpPr>
                <p:spPr bwMode="auto">
                  <a:xfrm>
                    <a:off x="723" y="3473"/>
                    <a:ext cx="480" cy="112"/>
                  </a:xfrm>
                  <a:prstGeom prst="rect">
                    <a:avLst/>
                  </a:prstGeom>
                  <a:noFill/>
                  <a:ln w="9525">
                    <a:solidFill>
                      <a:srgbClr val="3333CC"/>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sp>
              <p:nvSpPr>
                <p:cNvPr id="299" name="Rectangle 86">
                  <a:extLst>
                    <a:ext uri="{FF2B5EF4-FFF2-40B4-BE49-F238E27FC236}">
                      <a16:creationId xmlns:a16="http://schemas.microsoft.com/office/drawing/2014/main" id="{1479792F-21C7-BF47-9501-7396581168AB}"/>
                    </a:ext>
                  </a:extLst>
                </p:cNvPr>
                <p:cNvSpPr>
                  <a:spLocks noChangeArrowheads="1"/>
                </p:cNvSpPr>
                <p:nvPr/>
              </p:nvSpPr>
              <p:spPr bwMode="auto">
                <a:xfrm>
                  <a:off x="517" y="3545"/>
                  <a:ext cx="94" cy="108"/>
                </a:xfrm>
                <a:prstGeom prst="rect">
                  <a:avLst/>
                </a:prstGeom>
                <a:solidFill>
                  <a:srgbClr val="000000"/>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300" name="Rectangle 87">
                  <a:extLst>
                    <a:ext uri="{FF2B5EF4-FFF2-40B4-BE49-F238E27FC236}">
                      <a16:creationId xmlns:a16="http://schemas.microsoft.com/office/drawing/2014/main" id="{9954F467-6E7C-BA49-B7E8-7B2711B71176}"/>
                    </a:ext>
                  </a:extLst>
                </p:cNvPr>
                <p:cNvSpPr>
                  <a:spLocks noChangeArrowheads="1"/>
                </p:cNvSpPr>
                <p:nvPr/>
              </p:nvSpPr>
              <p:spPr bwMode="auto">
                <a:xfrm>
                  <a:off x="1115" y="3544"/>
                  <a:ext cx="60" cy="108"/>
                </a:xfrm>
                <a:prstGeom prst="rect">
                  <a:avLst/>
                </a:prstGeom>
                <a:solidFill>
                  <a:srgbClr val="000000"/>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301" name="Rectangle 88">
                  <a:extLst>
                    <a:ext uri="{FF2B5EF4-FFF2-40B4-BE49-F238E27FC236}">
                      <a16:creationId xmlns:a16="http://schemas.microsoft.com/office/drawing/2014/main" id="{65AD9726-C793-0443-9F76-27D784834DDC}"/>
                    </a:ext>
                  </a:extLst>
                </p:cNvPr>
                <p:cNvSpPr>
                  <a:spLocks noChangeArrowheads="1"/>
                </p:cNvSpPr>
                <p:nvPr/>
              </p:nvSpPr>
              <p:spPr bwMode="auto">
                <a:xfrm>
                  <a:off x="504" y="3529"/>
                  <a:ext cx="681" cy="138"/>
                </a:xfrm>
                <a:prstGeom prst="rect">
                  <a:avLst/>
                </a:prstGeom>
                <a:noFill/>
                <a:ln w="9525">
                  <a:solidFill>
                    <a:srgbClr val="000000"/>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grpSp>
        <p:sp>
          <p:nvSpPr>
            <p:cNvPr id="292" name="AutoShape 89">
              <a:extLst>
                <a:ext uri="{FF2B5EF4-FFF2-40B4-BE49-F238E27FC236}">
                  <a16:creationId xmlns:a16="http://schemas.microsoft.com/office/drawing/2014/main" id="{22CB65A8-1FB8-4D48-8E5A-46F62E8E7F3A}"/>
                </a:ext>
              </a:extLst>
            </p:cNvPr>
            <p:cNvSpPr>
              <a:spLocks noChangeArrowheads="1"/>
            </p:cNvSpPr>
            <p:nvPr/>
          </p:nvSpPr>
          <p:spPr bwMode="auto">
            <a:xfrm>
              <a:off x="384" y="744"/>
              <a:ext cx="240" cy="735"/>
            </a:xfrm>
            <a:prstGeom prst="downArrow">
              <a:avLst>
                <a:gd name="adj1" fmla="val 54167"/>
                <a:gd name="adj2" fmla="val 49170"/>
              </a:avLst>
            </a:prstGeom>
            <a:gradFill rotWithShape="1">
              <a:gsLst>
                <a:gs pos="0">
                  <a:srgbClr val="FF0000">
                    <a:alpha val="25000"/>
                  </a:srgbClr>
                </a:gs>
                <a:gs pos="100000">
                  <a:srgbClr val="FF0000">
                    <a:alpha val="25000"/>
                  </a:srgbClr>
                </a:gs>
              </a:gsLst>
              <a:lin ang="540000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grpSp>
        <p:nvGrpSpPr>
          <p:cNvPr id="324" name="Group 90">
            <a:extLst>
              <a:ext uri="{FF2B5EF4-FFF2-40B4-BE49-F238E27FC236}">
                <a16:creationId xmlns:a16="http://schemas.microsoft.com/office/drawing/2014/main" id="{627FA192-8658-9A4E-98F1-26C12012B879}"/>
              </a:ext>
            </a:extLst>
          </p:cNvPr>
          <p:cNvGrpSpPr>
            <a:grpSpLocks/>
          </p:cNvGrpSpPr>
          <p:nvPr/>
        </p:nvGrpSpPr>
        <p:grpSpPr bwMode="auto">
          <a:xfrm>
            <a:off x="476157" y="4386542"/>
            <a:ext cx="1081087" cy="244475"/>
            <a:chOff x="504" y="3523"/>
            <a:chExt cx="681" cy="154"/>
          </a:xfrm>
        </p:grpSpPr>
        <p:grpSp>
          <p:nvGrpSpPr>
            <p:cNvPr id="325" name="Group 91">
              <a:extLst>
                <a:ext uri="{FF2B5EF4-FFF2-40B4-BE49-F238E27FC236}">
                  <a16:creationId xmlns:a16="http://schemas.microsoft.com/office/drawing/2014/main" id="{49BA10AF-3B37-104A-BCFF-22430D3B75A9}"/>
                </a:ext>
              </a:extLst>
            </p:cNvPr>
            <p:cNvGrpSpPr>
              <a:grpSpLocks/>
            </p:cNvGrpSpPr>
            <p:nvPr/>
          </p:nvGrpSpPr>
          <p:grpSpPr bwMode="auto">
            <a:xfrm>
              <a:off x="623" y="3523"/>
              <a:ext cx="510" cy="154"/>
              <a:chOff x="723" y="3453"/>
              <a:chExt cx="510" cy="154"/>
            </a:xfrm>
          </p:grpSpPr>
          <p:grpSp>
            <p:nvGrpSpPr>
              <p:cNvPr id="333" name="Group 92">
                <a:extLst>
                  <a:ext uri="{FF2B5EF4-FFF2-40B4-BE49-F238E27FC236}">
                    <a16:creationId xmlns:a16="http://schemas.microsoft.com/office/drawing/2014/main" id="{1E4D7DBD-B06D-CC4D-BD5A-48BE83AC5D41}"/>
                  </a:ext>
                </a:extLst>
              </p:cNvPr>
              <p:cNvGrpSpPr>
                <a:grpSpLocks/>
              </p:cNvGrpSpPr>
              <p:nvPr/>
            </p:nvGrpSpPr>
            <p:grpSpPr bwMode="auto">
              <a:xfrm>
                <a:off x="836" y="3453"/>
                <a:ext cx="397" cy="154"/>
                <a:chOff x="836" y="3305"/>
                <a:chExt cx="397" cy="154"/>
              </a:xfrm>
            </p:grpSpPr>
            <p:grpSp>
              <p:nvGrpSpPr>
                <p:cNvPr id="336" name="Group 93">
                  <a:extLst>
                    <a:ext uri="{FF2B5EF4-FFF2-40B4-BE49-F238E27FC236}">
                      <a16:creationId xmlns:a16="http://schemas.microsoft.com/office/drawing/2014/main" id="{194A75E5-96A9-1C40-B18D-D18152CED4FA}"/>
                    </a:ext>
                  </a:extLst>
                </p:cNvPr>
                <p:cNvGrpSpPr>
                  <a:grpSpLocks/>
                </p:cNvGrpSpPr>
                <p:nvPr/>
              </p:nvGrpSpPr>
              <p:grpSpPr bwMode="auto">
                <a:xfrm>
                  <a:off x="890" y="3305"/>
                  <a:ext cx="343" cy="154"/>
                  <a:chOff x="844" y="3337"/>
                  <a:chExt cx="343" cy="154"/>
                </a:xfrm>
              </p:grpSpPr>
              <p:sp>
                <p:nvSpPr>
                  <p:cNvPr id="340" name="Rectangle 94">
                    <a:extLst>
                      <a:ext uri="{FF2B5EF4-FFF2-40B4-BE49-F238E27FC236}">
                        <a16:creationId xmlns:a16="http://schemas.microsoft.com/office/drawing/2014/main" id="{2DC75A14-9509-FD4C-918E-CB6F2A448E3F}"/>
                      </a:ext>
                    </a:extLst>
                  </p:cNvPr>
                  <p:cNvSpPr>
                    <a:spLocks noChangeArrowheads="1"/>
                  </p:cNvSpPr>
                  <p:nvPr/>
                </p:nvSpPr>
                <p:spPr bwMode="auto">
                  <a:xfrm>
                    <a:off x="889" y="3370"/>
                    <a:ext cx="245" cy="86"/>
                  </a:xfrm>
                  <a:prstGeom prst="rect">
                    <a:avLst/>
                  </a:prstGeom>
                  <a:solidFill>
                    <a:srgbClr val="FF0000"/>
                  </a:solidFill>
                  <a:ln w="9525">
                    <a:solidFill>
                      <a:srgbClr val="FFFFFF"/>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341" name="Text Box 95">
                    <a:extLst>
                      <a:ext uri="{FF2B5EF4-FFF2-40B4-BE49-F238E27FC236}">
                        <a16:creationId xmlns:a16="http://schemas.microsoft.com/office/drawing/2014/main" id="{F617B0D0-DB72-F449-BF5B-EF33EE6A61E1}"/>
                      </a:ext>
                    </a:extLst>
                  </p:cNvPr>
                  <p:cNvSpPr txBox="1">
                    <a:spLocks noChangeArrowheads="1"/>
                  </p:cNvSpPr>
                  <p:nvPr/>
                </p:nvSpPr>
                <p:spPr bwMode="auto">
                  <a:xfrm>
                    <a:off x="844" y="3337"/>
                    <a:ext cx="343" cy="1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srgbClr val="FFFFFF"/>
                        </a:solidFill>
                        <a:effectLst/>
                        <a:uLnTx/>
                        <a:uFillTx/>
                        <a:latin typeface="Arial" charset="0"/>
                        <a:ea typeface="ＭＳ Ｐゴシック" charset="0"/>
                      </a:rPr>
                      <a:t>DHCP</a:t>
                    </a:r>
                  </a:p>
                </p:txBody>
              </p:sp>
            </p:grpSp>
            <p:grpSp>
              <p:nvGrpSpPr>
                <p:cNvPr id="337" name="Group 96">
                  <a:extLst>
                    <a:ext uri="{FF2B5EF4-FFF2-40B4-BE49-F238E27FC236}">
                      <a16:creationId xmlns:a16="http://schemas.microsoft.com/office/drawing/2014/main" id="{AC25ADBB-2176-944C-8B8D-767CE853599E}"/>
                    </a:ext>
                  </a:extLst>
                </p:cNvPr>
                <p:cNvGrpSpPr>
                  <a:grpSpLocks/>
                </p:cNvGrpSpPr>
                <p:nvPr/>
              </p:nvGrpSpPr>
              <p:grpSpPr bwMode="auto">
                <a:xfrm>
                  <a:off x="836" y="3334"/>
                  <a:ext cx="354" cy="94"/>
                  <a:chOff x="836" y="3334"/>
                  <a:chExt cx="354" cy="94"/>
                </a:xfrm>
              </p:grpSpPr>
              <p:sp>
                <p:nvSpPr>
                  <p:cNvPr id="338" name="Rectangle 97">
                    <a:extLst>
                      <a:ext uri="{FF2B5EF4-FFF2-40B4-BE49-F238E27FC236}">
                        <a16:creationId xmlns:a16="http://schemas.microsoft.com/office/drawing/2014/main" id="{0E217236-4A0A-6E45-819B-C9E1E1D4C0D7}"/>
                      </a:ext>
                    </a:extLst>
                  </p:cNvPr>
                  <p:cNvSpPr>
                    <a:spLocks noChangeArrowheads="1"/>
                  </p:cNvSpPr>
                  <p:nvPr/>
                </p:nvSpPr>
                <p:spPr bwMode="auto">
                  <a:xfrm>
                    <a:off x="846" y="3340"/>
                    <a:ext cx="88" cy="82"/>
                  </a:xfrm>
                  <a:prstGeom prst="rect">
                    <a:avLst/>
                  </a:prstGeom>
                  <a:solidFill>
                    <a:srgbClr val="00CC99"/>
                  </a:solidFill>
                  <a:ln w="9525">
                    <a:solidFill>
                      <a:srgbClr val="FFFFFF"/>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339" name="Rectangle 98">
                    <a:extLst>
                      <a:ext uri="{FF2B5EF4-FFF2-40B4-BE49-F238E27FC236}">
                        <a16:creationId xmlns:a16="http://schemas.microsoft.com/office/drawing/2014/main" id="{EF8EBD81-20D3-304E-8E45-3B88FA1FE156}"/>
                      </a:ext>
                    </a:extLst>
                  </p:cNvPr>
                  <p:cNvSpPr>
                    <a:spLocks noChangeArrowheads="1"/>
                  </p:cNvSpPr>
                  <p:nvPr/>
                </p:nvSpPr>
                <p:spPr bwMode="auto">
                  <a:xfrm>
                    <a:off x="836" y="3334"/>
                    <a:ext cx="354" cy="94"/>
                  </a:xfrm>
                  <a:prstGeom prst="rect">
                    <a:avLst/>
                  </a:prstGeom>
                  <a:noFill/>
                  <a:ln w="9525">
                    <a:solidFill>
                      <a:srgbClr val="00CC99"/>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grpSp>
          <p:sp>
            <p:nvSpPr>
              <p:cNvPr id="334" name="Rectangle 99">
                <a:extLst>
                  <a:ext uri="{FF2B5EF4-FFF2-40B4-BE49-F238E27FC236}">
                    <a16:creationId xmlns:a16="http://schemas.microsoft.com/office/drawing/2014/main" id="{B6153F06-604A-A84D-94D4-BCF8985CA20B}"/>
                  </a:ext>
                </a:extLst>
              </p:cNvPr>
              <p:cNvSpPr>
                <a:spLocks noChangeArrowheads="1"/>
              </p:cNvSpPr>
              <p:nvPr/>
            </p:nvSpPr>
            <p:spPr bwMode="auto">
              <a:xfrm>
                <a:off x="732" y="3484"/>
                <a:ext cx="96" cy="93"/>
              </a:xfrm>
              <a:prstGeom prst="rect">
                <a:avLst/>
              </a:prstGeom>
              <a:solidFill>
                <a:srgbClr val="3333CC"/>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335" name="Rectangle 100">
                <a:extLst>
                  <a:ext uri="{FF2B5EF4-FFF2-40B4-BE49-F238E27FC236}">
                    <a16:creationId xmlns:a16="http://schemas.microsoft.com/office/drawing/2014/main" id="{4A48C38C-FB90-9E48-863A-6098EE05FF88}"/>
                  </a:ext>
                </a:extLst>
              </p:cNvPr>
              <p:cNvSpPr>
                <a:spLocks noChangeArrowheads="1"/>
              </p:cNvSpPr>
              <p:nvPr/>
            </p:nvSpPr>
            <p:spPr bwMode="auto">
              <a:xfrm>
                <a:off x="723" y="3473"/>
                <a:ext cx="480" cy="112"/>
              </a:xfrm>
              <a:prstGeom prst="rect">
                <a:avLst/>
              </a:prstGeom>
              <a:noFill/>
              <a:ln w="9525">
                <a:solidFill>
                  <a:srgbClr val="3333CC"/>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sp>
          <p:nvSpPr>
            <p:cNvPr id="326" name="Rectangle 101">
              <a:extLst>
                <a:ext uri="{FF2B5EF4-FFF2-40B4-BE49-F238E27FC236}">
                  <a16:creationId xmlns:a16="http://schemas.microsoft.com/office/drawing/2014/main" id="{B397BDA8-2CB9-2A48-BAE8-04E2FCFFC105}"/>
                </a:ext>
              </a:extLst>
            </p:cNvPr>
            <p:cNvSpPr>
              <a:spLocks noChangeArrowheads="1"/>
            </p:cNvSpPr>
            <p:nvPr/>
          </p:nvSpPr>
          <p:spPr bwMode="auto">
            <a:xfrm>
              <a:off x="517" y="3545"/>
              <a:ext cx="94" cy="108"/>
            </a:xfrm>
            <a:prstGeom prst="rect">
              <a:avLst/>
            </a:prstGeom>
            <a:solidFill>
              <a:srgbClr val="000000"/>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331" name="Rectangle 102">
              <a:extLst>
                <a:ext uri="{FF2B5EF4-FFF2-40B4-BE49-F238E27FC236}">
                  <a16:creationId xmlns:a16="http://schemas.microsoft.com/office/drawing/2014/main" id="{4251D2BB-EBB9-744F-8FA4-ACDD4A7E2857}"/>
                </a:ext>
              </a:extLst>
            </p:cNvPr>
            <p:cNvSpPr>
              <a:spLocks noChangeArrowheads="1"/>
            </p:cNvSpPr>
            <p:nvPr/>
          </p:nvSpPr>
          <p:spPr bwMode="auto">
            <a:xfrm>
              <a:off x="1115" y="3544"/>
              <a:ext cx="60" cy="108"/>
            </a:xfrm>
            <a:prstGeom prst="rect">
              <a:avLst/>
            </a:prstGeom>
            <a:solidFill>
              <a:srgbClr val="000000"/>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332" name="Rectangle 103">
              <a:extLst>
                <a:ext uri="{FF2B5EF4-FFF2-40B4-BE49-F238E27FC236}">
                  <a16:creationId xmlns:a16="http://schemas.microsoft.com/office/drawing/2014/main" id="{D7BFE06A-92AE-374C-8F20-2F4F01A3DF22}"/>
                </a:ext>
              </a:extLst>
            </p:cNvPr>
            <p:cNvSpPr>
              <a:spLocks noChangeArrowheads="1"/>
            </p:cNvSpPr>
            <p:nvPr/>
          </p:nvSpPr>
          <p:spPr bwMode="auto">
            <a:xfrm>
              <a:off x="504" y="3529"/>
              <a:ext cx="681" cy="138"/>
            </a:xfrm>
            <a:prstGeom prst="rect">
              <a:avLst/>
            </a:prstGeom>
            <a:noFill/>
            <a:ln w="9525">
              <a:solidFill>
                <a:srgbClr val="000000"/>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grpSp>
        <p:nvGrpSpPr>
          <p:cNvPr id="342" name="Group 113">
            <a:extLst>
              <a:ext uri="{FF2B5EF4-FFF2-40B4-BE49-F238E27FC236}">
                <a16:creationId xmlns:a16="http://schemas.microsoft.com/office/drawing/2014/main" id="{5883EEDA-DCBD-0140-95F3-07D052C9ACEC}"/>
              </a:ext>
            </a:extLst>
          </p:cNvPr>
          <p:cNvGrpSpPr>
            <a:grpSpLocks/>
          </p:cNvGrpSpPr>
          <p:nvPr/>
        </p:nvGrpSpPr>
        <p:grpSpPr bwMode="auto">
          <a:xfrm>
            <a:off x="179014" y="1480949"/>
            <a:ext cx="1081087" cy="1217612"/>
            <a:chOff x="1404" y="3105"/>
            <a:chExt cx="681" cy="767"/>
          </a:xfrm>
        </p:grpSpPr>
        <p:grpSp>
          <p:nvGrpSpPr>
            <p:cNvPr id="343" name="Group 114">
              <a:extLst>
                <a:ext uri="{FF2B5EF4-FFF2-40B4-BE49-F238E27FC236}">
                  <a16:creationId xmlns:a16="http://schemas.microsoft.com/office/drawing/2014/main" id="{D8F28A19-02BB-2147-955B-5EC7BA1B9344}"/>
                </a:ext>
              </a:extLst>
            </p:cNvPr>
            <p:cNvGrpSpPr>
              <a:grpSpLocks/>
            </p:cNvGrpSpPr>
            <p:nvPr/>
          </p:nvGrpSpPr>
          <p:grpSpPr bwMode="auto">
            <a:xfrm>
              <a:off x="1404" y="3355"/>
              <a:ext cx="681" cy="468"/>
              <a:chOff x="42" y="886"/>
              <a:chExt cx="681" cy="468"/>
            </a:xfrm>
          </p:grpSpPr>
          <p:grpSp>
            <p:nvGrpSpPr>
              <p:cNvPr id="348" name="Group 115">
                <a:extLst>
                  <a:ext uri="{FF2B5EF4-FFF2-40B4-BE49-F238E27FC236}">
                    <a16:creationId xmlns:a16="http://schemas.microsoft.com/office/drawing/2014/main" id="{5C445902-86BE-6646-AF15-158184A32AA0}"/>
                  </a:ext>
                </a:extLst>
              </p:cNvPr>
              <p:cNvGrpSpPr>
                <a:grpSpLocks/>
              </p:cNvGrpSpPr>
              <p:nvPr/>
            </p:nvGrpSpPr>
            <p:grpSpPr bwMode="auto">
              <a:xfrm>
                <a:off x="278" y="886"/>
                <a:ext cx="397" cy="154"/>
                <a:chOff x="740" y="3209"/>
                <a:chExt cx="397" cy="154"/>
              </a:xfrm>
            </p:grpSpPr>
            <p:grpSp>
              <p:nvGrpSpPr>
                <p:cNvPr id="374" name="Group 116">
                  <a:extLst>
                    <a:ext uri="{FF2B5EF4-FFF2-40B4-BE49-F238E27FC236}">
                      <a16:creationId xmlns:a16="http://schemas.microsoft.com/office/drawing/2014/main" id="{4311E081-C87E-F944-8B67-1DEB5ECEAA1A}"/>
                    </a:ext>
                  </a:extLst>
                </p:cNvPr>
                <p:cNvGrpSpPr>
                  <a:grpSpLocks/>
                </p:cNvGrpSpPr>
                <p:nvPr/>
              </p:nvGrpSpPr>
              <p:grpSpPr bwMode="auto">
                <a:xfrm>
                  <a:off x="794" y="3209"/>
                  <a:ext cx="343" cy="154"/>
                  <a:chOff x="844" y="3337"/>
                  <a:chExt cx="343" cy="154"/>
                </a:xfrm>
              </p:grpSpPr>
              <p:sp>
                <p:nvSpPr>
                  <p:cNvPr id="377" name="Rectangle 117">
                    <a:extLst>
                      <a:ext uri="{FF2B5EF4-FFF2-40B4-BE49-F238E27FC236}">
                        <a16:creationId xmlns:a16="http://schemas.microsoft.com/office/drawing/2014/main" id="{ECF635FF-3612-4C4D-8CF5-35F26DCF9E65}"/>
                      </a:ext>
                    </a:extLst>
                  </p:cNvPr>
                  <p:cNvSpPr>
                    <a:spLocks noChangeArrowheads="1"/>
                  </p:cNvSpPr>
                  <p:nvPr/>
                </p:nvSpPr>
                <p:spPr bwMode="auto">
                  <a:xfrm>
                    <a:off x="889" y="3370"/>
                    <a:ext cx="245" cy="86"/>
                  </a:xfrm>
                  <a:prstGeom prst="rect">
                    <a:avLst/>
                  </a:prstGeom>
                  <a:solidFill>
                    <a:srgbClr val="FF0000"/>
                  </a:solidFill>
                  <a:ln w="9525">
                    <a:solidFill>
                      <a:srgbClr val="FFFFFF"/>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378" name="Text Box 118">
                    <a:extLst>
                      <a:ext uri="{FF2B5EF4-FFF2-40B4-BE49-F238E27FC236}">
                        <a16:creationId xmlns:a16="http://schemas.microsoft.com/office/drawing/2014/main" id="{F6110A27-4F3B-E347-A46E-5CE76FF9F267}"/>
                      </a:ext>
                    </a:extLst>
                  </p:cNvPr>
                  <p:cNvSpPr txBox="1">
                    <a:spLocks noChangeArrowheads="1"/>
                  </p:cNvSpPr>
                  <p:nvPr/>
                </p:nvSpPr>
                <p:spPr bwMode="auto">
                  <a:xfrm>
                    <a:off x="844" y="3337"/>
                    <a:ext cx="343" cy="1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srgbClr val="FFFFFF"/>
                        </a:solidFill>
                        <a:effectLst/>
                        <a:uLnTx/>
                        <a:uFillTx/>
                        <a:latin typeface="Arial" charset="0"/>
                        <a:ea typeface="ＭＳ Ｐゴシック" charset="0"/>
                      </a:rPr>
                      <a:t>DHCP</a:t>
                    </a:r>
                  </a:p>
                </p:txBody>
              </p:sp>
            </p:grpSp>
            <p:sp>
              <p:nvSpPr>
                <p:cNvPr id="375" name="Rectangle 119">
                  <a:extLst>
                    <a:ext uri="{FF2B5EF4-FFF2-40B4-BE49-F238E27FC236}">
                      <a16:creationId xmlns:a16="http://schemas.microsoft.com/office/drawing/2014/main" id="{1341764B-E95B-7846-A7C7-697B31210CC9}"/>
                    </a:ext>
                  </a:extLst>
                </p:cNvPr>
                <p:cNvSpPr>
                  <a:spLocks noChangeArrowheads="1"/>
                </p:cNvSpPr>
                <p:nvPr/>
              </p:nvSpPr>
              <p:spPr bwMode="auto">
                <a:xfrm>
                  <a:off x="750" y="3244"/>
                  <a:ext cx="88" cy="82"/>
                </a:xfrm>
                <a:prstGeom prst="rect">
                  <a:avLst/>
                </a:prstGeom>
                <a:solidFill>
                  <a:srgbClr val="00CC99"/>
                </a:solidFill>
                <a:ln w="9525">
                  <a:solidFill>
                    <a:srgbClr val="FFFFFF"/>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376" name="Rectangle 120">
                  <a:extLst>
                    <a:ext uri="{FF2B5EF4-FFF2-40B4-BE49-F238E27FC236}">
                      <a16:creationId xmlns:a16="http://schemas.microsoft.com/office/drawing/2014/main" id="{F3FB38BB-2247-3846-95CA-29159BEEFD5C}"/>
                    </a:ext>
                  </a:extLst>
                </p:cNvPr>
                <p:cNvSpPr>
                  <a:spLocks noChangeArrowheads="1"/>
                </p:cNvSpPr>
                <p:nvPr/>
              </p:nvSpPr>
              <p:spPr bwMode="auto">
                <a:xfrm>
                  <a:off x="740" y="3238"/>
                  <a:ext cx="354" cy="94"/>
                </a:xfrm>
                <a:prstGeom prst="rect">
                  <a:avLst/>
                </a:prstGeom>
                <a:noFill/>
                <a:ln w="9525">
                  <a:solidFill>
                    <a:srgbClr val="00CC99"/>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grpSp>
            <p:nvGrpSpPr>
              <p:cNvPr id="350" name="Group 121">
                <a:extLst>
                  <a:ext uri="{FF2B5EF4-FFF2-40B4-BE49-F238E27FC236}">
                    <a16:creationId xmlns:a16="http://schemas.microsoft.com/office/drawing/2014/main" id="{AFBD3A6C-1C80-8842-9F56-0D54017B31E3}"/>
                  </a:ext>
                </a:extLst>
              </p:cNvPr>
              <p:cNvGrpSpPr>
                <a:grpSpLocks/>
              </p:cNvGrpSpPr>
              <p:nvPr/>
            </p:nvGrpSpPr>
            <p:grpSpPr bwMode="auto">
              <a:xfrm>
                <a:off x="278" y="1034"/>
                <a:ext cx="397" cy="154"/>
                <a:chOff x="836" y="3305"/>
                <a:chExt cx="397" cy="154"/>
              </a:xfrm>
            </p:grpSpPr>
            <p:grpSp>
              <p:nvGrpSpPr>
                <p:cNvPr id="368" name="Group 122">
                  <a:extLst>
                    <a:ext uri="{FF2B5EF4-FFF2-40B4-BE49-F238E27FC236}">
                      <a16:creationId xmlns:a16="http://schemas.microsoft.com/office/drawing/2014/main" id="{1A113B9C-3462-5942-A44E-6B07A542F0D7}"/>
                    </a:ext>
                  </a:extLst>
                </p:cNvPr>
                <p:cNvGrpSpPr>
                  <a:grpSpLocks/>
                </p:cNvGrpSpPr>
                <p:nvPr/>
              </p:nvGrpSpPr>
              <p:grpSpPr bwMode="auto">
                <a:xfrm>
                  <a:off x="890" y="3305"/>
                  <a:ext cx="343" cy="154"/>
                  <a:chOff x="844" y="3337"/>
                  <a:chExt cx="343" cy="154"/>
                </a:xfrm>
              </p:grpSpPr>
              <p:sp>
                <p:nvSpPr>
                  <p:cNvPr id="372" name="Rectangle 123">
                    <a:extLst>
                      <a:ext uri="{FF2B5EF4-FFF2-40B4-BE49-F238E27FC236}">
                        <a16:creationId xmlns:a16="http://schemas.microsoft.com/office/drawing/2014/main" id="{F1CC8B66-3B5E-D349-80F7-D9084983F6CA}"/>
                      </a:ext>
                    </a:extLst>
                  </p:cNvPr>
                  <p:cNvSpPr>
                    <a:spLocks noChangeArrowheads="1"/>
                  </p:cNvSpPr>
                  <p:nvPr/>
                </p:nvSpPr>
                <p:spPr bwMode="auto">
                  <a:xfrm>
                    <a:off x="889" y="3370"/>
                    <a:ext cx="245" cy="86"/>
                  </a:xfrm>
                  <a:prstGeom prst="rect">
                    <a:avLst/>
                  </a:prstGeom>
                  <a:solidFill>
                    <a:srgbClr val="FF0000"/>
                  </a:solidFill>
                  <a:ln w="9525">
                    <a:solidFill>
                      <a:srgbClr val="FFFFFF"/>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373" name="Text Box 124">
                    <a:extLst>
                      <a:ext uri="{FF2B5EF4-FFF2-40B4-BE49-F238E27FC236}">
                        <a16:creationId xmlns:a16="http://schemas.microsoft.com/office/drawing/2014/main" id="{9D04501E-61A9-7840-8FDD-A4B0D85E1E4C}"/>
                      </a:ext>
                    </a:extLst>
                  </p:cNvPr>
                  <p:cNvSpPr txBox="1">
                    <a:spLocks noChangeArrowheads="1"/>
                  </p:cNvSpPr>
                  <p:nvPr/>
                </p:nvSpPr>
                <p:spPr bwMode="auto">
                  <a:xfrm>
                    <a:off x="844" y="3337"/>
                    <a:ext cx="343" cy="1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srgbClr val="FFFFFF"/>
                        </a:solidFill>
                        <a:effectLst/>
                        <a:uLnTx/>
                        <a:uFillTx/>
                        <a:latin typeface="Arial" charset="0"/>
                        <a:ea typeface="ＭＳ Ｐゴシック" charset="0"/>
                      </a:rPr>
                      <a:t>DHCP</a:t>
                    </a:r>
                  </a:p>
                </p:txBody>
              </p:sp>
            </p:grpSp>
            <p:grpSp>
              <p:nvGrpSpPr>
                <p:cNvPr id="369" name="Group 125">
                  <a:extLst>
                    <a:ext uri="{FF2B5EF4-FFF2-40B4-BE49-F238E27FC236}">
                      <a16:creationId xmlns:a16="http://schemas.microsoft.com/office/drawing/2014/main" id="{3DD83276-AEAB-544D-8216-A2090A138D00}"/>
                    </a:ext>
                  </a:extLst>
                </p:cNvPr>
                <p:cNvGrpSpPr>
                  <a:grpSpLocks/>
                </p:cNvGrpSpPr>
                <p:nvPr/>
              </p:nvGrpSpPr>
              <p:grpSpPr bwMode="auto">
                <a:xfrm>
                  <a:off x="836" y="3334"/>
                  <a:ext cx="354" cy="94"/>
                  <a:chOff x="836" y="3334"/>
                  <a:chExt cx="354" cy="94"/>
                </a:xfrm>
              </p:grpSpPr>
              <p:sp>
                <p:nvSpPr>
                  <p:cNvPr id="370" name="Rectangle 126">
                    <a:extLst>
                      <a:ext uri="{FF2B5EF4-FFF2-40B4-BE49-F238E27FC236}">
                        <a16:creationId xmlns:a16="http://schemas.microsoft.com/office/drawing/2014/main" id="{F23B95D8-54C4-D34E-946B-DEF86CB7B8DF}"/>
                      </a:ext>
                    </a:extLst>
                  </p:cNvPr>
                  <p:cNvSpPr>
                    <a:spLocks noChangeArrowheads="1"/>
                  </p:cNvSpPr>
                  <p:nvPr/>
                </p:nvSpPr>
                <p:spPr bwMode="auto">
                  <a:xfrm>
                    <a:off x="846" y="3340"/>
                    <a:ext cx="88" cy="82"/>
                  </a:xfrm>
                  <a:prstGeom prst="rect">
                    <a:avLst/>
                  </a:prstGeom>
                  <a:solidFill>
                    <a:srgbClr val="00CC99"/>
                  </a:solidFill>
                  <a:ln w="9525">
                    <a:solidFill>
                      <a:srgbClr val="FFFFFF"/>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371" name="Rectangle 127">
                    <a:extLst>
                      <a:ext uri="{FF2B5EF4-FFF2-40B4-BE49-F238E27FC236}">
                        <a16:creationId xmlns:a16="http://schemas.microsoft.com/office/drawing/2014/main" id="{DA734683-A318-454E-A045-23BE51F0F528}"/>
                      </a:ext>
                    </a:extLst>
                  </p:cNvPr>
                  <p:cNvSpPr>
                    <a:spLocks noChangeArrowheads="1"/>
                  </p:cNvSpPr>
                  <p:nvPr/>
                </p:nvSpPr>
                <p:spPr bwMode="auto">
                  <a:xfrm>
                    <a:off x="836" y="3334"/>
                    <a:ext cx="354" cy="94"/>
                  </a:xfrm>
                  <a:prstGeom prst="rect">
                    <a:avLst/>
                  </a:prstGeom>
                  <a:noFill/>
                  <a:ln w="9525">
                    <a:solidFill>
                      <a:srgbClr val="00CC99"/>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grpSp>
          <p:grpSp>
            <p:nvGrpSpPr>
              <p:cNvPr id="351" name="Group 128">
                <a:extLst>
                  <a:ext uri="{FF2B5EF4-FFF2-40B4-BE49-F238E27FC236}">
                    <a16:creationId xmlns:a16="http://schemas.microsoft.com/office/drawing/2014/main" id="{16D8F290-90C4-884D-8BEC-4F527A600FA1}"/>
                  </a:ext>
                </a:extLst>
              </p:cNvPr>
              <p:cNvGrpSpPr>
                <a:grpSpLocks/>
              </p:cNvGrpSpPr>
              <p:nvPr/>
            </p:nvGrpSpPr>
            <p:grpSpPr bwMode="auto">
              <a:xfrm>
                <a:off x="165" y="1054"/>
                <a:ext cx="480" cy="112"/>
                <a:chOff x="627" y="3377"/>
                <a:chExt cx="480" cy="112"/>
              </a:xfrm>
            </p:grpSpPr>
            <p:sp>
              <p:nvSpPr>
                <p:cNvPr id="366" name="Rectangle 129">
                  <a:extLst>
                    <a:ext uri="{FF2B5EF4-FFF2-40B4-BE49-F238E27FC236}">
                      <a16:creationId xmlns:a16="http://schemas.microsoft.com/office/drawing/2014/main" id="{1D3E3622-DC4A-044E-A888-13677F7D168A}"/>
                    </a:ext>
                  </a:extLst>
                </p:cNvPr>
                <p:cNvSpPr>
                  <a:spLocks noChangeArrowheads="1"/>
                </p:cNvSpPr>
                <p:nvPr/>
              </p:nvSpPr>
              <p:spPr bwMode="auto">
                <a:xfrm>
                  <a:off x="636" y="3388"/>
                  <a:ext cx="96" cy="93"/>
                </a:xfrm>
                <a:prstGeom prst="rect">
                  <a:avLst/>
                </a:prstGeom>
                <a:solidFill>
                  <a:srgbClr val="3333CC"/>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367" name="Rectangle 130">
                  <a:extLst>
                    <a:ext uri="{FF2B5EF4-FFF2-40B4-BE49-F238E27FC236}">
                      <a16:creationId xmlns:a16="http://schemas.microsoft.com/office/drawing/2014/main" id="{B7CF74F0-E826-CE41-B70E-DC73509B609B}"/>
                    </a:ext>
                  </a:extLst>
                </p:cNvPr>
                <p:cNvSpPr>
                  <a:spLocks noChangeArrowheads="1"/>
                </p:cNvSpPr>
                <p:nvPr/>
              </p:nvSpPr>
              <p:spPr bwMode="auto">
                <a:xfrm>
                  <a:off x="627" y="3377"/>
                  <a:ext cx="480" cy="112"/>
                </a:xfrm>
                <a:prstGeom prst="rect">
                  <a:avLst/>
                </a:prstGeom>
                <a:noFill/>
                <a:ln w="9525">
                  <a:solidFill>
                    <a:srgbClr val="3333CC"/>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grpSp>
            <p:nvGrpSpPr>
              <p:cNvPr id="352" name="Group 131">
                <a:extLst>
                  <a:ext uri="{FF2B5EF4-FFF2-40B4-BE49-F238E27FC236}">
                    <a16:creationId xmlns:a16="http://schemas.microsoft.com/office/drawing/2014/main" id="{D87ED124-1122-114E-A552-2B81F10E9791}"/>
                  </a:ext>
                </a:extLst>
              </p:cNvPr>
              <p:cNvGrpSpPr>
                <a:grpSpLocks/>
              </p:cNvGrpSpPr>
              <p:nvPr/>
            </p:nvGrpSpPr>
            <p:grpSpPr bwMode="auto">
              <a:xfrm>
                <a:off x="42" y="1200"/>
                <a:ext cx="681" cy="154"/>
                <a:chOff x="504" y="3523"/>
                <a:chExt cx="681" cy="154"/>
              </a:xfrm>
            </p:grpSpPr>
            <p:grpSp>
              <p:nvGrpSpPr>
                <p:cNvPr id="353" name="Group 132">
                  <a:extLst>
                    <a:ext uri="{FF2B5EF4-FFF2-40B4-BE49-F238E27FC236}">
                      <a16:creationId xmlns:a16="http://schemas.microsoft.com/office/drawing/2014/main" id="{3983C9C0-A891-BF4E-A921-C7DB56F4CC77}"/>
                    </a:ext>
                  </a:extLst>
                </p:cNvPr>
                <p:cNvGrpSpPr>
                  <a:grpSpLocks/>
                </p:cNvGrpSpPr>
                <p:nvPr/>
              </p:nvGrpSpPr>
              <p:grpSpPr bwMode="auto">
                <a:xfrm>
                  <a:off x="623" y="3523"/>
                  <a:ext cx="510" cy="154"/>
                  <a:chOff x="723" y="3453"/>
                  <a:chExt cx="510" cy="154"/>
                </a:xfrm>
              </p:grpSpPr>
              <p:grpSp>
                <p:nvGrpSpPr>
                  <p:cNvPr id="357" name="Group 133">
                    <a:extLst>
                      <a:ext uri="{FF2B5EF4-FFF2-40B4-BE49-F238E27FC236}">
                        <a16:creationId xmlns:a16="http://schemas.microsoft.com/office/drawing/2014/main" id="{00BCA7B6-7079-5840-B49A-A1603E6357DF}"/>
                      </a:ext>
                    </a:extLst>
                  </p:cNvPr>
                  <p:cNvGrpSpPr>
                    <a:grpSpLocks/>
                  </p:cNvGrpSpPr>
                  <p:nvPr/>
                </p:nvGrpSpPr>
                <p:grpSpPr bwMode="auto">
                  <a:xfrm>
                    <a:off x="836" y="3453"/>
                    <a:ext cx="397" cy="154"/>
                    <a:chOff x="836" y="3305"/>
                    <a:chExt cx="397" cy="154"/>
                  </a:xfrm>
                </p:grpSpPr>
                <p:grpSp>
                  <p:nvGrpSpPr>
                    <p:cNvPr id="360" name="Group 134">
                      <a:extLst>
                        <a:ext uri="{FF2B5EF4-FFF2-40B4-BE49-F238E27FC236}">
                          <a16:creationId xmlns:a16="http://schemas.microsoft.com/office/drawing/2014/main" id="{5723C07F-7067-7442-B671-6E3710D5B304}"/>
                        </a:ext>
                      </a:extLst>
                    </p:cNvPr>
                    <p:cNvGrpSpPr>
                      <a:grpSpLocks/>
                    </p:cNvGrpSpPr>
                    <p:nvPr/>
                  </p:nvGrpSpPr>
                  <p:grpSpPr bwMode="auto">
                    <a:xfrm>
                      <a:off x="890" y="3305"/>
                      <a:ext cx="343" cy="154"/>
                      <a:chOff x="844" y="3337"/>
                      <a:chExt cx="343" cy="154"/>
                    </a:xfrm>
                  </p:grpSpPr>
                  <p:sp>
                    <p:nvSpPr>
                      <p:cNvPr id="364" name="Rectangle 135">
                        <a:extLst>
                          <a:ext uri="{FF2B5EF4-FFF2-40B4-BE49-F238E27FC236}">
                            <a16:creationId xmlns:a16="http://schemas.microsoft.com/office/drawing/2014/main" id="{B5AF0E21-ED85-9849-B221-EFD25F84BE7B}"/>
                          </a:ext>
                        </a:extLst>
                      </p:cNvPr>
                      <p:cNvSpPr>
                        <a:spLocks noChangeArrowheads="1"/>
                      </p:cNvSpPr>
                      <p:nvPr/>
                    </p:nvSpPr>
                    <p:spPr bwMode="auto">
                      <a:xfrm>
                        <a:off x="889" y="3370"/>
                        <a:ext cx="245" cy="86"/>
                      </a:xfrm>
                      <a:prstGeom prst="rect">
                        <a:avLst/>
                      </a:prstGeom>
                      <a:solidFill>
                        <a:srgbClr val="FF0000"/>
                      </a:solidFill>
                      <a:ln w="9525">
                        <a:solidFill>
                          <a:srgbClr val="FFFFFF"/>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365" name="Text Box 136">
                        <a:extLst>
                          <a:ext uri="{FF2B5EF4-FFF2-40B4-BE49-F238E27FC236}">
                            <a16:creationId xmlns:a16="http://schemas.microsoft.com/office/drawing/2014/main" id="{45723D24-31C5-4846-BE05-0E7FD549A894}"/>
                          </a:ext>
                        </a:extLst>
                      </p:cNvPr>
                      <p:cNvSpPr txBox="1">
                        <a:spLocks noChangeArrowheads="1"/>
                      </p:cNvSpPr>
                      <p:nvPr/>
                    </p:nvSpPr>
                    <p:spPr bwMode="auto">
                      <a:xfrm>
                        <a:off x="844" y="3337"/>
                        <a:ext cx="343" cy="1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srgbClr val="FFFFFF"/>
                            </a:solidFill>
                            <a:effectLst/>
                            <a:uLnTx/>
                            <a:uFillTx/>
                            <a:latin typeface="Arial" charset="0"/>
                            <a:ea typeface="ＭＳ Ｐゴシック" charset="0"/>
                          </a:rPr>
                          <a:t>DHCP</a:t>
                        </a:r>
                      </a:p>
                    </p:txBody>
                  </p:sp>
                </p:grpSp>
                <p:grpSp>
                  <p:nvGrpSpPr>
                    <p:cNvPr id="361" name="Group 137">
                      <a:extLst>
                        <a:ext uri="{FF2B5EF4-FFF2-40B4-BE49-F238E27FC236}">
                          <a16:creationId xmlns:a16="http://schemas.microsoft.com/office/drawing/2014/main" id="{80FE1C0E-16B1-2D44-B299-88A00143E612}"/>
                        </a:ext>
                      </a:extLst>
                    </p:cNvPr>
                    <p:cNvGrpSpPr>
                      <a:grpSpLocks/>
                    </p:cNvGrpSpPr>
                    <p:nvPr/>
                  </p:nvGrpSpPr>
                  <p:grpSpPr bwMode="auto">
                    <a:xfrm>
                      <a:off x="836" y="3334"/>
                      <a:ext cx="354" cy="94"/>
                      <a:chOff x="836" y="3334"/>
                      <a:chExt cx="354" cy="94"/>
                    </a:xfrm>
                  </p:grpSpPr>
                  <p:sp>
                    <p:nvSpPr>
                      <p:cNvPr id="362" name="Rectangle 138">
                        <a:extLst>
                          <a:ext uri="{FF2B5EF4-FFF2-40B4-BE49-F238E27FC236}">
                            <a16:creationId xmlns:a16="http://schemas.microsoft.com/office/drawing/2014/main" id="{D1EF3C03-E9F7-EA48-B907-E23FDF7AAEC0}"/>
                          </a:ext>
                        </a:extLst>
                      </p:cNvPr>
                      <p:cNvSpPr>
                        <a:spLocks noChangeArrowheads="1"/>
                      </p:cNvSpPr>
                      <p:nvPr/>
                    </p:nvSpPr>
                    <p:spPr bwMode="auto">
                      <a:xfrm>
                        <a:off x="846" y="3340"/>
                        <a:ext cx="88" cy="82"/>
                      </a:xfrm>
                      <a:prstGeom prst="rect">
                        <a:avLst/>
                      </a:prstGeom>
                      <a:solidFill>
                        <a:srgbClr val="00CC99"/>
                      </a:solidFill>
                      <a:ln w="9525">
                        <a:solidFill>
                          <a:srgbClr val="FFFFFF"/>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363" name="Rectangle 139">
                        <a:extLst>
                          <a:ext uri="{FF2B5EF4-FFF2-40B4-BE49-F238E27FC236}">
                            <a16:creationId xmlns:a16="http://schemas.microsoft.com/office/drawing/2014/main" id="{0E636BA2-C8E1-2748-ABAB-2E1309C06ECC}"/>
                          </a:ext>
                        </a:extLst>
                      </p:cNvPr>
                      <p:cNvSpPr>
                        <a:spLocks noChangeArrowheads="1"/>
                      </p:cNvSpPr>
                      <p:nvPr/>
                    </p:nvSpPr>
                    <p:spPr bwMode="auto">
                      <a:xfrm>
                        <a:off x="836" y="3334"/>
                        <a:ext cx="354" cy="94"/>
                      </a:xfrm>
                      <a:prstGeom prst="rect">
                        <a:avLst/>
                      </a:prstGeom>
                      <a:noFill/>
                      <a:ln w="9525">
                        <a:solidFill>
                          <a:srgbClr val="00CC99"/>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grpSp>
              <p:sp>
                <p:nvSpPr>
                  <p:cNvPr id="358" name="Rectangle 140">
                    <a:extLst>
                      <a:ext uri="{FF2B5EF4-FFF2-40B4-BE49-F238E27FC236}">
                        <a16:creationId xmlns:a16="http://schemas.microsoft.com/office/drawing/2014/main" id="{1E71C801-BC9F-C941-B2FA-82E6DFB91EF3}"/>
                      </a:ext>
                    </a:extLst>
                  </p:cNvPr>
                  <p:cNvSpPr>
                    <a:spLocks noChangeArrowheads="1"/>
                  </p:cNvSpPr>
                  <p:nvPr/>
                </p:nvSpPr>
                <p:spPr bwMode="auto">
                  <a:xfrm>
                    <a:off x="732" y="3484"/>
                    <a:ext cx="96" cy="93"/>
                  </a:xfrm>
                  <a:prstGeom prst="rect">
                    <a:avLst/>
                  </a:prstGeom>
                  <a:solidFill>
                    <a:srgbClr val="3333CC"/>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359" name="Rectangle 141">
                    <a:extLst>
                      <a:ext uri="{FF2B5EF4-FFF2-40B4-BE49-F238E27FC236}">
                        <a16:creationId xmlns:a16="http://schemas.microsoft.com/office/drawing/2014/main" id="{8C1C8646-0C84-7646-B3C5-C586B30A3285}"/>
                      </a:ext>
                    </a:extLst>
                  </p:cNvPr>
                  <p:cNvSpPr>
                    <a:spLocks noChangeArrowheads="1"/>
                  </p:cNvSpPr>
                  <p:nvPr/>
                </p:nvSpPr>
                <p:spPr bwMode="auto">
                  <a:xfrm>
                    <a:off x="723" y="3473"/>
                    <a:ext cx="480" cy="112"/>
                  </a:xfrm>
                  <a:prstGeom prst="rect">
                    <a:avLst/>
                  </a:prstGeom>
                  <a:noFill/>
                  <a:ln w="9525">
                    <a:solidFill>
                      <a:srgbClr val="3333CC"/>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sp>
              <p:nvSpPr>
                <p:cNvPr id="354" name="Rectangle 142">
                  <a:extLst>
                    <a:ext uri="{FF2B5EF4-FFF2-40B4-BE49-F238E27FC236}">
                      <a16:creationId xmlns:a16="http://schemas.microsoft.com/office/drawing/2014/main" id="{F7DE1756-9A3B-B144-842D-9320340499A7}"/>
                    </a:ext>
                  </a:extLst>
                </p:cNvPr>
                <p:cNvSpPr>
                  <a:spLocks noChangeArrowheads="1"/>
                </p:cNvSpPr>
                <p:nvPr/>
              </p:nvSpPr>
              <p:spPr bwMode="auto">
                <a:xfrm>
                  <a:off x="517" y="3545"/>
                  <a:ext cx="94" cy="108"/>
                </a:xfrm>
                <a:prstGeom prst="rect">
                  <a:avLst/>
                </a:prstGeom>
                <a:solidFill>
                  <a:srgbClr val="000000"/>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355" name="Rectangle 143">
                  <a:extLst>
                    <a:ext uri="{FF2B5EF4-FFF2-40B4-BE49-F238E27FC236}">
                      <a16:creationId xmlns:a16="http://schemas.microsoft.com/office/drawing/2014/main" id="{1BA49523-4DF4-5F44-9051-145D0A615145}"/>
                    </a:ext>
                  </a:extLst>
                </p:cNvPr>
                <p:cNvSpPr>
                  <a:spLocks noChangeArrowheads="1"/>
                </p:cNvSpPr>
                <p:nvPr/>
              </p:nvSpPr>
              <p:spPr bwMode="auto">
                <a:xfrm>
                  <a:off x="1115" y="3544"/>
                  <a:ext cx="60" cy="108"/>
                </a:xfrm>
                <a:prstGeom prst="rect">
                  <a:avLst/>
                </a:prstGeom>
                <a:solidFill>
                  <a:srgbClr val="000000"/>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356" name="Rectangle 144">
                  <a:extLst>
                    <a:ext uri="{FF2B5EF4-FFF2-40B4-BE49-F238E27FC236}">
                      <a16:creationId xmlns:a16="http://schemas.microsoft.com/office/drawing/2014/main" id="{D8FFCB85-547D-C64B-A539-2E195680748C}"/>
                    </a:ext>
                  </a:extLst>
                </p:cNvPr>
                <p:cNvSpPr>
                  <a:spLocks noChangeArrowheads="1"/>
                </p:cNvSpPr>
                <p:nvPr/>
              </p:nvSpPr>
              <p:spPr bwMode="auto">
                <a:xfrm>
                  <a:off x="504" y="3529"/>
                  <a:ext cx="681" cy="138"/>
                </a:xfrm>
                <a:prstGeom prst="rect">
                  <a:avLst/>
                </a:prstGeom>
                <a:noFill/>
                <a:ln w="9525">
                  <a:solidFill>
                    <a:srgbClr val="000000"/>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grpSp>
        <p:sp>
          <p:nvSpPr>
            <p:cNvPr id="344" name="AutoShape 145">
              <a:extLst>
                <a:ext uri="{FF2B5EF4-FFF2-40B4-BE49-F238E27FC236}">
                  <a16:creationId xmlns:a16="http://schemas.microsoft.com/office/drawing/2014/main" id="{3F4330D4-196A-FE44-8859-2BBEE9440F13}"/>
                </a:ext>
              </a:extLst>
            </p:cNvPr>
            <p:cNvSpPr>
              <a:spLocks noChangeArrowheads="1"/>
            </p:cNvSpPr>
            <p:nvPr/>
          </p:nvSpPr>
          <p:spPr bwMode="auto">
            <a:xfrm rot="10800000">
              <a:off x="1727" y="3105"/>
              <a:ext cx="240" cy="767"/>
            </a:xfrm>
            <a:prstGeom prst="downArrow">
              <a:avLst>
                <a:gd name="adj1" fmla="val 54167"/>
                <a:gd name="adj2" fmla="val 51311"/>
              </a:avLst>
            </a:prstGeom>
            <a:gradFill rotWithShape="1">
              <a:gsLst>
                <a:gs pos="0">
                  <a:srgbClr val="FF0000">
                    <a:alpha val="25000"/>
                  </a:srgbClr>
                </a:gs>
                <a:gs pos="100000">
                  <a:srgbClr val="FF0000">
                    <a:alpha val="25000"/>
                  </a:srgbClr>
                </a:gs>
              </a:gsLst>
              <a:lin ang="540000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nvGrpSpPr>
            <p:cNvPr id="345" name="Group 146">
              <a:extLst>
                <a:ext uri="{FF2B5EF4-FFF2-40B4-BE49-F238E27FC236}">
                  <a16:creationId xmlns:a16="http://schemas.microsoft.com/office/drawing/2014/main" id="{2C244F89-6CDC-B14C-B8E0-593D333F6EE9}"/>
                </a:ext>
              </a:extLst>
            </p:cNvPr>
            <p:cNvGrpSpPr>
              <a:grpSpLocks/>
            </p:cNvGrpSpPr>
            <p:nvPr/>
          </p:nvGrpSpPr>
          <p:grpSpPr bwMode="auto">
            <a:xfrm>
              <a:off x="1695" y="3227"/>
              <a:ext cx="343" cy="154"/>
              <a:chOff x="844" y="3337"/>
              <a:chExt cx="343" cy="154"/>
            </a:xfrm>
          </p:grpSpPr>
          <p:sp>
            <p:nvSpPr>
              <p:cNvPr id="346" name="Rectangle 147">
                <a:extLst>
                  <a:ext uri="{FF2B5EF4-FFF2-40B4-BE49-F238E27FC236}">
                    <a16:creationId xmlns:a16="http://schemas.microsoft.com/office/drawing/2014/main" id="{3F1C1009-8ACA-AE4D-B2EA-D060B3041EC3}"/>
                  </a:ext>
                </a:extLst>
              </p:cNvPr>
              <p:cNvSpPr>
                <a:spLocks noChangeArrowheads="1"/>
              </p:cNvSpPr>
              <p:nvPr/>
            </p:nvSpPr>
            <p:spPr bwMode="auto">
              <a:xfrm>
                <a:off x="889" y="3370"/>
                <a:ext cx="245" cy="86"/>
              </a:xfrm>
              <a:prstGeom prst="rect">
                <a:avLst/>
              </a:prstGeom>
              <a:solidFill>
                <a:srgbClr val="FF0000"/>
              </a:solidFill>
              <a:ln w="9525">
                <a:solidFill>
                  <a:srgbClr val="FFFFFF"/>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347" name="Text Box 148">
                <a:extLst>
                  <a:ext uri="{FF2B5EF4-FFF2-40B4-BE49-F238E27FC236}">
                    <a16:creationId xmlns:a16="http://schemas.microsoft.com/office/drawing/2014/main" id="{E9DDB984-3FC1-9442-8445-5B270D27673F}"/>
                  </a:ext>
                </a:extLst>
              </p:cNvPr>
              <p:cNvSpPr txBox="1">
                <a:spLocks noChangeArrowheads="1"/>
              </p:cNvSpPr>
              <p:nvPr/>
            </p:nvSpPr>
            <p:spPr bwMode="auto">
              <a:xfrm>
                <a:off x="844" y="3337"/>
                <a:ext cx="343" cy="1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srgbClr val="FFFFFF"/>
                    </a:solidFill>
                    <a:effectLst/>
                    <a:uLnTx/>
                    <a:uFillTx/>
                    <a:latin typeface="Arial" charset="0"/>
                    <a:ea typeface="ＭＳ Ｐゴシック" charset="0"/>
                  </a:rPr>
                  <a:t>DHCP</a:t>
                </a:r>
              </a:p>
            </p:txBody>
          </p:sp>
        </p:grpSp>
      </p:grpSp>
      <p:grpSp>
        <p:nvGrpSpPr>
          <p:cNvPr id="379" name="Group 149">
            <a:extLst>
              <a:ext uri="{FF2B5EF4-FFF2-40B4-BE49-F238E27FC236}">
                <a16:creationId xmlns:a16="http://schemas.microsoft.com/office/drawing/2014/main" id="{CF307C47-A864-5E4F-9726-298AD443C250}"/>
              </a:ext>
            </a:extLst>
          </p:cNvPr>
          <p:cNvGrpSpPr>
            <a:grpSpLocks/>
          </p:cNvGrpSpPr>
          <p:nvPr/>
        </p:nvGrpSpPr>
        <p:grpSpPr bwMode="auto">
          <a:xfrm>
            <a:off x="830169" y="3326092"/>
            <a:ext cx="544513" cy="244475"/>
            <a:chOff x="844" y="3337"/>
            <a:chExt cx="343" cy="154"/>
          </a:xfrm>
        </p:grpSpPr>
        <p:sp>
          <p:nvSpPr>
            <p:cNvPr id="380" name="Rectangle 150">
              <a:extLst>
                <a:ext uri="{FF2B5EF4-FFF2-40B4-BE49-F238E27FC236}">
                  <a16:creationId xmlns:a16="http://schemas.microsoft.com/office/drawing/2014/main" id="{153D2A8C-D4DA-3744-9B39-E44700761D74}"/>
                </a:ext>
              </a:extLst>
            </p:cNvPr>
            <p:cNvSpPr>
              <a:spLocks noChangeArrowheads="1"/>
            </p:cNvSpPr>
            <p:nvPr/>
          </p:nvSpPr>
          <p:spPr bwMode="auto">
            <a:xfrm>
              <a:off x="889" y="3370"/>
              <a:ext cx="245" cy="86"/>
            </a:xfrm>
            <a:prstGeom prst="rect">
              <a:avLst/>
            </a:prstGeom>
            <a:solidFill>
              <a:srgbClr val="FF0000"/>
            </a:solidFill>
            <a:ln w="9525">
              <a:solidFill>
                <a:srgbClr val="FFFFFF"/>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381" name="Text Box 151">
              <a:extLst>
                <a:ext uri="{FF2B5EF4-FFF2-40B4-BE49-F238E27FC236}">
                  <a16:creationId xmlns:a16="http://schemas.microsoft.com/office/drawing/2014/main" id="{188D7169-9E2B-604F-A79F-4277DE2B78BD}"/>
                </a:ext>
              </a:extLst>
            </p:cNvPr>
            <p:cNvSpPr txBox="1">
              <a:spLocks noChangeArrowheads="1"/>
            </p:cNvSpPr>
            <p:nvPr/>
          </p:nvSpPr>
          <p:spPr bwMode="auto">
            <a:xfrm>
              <a:off x="844" y="3337"/>
              <a:ext cx="343" cy="1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srgbClr val="FFFFFF"/>
                  </a:solidFill>
                  <a:effectLst/>
                  <a:uLnTx/>
                  <a:uFillTx/>
                  <a:latin typeface="Arial" charset="0"/>
                  <a:ea typeface="ＭＳ Ｐゴシック" charset="0"/>
                </a:rPr>
                <a:t>DHCP</a:t>
              </a:r>
            </a:p>
          </p:txBody>
        </p:sp>
      </p:grpSp>
      <p:sp>
        <p:nvSpPr>
          <p:cNvPr id="382" name="Rectangle 155">
            <a:extLst>
              <a:ext uri="{FF2B5EF4-FFF2-40B4-BE49-F238E27FC236}">
                <a16:creationId xmlns:a16="http://schemas.microsoft.com/office/drawing/2014/main" id="{E3E60786-723F-AF41-BAEB-EAE22AF7DDD9}"/>
              </a:ext>
            </a:extLst>
          </p:cNvPr>
          <p:cNvSpPr>
            <a:spLocks noChangeArrowheads="1"/>
          </p:cNvSpPr>
          <p:nvPr/>
        </p:nvSpPr>
        <p:spPr bwMode="auto">
          <a:xfrm>
            <a:off x="5207223" y="3162580"/>
            <a:ext cx="6530667" cy="13620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231775" indent="-231775" eaLnBrk="0" fontAlgn="base" hangingPunct="0">
              <a:lnSpc>
                <a:spcPct val="90000"/>
              </a:lnSpc>
              <a:spcBef>
                <a:spcPct val="20000"/>
              </a:spcBef>
              <a:spcAft>
                <a:spcPct val="0"/>
              </a:spcAft>
              <a:buClr>
                <a:srgbClr val="000099"/>
              </a:buClr>
              <a:buSzPct val="100000"/>
              <a:buFont typeface="Wingdings" charset="2"/>
              <a:buChar char="§"/>
              <a:defRPr/>
            </a:pPr>
            <a:r>
              <a:rPr lang="en-US" sz="2800" dirty="0">
                <a:solidFill>
                  <a:srgbClr val="000000"/>
                </a:solidFill>
                <a:ea typeface="ＭＳ Ｐゴシック" charset="0"/>
              </a:rPr>
              <a:t>encapsulation at DHCP server, frame forwarded (</a:t>
            </a:r>
            <a:r>
              <a:rPr lang="en-US" sz="2800" dirty="0">
                <a:solidFill>
                  <a:srgbClr val="C00000"/>
                </a:solidFill>
                <a:ea typeface="ＭＳ Ｐゴシック" charset="0"/>
              </a:rPr>
              <a:t>switch learning</a:t>
            </a:r>
            <a:r>
              <a:rPr lang="en-US" sz="2800" dirty="0">
                <a:solidFill>
                  <a:srgbClr val="000000"/>
                </a:solidFill>
                <a:ea typeface="ＭＳ Ｐゴシック" charset="0"/>
              </a:rPr>
              <a:t>) through LAN, demultiplexing at client</a:t>
            </a:r>
          </a:p>
          <a:p>
            <a:pPr marL="342900" indent="-342900" eaLnBrk="0" fontAlgn="base" hangingPunct="0">
              <a:lnSpc>
                <a:spcPct val="90000"/>
              </a:lnSpc>
              <a:spcBef>
                <a:spcPct val="20000"/>
              </a:spcBef>
              <a:spcAft>
                <a:spcPct val="0"/>
              </a:spcAft>
              <a:buClr>
                <a:srgbClr val="000099"/>
              </a:buClr>
              <a:buSzPct val="65000"/>
              <a:buFont typeface="Wingdings" charset="0"/>
              <a:buChar char="v"/>
              <a:defRPr/>
            </a:pPr>
            <a:endParaRPr lang="en-US" sz="2400" dirty="0">
              <a:solidFill>
                <a:srgbClr val="000000"/>
              </a:solidFill>
              <a:ea typeface="ＭＳ Ｐゴシック" charset="0"/>
            </a:endParaRPr>
          </a:p>
        </p:txBody>
      </p:sp>
      <p:sp>
        <p:nvSpPr>
          <p:cNvPr id="383" name="Text Box 156">
            <a:extLst>
              <a:ext uri="{FF2B5EF4-FFF2-40B4-BE49-F238E27FC236}">
                <a16:creationId xmlns:a16="http://schemas.microsoft.com/office/drawing/2014/main" id="{C11E33FE-C63F-9746-B0FD-73D62EF6D05E}"/>
              </a:ext>
            </a:extLst>
          </p:cNvPr>
          <p:cNvSpPr txBox="1">
            <a:spLocks noChangeArrowheads="1"/>
          </p:cNvSpPr>
          <p:nvPr/>
        </p:nvSpPr>
        <p:spPr bwMode="auto">
          <a:xfrm>
            <a:off x="1998687" y="5515572"/>
            <a:ext cx="8110939" cy="95410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algn="ctr" eaLnBrk="0" fontAlgn="base" hangingPunct="0">
              <a:spcBef>
                <a:spcPct val="0"/>
              </a:spcBef>
              <a:spcAft>
                <a:spcPct val="0"/>
              </a:spcAft>
              <a:defRPr/>
            </a:pPr>
            <a:r>
              <a:rPr lang="en-US" sz="2800" dirty="0">
                <a:solidFill>
                  <a:srgbClr val="0000A8"/>
                </a:solidFill>
                <a:latin typeface="+mn-lt"/>
              </a:rPr>
              <a:t>Client now has IP address, knows name &amp; addr of DNS </a:t>
            </a:r>
          </a:p>
          <a:p>
            <a:pPr algn="ctr" eaLnBrk="0" fontAlgn="base" hangingPunct="0">
              <a:spcBef>
                <a:spcPct val="0"/>
              </a:spcBef>
              <a:spcAft>
                <a:spcPct val="0"/>
              </a:spcAft>
              <a:defRPr/>
            </a:pPr>
            <a:r>
              <a:rPr lang="en-US" sz="2800" dirty="0">
                <a:solidFill>
                  <a:srgbClr val="0000A8"/>
                </a:solidFill>
                <a:latin typeface="+mn-lt"/>
              </a:rPr>
              <a:t>server, IP address of its first-hop router</a:t>
            </a:r>
          </a:p>
        </p:txBody>
      </p:sp>
      <p:sp>
        <p:nvSpPr>
          <p:cNvPr id="384" name="Rectangle 157">
            <a:extLst>
              <a:ext uri="{FF2B5EF4-FFF2-40B4-BE49-F238E27FC236}">
                <a16:creationId xmlns:a16="http://schemas.microsoft.com/office/drawing/2014/main" id="{EA276F5A-DB03-D14D-910F-E636747EE144}"/>
              </a:ext>
            </a:extLst>
          </p:cNvPr>
          <p:cNvSpPr>
            <a:spLocks noChangeArrowheads="1"/>
          </p:cNvSpPr>
          <p:nvPr/>
        </p:nvSpPr>
        <p:spPr bwMode="auto">
          <a:xfrm>
            <a:off x="5229766" y="4655782"/>
            <a:ext cx="6530666" cy="7334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231775" indent="-231775" eaLnBrk="0" fontAlgn="base" hangingPunct="0">
              <a:lnSpc>
                <a:spcPct val="90000"/>
              </a:lnSpc>
              <a:spcBef>
                <a:spcPct val="20000"/>
              </a:spcBef>
              <a:spcAft>
                <a:spcPct val="0"/>
              </a:spcAft>
              <a:buClr>
                <a:srgbClr val="000099"/>
              </a:buClr>
              <a:buSzPct val="100000"/>
              <a:buFont typeface="Wingdings" charset="2"/>
              <a:buChar char="§"/>
              <a:defRPr/>
            </a:pPr>
            <a:r>
              <a:rPr lang="en-US" sz="2800" dirty="0">
                <a:solidFill>
                  <a:srgbClr val="000000"/>
                </a:solidFill>
                <a:ea typeface="ＭＳ Ｐゴシック" charset="0"/>
              </a:rPr>
              <a:t>DHCP client receives DHCP ACK reply</a:t>
            </a:r>
          </a:p>
        </p:txBody>
      </p:sp>
    </p:spTree>
    <p:extLst>
      <p:ext uri="{BB962C8B-B14F-4D97-AF65-F5344CB8AC3E}">
        <p14:creationId xmlns:p14="http://schemas.microsoft.com/office/powerpoint/2010/main" val="14577361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79"/>
                                        </p:tgtEl>
                                        <p:attrNameLst>
                                          <p:attrName>style.visibility</p:attrName>
                                        </p:attrNameLst>
                                      </p:cBhvr>
                                      <p:to>
                                        <p:strVal val="visible"/>
                                      </p:to>
                                    </p:set>
                                  </p:childTnLst>
                                </p:cTn>
                              </p:par>
                              <p:par>
                                <p:cTn id="7" presetID="9" presetClass="entr" presetSubtype="0" fill="hold" grpId="0" nodeType="withEffect">
                                  <p:stCondLst>
                                    <p:cond delay="0"/>
                                  </p:stCondLst>
                                  <p:childTnLst>
                                    <p:set>
                                      <p:cBhvr>
                                        <p:cTn id="8" dur="1" fill="hold">
                                          <p:stCondLst>
                                            <p:cond delay="0"/>
                                          </p:stCondLst>
                                        </p:cTn>
                                        <p:tgtEl>
                                          <p:spTgt spid="289">
                                            <p:txEl>
                                              <p:pRg st="0" end="0"/>
                                            </p:txEl>
                                          </p:spTgt>
                                        </p:tgtEl>
                                        <p:attrNameLst>
                                          <p:attrName>style.visibility</p:attrName>
                                        </p:attrNameLst>
                                      </p:cBhvr>
                                      <p:to>
                                        <p:strVal val="visible"/>
                                      </p:to>
                                    </p:set>
                                    <p:animEffect transition="in" filter="dissolve">
                                      <p:cBhvr>
                                        <p:cTn id="9" dur="500"/>
                                        <p:tgtEl>
                                          <p:spTgt spid="289">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22" presetClass="entr" presetSubtype="1" fill="hold" nodeType="clickEffect">
                                  <p:stCondLst>
                                    <p:cond delay="0"/>
                                  </p:stCondLst>
                                  <p:childTnLst>
                                    <p:set>
                                      <p:cBhvr>
                                        <p:cTn id="13" dur="1" fill="hold">
                                          <p:stCondLst>
                                            <p:cond delay="0"/>
                                          </p:stCondLst>
                                        </p:cTn>
                                        <p:tgtEl>
                                          <p:spTgt spid="290"/>
                                        </p:tgtEl>
                                        <p:attrNameLst>
                                          <p:attrName>style.visibility</p:attrName>
                                        </p:attrNameLst>
                                      </p:cBhvr>
                                      <p:to>
                                        <p:strVal val="visible"/>
                                      </p:to>
                                    </p:set>
                                    <p:animEffect transition="in" filter="wipe(up)">
                                      <p:cBhvr>
                                        <p:cTn id="14" dur="500"/>
                                        <p:tgtEl>
                                          <p:spTgt spid="290"/>
                                        </p:tgtEl>
                                      </p:cBhvr>
                                    </p:animEffect>
                                  </p:childTnLst>
                                </p:cTn>
                              </p:par>
                              <p:par>
                                <p:cTn id="15" presetID="9" presetClass="entr" presetSubtype="0" fill="hold" grpId="0" nodeType="withEffect">
                                  <p:stCondLst>
                                    <p:cond delay="0"/>
                                  </p:stCondLst>
                                  <p:childTnLst>
                                    <p:set>
                                      <p:cBhvr>
                                        <p:cTn id="16" dur="1" fill="hold">
                                          <p:stCondLst>
                                            <p:cond delay="0"/>
                                          </p:stCondLst>
                                        </p:cTn>
                                        <p:tgtEl>
                                          <p:spTgt spid="382">
                                            <p:txEl>
                                              <p:pRg st="0" end="0"/>
                                            </p:txEl>
                                          </p:spTgt>
                                        </p:tgtEl>
                                        <p:attrNameLst>
                                          <p:attrName>style.visibility</p:attrName>
                                        </p:attrNameLst>
                                      </p:cBhvr>
                                      <p:to>
                                        <p:strVal val="visible"/>
                                      </p:to>
                                    </p:set>
                                    <p:animEffect transition="in" filter="dissolve">
                                      <p:cBhvr>
                                        <p:cTn id="17" dur="500"/>
                                        <p:tgtEl>
                                          <p:spTgt spid="382">
                                            <p:txEl>
                                              <p:pRg st="0" end="0"/>
                                            </p:txEl>
                                          </p:spTgt>
                                        </p:tgtEl>
                                      </p:cBhvr>
                                    </p:animEffect>
                                  </p:childTnLst>
                                </p:cTn>
                              </p:par>
                            </p:childTnLst>
                          </p:cTn>
                        </p:par>
                        <p:par>
                          <p:cTn id="18" fill="hold">
                            <p:stCondLst>
                              <p:cond delay="500"/>
                            </p:stCondLst>
                            <p:childTnLst>
                              <p:par>
                                <p:cTn id="19" presetID="1" presetClass="entr" presetSubtype="0" fill="hold" nodeType="afterEffect">
                                  <p:stCondLst>
                                    <p:cond delay="0"/>
                                  </p:stCondLst>
                                  <p:childTnLst>
                                    <p:set>
                                      <p:cBhvr>
                                        <p:cTn id="20" dur="1" fill="hold">
                                          <p:stCondLst>
                                            <p:cond delay="0"/>
                                          </p:stCondLst>
                                        </p:cTn>
                                        <p:tgtEl>
                                          <p:spTgt spid="324"/>
                                        </p:tgtEl>
                                        <p:attrNameLst>
                                          <p:attrName>style.visibility</p:attrName>
                                        </p:attrNameLst>
                                      </p:cBhvr>
                                      <p:to>
                                        <p:strVal val="visible"/>
                                      </p:to>
                                    </p:set>
                                  </p:childTnLst>
                                </p:cTn>
                              </p:par>
                            </p:childTnLst>
                          </p:cTn>
                        </p:par>
                        <p:par>
                          <p:cTn id="21" fill="hold">
                            <p:stCondLst>
                              <p:cond delay="500"/>
                            </p:stCondLst>
                            <p:childTnLst>
                              <p:par>
                                <p:cTn id="22" presetID="0" presetClass="path" presetSubtype="0" accel="50000" decel="50000" fill="hold" nodeType="afterEffect">
                                  <p:stCondLst>
                                    <p:cond delay="0"/>
                                  </p:stCondLst>
                                  <p:childTnLst>
                                    <p:animMotion origin="layout" path="M -0.00052 -0.00093 L 0.1612 0.00278 L 0.28347 -0.29097 L -0.02422 -0.29306 " pathEditMode="relative" rAng="0" ptsTypes="AAAA">
                                      <p:cBhvr>
                                        <p:cTn id="23" dur="2000" fill="hold"/>
                                        <p:tgtEl>
                                          <p:spTgt spid="324"/>
                                        </p:tgtEl>
                                        <p:attrNameLst>
                                          <p:attrName>ppt_x</p:attrName>
                                          <p:attrName>ppt_y</p:attrName>
                                        </p:attrNameLst>
                                      </p:cBhvr>
                                      <p:rCtr x="13008" y="-14421"/>
                                    </p:animMotion>
                                  </p:childTnLst>
                                </p:cTn>
                              </p:par>
                            </p:childTnLst>
                          </p:cTn>
                        </p:par>
                        <p:par>
                          <p:cTn id="24" fill="hold">
                            <p:stCondLst>
                              <p:cond delay="2500"/>
                            </p:stCondLst>
                            <p:childTnLst>
                              <p:par>
                                <p:cTn id="25" presetID="22" presetClass="entr" presetSubtype="4" fill="hold" nodeType="afterEffect">
                                  <p:stCondLst>
                                    <p:cond delay="0"/>
                                  </p:stCondLst>
                                  <p:childTnLst>
                                    <p:set>
                                      <p:cBhvr>
                                        <p:cTn id="26" dur="1" fill="hold">
                                          <p:stCondLst>
                                            <p:cond delay="0"/>
                                          </p:stCondLst>
                                        </p:cTn>
                                        <p:tgtEl>
                                          <p:spTgt spid="915"/>
                                        </p:tgtEl>
                                        <p:attrNameLst>
                                          <p:attrName>style.visibility</p:attrName>
                                        </p:attrNameLst>
                                      </p:cBhvr>
                                      <p:to>
                                        <p:strVal val="visible"/>
                                      </p:to>
                                    </p:set>
                                    <p:animEffect transition="in" filter="wipe(down)">
                                      <p:cBhvr>
                                        <p:cTn id="27" dur="500"/>
                                        <p:tgtEl>
                                          <p:spTgt spid="915"/>
                                        </p:tgtEl>
                                      </p:cBhvr>
                                    </p:animEffect>
                                  </p:childTnLst>
                                </p:cTn>
                              </p:par>
                              <p:par>
                                <p:cTn id="28" presetID="1" presetClass="exit" presetSubtype="0" fill="hold" nodeType="withEffect">
                                  <p:stCondLst>
                                    <p:cond delay="0"/>
                                  </p:stCondLst>
                                  <p:childTnLst>
                                    <p:set>
                                      <p:cBhvr>
                                        <p:cTn id="29" dur="1" fill="hold">
                                          <p:stCondLst>
                                            <p:cond delay="0"/>
                                          </p:stCondLst>
                                        </p:cTn>
                                        <p:tgtEl>
                                          <p:spTgt spid="379"/>
                                        </p:tgtEl>
                                        <p:attrNameLst>
                                          <p:attrName>style.visibility</p:attrName>
                                        </p:attrNameLst>
                                      </p:cBhvr>
                                      <p:to>
                                        <p:strVal val="hidden"/>
                                      </p:to>
                                    </p:set>
                                  </p:childTnLst>
                                </p:cTn>
                              </p:par>
                              <p:par>
                                <p:cTn id="30" presetID="1" presetClass="exit" presetSubtype="0" fill="hold" nodeType="withEffect">
                                  <p:stCondLst>
                                    <p:cond delay="0"/>
                                  </p:stCondLst>
                                  <p:childTnLst>
                                    <p:set>
                                      <p:cBhvr>
                                        <p:cTn id="31" dur="1" fill="hold">
                                          <p:stCondLst>
                                            <p:cond delay="0"/>
                                          </p:stCondLst>
                                        </p:cTn>
                                        <p:tgtEl>
                                          <p:spTgt spid="290"/>
                                        </p:tgtEl>
                                        <p:attrNameLst>
                                          <p:attrName>style.visibility</p:attrName>
                                        </p:attrNameLst>
                                      </p:cBhvr>
                                      <p:to>
                                        <p:strVal val="hidden"/>
                                      </p:to>
                                    </p:set>
                                  </p:childTnLst>
                                </p:cTn>
                              </p:par>
                            </p:childTnLst>
                          </p:cTn>
                        </p:par>
                        <p:par>
                          <p:cTn id="32" fill="hold">
                            <p:stCondLst>
                              <p:cond delay="3000"/>
                            </p:stCondLst>
                            <p:childTnLst>
                              <p:par>
                                <p:cTn id="33" presetID="22" presetClass="entr" presetSubtype="4" fill="hold" nodeType="afterEffect">
                                  <p:stCondLst>
                                    <p:cond delay="0"/>
                                  </p:stCondLst>
                                  <p:childTnLst>
                                    <p:set>
                                      <p:cBhvr>
                                        <p:cTn id="34" dur="1" fill="hold">
                                          <p:stCondLst>
                                            <p:cond delay="0"/>
                                          </p:stCondLst>
                                        </p:cTn>
                                        <p:tgtEl>
                                          <p:spTgt spid="342"/>
                                        </p:tgtEl>
                                        <p:attrNameLst>
                                          <p:attrName>style.visibility</p:attrName>
                                        </p:attrNameLst>
                                      </p:cBhvr>
                                      <p:to>
                                        <p:strVal val="visible"/>
                                      </p:to>
                                    </p:set>
                                    <p:animEffect transition="in" filter="wipe(down)">
                                      <p:cBhvr>
                                        <p:cTn id="35" dur="1000"/>
                                        <p:tgtEl>
                                          <p:spTgt spid="342"/>
                                        </p:tgtEl>
                                      </p:cBhvr>
                                    </p:animEffect>
                                  </p:childTnLst>
                                </p:cTn>
                              </p:par>
                              <p:par>
                                <p:cTn id="36" presetID="1" presetClass="exit" presetSubtype="0" fill="hold" nodeType="withEffect">
                                  <p:stCondLst>
                                    <p:cond delay="0"/>
                                  </p:stCondLst>
                                  <p:childTnLst>
                                    <p:set>
                                      <p:cBhvr>
                                        <p:cTn id="37" dur="1" fill="hold">
                                          <p:stCondLst>
                                            <p:cond delay="0"/>
                                          </p:stCondLst>
                                        </p:cTn>
                                        <p:tgtEl>
                                          <p:spTgt spid="324"/>
                                        </p:tgtEl>
                                        <p:attrNameLst>
                                          <p:attrName>style.visibility</p:attrName>
                                        </p:attrNameLst>
                                      </p:cBhvr>
                                      <p:to>
                                        <p:strVal val="hidden"/>
                                      </p:to>
                                    </p:set>
                                  </p:childTnLst>
                                </p:cTn>
                              </p:par>
                            </p:childTnLst>
                          </p:cTn>
                        </p:par>
                        <p:par>
                          <p:cTn id="38" fill="hold">
                            <p:stCondLst>
                              <p:cond delay="4000"/>
                            </p:stCondLst>
                            <p:childTnLst>
                              <p:par>
                                <p:cTn id="39" presetID="9" presetClass="entr" presetSubtype="0" fill="hold" grpId="0" nodeType="afterEffect">
                                  <p:stCondLst>
                                    <p:cond delay="0"/>
                                  </p:stCondLst>
                                  <p:childTnLst>
                                    <p:set>
                                      <p:cBhvr>
                                        <p:cTn id="40" dur="1" fill="hold">
                                          <p:stCondLst>
                                            <p:cond delay="0"/>
                                          </p:stCondLst>
                                        </p:cTn>
                                        <p:tgtEl>
                                          <p:spTgt spid="383"/>
                                        </p:tgtEl>
                                        <p:attrNameLst>
                                          <p:attrName>style.visibility</p:attrName>
                                        </p:attrNameLst>
                                      </p:cBhvr>
                                      <p:to>
                                        <p:strVal val="visible"/>
                                      </p:to>
                                    </p:set>
                                    <p:animEffect transition="in" filter="dissolve">
                                      <p:cBhvr>
                                        <p:cTn id="41" dur="500"/>
                                        <p:tgtEl>
                                          <p:spTgt spid="383"/>
                                        </p:tgtEl>
                                      </p:cBhvr>
                                    </p:animEffect>
                                  </p:childTnLst>
                                </p:cTn>
                              </p:par>
                              <p:par>
                                <p:cTn id="42" presetID="9" presetClass="entr" presetSubtype="0" fill="hold" grpId="0" nodeType="withEffect">
                                  <p:stCondLst>
                                    <p:cond delay="0"/>
                                  </p:stCondLst>
                                  <p:childTnLst>
                                    <p:set>
                                      <p:cBhvr>
                                        <p:cTn id="43" dur="1" fill="hold">
                                          <p:stCondLst>
                                            <p:cond delay="0"/>
                                          </p:stCondLst>
                                        </p:cTn>
                                        <p:tgtEl>
                                          <p:spTgt spid="384">
                                            <p:txEl>
                                              <p:pRg st="0" end="0"/>
                                            </p:txEl>
                                          </p:spTgt>
                                        </p:tgtEl>
                                        <p:attrNameLst>
                                          <p:attrName>style.visibility</p:attrName>
                                        </p:attrNameLst>
                                      </p:cBhvr>
                                      <p:to>
                                        <p:strVal val="visible"/>
                                      </p:to>
                                    </p:set>
                                    <p:animEffect transition="in" filter="dissolve">
                                      <p:cBhvr>
                                        <p:cTn id="44" dur="500"/>
                                        <p:tgtEl>
                                          <p:spTgt spid="38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9" grpId="0" build="p"/>
      <p:bldP spid="382" grpId="0" build="p"/>
      <p:bldP spid="383" grpId="0"/>
      <p:bldP spid="384"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FAC08B47-1C0E-5D48-A9ED-A80A9C43504C}"/>
              </a:ext>
            </a:extLst>
          </p:cNvPr>
          <p:cNvSpPr>
            <a:spLocks noGrp="1"/>
          </p:cNvSpPr>
          <p:nvPr>
            <p:ph type="title"/>
          </p:nvPr>
        </p:nvSpPr>
        <p:spPr>
          <a:xfrm>
            <a:off x="811306" y="303903"/>
            <a:ext cx="10515600" cy="894622"/>
          </a:xfrm>
        </p:spPr>
        <p:txBody>
          <a:bodyPr>
            <a:normAutofit fontScale="90000"/>
          </a:bodyPr>
          <a:lstStyle/>
          <a:p>
            <a:r>
              <a:rPr lang="en-US" sz="4900" dirty="0"/>
              <a:t>A day in the life… ARP  </a:t>
            </a:r>
            <a:r>
              <a:rPr lang="en-US" sz="4000" dirty="0"/>
              <a:t>(before DNS, before HTTP)</a:t>
            </a:r>
            <a:endParaRPr lang="en-US" dirty="0"/>
          </a:p>
        </p:txBody>
      </p:sp>
      <p:sp>
        <p:nvSpPr>
          <p:cNvPr id="5" name="Slide Number Placeholder 4">
            <a:extLst>
              <a:ext uri="{FF2B5EF4-FFF2-40B4-BE49-F238E27FC236}">
                <a16:creationId xmlns:a16="http://schemas.microsoft.com/office/drawing/2014/main" id="{818B350A-665A-4B4E-8611-F7A0C3B2DC51}"/>
              </a:ext>
            </a:extLst>
          </p:cNvPr>
          <p:cNvSpPr>
            <a:spLocks noGrp="1"/>
          </p:cNvSpPr>
          <p:nvPr>
            <p:ph type="sldNum" sz="quarter" idx="4"/>
          </p:nvPr>
        </p:nvSpPr>
        <p:spPr/>
        <p:txBody>
          <a:bodyPr/>
          <a:lstStyle/>
          <a:p>
            <a:r>
              <a:rPr lang="en-US" dirty="0"/>
              <a:t>Link Layer: 6-</a:t>
            </a:r>
            <a:fld id="{C4204591-24BD-A542-B9D5-F8D8A88D2FEE}" type="slidenum">
              <a:rPr lang="en-US" smtClean="0"/>
              <a:pPr/>
              <a:t>30</a:t>
            </a:fld>
            <a:endParaRPr lang="en-US" dirty="0"/>
          </a:p>
        </p:txBody>
      </p:sp>
      <p:sp>
        <p:nvSpPr>
          <p:cNvPr id="295" name="Freeform 3">
            <a:extLst>
              <a:ext uri="{FF2B5EF4-FFF2-40B4-BE49-F238E27FC236}">
                <a16:creationId xmlns:a16="http://schemas.microsoft.com/office/drawing/2014/main" id="{DF7BB4DC-D674-5D48-AD3D-92259D4E8719}"/>
              </a:ext>
            </a:extLst>
          </p:cNvPr>
          <p:cNvSpPr>
            <a:spLocks/>
          </p:cNvSpPr>
          <p:nvPr/>
        </p:nvSpPr>
        <p:spPr bwMode="auto">
          <a:xfrm>
            <a:off x="691870" y="1878292"/>
            <a:ext cx="3554412" cy="2754313"/>
          </a:xfrm>
          <a:custGeom>
            <a:avLst/>
            <a:gdLst>
              <a:gd name="T0" fmla="*/ 2147483647 w 2406"/>
              <a:gd name="T1" fmla="*/ 2147483647 h 958"/>
              <a:gd name="T2" fmla="*/ 2147483647 w 2406"/>
              <a:gd name="T3" fmla="*/ 2147483647 h 958"/>
              <a:gd name="T4" fmla="*/ 2147483647 w 2406"/>
              <a:gd name="T5" fmla="*/ 2147483647 h 958"/>
              <a:gd name="T6" fmla="*/ 2147483647 w 2406"/>
              <a:gd name="T7" fmla="*/ 2147483647 h 958"/>
              <a:gd name="T8" fmla="*/ 2147483647 w 2406"/>
              <a:gd name="T9" fmla="*/ 2147483647 h 958"/>
              <a:gd name="T10" fmla="*/ 2147483647 w 2406"/>
              <a:gd name="T11" fmla="*/ 2147483647 h 958"/>
              <a:gd name="T12" fmla="*/ 2147483647 w 2406"/>
              <a:gd name="T13" fmla="*/ 2147483647 h 958"/>
              <a:gd name="T14" fmla="*/ 2147483647 w 2406"/>
              <a:gd name="T15" fmla="*/ 2147483647 h 958"/>
              <a:gd name="T16" fmla="*/ 2147483647 w 2406"/>
              <a:gd name="T17" fmla="*/ 2147483647 h 958"/>
              <a:gd name="T18" fmla="*/ 2147483647 w 2406"/>
              <a:gd name="T19" fmla="*/ 2147483647 h 958"/>
              <a:gd name="T20" fmla="*/ 2147483647 w 2406"/>
              <a:gd name="T21" fmla="*/ 2147483647 h 958"/>
              <a:gd name="T22" fmla="*/ 2147483647 w 2406"/>
              <a:gd name="T23" fmla="*/ 2147483647 h 958"/>
              <a:gd name="T24" fmla="*/ 2147483647 w 2406"/>
              <a:gd name="T25" fmla="*/ 2147483647 h 95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406"/>
              <a:gd name="T40" fmla="*/ 0 h 958"/>
              <a:gd name="T41" fmla="*/ 2406 w 2406"/>
              <a:gd name="T42" fmla="*/ 958 h 95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406" h="958">
                <a:moveTo>
                  <a:pt x="2192" y="274"/>
                </a:moveTo>
                <a:cubicBezTo>
                  <a:pt x="1978" y="94"/>
                  <a:pt x="1990" y="122"/>
                  <a:pt x="1857" y="77"/>
                </a:cubicBezTo>
                <a:cubicBezTo>
                  <a:pt x="1724" y="32"/>
                  <a:pt x="1584" y="0"/>
                  <a:pt x="1393" y="7"/>
                </a:cubicBezTo>
                <a:cubicBezTo>
                  <a:pt x="1202" y="14"/>
                  <a:pt x="898" y="84"/>
                  <a:pt x="713" y="122"/>
                </a:cubicBezTo>
                <a:cubicBezTo>
                  <a:pt x="528" y="160"/>
                  <a:pt x="395" y="168"/>
                  <a:pt x="280" y="234"/>
                </a:cubicBezTo>
                <a:cubicBezTo>
                  <a:pt x="166" y="301"/>
                  <a:pt x="52" y="432"/>
                  <a:pt x="26" y="522"/>
                </a:cubicBezTo>
                <a:cubicBezTo>
                  <a:pt x="0" y="612"/>
                  <a:pt x="81" y="711"/>
                  <a:pt x="122" y="773"/>
                </a:cubicBezTo>
                <a:cubicBezTo>
                  <a:pt x="163" y="835"/>
                  <a:pt x="99" y="877"/>
                  <a:pt x="273" y="894"/>
                </a:cubicBezTo>
                <a:cubicBezTo>
                  <a:pt x="447" y="911"/>
                  <a:pt x="938" y="866"/>
                  <a:pt x="1169" y="876"/>
                </a:cubicBezTo>
                <a:cubicBezTo>
                  <a:pt x="1400" y="886"/>
                  <a:pt x="1499" y="950"/>
                  <a:pt x="1659" y="954"/>
                </a:cubicBezTo>
                <a:cubicBezTo>
                  <a:pt x="1819" y="958"/>
                  <a:pt x="2014" y="958"/>
                  <a:pt x="2129" y="897"/>
                </a:cubicBezTo>
                <a:cubicBezTo>
                  <a:pt x="2244" y="836"/>
                  <a:pt x="2327" y="856"/>
                  <a:pt x="2350" y="591"/>
                </a:cubicBezTo>
                <a:cubicBezTo>
                  <a:pt x="2373" y="326"/>
                  <a:pt x="2406" y="454"/>
                  <a:pt x="2192" y="274"/>
                </a:cubicBezTo>
                <a:close/>
              </a:path>
            </a:pathLst>
          </a:custGeom>
          <a:solidFill>
            <a:srgbClr val="9CE0FA"/>
          </a:soli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p>
            <a:pPr eaLnBrk="0" fontAlgn="base" hangingPunct="0">
              <a:spcBef>
                <a:spcPct val="0"/>
              </a:spcBef>
              <a:spcAft>
                <a:spcPct val="0"/>
              </a:spcAft>
            </a:pPr>
            <a:endParaRPr lang="en-US" dirty="0">
              <a:solidFill>
                <a:srgbClr val="000000"/>
              </a:solidFill>
              <a:latin typeface="Arial" charset="0"/>
              <a:ea typeface="ＭＳ Ｐゴシック" charset="0"/>
            </a:endParaRPr>
          </a:p>
        </p:txBody>
      </p:sp>
      <p:sp>
        <p:nvSpPr>
          <p:cNvPr id="327" name="Line 36">
            <a:extLst>
              <a:ext uri="{FF2B5EF4-FFF2-40B4-BE49-F238E27FC236}">
                <a16:creationId xmlns:a16="http://schemas.microsoft.com/office/drawing/2014/main" id="{57A4B698-E5A9-CC49-A803-B00E5B0F4E5B}"/>
              </a:ext>
            </a:extLst>
          </p:cNvPr>
          <p:cNvSpPr>
            <a:spLocks noChangeShapeType="1"/>
          </p:cNvSpPr>
          <p:nvPr/>
        </p:nvSpPr>
        <p:spPr bwMode="auto">
          <a:xfrm flipV="1">
            <a:off x="3693832" y="2949855"/>
            <a:ext cx="155575" cy="142875"/>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lstStyle/>
          <a:p>
            <a:pPr eaLnBrk="0" fontAlgn="base" hangingPunct="0">
              <a:spcBef>
                <a:spcPct val="0"/>
              </a:spcBef>
              <a:spcAft>
                <a:spcPct val="0"/>
              </a:spcAft>
            </a:pPr>
            <a:endParaRPr lang="en-US" dirty="0">
              <a:solidFill>
                <a:srgbClr val="000000"/>
              </a:solidFill>
              <a:latin typeface="Arial" charset="0"/>
              <a:ea typeface="ＭＳ Ｐゴシック" charset="0"/>
            </a:endParaRPr>
          </a:p>
        </p:txBody>
      </p:sp>
      <p:sp>
        <p:nvSpPr>
          <p:cNvPr id="328" name="Line 43">
            <a:extLst>
              <a:ext uri="{FF2B5EF4-FFF2-40B4-BE49-F238E27FC236}">
                <a16:creationId xmlns:a16="http://schemas.microsoft.com/office/drawing/2014/main" id="{4299F198-F6BC-D84B-A132-247DE12D88BC}"/>
              </a:ext>
            </a:extLst>
          </p:cNvPr>
          <p:cNvSpPr>
            <a:spLocks noChangeShapeType="1"/>
          </p:cNvSpPr>
          <p:nvPr/>
        </p:nvSpPr>
        <p:spPr bwMode="auto">
          <a:xfrm flipV="1">
            <a:off x="2584170" y="3122892"/>
            <a:ext cx="695325" cy="0"/>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lstStyle/>
          <a:p>
            <a:pPr eaLnBrk="0" fontAlgn="base" hangingPunct="0">
              <a:spcBef>
                <a:spcPct val="0"/>
              </a:spcBef>
              <a:spcAft>
                <a:spcPct val="0"/>
              </a:spcAft>
            </a:pPr>
            <a:endParaRPr lang="en-US" dirty="0">
              <a:solidFill>
                <a:srgbClr val="000000"/>
              </a:solidFill>
              <a:latin typeface="Arial" charset="0"/>
              <a:ea typeface="ＭＳ Ｐゴシック" charset="0"/>
            </a:endParaRPr>
          </a:p>
        </p:txBody>
      </p:sp>
      <p:sp>
        <p:nvSpPr>
          <p:cNvPr id="329" name="Line 44">
            <a:extLst>
              <a:ext uri="{FF2B5EF4-FFF2-40B4-BE49-F238E27FC236}">
                <a16:creationId xmlns:a16="http://schemas.microsoft.com/office/drawing/2014/main" id="{DC9B9DDD-57B4-5C47-B709-CC1E60CA572F}"/>
              </a:ext>
            </a:extLst>
          </p:cNvPr>
          <p:cNvSpPr>
            <a:spLocks noChangeShapeType="1"/>
          </p:cNvSpPr>
          <p:nvPr/>
        </p:nvSpPr>
        <p:spPr bwMode="auto">
          <a:xfrm flipV="1">
            <a:off x="3843057" y="2806980"/>
            <a:ext cx="138113" cy="142875"/>
          </a:xfrm>
          <a:prstGeom prst="line">
            <a:avLst/>
          </a:prstGeom>
          <a:noFill/>
          <a:ln w="9525">
            <a:solidFill>
              <a:srgbClr val="000000"/>
            </a:solidFill>
            <a:prstDash val="dash"/>
            <a:round/>
            <a:headEnd/>
            <a:tailEnd/>
          </a:ln>
          <a:extLst>
            <a:ext uri="{909E8E84-426E-40dd-AFC4-6F175D3DCCD1}">
              <a14:hiddenFill xmlns:a14="http://schemas.microsoft.com/office/drawing/2010/main" xmlns="">
                <a:noFill/>
              </a14:hiddenFill>
            </a:ext>
          </a:extLst>
        </p:spPr>
        <p:txBody>
          <a:bodyPr/>
          <a:lstStyle/>
          <a:p>
            <a:pPr eaLnBrk="0" fontAlgn="base" hangingPunct="0">
              <a:spcBef>
                <a:spcPct val="0"/>
              </a:spcBef>
              <a:spcAft>
                <a:spcPct val="0"/>
              </a:spcAft>
            </a:pPr>
            <a:endParaRPr lang="en-US" dirty="0">
              <a:solidFill>
                <a:srgbClr val="000000"/>
              </a:solidFill>
              <a:latin typeface="Arial" charset="0"/>
              <a:ea typeface="ＭＳ Ｐゴシック" charset="0"/>
            </a:endParaRPr>
          </a:p>
        </p:txBody>
      </p:sp>
      <p:sp>
        <p:nvSpPr>
          <p:cNvPr id="330" name="Line 48">
            <a:extLst>
              <a:ext uri="{FF2B5EF4-FFF2-40B4-BE49-F238E27FC236}">
                <a16:creationId xmlns:a16="http://schemas.microsoft.com/office/drawing/2014/main" id="{4DEE8A35-1100-9F4E-9ADC-43B2758E16DA}"/>
              </a:ext>
            </a:extLst>
          </p:cNvPr>
          <p:cNvSpPr>
            <a:spLocks noChangeShapeType="1"/>
          </p:cNvSpPr>
          <p:nvPr/>
        </p:nvSpPr>
        <p:spPr bwMode="auto">
          <a:xfrm flipV="1">
            <a:off x="3198532" y="3341967"/>
            <a:ext cx="512763" cy="612775"/>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lstStyle/>
          <a:p>
            <a:pPr eaLnBrk="0" fontAlgn="base" hangingPunct="0">
              <a:spcBef>
                <a:spcPct val="0"/>
              </a:spcBef>
              <a:spcAft>
                <a:spcPct val="0"/>
              </a:spcAft>
            </a:pPr>
            <a:endParaRPr lang="en-US" dirty="0">
              <a:solidFill>
                <a:srgbClr val="000000"/>
              </a:solidFill>
              <a:latin typeface="Arial" charset="0"/>
              <a:ea typeface="ＭＳ Ｐゴシック" charset="0"/>
            </a:endParaRPr>
          </a:p>
        </p:txBody>
      </p:sp>
      <p:sp>
        <p:nvSpPr>
          <p:cNvPr id="349" name="Line 68">
            <a:extLst>
              <a:ext uri="{FF2B5EF4-FFF2-40B4-BE49-F238E27FC236}">
                <a16:creationId xmlns:a16="http://schemas.microsoft.com/office/drawing/2014/main" id="{A048E1EF-0C69-8847-A36A-ADFF266EF630}"/>
              </a:ext>
            </a:extLst>
          </p:cNvPr>
          <p:cNvSpPr>
            <a:spLocks noChangeShapeType="1"/>
          </p:cNvSpPr>
          <p:nvPr/>
        </p:nvSpPr>
        <p:spPr bwMode="auto">
          <a:xfrm flipV="1">
            <a:off x="3670020" y="4087905"/>
            <a:ext cx="512015" cy="181161"/>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lstStyle/>
          <a:p>
            <a:pPr eaLnBrk="0" fontAlgn="base" hangingPunct="0">
              <a:spcBef>
                <a:spcPct val="0"/>
              </a:spcBef>
              <a:spcAft>
                <a:spcPct val="0"/>
              </a:spcAft>
            </a:pPr>
            <a:endParaRPr lang="en-US" dirty="0">
              <a:solidFill>
                <a:srgbClr val="000000"/>
              </a:solidFill>
              <a:latin typeface="Arial" charset="0"/>
              <a:ea typeface="ＭＳ Ｐゴシック" charset="0"/>
            </a:endParaRPr>
          </a:p>
        </p:txBody>
      </p:sp>
      <p:grpSp>
        <p:nvGrpSpPr>
          <p:cNvPr id="581" name="Group 580">
            <a:extLst>
              <a:ext uri="{FF2B5EF4-FFF2-40B4-BE49-F238E27FC236}">
                <a16:creationId xmlns:a16="http://schemas.microsoft.com/office/drawing/2014/main" id="{4D6B2B90-1080-3C45-8723-93F56B08E56C}"/>
              </a:ext>
            </a:extLst>
          </p:cNvPr>
          <p:cNvGrpSpPr/>
          <p:nvPr/>
        </p:nvGrpSpPr>
        <p:grpSpPr>
          <a:xfrm>
            <a:off x="3087416" y="2965438"/>
            <a:ext cx="960147" cy="436668"/>
            <a:chOff x="3668110" y="2448910"/>
            <a:chExt cx="3794234" cy="2165130"/>
          </a:xfrm>
        </p:grpSpPr>
        <p:sp>
          <p:nvSpPr>
            <p:cNvPr id="582" name="Rectangle 581">
              <a:extLst>
                <a:ext uri="{FF2B5EF4-FFF2-40B4-BE49-F238E27FC236}">
                  <a16:creationId xmlns:a16="http://schemas.microsoft.com/office/drawing/2014/main" id="{B1476A90-F591-974E-B11C-39A30B0F987B}"/>
                </a:ext>
              </a:extLst>
            </p:cNvPr>
            <p:cNvSpPr/>
            <p:nvPr/>
          </p:nvSpPr>
          <p:spPr>
            <a:xfrm>
              <a:off x="3668110" y="3741409"/>
              <a:ext cx="3780587" cy="872631"/>
            </a:xfrm>
            <a:prstGeom prst="rect">
              <a:avLst/>
            </a:prstGeom>
            <a:gradFill>
              <a:gsLst>
                <a:gs pos="0">
                  <a:srgbClr val="B8C2C9"/>
                </a:gs>
                <a:gs pos="21000">
                  <a:schemeClr val="bg1"/>
                </a:gs>
                <a:gs pos="60000">
                  <a:srgbClr val="D6DCE0"/>
                </a:gs>
                <a:gs pos="100000">
                  <a:srgbClr val="B8C2C9"/>
                </a:gs>
              </a:gsLst>
              <a:lin ang="0" scaled="0"/>
            </a:gra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83" name="Freeform 582">
              <a:extLst>
                <a:ext uri="{FF2B5EF4-FFF2-40B4-BE49-F238E27FC236}">
                  <a16:creationId xmlns:a16="http://schemas.microsoft.com/office/drawing/2014/main" id="{FAF65266-E375-3A4E-8042-0B0D6B8CFA60}"/>
                </a:ext>
              </a:extLst>
            </p:cNvPr>
            <p:cNvSpPr/>
            <p:nvPr/>
          </p:nvSpPr>
          <p:spPr>
            <a:xfrm>
              <a:off x="3678620" y="2448910"/>
              <a:ext cx="3783724" cy="1324303"/>
            </a:xfrm>
            <a:custGeom>
              <a:avLst/>
              <a:gdLst>
                <a:gd name="connsiteX0" fmla="*/ 0 w 3783724"/>
                <a:gd name="connsiteY0" fmla="*/ 1313793 h 1324303"/>
                <a:gd name="connsiteX1" fmla="*/ 0 w 3783724"/>
                <a:gd name="connsiteY1" fmla="*/ 1313793 h 1324303"/>
                <a:gd name="connsiteX2" fmla="*/ 252248 w 3783724"/>
                <a:gd name="connsiteY2" fmla="*/ 0 h 1324303"/>
                <a:gd name="connsiteX3" fmla="*/ 3415862 w 3783724"/>
                <a:gd name="connsiteY3" fmla="*/ 21020 h 1324303"/>
                <a:gd name="connsiteX4" fmla="*/ 3783724 w 3783724"/>
                <a:gd name="connsiteY4" fmla="*/ 1324303 h 1324303"/>
                <a:gd name="connsiteX5" fmla="*/ 0 w 3783724"/>
                <a:gd name="connsiteY5" fmla="*/ 1313793 h 1324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83724" h="1324303">
                  <a:moveTo>
                    <a:pt x="0" y="1313793"/>
                  </a:moveTo>
                  <a:lnTo>
                    <a:pt x="0" y="1313793"/>
                  </a:lnTo>
                  <a:lnTo>
                    <a:pt x="252248" y="0"/>
                  </a:lnTo>
                  <a:lnTo>
                    <a:pt x="3415862" y="21020"/>
                  </a:lnTo>
                  <a:lnTo>
                    <a:pt x="3783724" y="1324303"/>
                  </a:lnTo>
                  <a:lnTo>
                    <a:pt x="0" y="1313793"/>
                  </a:lnTo>
                  <a:close/>
                </a:path>
              </a:pathLst>
            </a:cu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nvGrpSpPr>
            <p:cNvPr id="584" name="Group 583">
              <a:extLst>
                <a:ext uri="{FF2B5EF4-FFF2-40B4-BE49-F238E27FC236}">
                  <a16:creationId xmlns:a16="http://schemas.microsoft.com/office/drawing/2014/main" id="{A1FA9C68-339B-614C-9E34-CDEAC150A5DD}"/>
                </a:ext>
              </a:extLst>
            </p:cNvPr>
            <p:cNvGrpSpPr/>
            <p:nvPr/>
          </p:nvGrpSpPr>
          <p:grpSpPr>
            <a:xfrm>
              <a:off x="3941378" y="2603243"/>
              <a:ext cx="3202061" cy="1066110"/>
              <a:chOff x="7939341" y="3037317"/>
              <a:chExt cx="897649" cy="353919"/>
            </a:xfrm>
          </p:grpSpPr>
          <p:sp>
            <p:nvSpPr>
              <p:cNvPr id="585" name="Freeform 584">
                <a:extLst>
                  <a:ext uri="{FF2B5EF4-FFF2-40B4-BE49-F238E27FC236}">
                    <a16:creationId xmlns:a16="http://schemas.microsoft.com/office/drawing/2014/main" id="{D8C9439F-A149-D942-929A-18B7B9A8DCF4}"/>
                  </a:ext>
                </a:extLst>
              </p:cNvPr>
              <p:cNvSpPr/>
              <p:nvPr/>
            </p:nvSpPr>
            <p:spPr>
              <a:xfrm>
                <a:off x="7964170" y="30373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86" name="Freeform 585">
                <a:extLst>
                  <a:ext uri="{FF2B5EF4-FFF2-40B4-BE49-F238E27FC236}">
                    <a16:creationId xmlns:a16="http://schemas.microsoft.com/office/drawing/2014/main" id="{0C0CC8C6-CE81-EF42-BA4E-3A45D13E6CD2}"/>
                  </a:ext>
                </a:extLst>
              </p:cNvPr>
              <p:cNvSpPr/>
              <p:nvPr/>
            </p:nvSpPr>
            <p:spPr>
              <a:xfrm>
                <a:off x="8519948" y="32067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87" name="Freeform 586">
                <a:extLst>
                  <a:ext uri="{FF2B5EF4-FFF2-40B4-BE49-F238E27FC236}">
                    <a16:creationId xmlns:a16="http://schemas.microsoft.com/office/drawing/2014/main" id="{3E8C4D08-870E-A742-950E-F94FEE119597}"/>
                  </a:ext>
                </a:extLst>
              </p:cNvPr>
              <p:cNvSpPr/>
              <p:nvPr/>
            </p:nvSpPr>
            <p:spPr>
              <a:xfrm>
                <a:off x="7939341" y="32067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88" name="Freeform 587">
                <a:extLst>
                  <a:ext uri="{FF2B5EF4-FFF2-40B4-BE49-F238E27FC236}">
                    <a16:creationId xmlns:a16="http://schemas.microsoft.com/office/drawing/2014/main" id="{AF1A2733-0B79-E940-8171-436600A9A36D}"/>
                  </a:ext>
                </a:extLst>
              </p:cNvPr>
              <p:cNvSpPr/>
              <p:nvPr/>
            </p:nvSpPr>
            <p:spPr>
              <a:xfrm>
                <a:off x="8047413" y="31234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sp>
        <p:nvSpPr>
          <p:cNvPr id="638" name="Rectangle 37">
            <a:extLst>
              <a:ext uri="{FF2B5EF4-FFF2-40B4-BE49-F238E27FC236}">
                <a16:creationId xmlns:a16="http://schemas.microsoft.com/office/drawing/2014/main" id="{6E62C662-849A-5546-97FB-27C419E31ED7}"/>
              </a:ext>
            </a:extLst>
          </p:cNvPr>
          <p:cNvSpPr>
            <a:spLocks noChangeArrowheads="1"/>
          </p:cNvSpPr>
          <p:nvPr/>
        </p:nvSpPr>
        <p:spPr bwMode="auto">
          <a:xfrm rot="5400000">
            <a:off x="2648281" y="3003260"/>
            <a:ext cx="134168" cy="255587"/>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Comic Sans MS" pitchFamily="66" charset="0"/>
              <a:ea typeface="ＭＳ Ｐゴシック" charset="0"/>
            </a:endParaRPr>
          </a:p>
        </p:txBody>
      </p:sp>
      <p:sp>
        <p:nvSpPr>
          <p:cNvPr id="639" name="Rectangle 37">
            <a:extLst>
              <a:ext uri="{FF2B5EF4-FFF2-40B4-BE49-F238E27FC236}">
                <a16:creationId xmlns:a16="http://schemas.microsoft.com/office/drawing/2014/main" id="{CE5D4DD5-02BB-9C42-86C9-F0B5A6635376}"/>
              </a:ext>
            </a:extLst>
          </p:cNvPr>
          <p:cNvSpPr>
            <a:spLocks noChangeArrowheads="1"/>
          </p:cNvSpPr>
          <p:nvPr/>
        </p:nvSpPr>
        <p:spPr bwMode="auto">
          <a:xfrm rot="5400000">
            <a:off x="3522564" y="4176324"/>
            <a:ext cx="140795" cy="179874"/>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Comic Sans MS" pitchFamily="66" charset="0"/>
              <a:ea typeface="ＭＳ Ｐゴシック" charset="0"/>
            </a:endParaRPr>
          </a:p>
        </p:txBody>
      </p:sp>
      <p:grpSp>
        <p:nvGrpSpPr>
          <p:cNvPr id="648" name="Group 647">
            <a:extLst>
              <a:ext uri="{FF2B5EF4-FFF2-40B4-BE49-F238E27FC236}">
                <a16:creationId xmlns:a16="http://schemas.microsoft.com/office/drawing/2014/main" id="{371E96AA-2C01-0648-99EC-0745CB0A4923}"/>
              </a:ext>
            </a:extLst>
          </p:cNvPr>
          <p:cNvGrpSpPr/>
          <p:nvPr/>
        </p:nvGrpSpPr>
        <p:grpSpPr>
          <a:xfrm>
            <a:off x="1950870" y="2678242"/>
            <a:ext cx="908821" cy="651136"/>
            <a:chOff x="7458407" y="2414528"/>
            <a:chExt cx="509280" cy="320753"/>
          </a:xfrm>
        </p:grpSpPr>
        <p:pic>
          <p:nvPicPr>
            <p:cNvPr id="650" name="Picture 1018" descr="laptop_keyboard">
              <a:extLst>
                <a:ext uri="{FF2B5EF4-FFF2-40B4-BE49-F238E27FC236}">
                  <a16:creationId xmlns:a16="http://schemas.microsoft.com/office/drawing/2014/main" id="{135B603F-8336-2440-90DD-B68520A9F98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109064" flipH="1">
              <a:off x="7458407" y="2575770"/>
              <a:ext cx="437221" cy="1595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51" name="Freeform 1019">
              <a:extLst>
                <a:ext uri="{FF2B5EF4-FFF2-40B4-BE49-F238E27FC236}">
                  <a16:creationId xmlns:a16="http://schemas.microsoft.com/office/drawing/2014/main" id="{A555F850-562D-AD4F-B452-96C73D01DD3B}"/>
                </a:ext>
              </a:extLst>
            </p:cNvPr>
            <p:cNvSpPr>
              <a:spLocks/>
            </p:cNvSpPr>
            <p:nvPr/>
          </p:nvSpPr>
          <p:spPr bwMode="auto">
            <a:xfrm>
              <a:off x="7603304" y="2420984"/>
              <a:ext cx="351919" cy="208167"/>
            </a:xfrm>
            <a:custGeom>
              <a:avLst/>
              <a:gdLst>
                <a:gd name="T0" fmla="*/ 775798119 w 2982"/>
                <a:gd name="T1" fmla="*/ 0 h 2442"/>
                <a:gd name="T2" fmla="*/ 0 w 2982"/>
                <a:gd name="T3" fmla="*/ 211226083 h 2442"/>
                <a:gd name="T4" fmla="*/ 2147483646 w 2982"/>
                <a:gd name="T5" fmla="*/ 263880059 h 2442"/>
                <a:gd name="T6" fmla="*/ 2147483646 w 2982"/>
                <a:gd name="T7" fmla="*/ 52653891 h 2442"/>
                <a:gd name="T8" fmla="*/ 775798119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652" name="Picture 1020" descr="screen">
              <a:extLst>
                <a:ext uri="{FF2B5EF4-FFF2-40B4-BE49-F238E27FC236}">
                  <a16:creationId xmlns:a16="http://schemas.microsoft.com/office/drawing/2014/main" id="{180E4E9B-5575-C04C-B7DB-B5BA7C4AA48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620637" y="2426338"/>
              <a:ext cx="319785" cy="1894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53" name="Freeform 1021">
              <a:extLst>
                <a:ext uri="{FF2B5EF4-FFF2-40B4-BE49-F238E27FC236}">
                  <a16:creationId xmlns:a16="http://schemas.microsoft.com/office/drawing/2014/main" id="{7DBE96E5-E342-0640-A4FB-8433BEA2C3EA}"/>
                </a:ext>
              </a:extLst>
            </p:cNvPr>
            <p:cNvSpPr>
              <a:spLocks/>
            </p:cNvSpPr>
            <p:nvPr/>
          </p:nvSpPr>
          <p:spPr bwMode="auto">
            <a:xfrm>
              <a:off x="7667378" y="2414843"/>
              <a:ext cx="298167" cy="38736"/>
            </a:xfrm>
            <a:custGeom>
              <a:avLst/>
              <a:gdLst>
                <a:gd name="T0" fmla="*/ 193616298 w 2528"/>
                <a:gd name="T1" fmla="*/ 0 h 455"/>
                <a:gd name="T2" fmla="*/ 2147483646 w 2528"/>
                <a:gd name="T3" fmla="*/ 52445139 h 455"/>
                <a:gd name="T4" fmla="*/ 2147483646 w 2528"/>
                <a:gd name="T5" fmla="*/ 52445139 h 455"/>
                <a:gd name="T6" fmla="*/ 0 w 2528"/>
                <a:gd name="T7" fmla="*/ 52445139 h 455"/>
                <a:gd name="T8" fmla="*/ 193616298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54" name="Freeform 1022">
              <a:extLst>
                <a:ext uri="{FF2B5EF4-FFF2-40B4-BE49-F238E27FC236}">
                  <a16:creationId xmlns:a16="http://schemas.microsoft.com/office/drawing/2014/main" id="{C685E858-73F6-304D-A9B2-FB408EAEAE89}"/>
                </a:ext>
              </a:extLst>
            </p:cNvPr>
            <p:cNvSpPr>
              <a:spLocks/>
            </p:cNvSpPr>
            <p:nvPr/>
          </p:nvSpPr>
          <p:spPr bwMode="auto">
            <a:xfrm>
              <a:off x="7600188" y="2414528"/>
              <a:ext cx="82770" cy="161243"/>
            </a:xfrm>
            <a:custGeom>
              <a:avLst/>
              <a:gdLst>
                <a:gd name="T0" fmla="*/ 773664160 w 702"/>
                <a:gd name="T1" fmla="*/ 0 h 1893"/>
                <a:gd name="T2" fmla="*/ 0 w 702"/>
                <a:gd name="T3" fmla="*/ 210739916 h 1893"/>
                <a:gd name="T4" fmla="*/ 193416040 w 702"/>
                <a:gd name="T5" fmla="*/ 210739916 h 1893"/>
                <a:gd name="T6" fmla="*/ 967080200 w 702"/>
                <a:gd name="T7" fmla="*/ 52529017 h 1893"/>
                <a:gd name="T8" fmla="*/ 773664160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55" name="Freeform 1023">
              <a:extLst>
                <a:ext uri="{FF2B5EF4-FFF2-40B4-BE49-F238E27FC236}">
                  <a16:creationId xmlns:a16="http://schemas.microsoft.com/office/drawing/2014/main" id="{AF64C085-2E7B-BA45-A92C-0400AAF3A656}"/>
                </a:ext>
              </a:extLst>
            </p:cNvPr>
            <p:cNvSpPr>
              <a:spLocks/>
            </p:cNvSpPr>
            <p:nvPr/>
          </p:nvSpPr>
          <p:spPr bwMode="auto">
            <a:xfrm>
              <a:off x="7874205" y="2443344"/>
              <a:ext cx="89197" cy="186122"/>
            </a:xfrm>
            <a:custGeom>
              <a:avLst/>
              <a:gdLst>
                <a:gd name="T0" fmla="*/ 969024527 w 756"/>
                <a:gd name="T1" fmla="*/ 0 h 2184"/>
                <a:gd name="T2" fmla="*/ 193802074 w 756"/>
                <a:gd name="T3" fmla="*/ 263660221 h 2184"/>
                <a:gd name="T4" fmla="*/ 0 w 756"/>
                <a:gd name="T5" fmla="*/ 263660221 h 2184"/>
                <a:gd name="T6" fmla="*/ 775222454 w 756"/>
                <a:gd name="T7" fmla="*/ 52610059 h 2184"/>
                <a:gd name="T8" fmla="*/ 969024527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56" name="Freeform 1024">
              <a:extLst>
                <a:ext uri="{FF2B5EF4-FFF2-40B4-BE49-F238E27FC236}">
                  <a16:creationId xmlns:a16="http://schemas.microsoft.com/office/drawing/2014/main" id="{CBE1239C-4F2E-ED4C-BD21-40993AE6C889}"/>
                </a:ext>
              </a:extLst>
            </p:cNvPr>
            <p:cNvSpPr>
              <a:spLocks/>
            </p:cNvSpPr>
            <p:nvPr/>
          </p:nvSpPr>
          <p:spPr bwMode="auto">
            <a:xfrm>
              <a:off x="7599214" y="2567582"/>
              <a:ext cx="327185" cy="62828"/>
            </a:xfrm>
            <a:custGeom>
              <a:avLst/>
              <a:gdLst>
                <a:gd name="T0" fmla="*/ 193829444 w 2773"/>
                <a:gd name="T1" fmla="*/ 0 h 738"/>
                <a:gd name="T2" fmla="*/ 0 w 2773"/>
                <a:gd name="T3" fmla="*/ 52443587 h 738"/>
                <a:gd name="T4" fmla="*/ 2147483646 w 2773"/>
                <a:gd name="T5" fmla="*/ 104894411 h 738"/>
                <a:gd name="T6" fmla="*/ 2147483646 w 2773"/>
                <a:gd name="T7" fmla="*/ 52443587 h 738"/>
                <a:gd name="T8" fmla="*/ 193829444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57" name="Freeform 1025">
              <a:extLst>
                <a:ext uri="{FF2B5EF4-FFF2-40B4-BE49-F238E27FC236}">
                  <a16:creationId xmlns:a16="http://schemas.microsoft.com/office/drawing/2014/main" id="{32E401E2-9C9D-1C41-A94E-50F270EF177D}"/>
                </a:ext>
              </a:extLst>
            </p:cNvPr>
            <p:cNvSpPr>
              <a:spLocks/>
            </p:cNvSpPr>
            <p:nvPr/>
          </p:nvSpPr>
          <p:spPr bwMode="auto">
            <a:xfrm>
              <a:off x="7884138" y="2444918"/>
              <a:ext cx="83549" cy="186909"/>
            </a:xfrm>
            <a:custGeom>
              <a:avLst/>
              <a:gdLst>
                <a:gd name="T0" fmla="*/ 2147483646 w 637"/>
                <a:gd name="T1" fmla="*/ 0 h 1659"/>
                <a:gd name="T2" fmla="*/ 2147483646 w 637"/>
                <a:gd name="T3" fmla="*/ 0 h 1659"/>
                <a:gd name="T4" fmla="*/ 295581541 w 637"/>
                <a:gd name="T5" fmla="*/ 2147483646 h 1659"/>
                <a:gd name="T6" fmla="*/ 0 w 637"/>
                <a:gd name="T7" fmla="*/ 2147483646 h 1659"/>
                <a:gd name="T8" fmla="*/ 2147483646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58" name="Freeform 1026">
              <a:extLst>
                <a:ext uri="{FF2B5EF4-FFF2-40B4-BE49-F238E27FC236}">
                  <a16:creationId xmlns:a16="http://schemas.microsoft.com/office/drawing/2014/main" id="{FA157A51-7F18-4F4D-8C83-BFAD67826499}"/>
                </a:ext>
              </a:extLst>
            </p:cNvPr>
            <p:cNvSpPr>
              <a:spLocks/>
            </p:cNvSpPr>
            <p:nvPr/>
          </p:nvSpPr>
          <p:spPr bwMode="auto">
            <a:xfrm>
              <a:off x="7599603" y="2575928"/>
              <a:ext cx="290961" cy="62041"/>
            </a:xfrm>
            <a:custGeom>
              <a:avLst/>
              <a:gdLst>
                <a:gd name="T0" fmla="*/ 0 w 2216"/>
                <a:gd name="T1" fmla="*/ 0 h 550"/>
                <a:gd name="T2" fmla="*/ 296523134 w 2216"/>
                <a:gd name="T3" fmla="*/ 324379338 h 550"/>
                <a:gd name="T4" fmla="*/ 2147483646 w 2216"/>
                <a:gd name="T5" fmla="*/ 2147483646 h 550"/>
                <a:gd name="T6" fmla="*/ 2147483646 w 2216"/>
                <a:gd name="T7" fmla="*/ 2147483646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659" name="Group 1027">
              <a:extLst>
                <a:ext uri="{FF2B5EF4-FFF2-40B4-BE49-F238E27FC236}">
                  <a16:creationId xmlns:a16="http://schemas.microsoft.com/office/drawing/2014/main" id="{696F2347-1565-6441-8C1A-437A9DAAD472}"/>
                </a:ext>
              </a:extLst>
            </p:cNvPr>
            <p:cNvGrpSpPr>
              <a:grpSpLocks/>
            </p:cNvGrpSpPr>
            <p:nvPr/>
          </p:nvGrpSpPr>
          <p:grpSpPr bwMode="auto">
            <a:xfrm>
              <a:off x="7594735" y="2642220"/>
              <a:ext cx="98740" cy="36846"/>
              <a:chOff x="1740" y="2642"/>
              <a:chExt cx="752" cy="327"/>
            </a:xfrm>
          </p:grpSpPr>
          <p:sp>
            <p:nvSpPr>
              <p:cNvPr id="666" name="Freeform 1028">
                <a:extLst>
                  <a:ext uri="{FF2B5EF4-FFF2-40B4-BE49-F238E27FC236}">
                    <a16:creationId xmlns:a16="http://schemas.microsoft.com/office/drawing/2014/main" id="{D047B827-4325-2047-B189-266567FECB32}"/>
                  </a:ext>
                </a:extLst>
              </p:cNvPr>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67" name="Freeform 1029">
                <a:extLst>
                  <a:ext uri="{FF2B5EF4-FFF2-40B4-BE49-F238E27FC236}">
                    <a16:creationId xmlns:a16="http://schemas.microsoft.com/office/drawing/2014/main" id="{C962B1E0-9734-1845-B0BC-530A5D7EA2B3}"/>
                  </a:ext>
                </a:extLst>
              </p:cNvPr>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68" name="Freeform 1030">
                <a:extLst>
                  <a:ext uri="{FF2B5EF4-FFF2-40B4-BE49-F238E27FC236}">
                    <a16:creationId xmlns:a16="http://schemas.microsoft.com/office/drawing/2014/main" id="{66CDACE3-49D2-1547-B61E-6E0D19A09310}"/>
                  </a:ext>
                </a:extLst>
              </p:cNvPr>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69" name="Freeform 1031">
                <a:extLst>
                  <a:ext uri="{FF2B5EF4-FFF2-40B4-BE49-F238E27FC236}">
                    <a16:creationId xmlns:a16="http://schemas.microsoft.com/office/drawing/2014/main" id="{9744E38D-B189-994A-AC39-2221D16C2E34}"/>
                  </a:ext>
                </a:extLst>
              </p:cNvPr>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70" name="Freeform 1032">
                <a:extLst>
                  <a:ext uri="{FF2B5EF4-FFF2-40B4-BE49-F238E27FC236}">
                    <a16:creationId xmlns:a16="http://schemas.microsoft.com/office/drawing/2014/main" id="{536855A1-ABB1-9446-A60A-574798C2200C}"/>
                  </a:ext>
                </a:extLst>
              </p:cNvPr>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71" name="Freeform 1033">
                <a:extLst>
                  <a:ext uri="{FF2B5EF4-FFF2-40B4-BE49-F238E27FC236}">
                    <a16:creationId xmlns:a16="http://schemas.microsoft.com/office/drawing/2014/main" id="{793FB7DB-D4F3-C047-AB19-9686506659B1}"/>
                  </a:ext>
                </a:extLst>
              </p:cNvPr>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660" name="Freeform 1034">
              <a:extLst>
                <a:ext uri="{FF2B5EF4-FFF2-40B4-BE49-F238E27FC236}">
                  <a16:creationId xmlns:a16="http://schemas.microsoft.com/office/drawing/2014/main" id="{74F1A127-BD96-664E-BA7B-8AB571743829}"/>
                </a:ext>
              </a:extLst>
            </p:cNvPr>
            <p:cNvSpPr>
              <a:spLocks/>
            </p:cNvSpPr>
            <p:nvPr/>
          </p:nvSpPr>
          <p:spPr bwMode="auto">
            <a:xfrm>
              <a:off x="7763780" y="2647731"/>
              <a:ext cx="119578" cy="80936"/>
            </a:xfrm>
            <a:custGeom>
              <a:avLst/>
              <a:gdLst>
                <a:gd name="T0" fmla="*/ 213221464 w 990"/>
                <a:gd name="T1" fmla="*/ 1090686587 h 792"/>
                <a:gd name="T2" fmla="*/ 1915477586 w 990"/>
                <a:gd name="T3" fmla="*/ 0 h 792"/>
                <a:gd name="T4" fmla="*/ 1915477586 w 990"/>
                <a:gd name="T5" fmla="*/ 108859840 h 792"/>
                <a:gd name="T6" fmla="*/ 0 w 990"/>
                <a:gd name="T7" fmla="*/ 1090686587 h 792"/>
                <a:gd name="T8" fmla="*/ 213221464 w 990"/>
                <a:gd name="T9" fmla="*/ 1090686587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61" name="Freeform 1035">
              <a:extLst>
                <a:ext uri="{FF2B5EF4-FFF2-40B4-BE49-F238E27FC236}">
                  <a16:creationId xmlns:a16="http://schemas.microsoft.com/office/drawing/2014/main" id="{B1230F45-F5FF-0841-8D9E-3024466B4D3E}"/>
                </a:ext>
              </a:extLst>
            </p:cNvPr>
            <p:cNvSpPr>
              <a:spLocks/>
            </p:cNvSpPr>
            <p:nvPr/>
          </p:nvSpPr>
          <p:spPr bwMode="auto">
            <a:xfrm>
              <a:off x="7458602" y="2654187"/>
              <a:ext cx="305957" cy="73850"/>
            </a:xfrm>
            <a:custGeom>
              <a:avLst/>
              <a:gdLst>
                <a:gd name="T0" fmla="*/ 213486572 w 2532"/>
                <a:gd name="T1" fmla="*/ 0 h 723"/>
                <a:gd name="T2" fmla="*/ 213486572 w 2532"/>
                <a:gd name="T3" fmla="*/ 0 h 723"/>
                <a:gd name="T4" fmla="*/ 2147483646 w 2532"/>
                <a:gd name="T5" fmla="*/ 979380008 h 723"/>
                <a:gd name="T6" fmla="*/ 2147483646 w 2532"/>
                <a:gd name="T7" fmla="*/ 1088085165 h 723"/>
                <a:gd name="T8" fmla="*/ 0 w 2532"/>
                <a:gd name="T9" fmla="*/ 108705259 h 723"/>
                <a:gd name="T10" fmla="*/ 213486572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62" name="Freeform 1036">
              <a:extLst>
                <a:ext uri="{FF2B5EF4-FFF2-40B4-BE49-F238E27FC236}">
                  <a16:creationId xmlns:a16="http://schemas.microsoft.com/office/drawing/2014/main" id="{BC7097AC-B904-3748-8E04-91D93864FFF0}"/>
                </a:ext>
              </a:extLst>
            </p:cNvPr>
            <p:cNvSpPr>
              <a:spLocks/>
            </p:cNvSpPr>
            <p:nvPr/>
          </p:nvSpPr>
          <p:spPr bwMode="auto">
            <a:xfrm>
              <a:off x="7458797" y="2640645"/>
              <a:ext cx="3311" cy="14959"/>
            </a:xfrm>
            <a:custGeom>
              <a:avLst/>
              <a:gdLst>
                <a:gd name="T0" fmla="*/ 262278191 w 26"/>
                <a:gd name="T1" fmla="*/ 107489981 h 147"/>
                <a:gd name="T2" fmla="*/ 262278191 w 26"/>
                <a:gd name="T3" fmla="*/ 214969480 h 147"/>
                <a:gd name="T4" fmla="*/ 0 w 26"/>
                <a:gd name="T5" fmla="*/ 214969480 h 147"/>
                <a:gd name="T6" fmla="*/ 262278191 w 26"/>
                <a:gd name="T7" fmla="*/ 0 h 147"/>
                <a:gd name="T8" fmla="*/ 262278191 w 26"/>
                <a:gd name="T9" fmla="*/ 107489981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63" name="Freeform 1037">
              <a:extLst>
                <a:ext uri="{FF2B5EF4-FFF2-40B4-BE49-F238E27FC236}">
                  <a16:creationId xmlns:a16="http://schemas.microsoft.com/office/drawing/2014/main" id="{742F7A0F-19C5-814E-8FBF-4B77A3DF6EBF}"/>
                </a:ext>
              </a:extLst>
            </p:cNvPr>
            <p:cNvSpPr>
              <a:spLocks/>
            </p:cNvSpPr>
            <p:nvPr/>
          </p:nvSpPr>
          <p:spPr bwMode="auto">
            <a:xfrm>
              <a:off x="7458992" y="2579707"/>
              <a:ext cx="142170" cy="61883"/>
            </a:xfrm>
            <a:custGeom>
              <a:avLst/>
              <a:gdLst>
                <a:gd name="T0" fmla="*/ 2136125890 w 1176"/>
                <a:gd name="T1" fmla="*/ 0 h 606"/>
                <a:gd name="T2" fmla="*/ 0 w 1176"/>
                <a:gd name="T3" fmla="*/ 870000945 h 606"/>
                <a:gd name="T4" fmla="*/ 213789467 w 1176"/>
                <a:gd name="T5" fmla="*/ 870000945 h 606"/>
                <a:gd name="T6" fmla="*/ 2136125890 w 1176"/>
                <a:gd name="T7" fmla="*/ 108617123 h 606"/>
                <a:gd name="T8" fmla="*/ 2136125890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64" name="Freeform 1038">
              <a:extLst>
                <a:ext uri="{FF2B5EF4-FFF2-40B4-BE49-F238E27FC236}">
                  <a16:creationId xmlns:a16="http://schemas.microsoft.com/office/drawing/2014/main" id="{F08DCC14-2A10-224A-9BDF-59347D32E314}"/>
                </a:ext>
              </a:extLst>
            </p:cNvPr>
            <p:cNvSpPr>
              <a:spLocks/>
            </p:cNvSpPr>
            <p:nvPr/>
          </p:nvSpPr>
          <p:spPr bwMode="auto">
            <a:xfrm>
              <a:off x="7468535" y="2643795"/>
              <a:ext cx="290182" cy="71016"/>
            </a:xfrm>
            <a:custGeom>
              <a:avLst/>
              <a:gdLst>
                <a:gd name="T0" fmla="*/ 173112702 w 2532"/>
                <a:gd name="T1" fmla="*/ 0 h 723"/>
                <a:gd name="T2" fmla="*/ 173112702 w 2532"/>
                <a:gd name="T3" fmla="*/ 0 h 723"/>
                <a:gd name="T4" fmla="*/ 2069773885 w 2532"/>
                <a:gd name="T5" fmla="*/ 558173482 h 723"/>
                <a:gd name="T6" fmla="*/ 2069773885 w 2532"/>
                <a:gd name="T7" fmla="*/ 558173482 h 723"/>
                <a:gd name="T8" fmla="*/ 0 w 2532"/>
                <a:gd name="T9" fmla="*/ 92871346 h 723"/>
                <a:gd name="T10" fmla="*/ 173112702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65" name="Freeform 1039">
              <a:extLst>
                <a:ext uri="{FF2B5EF4-FFF2-40B4-BE49-F238E27FC236}">
                  <a16:creationId xmlns:a16="http://schemas.microsoft.com/office/drawing/2014/main" id="{A6403359-33F6-1F41-9B14-D46854C777D7}"/>
                </a:ext>
              </a:extLst>
            </p:cNvPr>
            <p:cNvSpPr>
              <a:spLocks/>
            </p:cNvSpPr>
            <p:nvPr/>
          </p:nvSpPr>
          <p:spPr bwMode="auto">
            <a:xfrm flipV="1">
              <a:off x="7758327" y="2638756"/>
              <a:ext cx="118410" cy="73535"/>
            </a:xfrm>
            <a:custGeom>
              <a:avLst/>
              <a:gdLst>
                <a:gd name="T0" fmla="*/ 0 w 2532"/>
                <a:gd name="T1" fmla="*/ 0 h 723"/>
                <a:gd name="T2" fmla="*/ 0 w 2532"/>
                <a:gd name="T3" fmla="*/ 0 h 723"/>
                <a:gd name="T4" fmla="*/ 0 w 2532"/>
                <a:gd name="T5" fmla="*/ 962694895 h 723"/>
                <a:gd name="T6" fmla="*/ 0 w 2532"/>
                <a:gd name="T7" fmla="*/ 962694895 h 723"/>
                <a:gd name="T8" fmla="*/ 0 w 2532"/>
                <a:gd name="T9" fmla="*/ 107314314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672" name="Rectangle 37">
            <a:extLst>
              <a:ext uri="{FF2B5EF4-FFF2-40B4-BE49-F238E27FC236}">
                <a16:creationId xmlns:a16="http://schemas.microsoft.com/office/drawing/2014/main" id="{9481655E-53B9-E148-87BB-DA888D40383A}"/>
              </a:ext>
            </a:extLst>
          </p:cNvPr>
          <p:cNvSpPr>
            <a:spLocks noChangeArrowheads="1"/>
          </p:cNvSpPr>
          <p:nvPr/>
        </p:nvSpPr>
        <p:spPr bwMode="auto">
          <a:xfrm rot="2603620">
            <a:off x="3123075" y="3881648"/>
            <a:ext cx="140795" cy="235527"/>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Comic Sans MS" pitchFamily="66" charset="0"/>
              <a:ea typeface="ＭＳ Ｐゴシック" charset="0"/>
            </a:endParaRPr>
          </a:p>
        </p:txBody>
      </p:sp>
      <p:grpSp>
        <p:nvGrpSpPr>
          <p:cNvPr id="589" name="Group 588">
            <a:extLst>
              <a:ext uri="{FF2B5EF4-FFF2-40B4-BE49-F238E27FC236}">
                <a16:creationId xmlns:a16="http://schemas.microsoft.com/office/drawing/2014/main" id="{E25D2C38-52A6-D74C-B8F5-760511B66010}"/>
              </a:ext>
            </a:extLst>
          </p:cNvPr>
          <p:cNvGrpSpPr/>
          <p:nvPr/>
        </p:nvGrpSpPr>
        <p:grpSpPr>
          <a:xfrm>
            <a:off x="2647027" y="4019872"/>
            <a:ext cx="853832" cy="472456"/>
            <a:chOff x="7493876" y="2774731"/>
            <a:chExt cx="1481958" cy="894622"/>
          </a:xfrm>
        </p:grpSpPr>
        <p:sp>
          <p:nvSpPr>
            <p:cNvPr id="590" name="Freeform 589">
              <a:extLst>
                <a:ext uri="{FF2B5EF4-FFF2-40B4-BE49-F238E27FC236}">
                  <a16:creationId xmlns:a16="http://schemas.microsoft.com/office/drawing/2014/main" id="{B0A245DD-4B67-F546-BF8C-E3D0A2C89B58}"/>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591" name="Oval 590">
              <a:extLst>
                <a:ext uri="{FF2B5EF4-FFF2-40B4-BE49-F238E27FC236}">
                  <a16:creationId xmlns:a16="http://schemas.microsoft.com/office/drawing/2014/main" id="{70CB17FC-C529-3648-AFDA-8721418A5095}"/>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592" name="Group 591">
              <a:extLst>
                <a:ext uri="{FF2B5EF4-FFF2-40B4-BE49-F238E27FC236}">
                  <a16:creationId xmlns:a16="http://schemas.microsoft.com/office/drawing/2014/main" id="{D413B80D-C7DB-534C-8DA8-F00D300DBC88}"/>
                </a:ext>
              </a:extLst>
            </p:cNvPr>
            <p:cNvGrpSpPr/>
            <p:nvPr/>
          </p:nvGrpSpPr>
          <p:grpSpPr>
            <a:xfrm>
              <a:off x="7713663" y="2848339"/>
              <a:ext cx="1042107" cy="425543"/>
              <a:chOff x="7786941" y="2884917"/>
              <a:chExt cx="897649" cy="353919"/>
            </a:xfrm>
          </p:grpSpPr>
          <p:sp>
            <p:nvSpPr>
              <p:cNvPr id="593" name="Freeform 592">
                <a:extLst>
                  <a:ext uri="{FF2B5EF4-FFF2-40B4-BE49-F238E27FC236}">
                    <a16:creationId xmlns:a16="http://schemas.microsoft.com/office/drawing/2014/main" id="{18E03FC9-7974-9640-9835-27B0131CD76F}"/>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94" name="Freeform 593">
                <a:extLst>
                  <a:ext uri="{FF2B5EF4-FFF2-40B4-BE49-F238E27FC236}">
                    <a16:creationId xmlns:a16="http://schemas.microsoft.com/office/drawing/2014/main" id="{B02F09FE-2B85-5F4C-B1D3-7285C2B56BB5}"/>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95" name="Freeform 594">
                <a:extLst>
                  <a:ext uri="{FF2B5EF4-FFF2-40B4-BE49-F238E27FC236}">
                    <a16:creationId xmlns:a16="http://schemas.microsoft.com/office/drawing/2014/main" id="{1154C3FD-FF9C-E343-A60C-430A6B3F38A5}"/>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96" name="Freeform 595">
                <a:extLst>
                  <a:ext uri="{FF2B5EF4-FFF2-40B4-BE49-F238E27FC236}">
                    <a16:creationId xmlns:a16="http://schemas.microsoft.com/office/drawing/2014/main" id="{978879B9-5CF4-0C42-8D6C-4676831E90D5}"/>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sp>
        <p:nvSpPr>
          <p:cNvPr id="2" name="TextBox 1">
            <a:extLst>
              <a:ext uri="{FF2B5EF4-FFF2-40B4-BE49-F238E27FC236}">
                <a16:creationId xmlns:a16="http://schemas.microsoft.com/office/drawing/2014/main" id="{EFE9D7D9-4CDB-1846-A1D6-B5373D48D5FA}"/>
              </a:ext>
            </a:extLst>
          </p:cNvPr>
          <p:cNvSpPr txBox="1"/>
          <p:nvPr/>
        </p:nvSpPr>
        <p:spPr>
          <a:xfrm>
            <a:off x="2528047" y="4464423"/>
            <a:ext cx="1202765" cy="565283"/>
          </a:xfrm>
          <a:prstGeom prst="rect">
            <a:avLst/>
          </a:prstGeom>
          <a:noFill/>
        </p:spPr>
        <p:txBody>
          <a:bodyPr wrap="none" rtlCol="0">
            <a:spAutoFit/>
          </a:bodyPr>
          <a:lstStyle/>
          <a:p>
            <a:pPr>
              <a:lnSpc>
                <a:spcPct val="85000"/>
              </a:lnSpc>
            </a:pPr>
            <a:r>
              <a:rPr lang="en-US" dirty="0"/>
              <a:t>router has </a:t>
            </a:r>
          </a:p>
          <a:p>
            <a:pPr>
              <a:lnSpc>
                <a:spcPct val="85000"/>
              </a:lnSpc>
            </a:pPr>
            <a:r>
              <a:rPr lang="en-US" dirty="0"/>
              <a:t>ARP server</a:t>
            </a:r>
          </a:p>
        </p:txBody>
      </p:sp>
      <p:sp>
        <p:nvSpPr>
          <p:cNvPr id="800" name="TextBox 799">
            <a:extLst>
              <a:ext uri="{FF2B5EF4-FFF2-40B4-BE49-F238E27FC236}">
                <a16:creationId xmlns:a16="http://schemas.microsoft.com/office/drawing/2014/main" id="{7BDA3AAD-B58E-6845-99C9-0537654BF779}"/>
              </a:ext>
            </a:extLst>
          </p:cNvPr>
          <p:cNvSpPr txBox="1"/>
          <p:nvPr/>
        </p:nvSpPr>
        <p:spPr>
          <a:xfrm>
            <a:off x="2236695" y="2034987"/>
            <a:ext cx="1661032" cy="565283"/>
          </a:xfrm>
          <a:prstGeom prst="rect">
            <a:avLst/>
          </a:prstGeom>
          <a:noFill/>
        </p:spPr>
        <p:txBody>
          <a:bodyPr wrap="none" rtlCol="0">
            <a:spAutoFit/>
          </a:bodyPr>
          <a:lstStyle/>
          <a:p>
            <a:pPr>
              <a:lnSpc>
                <a:spcPct val="85000"/>
              </a:lnSpc>
            </a:pPr>
            <a:r>
              <a:rPr lang="en-US" dirty="0"/>
              <a:t>arriving mobile:</a:t>
            </a:r>
          </a:p>
          <a:p>
            <a:pPr>
              <a:lnSpc>
                <a:spcPct val="85000"/>
              </a:lnSpc>
            </a:pPr>
            <a:r>
              <a:rPr lang="en-US" dirty="0"/>
              <a:t>ARP client</a:t>
            </a:r>
          </a:p>
        </p:txBody>
      </p:sp>
      <p:grpSp>
        <p:nvGrpSpPr>
          <p:cNvPr id="915" name="Group 250">
            <a:extLst>
              <a:ext uri="{FF2B5EF4-FFF2-40B4-BE49-F238E27FC236}">
                <a16:creationId xmlns:a16="http://schemas.microsoft.com/office/drawing/2014/main" id="{53C14E65-CA12-EE40-AAF5-35CF95304EAA}"/>
              </a:ext>
            </a:extLst>
          </p:cNvPr>
          <p:cNvGrpSpPr>
            <a:grpSpLocks/>
          </p:cNvGrpSpPr>
          <p:nvPr/>
        </p:nvGrpSpPr>
        <p:grpSpPr bwMode="auto">
          <a:xfrm>
            <a:off x="1316411" y="1330325"/>
            <a:ext cx="1014412" cy="1665288"/>
            <a:chOff x="651" y="681"/>
            <a:chExt cx="639" cy="1049"/>
          </a:xfrm>
        </p:grpSpPr>
        <p:sp>
          <p:nvSpPr>
            <p:cNvPr id="916" name="Freeform 249">
              <a:extLst>
                <a:ext uri="{FF2B5EF4-FFF2-40B4-BE49-F238E27FC236}">
                  <a16:creationId xmlns:a16="http://schemas.microsoft.com/office/drawing/2014/main" id="{7CF283A0-4DB8-234F-A34A-CBB8AA75D9BA}"/>
                </a:ext>
              </a:extLst>
            </p:cNvPr>
            <p:cNvSpPr>
              <a:spLocks/>
            </p:cNvSpPr>
            <p:nvPr/>
          </p:nvSpPr>
          <p:spPr bwMode="auto">
            <a:xfrm>
              <a:off x="662" y="698"/>
              <a:ext cx="628" cy="1032"/>
            </a:xfrm>
            <a:custGeom>
              <a:avLst/>
              <a:gdLst>
                <a:gd name="T0" fmla="*/ 496 w 604"/>
                <a:gd name="T1" fmla="*/ 0 h 903"/>
                <a:gd name="T2" fmla="*/ 604 w 604"/>
                <a:gd name="T3" fmla="*/ 903 h 903"/>
                <a:gd name="T4" fmla="*/ 0 w 604"/>
                <a:gd name="T5" fmla="*/ 788 h 903"/>
                <a:gd name="T6" fmla="*/ 456 w 604"/>
                <a:gd name="T7" fmla="*/ 750 h 903"/>
                <a:gd name="T8" fmla="*/ 496 w 604"/>
                <a:gd name="T9" fmla="*/ 0 h 903"/>
                <a:gd name="T10" fmla="*/ 0 60000 65536"/>
                <a:gd name="T11" fmla="*/ 0 60000 65536"/>
                <a:gd name="T12" fmla="*/ 0 60000 65536"/>
                <a:gd name="T13" fmla="*/ 0 60000 65536"/>
                <a:gd name="T14" fmla="*/ 0 60000 65536"/>
                <a:gd name="connsiteX0" fmla="*/ 8212 w 10000"/>
                <a:gd name="connsiteY0" fmla="*/ 0 h 10000"/>
                <a:gd name="connsiteX1" fmla="*/ 10000 w 10000"/>
                <a:gd name="connsiteY1" fmla="*/ 10000 h 10000"/>
                <a:gd name="connsiteX2" fmla="*/ 8311 w 10000"/>
                <a:gd name="connsiteY2" fmla="*/ 9756 h 10000"/>
                <a:gd name="connsiteX3" fmla="*/ 0 w 10000"/>
                <a:gd name="connsiteY3" fmla="*/ 8726 h 10000"/>
                <a:gd name="connsiteX4" fmla="*/ 7550 w 10000"/>
                <a:gd name="connsiteY4" fmla="*/ 8306 h 10000"/>
                <a:gd name="connsiteX5" fmla="*/ 8212 w 10000"/>
                <a:gd name="connsiteY5" fmla="*/ 0 h 10000"/>
                <a:gd name="connsiteX0" fmla="*/ 8212 w 10000"/>
                <a:gd name="connsiteY0" fmla="*/ 0 h 11424"/>
                <a:gd name="connsiteX1" fmla="*/ 10000 w 10000"/>
                <a:gd name="connsiteY1" fmla="*/ 10000 h 11424"/>
                <a:gd name="connsiteX2" fmla="*/ 9142 w 10000"/>
                <a:gd name="connsiteY2" fmla="*/ 11424 h 11424"/>
                <a:gd name="connsiteX3" fmla="*/ 0 w 10000"/>
                <a:gd name="connsiteY3" fmla="*/ 8726 h 11424"/>
                <a:gd name="connsiteX4" fmla="*/ 7550 w 10000"/>
                <a:gd name="connsiteY4" fmla="*/ 8306 h 11424"/>
                <a:gd name="connsiteX5" fmla="*/ 8212 w 10000"/>
                <a:gd name="connsiteY5" fmla="*/ 0 h 11424"/>
                <a:gd name="connsiteX0" fmla="*/ 8212 w 10394"/>
                <a:gd name="connsiteY0" fmla="*/ 0 h 11424"/>
                <a:gd name="connsiteX1" fmla="*/ 10394 w 10394"/>
                <a:gd name="connsiteY1" fmla="*/ 9298 h 11424"/>
                <a:gd name="connsiteX2" fmla="*/ 9142 w 10394"/>
                <a:gd name="connsiteY2" fmla="*/ 11424 h 11424"/>
                <a:gd name="connsiteX3" fmla="*/ 0 w 10394"/>
                <a:gd name="connsiteY3" fmla="*/ 8726 h 11424"/>
                <a:gd name="connsiteX4" fmla="*/ 7550 w 10394"/>
                <a:gd name="connsiteY4" fmla="*/ 8306 h 11424"/>
                <a:gd name="connsiteX5" fmla="*/ 8212 w 10394"/>
                <a:gd name="connsiteY5" fmla="*/ 0 h 11424"/>
                <a:gd name="connsiteX0" fmla="*/ 8212 w 10394"/>
                <a:gd name="connsiteY0" fmla="*/ 0 h 11424"/>
                <a:gd name="connsiteX1" fmla="*/ 10394 w 10394"/>
                <a:gd name="connsiteY1" fmla="*/ 9298 h 11424"/>
                <a:gd name="connsiteX2" fmla="*/ 9142 w 10394"/>
                <a:gd name="connsiteY2" fmla="*/ 11424 h 11424"/>
                <a:gd name="connsiteX3" fmla="*/ 0 w 10394"/>
                <a:gd name="connsiteY3" fmla="*/ 8726 h 11424"/>
                <a:gd name="connsiteX4" fmla="*/ 7550 w 10394"/>
                <a:gd name="connsiteY4" fmla="*/ 8306 h 11424"/>
                <a:gd name="connsiteX5" fmla="*/ 8212 w 10394"/>
                <a:gd name="connsiteY5" fmla="*/ 0 h 11424"/>
                <a:gd name="connsiteX0" fmla="*/ 8212 w 10394"/>
                <a:gd name="connsiteY0" fmla="*/ 0 h 11424"/>
                <a:gd name="connsiteX1" fmla="*/ 10394 w 10394"/>
                <a:gd name="connsiteY1" fmla="*/ 9298 h 11424"/>
                <a:gd name="connsiteX2" fmla="*/ 9142 w 10394"/>
                <a:gd name="connsiteY2" fmla="*/ 11424 h 11424"/>
                <a:gd name="connsiteX3" fmla="*/ 0 w 10394"/>
                <a:gd name="connsiteY3" fmla="*/ 8726 h 11424"/>
                <a:gd name="connsiteX4" fmla="*/ 7550 w 10394"/>
                <a:gd name="connsiteY4" fmla="*/ 8306 h 11424"/>
                <a:gd name="connsiteX5" fmla="*/ 8212 w 10394"/>
                <a:gd name="connsiteY5" fmla="*/ 0 h 114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394" h="11424">
                  <a:moveTo>
                    <a:pt x="8212" y="0"/>
                  </a:moveTo>
                  <a:cubicBezTo>
                    <a:pt x="8939" y="3099"/>
                    <a:pt x="9142" y="6462"/>
                    <a:pt x="10394" y="9298"/>
                  </a:cubicBezTo>
                  <a:lnTo>
                    <a:pt x="9142" y="11424"/>
                  </a:lnTo>
                  <a:cubicBezTo>
                    <a:pt x="6926" y="10028"/>
                    <a:pt x="3047" y="9625"/>
                    <a:pt x="0" y="8726"/>
                  </a:cubicBezTo>
                  <a:lnTo>
                    <a:pt x="7550" y="8306"/>
                  </a:lnTo>
                  <a:cubicBezTo>
                    <a:pt x="7771" y="5537"/>
                    <a:pt x="7991" y="2769"/>
                    <a:pt x="8212" y="0"/>
                  </a:cubicBezTo>
                  <a:close/>
                </a:path>
              </a:pathLst>
            </a:custGeom>
            <a:gradFill rotWithShape="1">
              <a:gsLst>
                <a:gs pos="0">
                  <a:srgbClr val="FFFFFF">
                    <a:lumMod val="50000"/>
                  </a:srgbClr>
                </a:gs>
                <a:gs pos="100000">
                  <a:srgbClr val="FFFFFF"/>
                </a:gs>
              </a:gsLst>
              <a:lin ang="7200000" scaled="0"/>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nvGrpSpPr>
            <p:cNvPr id="917" name="Group 248">
              <a:extLst>
                <a:ext uri="{FF2B5EF4-FFF2-40B4-BE49-F238E27FC236}">
                  <a16:creationId xmlns:a16="http://schemas.microsoft.com/office/drawing/2014/main" id="{0D460CA8-09B5-0F41-9EC8-FE4746093521}"/>
                </a:ext>
              </a:extLst>
            </p:cNvPr>
            <p:cNvGrpSpPr>
              <a:grpSpLocks/>
            </p:cNvGrpSpPr>
            <p:nvPr/>
          </p:nvGrpSpPr>
          <p:grpSpPr bwMode="auto">
            <a:xfrm>
              <a:off x="651" y="681"/>
              <a:ext cx="500" cy="834"/>
              <a:chOff x="569" y="2954"/>
              <a:chExt cx="500" cy="834"/>
            </a:xfrm>
          </p:grpSpPr>
          <p:sp>
            <p:nvSpPr>
              <p:cNvPr id="918" name="Rectangle 242">
                <a:extLst>
                  <a:ext uri="{FF2B5EF4-FFF2-40B4-BE49-F238E27FC236}">
                    <a16:creationId xmlns:a16="http://schemas.microsoft.com/office/drawing/2014/main" id="{C444639A-27FC-7543-9605-90F437601A08}"/>
                  </a:ext>
                </a:extLst>
              </p:cNvPr>
              <p:cNvSpPr>
                <a:spLocks noChangeArrowheads="1"/>
              </p:cNvSpPr>
              <p:nvPr/>
            </p:nvSpPr>
            <p:spPr bwMode="auto">
              <a:xfrm>
                <a:off x="576" y="2973"/>
                <a:ext cx="493" cy="790"/>
              </a:xfrm>
              <a:prstGeom prst="rect">
                <a:avLst/>
              </a:prstGeom>
              <a:solidFill>
                <a:srgbClr val="FFFFFF"/>
              </a:solidFill>
              <a:ln w="9525">
                <a:solidFill>
                  <a:srgbClr val="000000"/>
                </a:solidFill>
                <a:miter lim="800000"/>
                <a:headEnd/>
                <a:tailEnd/>
              </a:ln>
              <a:effectLst>
                <a:outerShdw blurRad="50800" dist="38100" dir="18900000" algn="bl" rotWithShape="0">
                  <a:prstClr val="black">
                    <a:alpha val="40000"/>
                  </a:prstClr>
                </a:outerShdw>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919" name="Text Box 241">
                <a:extLst>
                  <a:ext uri="{FF2B5EF4-FFF2-40B4-BE49-F238E27FC236}">
                    <a16:creationId xmlns:a16="http://schemas.microsoft.com/office/drawing/2014/main" id="{4E00011E-8C9D-F343-AACC-9397D39C6BB5}"/>
                  </a:ext>
                </a:extLst>
              </p:cNvPr>
              <p:cNvSpPr txBox="1">
                <a:spLocks noChangeArrowheads="1"/>
              </p:cNvSpPr>
              <p:nvPr/>
            </p:nvSpPr>
            <p:spPr bwMode="auto">
              <a:xfrm>
                <a:off x="638" y="2954"/>
                <a:ext cx="388" cy="83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Arial" charset="0"/>
                    <a:ea typeface="ＭＳ Ｐゴシック" charset="0"/>
                  </a:rPr>
                  <a:t>DNS</a:t>
                </a:r>
              </a:p>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Arial" charset="0"/>
                    <a:ea typeface="ＭＳ Ｐゴシック" charset="0"/>
                  </a:rPr>
                  <a:t>UDP</a:t>
                </a:r>
              </a:p>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Arial" charset="0"/>
                    <a:ea typeface="ＭＳ Ｐゴシック" charset="0"/>
                  </a:rPr>
                  <a:t>IP</a:t>
                </a:r>
              </a:p>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Arial" charset="0"/>
                    <a:ea typeface="ＭＳ Ｐゴシック" charset="0"/>
                  </a:rPr>
                  <a:t>Eth</a:t>
                </a:r>
              </a:p>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Arial" charset="0"/>
                    <a:ea typeface="ＭＳ Ｐゴシック" charset="0"/>
                  </a:rPr>
                  <a:t>Phy</a:t>
                </a:r>
              </a:p>
            </p:txBody>
          </p:sp>
          <p:sp>
            <p:nvSpPr>
              <p:cNvPr id="920" name="Line 243">
                <a:extLst>
                  <a:ext uri="{FF2B5EF4-FFF2-40B4-BE49-F238E27FC236}">
                    <a16:creationId xmlns:a16="http://schemas.microsoft.com/office/drawing/2014/main" id="{BD170A24-7A91-C149-9C35-3B92862114B6}"/>
                  </a:ext>
                </a:extLst>
              </p:cNvPr>
              <p:cNvSpPr>
                <a:spLocks noChangeShapeType="1"/>
              </p:cNvSpPr>
              <p:nvPr/>
            </p:nvSpPr>
            <p:spPr bwMode="auto">
              <a:xfrm>
                <a:off x="578" y="3130"/>
                <a:ext cx="489"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921" name="Line 244">
                <a:extLst>
                  <a:ext uri="{FF2B5EF4-FFF2-40B4-BE49-F238E27FC236}">
                    <a16:creationId xmlns:a16="http://schemas.microsoft.com/office/drawing/2014/main" id="{F9303BEF-354D-754A-AA78-E4ADA08645E0}"/>
                  </a:ext>
                </a:extLst>
              </p:cNvPr>
              <p:cNvSpPr>
                <a:spLocks noChangeShapeType="1"/>
              </p:cNvSpPr>
              <p:nvPr/>
            </p:nvSpPr>
            <p:spPr bwMode="auto">
              <a:xfrm>
                <a:off x="575" y="3289"/>
                <a:ext cx="489"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922" name="Line 245">
                <a:extLst>
                  <a:ext uri="{FF2B5EF4-FFF2-40B4-BE49-F238E27FC236}">
                    <a16:creationId xmlns:a16="http://schemas.microsoft.com/office/drawing/2014/main" id="{0BC3704C-5166-DB4C-8EDA-308F8DE6161D}"/>
                  </a:ext>
                </a:extLst>
              </p:cNvPr>
              <p:cNvSpPr>
                <a:spLocks noChangeShapeType="1"/>
              </p:cNvSpPr>
              <p:nvPr/>
            </p:nvSpPr>
            <p:spPr bwMode="auto">
              <a:xfrm>
                <a:off x="572" y="3448"/>
                <a:ext cx="489"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923" name="Line 246">
                <a:extLst>
                  <a:ext uri="{FF2B5EF4-FFF2-40B4-BE49-F238E27FC236}">
                    <a16:creationId xmlns:a16="http://schemas.microsoft.com/office/drawing/2014/main" id="{E01D73F2-8A40-A646-A81F-1AD168BC221D}"/>
                  </a:ext>
                </a:extLst>
              </p:cNvPr>
              <p:cNvSpPr>
                <a:spLocks noChangeShapeType="1"/>
              </p:cNvSpPr>
              <p:nvPr/>
            </p:nvSpPr>
            <p:spPr bwMode="auto">
              <a:xfrm>
                <a:off x="569" y="3607"/>
                <a:ext cx="489"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grpSp>
      <p:grpSp>
        <p:nvGrpSpPr>
          <p:cNvPr id="3" name="Group 2">
            <a:extLst>
              <a:ext uri="{FF2B5EF4-FFF2-40B4-BE49-F238E27FC236}">
                <a16:creationId xmlns:a16="http://schemas.microsoft.com/office/drawing/2014/main" id="{0F4F38AC-7072-2A41-9BA4-4EA38691E8F5}"/>
              </a:ext>
            </a:extLst>
          </p:cNvPr>
          <p:cNvGrpSpPr/>
          <p:nvPr/>
        </p:nvGrpSpPr>
        <p:grpSpPr>
          <a:xfrm>
            <a:off x="1603750" y="3853801"/>
            <a:ext cx="1195388" cy="808687"/>
            <a:chOff x="1603750" y="3853801"/>
            <a:chExt cx="1195388" cy="808687"/>
          </a:xfrm>
        </p:grpSpPr>
        <p:grpSp>
          <p:nvGrpSpPr>
            <p:cNvPr id="974" name="Group 342">
              <a:extLst>
                <a:ext uri="{FF2B5EF4-FFF2-40B4-BE49-F238E27FC236}">
                  <a16:creationId xmlns:a16="http://schemas.microsoft.com/office/drawing/2014/main" id="{68368F8A-0905-C04F-8373-D523E15DD390}"/>
                </a:ext>
              </a:extLst>
            </p:cNvPr>
            <p:cNvGrpSpPr>
              <a:grpSpLocks/>
            </p:cNvGrpSpPr>
            <p:nvPr/>
          </p:nvGrpSpPr>
          <p:grpSpPr bwMode="auto">
            <a:xfrm>
              <a:off x="1603750" y="3883240"/>
              <a:ext cx="1195388" cy="779248"/>
              <a:chOff x="934" y="2316"/>
              <a:chExt cx="753" cy="464"/>
            </a:xfrm>
          </p:grpSpPr>
          <p:sp>
            <p:nvSpPr>
              <p:cNvPr id="975" name="Freeform 334">
                <a:extLst>
                  <a:ext uri="{FF2B5EF4-FFF2-40B4-BE49-F238E27FC236}">
                    <a16:creationId xmlns:a16="http://schemas.microsoft.com/office/drawing/2014/main" id="{FEE3001B-2BDF-E641-AFF3-DFF0ECFF1797}"/>
                  </a:ext>
                </a:extLst>
              </p:cNvPr>
              <p:cNvSpPr>
                <a:spLocks/>
              </p:cNvSpPr>
              <p:nvPr/>
            </p:nvSpPr>
            <p:spPr bwMode="auto">
              <a:xfrm>
                <a:off x="1424" y="2316"/>
                <a:ext cx="263" cy="441"/>
              </a:xfrm>
              <a:custGeom>
                <a:avLst/>
                <a:gdLst>
                  <a:gd name="T0" fmla="*/ 1 w 551"/>
                  <a:gd name="T1" fmla="*/ 0 h 801"/>
                  <a:gd name="T2" fmla="*/ 28 w 551"/>
                  <a:gd name="T3" fmla="*/ 402 h 801"/>
                  <a:gd name="T4" fmla="*/ 1 w 551"/>
                  <a:gd name="T5" fmla="*/ 801 h 801"/>
                  <a:gd name="T6" fmla="*/ 1 w 551"/>
                  <a:gd name="T7" fmla="*/ 535 h 801"/>
                  <a:gd name="T8" fmla="*/ 0 w 551"/>
                  <a:gd name="T9" fmla="*/ 371 h 801"/>
                  <a:gd name="T10" fmla="*/ 1 w 551"/>
                  <a:gd name="T11" fmla="*/ 0 h 801"/>
                  <a:gd name="T12" fmla="*/ 0 60000 65536"/>
                  <a:gd name="T13" fmla="*/ 0 60000 65536"/>
                  <a:gd name="T14" fmla="*/ 0 60000 65536"/>
                  <a:gd name="T15" fmla="*/ 0 60000 65536"/>
                  <a:gd name="T16" fmla="*/ 0 60000 65536"/>
                  <a:gd name="T17" fmla="*/ 0 60000 65536"/>
                  <a:gd name="connsiteX0" fmla="*/ 254 w 10000"/>
                  <a:gd name="connsiteY0" fmla="*/ 0 h 10000"/>
                  <a:gd name="connsiteX1" fmla="*/ 10000 w 10000"/>
                  <a:gd name="connsiteY1" fmla="*/ 5019 h 10000"/>
                  <a:gd name="connsiteX2" fmla="*/ 109 w 10000"/>
                  <a:gd name="connsiteY2" fmla="*/ 10000 h 10000"/>
                  <a:gd name="connsiteX3" fmla="*/ 236 w 10000"/>
                  <a:gd name="connsiteY3" fmla="*/ 6679 h 10000"/>
                  <a:gd name="connsiteX4" fmla="*/ 0 w 10000"/>
                  <a:gd name="connsiteY4" fmla="*/ 4632 h 10000"/>
                  <a:gd name="connsiteX5" fmla="*/ 254 w 10000"/>
                  <a:gd name="connsiteY5" fmla="*/ 0 h 10000"/>
                  <a:gd name="connsiteX0" fmla="*/ 254 w 7841"/>
                  <a:gd name="connsiteY0" fmla="*/ 0 h 10000"/>
                  <a:gd name="connsiteX1" fmla="*/ 7841 w 7841"/>
                  <a:gd name="connsiteY1" fmla="*/ 4764 h 10000"/>
                  <a:gd name="connsiteX2" fmla="*/ 109 w 7841"/>
                  <a:gd name="connsiteY2" fmla="*/ 10000 h 10000"/>
                  <a:gd name="connsiteX3" fmla="*/ 236 w 7841"/>
                  <a:gd name="connsiteY3" fmla="*/ 6679 h 10000"/>
                  <a:gd name="connsiteX4" fmla="*/ 0 w 7841"/>
                  <a:gd name="connsiteY4" fmla="*/ 4632 h 10000"/>
                  <a:gd name="connsiteX5" fmla="*/ 254 w 7841"/>
                  <a:gd name="connsiteY5" fmla="*/ 0 h 10000"/>
                  <a:gd name="connsiteX0" fmla="*/ 324 w 10000"/>
                  <a:gd name="connsiteY0" fmla="*/ 0 h 10000"/>
                  <a:gd name="connsiteX1" fmla="*/ 10000 w 10000"/>
                  <a:gd name="connsiteY1" fmla="*/ 4764 h 10000"/>
                  <a:gd name="connsiteX2" fmla="*/ 139 w 10000"/>
                  <a:gd name="connsiteY2" fmla="*/ 10000 h 10000"/>
                  <a:gd name="connsiteX3" fmla="*/ 0 w 10000"/>
                  <a:gd name="connsiteY3" fmla="*/ 4632 h 10000"/>
                  <a:gd name="connsiteX4" fmla="*/ 324 w 10000"/>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0">
                    <a:moveTo>
                      <a:pt x="324" y="0"/>
                    </a:moveTo>
                    <a:cubicBezTo>
                      <a:pt x="3883" y="2374"/>
                      <a:pt x="5856" y="3091"/>
                      <a:pt x="10000" y="4764"/>
                    </a:cubicBezTo>
                    <a:lnTo>
                      <a:pt x="139" y="10000"/>
                    </a:lnTo>
                    <a:cubicBezTo>
                      <a:pt x="93" y="8211"/>
                      <a:pt x="46" y="6421"/>
                      <a:pt x="0" y="4632"/>
                    </a:cubicBezTo>
                    <a:lnTo>
                      <a:pt x="324" y="0"/>
                    </a:lnTo>
                    <a:close/>
                  </a:path>
                </a:pathLst>
              </a:custGeom>
              <a:gradFill rotWithShape="1">
                <a:gsLst>
                  <a:gs pos="0">
                    <a:srgbClr val="FFFFFF">
                      <a:lumMod val="75000"/>
                    </a:srgbClr>
                  </a:gs>
                  <a:gs pos="100000">
                    <a:srgbClr val="FFFFFF"/>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nvGrpSpPr>
              <p:cNvPr id="976" name="Group 335">
                <a:extLst>
                  <a:ext uri="{FF2B5EF4-FFF2-40B4-BE49-F238E27FC236}">
                    <a16:creationId xmlns:a16="http://schemas.microsoft.com/office/drawing/2014/main" id="{075A72C7-137F-3848-A6E3-E64A408A3061}"/>
                  </a:ext>
                </a:extLst>
              </p:cNvPr>
              <p:cNvGrpSpPr>
                <a:grpSpLocks/>
              </p:cNvGrpSpPr>
              <p:nvPr/>
            </p:nvGrpSpPr>
            <p:grpSpPr bwMode="auto">
              <a:xfrm>
                <a:off x="934" y="2412"/>
                <a:ext cx="497" cy="368"/>
                <a:chOff x="572" y="3425"/>
                <a:chExt cx="497" cy="368"/>
              </a:xfrm>
            </p:grpSpPr>
            <p:sp>
              <p:nvSpPr>
                <p:cNvPr id="977" name="Rectangle 336">
                  <a:extLst>
                    <a:ext uri="{FF2B5EF4-FFF2-40B4-BE49-F238E27FC236}">
                      <a16:creationId xmlns:a16="http://schemas.microsoft.com/office/drawing/2014/main" id="{5A39D877-B301-F047-BE8E-34B3EF11CB36}"/>
                    </a:ext>
                  </a:extLst>
                </p:cNvPr>
                <p:cNvSpPr>
                  <a:spLocks noChangeArrowheads="1"/>
                </p:cNvSpPr>
                <p:nvPr/>
              </p:nvSpPr>
              <p:spPr bwMode="auto">
                <a:xfrm>
                  <a:off x="576" y="3446"/>
                  <a:ext cx="493" cy="317"/>
                </a:xfrm>
                <a:prstGeom prst="rect">
                  <a:avLst/>
                </a:prstGeom>
                <a:solidFill>
                  <a:srgbClr val="FFFFFF"/>
                </a:solidFill>
                <a:ln w="9525">
                  <a:solidFill>
                    <a:srgbClr val="000000"/>
                  </a:solidFill>
                  <a:miter lim="800000"/>
                  <a:headEnd/>
                  <a:tailEnd/>
                </a:ln>
                <a:effectLst>
                  <a:outerShdw blurRad="50800" dist="38100" dir="18900000" algn="bl" rotWithShape="0">
                    <a:prstClr val="black">
                      <a:alpha val="40000"/>
                    </a:prstClr>
                  </a:outerShdw>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978" name="Text Box 337">
                  <a:extLst>
                    <a:ext uri="{FF2B5EF4-FFF2-40B4-BE49-F238E27FC236}">
                      <a16:creationId xmlns:a16="http://schemas.microsoft.com/office/drawing/2014/main" id="{3B8C2E8D-8470-A948-BC08-E08C849665A5}"/>
                    </a:ext>
                  </a:extLst>
                </p:cNvPr>
                <p:cNvSpPr txBox="1">
                  <a:spLocks noChangeArrowheads="1"/>
                </p:cNvSpPr>
                <p:nvPr/>
              </p:nvSpPr>
              <p:spPr bwMode="auto">
                <a:xfrm>
                  <a:off x="646" y="3425"/>
                  <a:ext cx="338" cy="36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Arial" charset="0"/>
                      <a:ea typeface="ＭＳ Ｐゴシック" charset="0"/>
                    </a:rPr>
                    <a:t>Eth</a:t>
                  </a:r>
                </a:p>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Arial" charset="0"/>
                      <a:ea typeface="ＭＳ Ｐゴシック" charset="0"/>
                    </a:rPr>
                    <a:t>Phy</a:t>
                  </a:r>
                </a:p>
              </p:txBody>
            </p:sp>
            <p:sp>
              <p:nvSpPr>
                <p:cNvPr id="981" name="Line 340">
                  <a:extLst>
                    <a:ext uri="{FF2B5EF4-FFF2-40B4-BE49-F238E27FC236}">
                      <a16:creationId xmlns:a16="http://schemas.microsoft.com/office/drawing/2014/main" id="{8CF39C3F-AF73-EB42-B07E-8E2490424491}"/>
                    </a:ext>
                  </a:extLst>
                </p:cNvPr>
                <p:cNvSpPr>
                  <a:spLocks noChangeShapeType="1"/>
                </p:cNvSpPr>
                <p:nvPr/>
              </p:nvSpPr>
              <p:spPr bwMode="auto">
                <a:xfrm>
                  <a:off x="572" y="3448"/>
                  <a:ext cx="489"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982" name="Line 341">
                  <a:extLst>
                    <a:ext uri="{FF2B5EF4-FFF2-40B4-BE49-F238E27FC236}">
                      <a16:creationId xmlns:a16="http://schemas.microsoft.com/office/drawing/2014/main" id="{6579215B-0078-6047-B238-35EDE678ABCD}"/>
                    </a:ext>
                  </a:extLst>
                </p:cNvPr>
                <p:cNvSpPr>
                  <a:spLocks noChangeShapeType="1"/>
                </p:cNvSpPr>
                <p:nvPr/>
              </p:nvSpPr>
              <p:spPr bwMode="auto">
                <a:xfrm>
                  <a:off x="575" y="3607"/>
                  <a:ext cx="489"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grpSp>
        <p:grpSp>
          <p:nvGrpSpPr>
            <p:cNvPr id="202" name="Group 252">
              <a:extLst>
                <a:ext uri="{FF2B5EF4-FFF2-40B4-BE49-F238E27FC236}">
                  <a16:creationId xmlns:a16="http://schemas.microsoft.com/office/drawing/2014/main" id="{06942A6D-F41F-9441-9844-427FCC6309FA}"/>
                </a:ext>
              </a:extLst>
            </p:cNvPr>
            <p:cNvGrpSpPr>
              <a:grpSpLocks/>
            </p:cNvGrpSpPr>
            <p:nvPr/>
          </p:nvGrpSpPr>
          <p:grpSpPr bwMode="auto">
            <a:xfrm>
              <a:off x="1610474" y="3853801"/>
              <a:ext cx="850900" cy="261938"/>
              <a:chOff x="187" y="1352"/>
              <a:chExt cx="536" cy="165"/>
            </a:xfrm>
          </p:grpSpPr>
          <p:sp>
            <p:nvSpPr>
              <p:cNvPr id="203" name="Rectangle 253">
                <a:extLst>
                  <a:ext uri="{FF2B5EF4-FFF2-40B4-BE49-F238E27FC236}">
                    <a16:creationId xmlns:a16="http://schemas.microsoft.com/office/drawing/2014/main" id="{94DAFFBE-8C37-EC41-88D4-3B6327CDA96F}"/>
                  </a:ext>
                </a:extLst>
              </p:cNvPr>
              <p:cNvSpPr>
                <a:spLocks noChangeArrowheads="1"/>
              </p:cNvSpPr>
              <p:nvPr/>
            </p:nvSpPr>
            <p:spPr bwMode="auto">
              <a:xfrm>
                <a:off x="187" y="1365"/>
                <a:ext cx="492" cy="141"/>
              </a:xfrm>
              <a:prstGeom prst="rect">
                <a:avLst/>
              </a:prstGeom>
              <a:solidFill>
                <a:schemeClr val="bg1"/>
              </a:solidFill>
              <a:ln w="9525">
                <a:solidFill>
                  <a:schemeClr val="tx1"/>
                </a:solidFill>
                <a:miter lim="800000"/>
                <a:headEnd/>
                <a:tailEnd/>
              </a:ln>
              <a:effectLst>
                <a:outerShdw blurRad="50800" dist="38100" dir="18900000" algn="bl" rotWithShape="0">
                  <a:prstClr val="black">
                    <a:alpha val="40000"/>
                  </a:prstClr>
                </a:outerShdw>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dirty="0">
                  <a:solidFill>
                    <a:srgbClr val="000000"/>
                  </a:solidFill>
                  <a:cs typeface="+mn-cs"/>
                </a:endParaRPr>
              </a:p>
            </p:txBody>
          </p:sp>
          <p:sp>
            <p:nvSpPr>
              <p:cNvPr id="204" name="Text Box 254">
                <a:extLst>
                  <a:ext uri="{FF2B5EF4-FFF2-40B4-BE49-F238E27FC236}">
                    <a16:creationId xmlns:a16="http://schemas.microsoft.com/office/drawing/2014/main" id="{CAFFDC99-9C64-4545-B4C3-A0E1FF597D19}"/>
                  </a:ext>
                </a:extLst>
              </p:cNvPr>
              <p:cNvSpPr txBox="1">
                <a:spLocks noChangeArrowheads="1"/>
              </p:cNvSpPr>
              <p:nvPr/>
            </p:nvSpPr>
            <p:spPr bwMode="auto">
              <a:xfrm>
                <a:off x="212" y="1352"/>
                <a:ext cx="511" cy="1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a:defRPr/>
                </a:pPr>
                <a:r>
                  <a:rPr lang="en-US" sz="1000" i="0" dirty="0">
                    <a:solidFill>
                      <a:srgbClr val="000000"/>
                    </a:solidFill>
                    <a:latin typeface="Arial" charset="0"/>
                    <a:cs typeface="+mn-cs"/>
                  </a:rPr>
                  <a:t>   </a:t>
                </a:r>
                <a:r>
                  <a:rPr lang="en-US" sz="1100" i="0" dirty="0">
                    <a:solidFill>
                      <a:srgbClr val="000000"/>
                    </a:solidFill>
                    <a:latin typeface="Arial" charset="0"/>
                    <a:cs typeface="+mn-cs"/>
                  </a:rPr>
                  <a:t>ARP</a:t>
                </a:r>
                <a:endParaRPr lang="en-US" sz="1000" i="0" dirty="0">
                  <a:solidFill>
                    <a:srgbClr val="000000"/>
                  </a:solidFill>
                  <a:latin typeface="Arial" charset="0"/>
                  <a:cs typeface="+mn-cs"/>
                </a:endParaRPr>
              </a:p>
            </p:txBody>
          </p:sp>
        </p:grpSp>
      </p:grpSp>
      <p:grpSp>
        <p:nvGrpSpPr>
          <p:cNvPr id="767" name="Group 248">
            <a:extLst>
              <a:ext uri="{FF2B5EF4-FFF2-40B4-BE49-F238E27FC236}">
                <a16:creationId xmlns:a16="http://schemas.microsoft.com/office/drawing/2014/main" id="{BBC0582A-3E28-C146-B822-8892A6C507A6}"/>
              </a:ext>
            </a:extLst>
          </p:cNvPr>
          <p:cNvGrpSpPr>
            <a:grpSpLocks/>
          </p:cNvGrpSpPr>
          <p:nvPr/>
        </p:nvGrpSpPr>
        <p:grpSpPr bwMode="auto">
          <a:xfrm>
            <a:off x="2606022" y="3858371"/>
            <a:ext cx="358775" cy="623888"/>
            <a:chOff x="4140" y="429"/>
            <a:chExt cx="1425" cy="2396"/>
          </a:xfrm>
        </p:grpSpPr>
        <p:sp>
          <p:nvSpPr>
            <p:cNvPr id="768" name="Freeform 148">
              <a:extLst>
                <a:ext uri="{FF2B5EF4-FFF2-40B4-BE49-F238E27FC236}">
                  <a16:creationId xmlns:a16="http://schemas.microsoft.com/office/drawing/2014/main" id="{3CCCBBB4-63BD-EA43-A39D-906E833ADC8D}"/>
                </a:ext>
              </a:extLst>
            </p:cNvPr>
            <p:cNvSpPr>
              <a:spLocks/>
            </p:cNvSpPr>
            <p:nvPr/>
          </p:nvSpPr>
          <p:spPr bwMode="auto">
            <a:xfrm>
              <a:off x="5268" y="433"/>
              <a:ext cx="283" cy="2286"/>
            </a:xfrm>
            <a:custGeom>
              <a:avLst/>
              <a:gdLst>
                <a:gd name="T0" fmla="*/ 21 w 354"/>
                <a:gd name="T1" fmla="*/ 0 h 2742"/>
                <a:gd name="T2" fmla="*/ 116 w 354"/>
                <a:gd name="T3" fmla="*/ 137 h 2742"/>
                <a:gd name="T4" fmla="*/ 114 w 354"/>
                <a:gd name="T5" fmla="*/ 1057 h 2742"/>
                <a:gd name="T6" fmla="*/ 0 w 354"/>
                <a:gd name="T7" fmla="*/ 1105 h 2742"/>
                <a:gd name="T8" fmla="*/ 21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769" name="Rectangle 149">
              <a:extLst>
                <a:ext uri="{FF2B5EF4-FFF2-40B4-BE49-F238E27FC236}">
                  <a16:creationId xmlns:a16="http://schemas.microsoft.com/office/drawing/2014/main" id="{0974CB1E-EE6F-9F45-B007-E10FFC92A669}"/>
                </a:ext>
              </a:extLst>
            </p:cNvPr>
            <p:cNvSpPr>
              <a:spLocks noChangeArrowheads="1"/>
            </p:cNvSpPr>
            <p:nvPr/>
          </p:nvSpPr>
          <p:spPr bwMode="auto">
            <a:xfrm>
              <a:off x="4203" y="429"/>
              <a:ext cx="1053" cy="2286"/>
            </a:xfrm>
            <a:prstGeom prst="rect">
              <a:avLst/>
            </a:pr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770" name="Freeform 150">
              <a:extLst>
                <a:ext uri="{FF2B5EF4-FFF2-40B4-BE49-F238E27FC236}">
                  <a16:creationId xmlns:a16="http://schemas.microsoft.com/office/drawing/2014/main" id="{D1A9E57E-DC2A-1D4B-BD1F-082302E9764B}"/>
                </a:ext>
              </a:extLst>
            </p:cNvPr>
            <p:cNvSpPr>
              <a:spLocks/>
            </p:cNvSpPr>
            <p:nvPr/>
          </p:nvSpPr>
          <p:spPr bwMode="auto">
            <a:xfrm>
              <a:off x="5321" y="570"/>
              <a:ext cx="169" cy="2115"/>
            </a:xfrm>
            <a:custGeom>
              <a:avLst/>
              <a:gdLst>
                <a:gd name="T0" fmla="*/ 2 w 211"/>
                <a:gd name="T1" fmla="*/ 0 h 2537"/>
                <a:gd name="T2" fmla="*/ 70 w 211"/>
                <a:gd name="T3" fmla="*/ 88 h 2537"/>
                <a:gd name="T4" fmla="*/ 2 w 211"/>
                <a:gd name="T5" fmla="*/ 1007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771" name="Freeform 151">
              <a:extLst>
                <a:ext uri="{FF2B5EF4-FFF2-40B4-BE49-F238E27FC236}">
                  <a16:creationId xmlns:a16="http://schemas.microsoft.com/office/drawing/2014/main" id="{ECE9DDFF-83C2-2B4C-ABB2-610424C988C4}"/>
                </a:ext>
              </a:extLst>
            </p:cNvPr>
            <p:cNvSpPr>
              <a:spLocks/>
            </p:cNvSpPr>
            <p:nvPr/>
          </p:nvSpPr>
          <p:spPr bwMode="auto">
            <a:xfrm>
              <a:off x="5284" y="1640"/>
              <a:ext cx="263" cy="189"/>
            </a:xfrm>
            <a:custGeom>
              <a:avLst/>
              <a:gdLst>
                <a:gd name="T0" fmla="*/ 2 w 328"/>
                <a:gd name="T1" fmla="*/ 0 h 226"/>
                <a:gd name="T2" fmla="*/ 109 w 328"/>
                <a:gd name="T3" fmla="*/ 52 h 226"/>
                <a:gd name="T4" fmla="*/ 108 w 328"/>
                <a:gd name="T5" fmla="*/ 92 h 226"/>
                <a:gd name="T6" fmla="*/ 0 w 328"/>
                <a:gd name="T7" fmla="*/ 41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772" name="Rectangle 152">
              <a:extLst>
                <a:ext uri="{FF2B5EF4-FFF2-40B4-BE49-F238E27FC236}">
                  <a16:creationId xmlns:a16="http://schemas.microsoft.com/office/drawing/2014/main" id="{E6ECB8C9-90DF-DD48-ABC0-7756BD8AD9CF}"/>
                </a:ext>
              </a:extLst>
            </p:cNvPr>
            <p:cNvSpPr>
              <a:spLocks noChangeArrowheads="1"/>
            </p:cNvSpPr>
            <p:nvPr/>
          </p:nvSpPr>
          <p:spPr bwMode="auto">
            <a:xfrm>
              <a:off x="4209" y="691"/>
              <a:ext cx="599"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nvGrpSpPr>
            <p:cNvPr id="773" name="Group 153">
              <a:extLst>
                <a:ext uri="{FF2B5EF4-FFF2-40B4-BE49-F238E27FC236}">
                  <a16:creationId xmlns:a16="http://schemas.microsoft.com/office/drawing/2014/main" id="{DE8B4D5B-13BE-A642-8255-4AD348F07FF9}"/>
                </a:ext>
              </a:extLst>
            </p:cNvPr>
            <p:cNvGrpSpPr>
              <a:grpSpLocks/>
            </p:cNvGrpSpPr>
            <p:nvPr/>
          </p:nvGrpSpPr>
          <p:grpSpPr bwMode="auto">
            <a:xfrm>
              <a:off x="4749" y="668"/>
              <a:ext cx="581" cy="145"/>
              <a:chOff x="614" y="2568"/>
              <a:chExt cx="725" cy="139"/>
            </a:xfrm>
          </p:grpSpPr>
          <p:sp>
            <p:nvSpPr>
              <p:cNvPr id="798" name="AutoShape 154">
                <a:extLst>
                  <a:ext uri="{FF2B5EF4-FFF2-40B4-BE49-F238E27FC236}">
                    <a16:creationId xmlns:a16="http://schemas.microsoft.com/office/drawing/2014/main" id="{EBB08B72-91CC-634D-9721-24C2FA8C67C3}"/>
                  </a:ext>
                </a:extLst>
              </p:cNvPr>
              <p:cNvSpPr>
                <a:spLocks noChangeArrowheads="1"/>
              </p:cNvSpPr>
              <p:nvPr/>
            </p:nvSpPr>
            <p:spPr bwMode="auto">
              <a:xfrm>
                <a:off x="617" y="2567"/>
                <a:ext cx="724" cy="140"/>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799" name="AutoShape 155">
                <a:extLst>
                  <a:ext uri="{FF2B5EF4-FFF2-40B4-BE49-F238E27FC236}">
                    <a16:creationId xmlns:a16="http://schemas.microsoft.com/office/drawing/2014/main" id="{6232554D-4EC4-3A4E-BADD-0E979EDE086F}"/>
                  </a:ext>
                </a:extLst>
              </p:cNvPr>
              <p:cNvSpPr>
                <a:spLocks noChangeArrowheads="1"/>
              </p:cNvSpPr>
              <p:nvPr/>
            </p:nvSpPr>
            <p:spPr bwMode="auto">
              <a:xfrm>
                <a:off x="633" y="2584"/>
                <a:ext cx="692" cy="105"/>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sp>
          <p:nvSpPr>
            <p:cNvPr id="774" name="Rectangle 156">
              <a:extLst>
                <a:ext uri="{FF2B5EF4-FFF2-40B4-BE49-F238E27FC236}">
                  <a16:creationId xmlns:a16="http://schemas.microsoft.com/office/drawing/2014/main" id="{2546A6DD-1D0C-7842-9D41-F06F1C5381D4}"/>
                </a:ext>
              </a:extLst>
            </p:cNvPr>
            <p:cNvSpPr>
              <a:spLocks noChangeArrowheads="1"/>
            </p:cNvSpPr>
            <p:nvPr/>
          </p:nvSpPr>
          <p:spPr bwMode="auto">
            <a:xfrm>
              <a:off x="4222" y="1020"/>
              <a:ext cx="599" cy="43"/>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nvGrpSpPr>
            <p:cNvPr id="775" name="Group 157">
              <a:extLst>
                <a:ext uri="{FF2B5EF4-FFF2-40B4-BE49-F238E27FC236}">
                  <a16:creationId xmlns:a16="http://schemas.microsoft.com/office/drawing/2014/main" id="{34703394-632C-984A-A448-ECD8882A2A84}"/>
                </a:ext>
              </a:extLst>
            </p:cNvPr>
            <p:cNvGrpSpPr>
              <a:grpSpLocks/>
            </p:cNvGrpSpPr>
            <p:nvPr/>
          </p:nvGrpSpPr>
          <p:grpSpPr bwMode="auto">
            <a:xfrm>
              <a:off x="4747" y="994"/>
              <a:ext cx="581" cy="134"/>
              <a:chOff x="614" y="2568"/>
              <a:chExt cx="725" cy="139"/>
            </a:xfrm>
          </p:grpSpPr>
          <p:sp>
            <p:nvSpPr>
              <p:cNvPr id="796" name="AutoShape 158">
                <a:extLst>
                  <a:ext uri="{FF2B5EF4-FFF2-40B4-BE49-F238E27FC236}">
                    <a16:creationId xmlns:a16="http://schemas.microsoft.com/office/drawing/2014/main" id="{76033BA2-2C0A-D044-87F7-4C68D7CC33AA}"/>
                  </a:ext>
                </a:extLst>
              </p:cNvPr>
              <p:cNvSpPr>
                <a:spLocks noChangeArrowheads="1"/>
              </p:cNvSpPr>
              <p:nvPr/>
            </p:nvSpPr>
            <p:spPr bwMode="auto">
              <a:xfrm>
                <a:off x="612" y="2570"/>
                <a:ext cx="724" cy="139"/>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797" name="AutoShape 159">
                <a:extLst>
                  <a:ext uri="{FF2B5EF4-FFF2-40B4-BE49-F238E27FC236}">
                    <a16:creationId xmlns:a16="http://schemas.microsoft.com/office/drawing/2014/main" id="{51AF1619-376A-ED4A-B696-DEA3DCB639AE}"/>
                  </a:ext>
                </a:extLst>
              </p:cNvPr>
              <p:cNvSpPr>
                <a:spLocks noChangeArrowheads="1"/>
              </p:cNvSpPr>
              <p:nvPr/>
            </p:nvSpPr>
            <p:spPr bwMode="auto">
              <a:xfrm>
                <a:off x="628" y="2589"/>
                <a:ext cx="692" cy="101"/>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sp>
          <p:nvSpPr>
            <p:cNvPr id="776" name="Rectangle 160">
              <a:extLst>
                <a:ext uri="{FF2B5EF4-FFF2-40B4-BE49-F238E27FC236}">
                  <a16:creationId xmlns:a16="http://schemas.microsoft.com/office/drawing/2014/main" id="{8DF2F679-CA89-2342-9682-EB7F28F10DAF}"/>
                </a:ext>
              </a:extLst>
            </p:cNvPr>
            <p:cNvSpPr>
              <a:spLocks noChangeArrowheads="1"/>
            </p:cNvSpPr>
            <p:nvPr/>
          </p:nvSpPr>
          <p:spPr bwMode="auto">
            <a:xfrm>
              <a:off x="4216" y="1356"/>
              <a:ext cx="599"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777" name="Rectangle 161">
              <a:extLst>
                <a:ext uri="{FF2B5EF4-FFF2-40B4-BE49-F238E27FC236}">
                  <a16:creationId xmlns:a16="http://schemas.microsoft.com/office/drawing/2014/main" id="{8B243454-074D-8346-AFE1-3BB5C3E642B9}"/>
                </a:ext>
              </a:extLst>
            </p:cNvPr>
            <p:cNvSpPr>
              <a:spLocks noChangeArrowheads="1"/>
            </p:cNvSpPr>
            <p:nvPr/>
          </p:nvSpPr>
          <p:spPr bwMode="auto">
            <a:xfrm>
              <a:off x="4228" y="1654"/>
              <a:ext cx="593"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nvGrpSpPr>
            <p:cNvPr id="778" name="Group 162">
              <a:extLst>
                <a:ext uri="{FF2B5EF4-FFF2-40B4-BE49-F238E27FC236}">
                  <a16:creationId xmlns:a16="http://schemas.microsoft.com/office/drawing/2014/main" id="{F952B7CD-AD2D-9742-9EE1-E9F5E9B22929}"/>
                </a:ext>
              </a:extLst>
            </p:cNvPr>
            <p:cNvGrpSpPr>
              <a:grpSpLocks/>
            </p:cNvGrpSpPr>
            <p:nvPr/>
          </p:nvGrpSpPr>
          <p:grpSpPr bwMode="auto">
            <a:xfrm>
              <a:off x="4735" y="1627"/>
              <a:ext cx="582" cy="151"/>
              <a:chOff x="614" y="2568"/>
              <a:chExt cx="725" cy="139"/>
            </a:xfrm>
          </p:grpSpPr>
          <p:sp>
            <p:nvSpPr>
              <p:cNvPr id="794" name="AutoShape 163">
                <a:extLst>
                  <a:ext uri="{FF2B5EF4-FFF2-40B4-BE49-F238E27FC236}">
                    <a16:creationId xmlns:a16="http://schemas.microsoft.com/office/drawing/2014/main" id="{20016974-868C-BD4F-9665-1B53F78C8F7F}"/>
                  </a:ext>
                </a:extLst>
              </p:cNvPr>
              <p:cNvSpPr>
                <a:spLocks noChangeArrowheads="1"/>
              </p:cNvSpPr>
              <p:nvPr/>
            </p:nvSpPr>
            <p:spPr bwMode="auto">
              <a:xfrm>
                <a:off x="611" y="2576"/>
                <a:ext cx="730" cy="129"/>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795" name="AutoShape 164">
                <a:extLst>
                  <a:ext uri="{FF2B5EF4-FFF2-40B4-BE49-F238E27FC236}">
                    <a16:creationId xmlns:a16="http://schemas.microsoft.com/office/drawing/2014/main" id="{A88B0A1E-CC2B-3B46-B6A2-53F0C41204D2}"/>
                  </a:ext>
                </a:extLst>
              </p:cNvPr>
              <p:cNvSpPr>
                <a:spLocks noChangeArrowheads="1"/>
              </p:cNvSpPr>
              <p:nvPr/>
            </p:nvSpPr>
            <p:spPr bwMode="auto">
              <a:xfrm>
                <a:off x="627" y="2588"/>
                <a:ext cx="699" cy="101"/>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sp>
          <p:nvSpPr>
            <p:cNvPr id="779" name="Freeform 165">
              <a:extLst>
                <a:ext uri="{FF2B5EF4-FFF2-40B4-BE49-F238E27FC236}">
                  <a16:creationId xmlns:a16="http://schemas.microsoft.com/office/drawing/2014/main" id="{2D7267B4-3F73-B744-90B8-E9BCE3D682BB}"/>
                </a:ext>
              </a:extLst>
            </p:cNvPr>
            <p:cNvSpPr>
              <a:spLocks/>
            </p:cNvSpPr>
            <p:nvPr/>
          </p:nvSpPr>
          <p:spPr bwMode="auto">
            <a:xfrm>
              <a:off x="5288" y="1354"/>
              <a:ext cx="263" cy="188"/>
            </a:xfrm>
            <a:custGeom>
              <a:avLst/>
              <a:gdLst>
                <a:gd name="T0" fmla="*/ 2 w 328"/>
                <a:gd name="T1" fmla="*/ 0 h 226"/>
                <a:gd name="T2" fmla="*/ 109 w 328"/>
                <a:gd name="T3" fmla="*/ 51 h 226"/>
                <a:gd name="T4" fmla="*/ 108 w 328"/>
                <a:gd name="T5" fmla="*/ 90 h 226"/>
                <a:gd name="T6" fmla="*/ 0 w 328"/>
                <a:gd name="T7" fmla="*/ 39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nvGrpSpPr>
            <p:cNvPr id="780" name="Group 166">
              <a:extLst>
                <a:ext uri="{FF2B5EF4-FFF2-40B4-BE49-F238E27FC236}">
                  <a16:creationId xmlns:a16="http://schemas.microsoft.com/office/drawing/2014/main" id="{389A7FB0-2CC9-7D49-A293-D5C9D206E219}"/>
                </a:ext>
              </a:extLst>
            </p:cNvPr>
            <p:cNvGrpSpPr>
              <a:grpSpLocks/>
            </p:cNvGrpSpPr>
            <p:nvPr/>
          </p:nvGrpSpPr>
          <p:grpSpPr bwMode="auto">
            <a:xfrm>
              <a:off x="4739" y="1327"/>
              <a:ext cx="582" cy="139"/>
              <a:chOff x="614" y="2568"/>
              <a:chExt cx="725" cy="139"/>
            </a:xfrm>
          </p:grpSpPr>
          <p:sp>
            <p:nvSpPr>
              <p:cNvPr id="792" name="AutoShape 167">
                <a:extLst>
                  <a:ext uri="{FF2B5EF4-FFF2-40B4-BE49-F238E27FC236}">
                    <a16:creationId xmlns:a16="http://schemas.microsoft.com/office/drawing/2014/main" id="{1C60BF9E-DC7B-F846-9F0E-B2E13E4833FE}"/>
                  </a:ext>
                </a:extLst>
              </p:cNvPr>
              <p:cNvSpPr>
                <a:spLocks noChangeArrowheads="1"/>
              </p:cNvSpPr>
              <p:nvPr/>
            </p:nvSpPr>
            <p:spPr bwMode="auto">
              <a:xfrm>
                <a:off x="614" y="2566"/>
                <a:ext cx="723" cy="140"/>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793" name="AutoShape 168">
                <a:extLst>
                  <a:ext uri="{FF2B5EF4-FFF2-40B4-BE49-F238E27FC236}">
                    <a16:creationId xmlns:a16="http://schemas.microsoft.com/office/drawing/2014/main" id="{15DF1283-BAAE-5A42-AEA0-93EC39A2CC8C}"/>
                  </a:ext>
                </a:extLst>
              </p:cNvPr>
              <p:cNvSpPr>
                <a:spLocks noChangeArrowheads="1"/>
              </p:cNvSpPr>
              <p:nvPr/>
            </p:nvSpPr>
            <p:spPr bwMode="auto">
              <a:xfrm>
                <a:off x="630" y="2585"/>
                <a:ext cx="691" cy="104"/>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sp>
          <p:nvSpPr>
            <p:cNvPr id="781" name="Rectangle 169">
              <a:extLst>
                <a:ext uri="{FF2B5EF4-FFF2-40B4-BE49-F238E27FC236}">
                  <a16:creationId xmlns:a16="http://schemas.microsoft.com/office/drawing/2014/main" id="{B78E8FF1-3A93-F04F-8BBF-F7DC1ED65AED}"/>
                </a:ext>
              </a:extLst>
            </p:cNvPr>
            <p:cNvSpPr>
              <a:spLocks noChangeArrowheads="1"/>
            </p:cNvSpPr>
            <p:nvPr/>
          </p:nvSpPr>
          <p:spPr bwMode="auto">
            <a:xfrm>
              <a:off x="5250" y="429"/>
              <a:ext cx="69" cy="2286"/>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782" name="Freeform 170">
              <a:extLst>
                <a:ext uri="{FF2B5EF4-FFF2-40B4-BE49-F238E27FC236}">
                  <a16:creationId xmlns:a16="http://schemas.microsoft.com/office/drawing/2014/main" id="{8358E42F-2052-D34A-8961-6C954E823CA4}"/>
                </a:ext>
              </a:extLst>
            </p:cNvPr>
            <p:cNvSpPr>
              <a:spLocks/>
            </p:cNvSpPr>
            <p:nvPr/>
          </p:nvSpPr>
          <p:spPr bwMode="auto">
            <a:xfrm>
              <a:off x="5312" y="1007"/>
              <a:ext cx="237" cy="213"/>
            </a:xfrm>
            <a:custGeom>
              <a:avLst/>
              <a:gdLst>
                <a:gd name="T0" fmla="*/ 2 w 296"/>
                <a:gd name="T1" fmla="*/ 0 h 256"/>
                <a:gd name="T2" fmla="*/ 96 w 296"/>
                <a:gd name="T3" fmla="*/ 57 h 256"/>
                <a:gd name="T4" fmla="*/ 98 w 296"/>
                <a:gd name="T5" fmla="*/ 102 h 256"/>
                <a:gd name="T6" fmla="*/ 0 w 296"/>
                <a:gd name="T7" fmla="*/ 39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783" name="Freeform 171">
              <a:extLst>
                <a:ext uri="{FF2B5EF4-FFF2-40B4-BE49-F238E27FC236}">
                  <a16:creationId xmlns:a16="http://schemas.microsoft.com/office/drawing/2014/main" id="{E15908DC-3FEB-A24B-86BC-8C1DC62E3013}"/>
                </a:ext>
              </a:extLst>
            </p:cNvPr>
            <p:cNvSpPr>
              <a:spLocks/>
            </p:cNvSpPr>
            <p:nvPr/>
          </p:nvSpPr>
          <p:spPr bwMode="auto">
            <a:xfrm>
              <a:off x="5315" y="680"/>
              <a:ext cx="244" cy="240"/>
            </a:xfrm>
            <a:custGeom>
              <a:avLst/>
              <a:gdLst>
                <a:gd name="T0" fmla="*/ 0 w 304"/>
                <a:gd name="T1" fmla="*/ 0 h 288"/>
                <a:gd name="T2" fmla="*/ 101 w 304"/>
                <a:gd name="T3" fmla="*/ 66 h 288"/>
                <a:gd name="T4" fmla="*/ 95 w 304"/>
                <a:gd name="T5" fmla="*/ 116 h 288"/>
                <a:gd name="T6" fmla="*/ 2 w 304"/>
                <a:gd name="T7" fmla="*/ 5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784" name="Oval 172">
              <a:extLst>
                <a:ext uri="{FF2B5EF4-FFF2-40B4-BE49-F238E27FC236}">
                  <a16:creationId xmlns:a16="http://schemas.microsoft.com/office/drawing/2014/main" id="{55D3D4C7-0F27-7847-9BA6-976BE282CB1C}"/>
                </a:ext>
              </a:extLst>
            </p:cNvPr>
            <p:cNvSpPr>
              <a:spLocks noChangeArrowheads="1"/>
            </p:cNvSpPr>
            <p:nvPr/>
          </p:nvSpPr>
          <p:spPr bwMode="auto">
            <a:xfrm>
              <a:off x="5515" y="2612"/>
              <a:ext cx="50" cy="98"/>
            </a:xfrm>
            <a:prstGeom prst="ellipse">
              <a:avLst/>
            </a:prstGeom>
            <a:solidFill>
              <a:srgbClr val="3333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785" name="Freeform 173">
              <a:extLst>
                <a:ext uri="{FF2B5EF4-FFF2-40B4-BE49-F238E27FC236}">
                  <a16:creationId xmlns:a16="http://schemas.microsoft.com/office/drawing/2014/main" id="{F5D28E4C-64C9-9241-87AF-620E7F6916B1}"/>
                </a:ext>
              </a:extLst>
            </p:cNvPr>
            <p:cNvSpPr>
              <a:spLocks/>
            </p:cNvSpPr>
            <p:nvPr/>
          </p:nvSpPr>
          <p:spPr bwMode="auto">
            <a:xfrm>
              <a:off x="5302" y="2614"/>
              <a:ext cx="245" cy="200"/>
            </a:xfrm>
            <a:custGeom>
              <a:avLst/>
              <a:gdLst>
                <a:gd name="T0" fmla="*/ 0 w 306"/>
                <a:gd name="T1" fmla="*/ 43 h 240"/>
                <a:gd name="T2" fmla="*/ 2 w 306"/>
                <a:gd name="T3" fmla="*/ 97 h 240"/>
                <a:gd name="T4" fmla="*/ 101 w 306"/>
                <a:gd name="T5" fmla="*/ 44 h 240"/>
                <a:gd name="T6" fmla="*/ 98 w 306"/>
                <a:gd name="T7" fmla="*/ 0 h 240"/>
                <a:gd name="T8" fmla="*/ 0 w 306"/>
                <a:gd name="T9" fmla="*/ 43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786" name="AutoShape 174">
              <a:extLst>
                <a:ext uri="{FF2B5EF4-FFF2-40B4-BE49-F238E27FC236}">
                  <a16:creationId xmlns:a16="http://schemas.microsoft.com/office/drawing/2014/main" id="{426EB745-6167-D14B-A776-4448FAAB10D9}"/>
                </a:ext>
              </a:extLst>
            </p:cNvPr>
            <p:cNvSpPr>
              <a:spLocks noChangeArrowheads="1"/>
            </p:cNvSpPr>
            <p:nvPr/>
          </p:nvSpPr>
          <p:spPr bwMode="auto">
            <a:xfrm>
              <a:off x="4140" y="2679"/>
              <a:ext cx="1198" cy="146"/>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787" name="AutoShape 175">
              <a:extLst>
                <a:ext uri="{FF2B5EF4-FFF2-40B4-BE49-F238E27FC236}">
                  <a16:creationId xmlns:a16="http://schemas.microsoft.com/office/drawing/2014/main" id="{0292EAF2-9AF0-A84A-A39E-10D96929B9D5}"/>
                </a:ext>
              </a:extLst>
            </p:cNvPr>
            <p:cNvSpPr>
              <a:spLocks noChangeArrowheads="1"/>
            </p:cNvSpPr>
            <p:nvPr/>
          </p:nvSpPr>
          <p:spPr bwMode="auto">
            <a:xfrm>
              <a:off x="4203" y="2709"/>
              <a:ext cx="1072" cy="85"/>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788" name="Oval 176">
              <a:extLst>
                <a:ext uri="{FF2B5EF4-FFF2-40B4-BE49-F238E27FC236}">
                  <a16:creationId xmlns:a16="http://schemas.microsoft.com/office/drawing/2014/main" id="{CF51263E-374B-244C-8313-AC3747A055D9}"/>
                </a:ext>
              </a:extLst>
            </p:cNvPr>
            <p:cNvSpPr>
              <a:spLocks noChangeArrowheads="1"/>
            </p:cNvSpPr>
            <p:nvPr/>
          </p:nvSpPr>
          <p:spPr bwMode="auto">
            <a:xfrm>
              <a:off x="4310" y="2386"/>
              <a:ext cx="158" cy="140"/>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789" name="Oval 177">
              <a:extLst>
                <a:ext uri="{FF2B5EF4-FFF2-40B4-BE49-F238E27FC236}">
                  <a16:creationId xmlns:a16="http://schemas.microsoft.com/office/drawing/2014/main" id="{6084D4F4-9EA7-F048-99DE-9AD5FDE1E5C5}"/>
                </a:ext>
              </a:extLst>
            </p:cNvPr>
            <p:cNvSpPr>
              <a:spLocks noChangeArrowheads="1"/>
            </p:cNvSpPr>
            <p:nvPr/>
          </p:nvSpPr>
          <p:spPr bwMode="auto">
            <a:xfrm>
              <a:off x="4487" y="2386"/>
              <a:ext cx="158" cy="140"/>
            </a:xfrm>
            <a:prstGeom prst="ellipse">
              <a:avLst/>
            </a:prstGeom>
            <a:solidFill>
              <a:srgbClr val="FF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0000"/>
                </a:solidFill>
                <a:effectLst/>
                <a:uLnTx/>
                <a:uFillTx/>
                <a:latin typeface="Arial" charset="0"/>
                <a:ea typeface="ＭＳ Ｐゴシック" charset="0"/>
              </a:endParaRPr>
            </a:p>
          </p:txBody>
        </p:sp>
        <p:sp>
          <p:nvSpPr>
            <p:cNvPr id="790" name="Oval 178">
              <a:extLst>
                <a:ext uri="{FF2B5EF4-FFF2-40B4-BE49-F238E27FC236}">
                  <a16:creationId xmlns:a16="http://schemas.microsoft.com/office/drawing/2014/main" id="{D953B547-8892-2A44-B775-A5EE550E8E55}"/>
                </a:ext>
              </a:extLst>
            </p:cNvPr>
            <p:cNvSpPr>
              <a:spLocks noChangeArrowheads="1"/>
            </p:cNvSpPr>
            <p:nvPr/>
          </p:nvSpPr>
          <p:spPr bwMode="auto">
            <a:xfrm>
              <a:off x="4663" y="2380"/>
              <a:ext cx="158" cy="140"/>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791" name="Rectangle 179">
              <a:extLst>
                <a:ext uri="{FF2B5EF4-FFF2-40B4-BE49-F238E27FC236}">
                  <a16:creationId xmlns:a16="http://schemas.microsoft.com/office/drawing/2014/main" id="{326922C6-F013-6B47-915C-187F1C8FFA48}"/>
                </a:ext>
              </a:extLst>
            </p:cNvPr>
            <p:cNvSpPr>
              <a:spLocks noChangeArrowheads="1"/>
            </p:cNvSpPr>
            <p:nvPr/>
          </p:nvSpPr>
          <p:spPr bwMode="auto">
            <a:xfrm>
              <a:off x="5061" y="1837"/>
              <a:ext cx="88" cy="756"/>
            </a:xfrm>
            <a:prstGeom prst="rect">
              <a:avLst/>
            </a:prstGeom>
            <a:solidFill>
              <a:srgbClr val="292929"/>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sp>
        <p:nvSpPr>
          <p:cNvPr id="402" name="Rectangle 3">
            <a:extLst>
              <a:ext uri="{FF2B5EF4-FFF2-40B4-BE49-F238E27FC236}">
                <a16:creationId xmlns:a16="http://schemas.microsoft.com/office/drawing/2014/main" id="{9600BDB0-B69B-3A49-8AE3-C321F92D1E07}"/>
              </a:ext>
            </a:extLst>
          </p:cNvPr>
          <p:cNvSpPr txBox="1">
            <a:spLocks noChangeArrowheads="1"/>
          </p:cNvSpPr>
          <p:nvPr/>
        </p:nvSpPr>
        <p:spPr bwMode="auto">
          <a:xfrm>
            <a:off x="5429671" y="1384207"/>
            <a:ext cx="6323058" cy="126206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lnSpc>
                <a:spcPct val="85000"/>
              </a:lnSpc>
              <a:spcBef>
                <a:spcPct val="20000"/>
              </a:spcBef>
              <a:spcAft>
                <a:spcPct val="0"/>
              </a:spcAft>
              <a:buClr>
                <a:srgbClr val="000099"/>
              </a:buClr>
              <a:buSzPct val="100000"/>
              <a:buFont typeface="Wingdings" charset="2"/>
              <a:buChar char="§"/>
              <a:defRPr sz="2800">
                <a:solidFill>
                  <a:schemeClr val="tx1"/>
                </a:solidFill>
                <a:latin typeface="+mn-lt"/>
                <a:ea typeface="ＭＳ Ｐゴシック" charset="0"/>
                <a:cs typeface="ＭＳ Ｐゴシック" charset="0"/>
              </a:defRPr>
            </a:lvl1pPr>
            <a:lvl2pPr marL="742950" indent="-285750" algn="l" rtl="0" eaLnBrk="0" fontAlgn="base" hangingPunct="0">
              <a:lnSpc>
                <a:spcPct val="85000"/>
              </a:lnSpc>
              <a:spcBef>
                <a:spcPct val="20000"/>
              </a:spcBef>
              <a:spcAft>
                <a:spcPct val="0"/>
              </a:spcAft>
              <a:buClr>
                <a:srgbClr val="000099"/>
              </a:buClr>
              <a:buFont typeface="Arial"/>
              <a:buChar char="•"/>
              <a:defRPr sz="2400">
                <a:solidFill>
                  <a:schemeClr val="tx1"/>
                </a:solidFill>
                <a:latin typeface="+mn-lt"/>
                <a:ea typeface="ＭＳ Ｐゴシック" charset="0"/>
              </a:defRPr>
            </a:lvl2pPr>
            <a:lvl3pPr marL="1143000" indent="-228600" algn="l" rtl="0" eaLnBrk="0" fontAlgn="base" hangingPunct="0">
              <a:spcBef>
                <a:spcPct val="20000"/>
              </a:spcBef>
              <a:spcAft>
                <a:spcPct val="0"/>
              </a:spcAft>
              <a:buChar char="•"/>
              <a:defRPr sz="2000">
                <a:solidFill>
                  <a:schemeClr val="tx1"/>
                </a:solidFill>
                <a:latin typeface="Comic Sans MS" pitchFamily="66" charset="0"/>
                <a:ea typeface="ＭＳ Ｐゴシック" charset="0"/>
              </a:defRPr>
            </a:lvl3pPr>
            <a:lvl4pPr marL="1600200" indent="-228600" algn="l" rtl="0" eaLnBrk="0" fontAlgn="base" hangingPunct="0">
              <a:spcBef>
                <a:spcPct val="20000"/>
              </a:spcBef>
              <a:spcAft>
                <a:spcPct val="0"/>
              </a:spcAft>
              <a:buChar char="–"/>
              <a:defRPr sz="2000">
                <a:solidFill>
                  <a:schemeClr val="tx1"/>
                </a:solidFill>
                <a:latin typeface="Times New Roman" pitchFamily="-109" charset="0"/>
                <a:ea typeface="ＭＳ Ｐゴシック" charset="0"/>
              </a:defRPr>
            </a:lvl4pPr>
            <a:lvl5pPr marL="2057400" indent="-228600" algn="l" rtl="0" eaLnBrk="0" fontAlgn="base" hangingPunct="0">
              <a:spcBef>
                <a:spcPct val="20000"/>
              </a:spcBef>
              <a:spcAft>
                <a:spcPct val="0"/>
              </a:spcAft>
              <a:buChar char="»"/>
              <a:defRPr sz="2000">
                <a:solidFill>
                  <a:schemeClr val="tx1"/>
                </a:solidFill>
                <a:latin typeface="Times New Roman" pitchFamily="-109" charset="0"/>
                <a:ea typeface="ＭＳ Ｐゴシック" charset="0"/>
              </a:defRPr>
            </a:lvl5pPr>
            <a:lvl6pPr marL="2514600" indent="-228600" algn="l" rtl="0" eaLnBrk="0" fontAlgn="base" hangingPunct="0">
              <a:spcBef>
                <a:spcPct val="20000"/>
              </a:spcBef>
              <a:spcAft>
                <a:spcPct val="0"/>
              </a:spcAft>
              <a:buChar char="»"/>
              <a:defRPr sz="2000">
                <a:solidFill>
                  <a:schemeClr val="tx1"/>
                </a:solidFill>
                <a:latin typeface="Times New Roman" pitchFamily="-109" charset="0"/>
              </a:defRPr>
            </a:lvl6pPr>
            <a:lvl7pPr marL="2971800" indent="-228600" algn="l" rtl="0" eaLnBrk="0" fontAlgn="base" hangingPunct="0">
              <a:spcBef>
                <a:spcPct val="20000"/>
              </a:spcBef>
              <a:spcAft>
                <a:spcPct val="0"/>
              </a:spcAft>
              <a:buChar char="»"/>
              <a:defRPr sz="2000">
                <a:solidFill>
                  <a:schemeClr val="tx1"/>
                </a:solidFill>
                <a:latin typeface="Times New Roman" pitchFamily="-109" charset="0"/>
              </a:defRPr>
            </a:lvl7pPr>
            <a:lvl8pPr marL="3429000" indent="-228600" algn="l" rtl="0" eaLnBrk="0" fontAlgn="base" hangingPunct="0">
              <a:spcBef>
                <a:spcPct val="20000"/>
              </a:spcBef>
              <a:spcAft>
                <a:spcPct val="0"/>
              </a:spcAft>
              <a:buChar char="»"/>
              <a:defRPr sz="2000">
                <a:solidFill>
                  <a:schemeClr val="tx1"/>
                </a:solidFill>
                <a:latin typeface="Times New Roman" pitchFamily="-109" charset="0"/>
              </a:defRPr>
            </a:lvl8pPr>
            <a:lvl9pPr marL="3886200" indent="-228600" algn="l" rtl="0" eaLnBrk="0" fontAlgn="base" hangingPunct="0">
              <a:spcBef>
                <a:spcPct val="20000"/>
              </a:spcBef>
              <a:spcAft>
                <a:spcPct val="0"/>
              </a:spcAft>
              <a:buChar char="»"/>
              <a:defRPr sz="2000">
                <a:solidFill>
                  <a:schemeClr val="tx1"/>
                </a:solidFill>
                <a:latin typeface="Times New Roman" pitchFamily="-109" charset="0"/>
              </a:defRPr>
            </a:lvl9pPr>
          </a:lstStyle>
          <a:p>
            <a:pPr>
              <a:defRPr/>
            </a:pPr>
            <a:r>
              <a:rPr lang="en-US" sz="2400" kern="0" dirty="0">
                <a:cs typeface="+mn-cs"/>
              </a:rPr>
              <a:t>before sending </a:t>
            </a:r>
            <a:r>
              <a:rPr lang="en-US" sz="2400" kern="0" dirty="0">
                <a:solidFill>
                  <a:srgbClr val="C00000"/>
                </a:solidFill>
                <a:cs typeface="+mn-cs"/>
              </a:rPr>
              <a:t>HTTP</a:t>
            </a:r>
            <a:r>
              <a:rPr lang="en-US" sz="2400" b="1" i="1" kern="0" dirty="0">
                <a:solidFill>
                  <a:srgbClr val="C00000"/>
                </a:solidFill>
                <a:cs typeface="+mn-cs"/>
              </a:rPr>
              <a:t> </a:t>
            </a:r>
            <a:r>
              <a:rPr lang="en-US" sz="2400" kern="0" dirty="0">
                <a:cs typeface="+mn-cs"/>
              </a:rPr>
              <a:t>request, need IP address of www.google.com:  </a:t>
            </a:r>
            <a:r>
              <a:rPr lang="en-US" sz="2400" kern="0" dirty="0">
                <a:solidFill>
                  <a:srgbClr val="C00000"/>
                </a:solidFill>
                <a:cs typeface="+mn-cs"/>
              </a:rPr>
              <a:t>DNS</a:t>
            </a:r>
          </a:p>
        </p:txBody>
      </p:sp>
      <p:grpSp>
        <p:nvGrpSpPr>
          <p:cNvPr id="404" name="Group 276">
            <a:extLst>
              <a:ext uri="{FF2B5EF4-FFF2-40B4-BE49-F238E27FC236}">
                <a16:creationId xmlns:a16="http://schemas.microsoft.com/office/drawing/2014/main" id="{51C6E466-A1A9-2A4E-92E4-8816C1F17376}"/>
              </a:ext>
            </a:extLst>
          </p:cNvPr>
          <p:cNvGrpSpPr>
            <a:grpSpLocks/>
          </p:cNvGrpSpPr>
          <p:nvPr/>
        </p:nvGrpSpPr>
        <p:grpSpPr bwMode="auto">
          <a:xfrm>
            <a:off x="188913" y="1412782"/>
            <a:ext cx="762000" cy="876300"/>
            <a:chOff x="177" y="729"/>
            <a:chExt cx="480" cy="552"/>
          </a:xfrm>
        </p:grpSpPr>
        <p:grpSp>
          <p:nvGrpSpPr>
            <p:cNvPr id="405" name="Group 54">
              <a:extLst>
                <a:ext uri="{FF2B5EF4-FFF2-40B4-BE49-F238E27FC236}">
                  <a16:creationId xmlns:a16="http://schemas.microsoft.com/office/drawing/2014/main" id="{AD9780B1-15CB-5543-B6E4-4E067E0AE818}"/>
                </a:ext>
              </a:extLst>
            </p:cNvPr>
            <p:cNvGrpSpPr>
              <a:grpSpLocks/>
            </p:cNvGrpSpPr>
            <p:nvPr/>
          </p:nvGrpSpPr>
          <p:grpSpPr bwMode="auto">
            <a:xfrm>
              <a:off x="343" y="732"/>
              <a:ext cx="290" cy="154"/>
              <a:chOff x="844" y="3337"/>
              <a:chExt cx="290" cy="154"/>
            </a:xfrm>
          </p:grpSpPr>
          <p:sp>
            <p:nvSpPr>
              <p:cNvPr id="423" name="Rectangle 55">
                <a:extLst>
                  <a:ext uri="{FF2B5EF4-FFF2-40B4-BE49-F238E27FC236}">
                    <a16:creationId xmlns:a16="http://schemas.microsoft.com/office/drawing/2014/main" id="{747308DA-08E3-F647-A4FE-F53AA331F1F0}"/>
                  </a:ext>
                </a:extLst>
              </p:cNvPr>
              <p:cNvSpPr>
                <a:spLocks noChangeArrowheads="1"/>
              </p:cNvSpPr>
              <p:nvPr/>
            </p:nvSpPr>
            <p:spPr bwMode="auto">
              <a:xfrm>
                <a:off x="889" y="3370"/>
                <a:ext cx="245" cy="86"/>
              </a:xfrm>
              <a:prstGeom prst="rect">
                <a:avLst/>
              </a:prstGeom>
              <a:solidFill>
                <a:srgbClr val="FF0000"/>
              </a:solidFill>
              <a:ln w="9525">
                <a:solidFill>
                  <a:srgbClr val="FFFFFF"/>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424" name="Text Box 56">
                <a:extLst>
                  <a:ext uri="{FF2B5EF4-FFF2-40B4-BE49-F238E27FC236}">
                    <a16:creationId xmlns:a16="http://schemas.microsoft.com/office/drawing/2014/main" id="{8DDA48C8-F1B8-3D4B-9243-90AD2C6DF4C9}"/>
                  </a:ext>
                </a:extLst>
              </p:cNvPr>
              <p:cNvSpPr txBox="1">
                <a:spLocks noChangeArrowheads="1"/>
              </p:cNvSpPr>
              <p:nvPr/>
            </p:nvSpPr>
            <p:spPr bwMode="auto">
              <a:xfrm>
                <a:off x="844" y="3337"/>
                <a:ext cx="285" cy="1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srgbClr val="FFFFFF"/>
                    </a:solidFill>
                    <a:effectLst/>
                    <a:uLnTx/>
                    <a:uFillTx/>
                    <a:latin typeface="Arial" charset="0"/>
                    <a:ea typeface="ＭＳ Ｐゴシック" charset="0"/>
                  </a:rPr>
                  <a:t>DNS</a:t>
                </a:r>
              </a:p>
            </p:txBody>
          </p:sp>
        </p:grpSp>
        <p:grpSp>
          <p:nvGrpSpPr>
            <p:cNvPr id="406" name="Group 59">
              <a:extLst>
                <a:ext uri="{FF2B5EF4-FFF2-40B4-BE49-F238E27FC236}">
                  <a16:creationId xmlns:a16="http://schemas.microsoft.com/office/drawing/2014/main" id="{4F8080DC-ECC7-B749-BDD0-FDD71938B426}"/>
                </a:ext>
              </a:extLst>
            </p:cNvPr>
            <p:cNvGrpSpPr>
              <a:grpSpLocks/>
            </p:cNvGrpSpPr>
            <p:nvPr/>
          </p:nvGrpSpPr>
          <p:grpSpPr bwMode="auto">
            <a:xfrm>
              <a:off x="290" y="874"/>
              <a:ext cx="354" cy="154"/>
              <a:chOff x="740" y="3209"/>
              <a:chExt cx="354" cy="154"/>
            </a:xfrm>
          </p:grpSpPr>
          <p:grpSp>
            <p:nvGrpSpPr>
              <p:cNvPr id="418" name="Group 60">
                <a:extLst>
                  <a:ext uri="{FF2B5EF4-FFF2-40B4-BE49-F238E27FC236}">
                    <a16:creationId xmlns:a16="http://schemas.microsoft.com/office/drawing/2014/main" id="{61E6282E-90CC-384D-965A-D5A439F939EF}"/>
                  </a:ext>
                </a:extLst>
              </p:cNvPr>
              <p:cNvGrpSpPr>
                <a:grpSpLocks/>
              </p:cNvGrpSpPr>
              <p:nvPr/>
            </p:nvGrpSpPr>
            <p:grpSpPr bwMode="auto">
              <a:xfrm>
                <a:off x="794" y="3209"/>
                <a:ext cx="290" cy="154"/>
                <a:chOff x="844" y="3337"/>
                <a:chExt cx="290" cy="154"/>
              </a:xfrm>
            </p:grpSpPr>
            <p:sp>
              <p:nvSpPr>
                <p:cNvPr id="421" name="Rectangle 61">
                  <a:extLst>
                    <a:ext uri="{FF2B5EF4-FFF2-40B4-BE49-F238E27FC236}">
                      <a16:creationId xmlns:a16="http://schemas.microsoft.com/office/drawing/2014/main" id="{ECB8DEAD-01C9-AB45-B72E-A484126572A6}"/>
                    </a:ext>
                  </a:extLst>
                </p:cNvPr>
                <p:cNvSpPr>
                  <a:spLocks noChangeArrowheads="1"/>
                </p:cNvSpPr>
                <p:nvPr/>
              </p:nvSpPr>
              <p:spPr bwMode="auto">
                <a:xfrm>
                  <a:off x="889" y="3370"/>
                  <a:ext cx="245" cy="86"/>
                </a:xfrm>
                <a:prstGeom prst="rect">
                  <a:avLst/>
                </a:prstGeom>
                <a:solidFill>
                  <a:srgbClr val="FF0000"/>
                </a:solidFill>
                <a:ln w="9525">
                  <a:solidFill>
                    <a:srgbClr val="FFFFFF"/>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422" name="Text Box 62">
                  <a:extLst>
                    <a:ext uri="{FF2B5EF4-FFF2-40B4-BE49-F238E27FC236}">
                      <a16:creationId xmlns:a16="http://schemas.microsoft.com/office/drawing/2014/main" id="{790558CC-63C0-D640-8147-A79BA4249F03}"/>
                    </a:ext>
                  </a:extLst>
                </p:cNvPr>
                <p:cNvSpPr txBox="1">
                  <a:spLocks noChangeArrowheads="1"/>
                </p:cNvSpPr>
                <p:nvPr/>
              </p:nvSpPr>
              <p:spPr bwMode="auto">
                <a:xfrm>
                  <a:off x="844" y="3337"/>
                  <a:ext cx="285" cy="1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srgbClr val="FFFFFF"/>
                      </a:solidFill>
                      <a:effectLst/>
                      <a:uLnTx/>
                      <a:uFillTx/>
                      <a:latin typeface="Arial" charset="0"/>
                      <a:ea typeface="ＭＳ Ｐゴシック" charset="0"/>
                    </a:rPr>
                    <a:t>DNS</a:t>
                  </a:r>
                </a:p>
              </p:txBody>
            </p:sp>
          </p:grpSp>
          <p:sp>
            <p:nvSpPr>
              <p:cNvPr id="419" name="Rectangle 63">
                <a:extLst>
                  <a:ext uri="{FF2B5EF4-FFF2-40B4-BE49-F238E27FC236}">
                    <a16:creationId xmlns:a16="http://schemas.microsoft.com/office/drawing/2014/main" id="{F5DC526A-59E3-654D-8A44-E4FD8EF5D6DB}"/>
                  </a:ext>
                </a:extLst>
              </p:cNvPr>
              <p:cNvSpPr>
                <a:spLocks noChangeArrowheads="1"/>
              </p:cNvSpPr>
              <p:nvPr/>
            </p:nvSpPr>
            <p:spPr bwMode="auto">
              <a:xfrm>
                <a:off x="750" y="3244"/>
                <a:ext cx="88" cy="82"/>
              </a:xfrm>
              <a:prstGeom prst="rect">
                <a:avLst/>
              </a:prstGeom>
              <a:solidFill>
                <a:srgbClr val="00CC99"/>
              </a:solidFill>
              <a:ln w="9525">
                <a:solidFill>
                  <a:srgbClr val="FFFFFF"/>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420" name="Rectangle 64">
                <a:extLst>
                  <a:ext uri="{FF2B5EF4-FFF2-40B4-BE49-F238E27FC236}">
                    <a16:creationId xmlns:a16="http://schemas.microsoft.com/office/drawing/2014/main" id="{245CE827-FBBA-0247-857D-C7827D072266}"/>
                  </a:ext>
                </a:extLst>
              </p:cNvPr>
              <p:cNvSpPr>
                <a:spLocks noChangeArrowheads="1"/>
              </p:cNvSpPr>
              <p:nvPr/>
            </p:nvSpPr>
            <p:spPr bwMode="auto">
              <a:xfrm>
                <a:off x="740" y="3238"/>
                <a:ext cx="354" cy="94"/>
              </a:xfrm>
              <a:prstGeom prst="rect">
                <a:avLst/>
              </a:prstGeom>
              <a:noFill/>
              <a:ln w="9525">
                <a:solidFill>
                  <a:srgbClr val="00CC99"/>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grpSp>
          <p:nvGrpSpPr>
            <p:cNvPr id="407" name="Group 65">
              <a:extLst>
                <a:ext uri="{FF2B5EF4-FFF2-40B4-BE49-F238E27FC236}">
                  <a16:creationId xmlns:a16="http://schemas.microsoft.com/office/drawing/2014/main" id="{15F4C111-5623-584F-913F-25611109636E}"/>
                </a:ext>
              </a:extLst>
            </p:cNvPr>
            <p:cNvGrpSpPr>
              <a:grpSpLocks/>
            </p:cNvGrpSpPr>
            <p:nvPr/>
          </p:nvGrpSpPr>
          <p:grpSpPr bwMode="auto">
            <a:xfrm>
              <a:off x="290" y="1022"/>
              <a:ext cx="354" cy="154"/>
              <a:chOff x="836" y="3305"/>
              <a:chExt cx="354" cy="154"/>
            </a:xfrm>
          </p:grpSpPr>
          <p:grpSp>
            <p:nvGrpSpPr>
              <p:cNvPr id="412" name="Group 66">
                <a:extLst>
                  <a:ext uri="{FF2B5EF4-FFF2-40B4-BE49-F238E27FC236}">
                    <a16:creationId xmlns:a16="http://schemas.microsoft.com/office/drawing/2014/main" id="{E087F74B-C76E-324D-BC2A-9DF19D12BFDB}"/>
                  </a:ext>
                </a:extLst>
              </p:cNvPr>
              <p:cNvGrpSpPr>
                <a:grpSpLocks/>
              </p:cNvGrpSpPr>
              <p:nvPr/>
            </p:nvGrpSpPr>
            <p:grpSpPr bwMode="auto">
              <a:xfrm>
                <a:off x="890" y="3305"/>
                <a:ext cx="290" cy="154"/>
                <a:chOff x="844" y="3337"/>
                <a:chExt cx="290" cy="154"/>
              </a:xfrm>
            </p:grpSpPr>
            <p:sp>
              <p:nvSpPr>
                <p:cNvPr id="416" name="Rectangle 67">
                  <a:extLst>
                    <a:ext uri="{FF2B5EF4-FFF2-40B4-BE49-F238E27FC236}">
                      <a16:creationId xmlns:a16="http://schemas.microsoft.com/office/drawing/2014/main" id="{79931AC2-B756-844F-8B0A-D4AE323FC9C7}"/>
                    </a:ext>
                  </a:extLst>
                </p:cNvPr>
                <p:cNvSpPr>
                  <a:spLocks noChangeArrowheads="1"/>
                </p:cNvSpPr>
                <p:nvPr/>
              </p:nvSpPr>
              <p:spPr bwMode="auto">
                <a:xfrm>
                  <a:off x="889" y="3370"/>
                  <a:ext cx="245" cy="86"/>
                </a:xfrm>
                <a:prstGeom prst="rect">
                  <a:avLst/>
                </a:prstGeom>
                <a:solidFill>
                  <a:srgbClr val="FF0000"/>
                </a:solidFill>
                <a:ln w="9525">
                  <a:solidFill>
                    <a:srgbClr val="FFFFFF"/>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417" name="Text Box 68">
                  <a:extLst>
                    <a:ext uri="{FF2B5EF4-FFF2-40B4-BE49-F238E27FC236}">
                      <a16:creationId xmlns:a16="http://schemas.microsoft.com/office/drawing/2014/main" id="{090733E3-62AE-8D4A-B199-3E54FE059479}"/>
                    </a:ext>
                  </a:extLst>
                </p:cNvPr>
                <p:cNvSpPr txBox="1">
                  <a:spLocks noChangeArrowheads="1"/>
                </p:cNvSpPr>
                <p:nvPr/>
              </p:nvSpPr>
              <p:spPr bwMode="auto">
                <a:xfrm>
                  <a:off x="844" y="3337"/>
                  <a:ext cx="285" cy="1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srgbClr val="FFFFFF"/>
                      </a:solidFill>
                      <a:effectLst/>
                      <a:uLnTx/>
                      <a:uFillTx/>
                      <a:latin typeface="Arial" charset="0"/>
                      <a:ea typeface="ＭＳ Ｐゴシック" charset="0"/>
                    </a:rPr>
                    <a:t>DNS</a:t>
                  </a:r>
                </a:p>
              </p:txBody>
            </p:sp>
          </p:grpSp>
          <p:grpSp>
            <p:nvGrpSpPr>
              <p:cNvPr id="413" name="Group 69">
                <a:extLst>
                  <a:ext uri="{FF2B5EF4-FFF2-40B4-BE49-F238E27FC236}">
                    <a16:creationId xmlns:a16="http://schemas.microsoft.com/office/drawing/2014/main" id="{66E9D74C-5677-6F4F-89BA-6D54E258B5A4}"/>
                  </a:ext>
                </a:extLst>
              </p:cNvPr>
              <p:cNvGrpSpPr>
                <a:grpSpLocks/>
              </p:cNvGrpSpPr>
              <p:nvPr/>
            </p:nvGrpSpPr>
            <p:grpSpPr bwMode="auto">
              <a:xfrm>
                <a:off x="836" y="3334"/>
                <a:ext cx="354" cy="94"/>
                <a:chOff x="836" y="3334"/>
                <a:chExt cx="354" cy="94"/>
              </a:xfrm>
            </p:grpSpPr>
            <p:sp>
              <p:nvSpPr>
                <p:cNvPr id="414" name="Rectangle 70">
                  <a:extLst>
                    <a:ext uri="{FF2B5EF4-FFF2-40B4-BE49-F238E27FC236}">
                      <a16:creationId xmlns:a16="http://schemas.microsoft.com/office/drawing/2014/main" id="{0161C2AA-FEFC-C041-9E7E-268E6DE5A8F1}"/>
                    </a:ext>
                  </a:extLst>
                </p:cNvPr>
                <p:cNvSpPr>
                  <a:spLocks noChangeArrowheads="1"/>
                </p:cNvSpPr>
                <p:nvPr/>
              </p:nvSpPr>
              <p:spPr bwMode="auto">
                <a:xfrm>
                  <a:off x="846" y="3340"/>
                  <a:ext cx="88" cy="82"/>
                </a:xfrm>
                <a:prstGeom prst="rect">
                  <a:avLst/>
                </a:prstGeom>
                <a:solidFill>
                  <a:srgbClr val="00CC99"/>
                </a:solidFill>
                <a:ln w="9525">
                  <a:solidFill>
                    <a:srgbClr val="FFFFFF"/>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415" name="Rectangle 71">
                  <a:extLst>
                    <a:ext uri="{FF2B5EF4-FFF2-40B4-BE49-F238E27FC236}">
                      <a16:creationId xmlns:a16="http://schemas.microsoft.com/office/drawing/2014/main" id="{3CD27586-D015-EA44-85D6-CD5CD84D1A10}"/>
                    </a:ext>
                  </a:extLst>
                </p:cNvPr>
                <p:cNvSpPr>
                  <a:spLocks noChangeArrowheads="1"/>
                </p:cNvSpPr>
                <p:nvPr/>
              </p:nvSpPr>
              <p:spPr bwMode="auto">
                <a:xfrm>
                  <a:off x="836" y="3334"/>
                  <a:ext cx="354" cy="94"/>
                </a:xfrm>
                <a:prstGeom prst="rect">
                  <a:avLst/>
                </a:prstGeom>
                <a:noFill/>
                <a:ln w="9525">
                  <a:solidFill>
                    <a:srgbClr val="00CC99"/>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grpSp>
        <p:grpSp>
          <p:nvGrpSpPr>
            <p:cNvPr id="408" name="Group 72">
              <a:extLst>
                <a:ext uri="{FF2B5EF4-FFF2-40B4-BE49-F238E27FC236}">
                  <a16:creationId xmlns:a16="http://schemas.microsoft.com/office/drawing/2014/main" id="{60AC4F1B-9923-B042-A804-547AE196E95C}"/>
                </a:ext>
              </a:extLst>
            </p:cNvPr>
            <p:cNvGrpSpPr>
              <a:grpSpLocks/>
            </p:cNvGrpSpPr>
            <p:nvPr/>
          </p:nvGrpSpPr>
          <p:grpSpPr bwMode="auto">
            <a:xfrm>
              <a:off x="177" y="1042"/>
              <a:ext cx="480" cy="112"/>
              <a:chOff x="627" y="3377"/>
              <a:chExt cx="480" cy="112"/>
            </a:xfrm>
          </p:grpSpPr>
          <p:sp>
            <p:nvSpPr>
              <p:cNvPr id="410" name="Rectangle 73">
                <a:extLst>
                  <a:ext uri="{FF2B5EF4-FFF2-40B4-BE49-F238E27FC236}">
                    <a16:creationId xmlns:a16="http://schemas.microsoft.com/office/drawing/2014/main" id="{6BFA39D2-A95F-1A42-AABE-822C47AB3E4E}"/>
                  </a:ext>
                </a:extLst>
              </p:cNvPr>
              <p:cNvSpPr>
                <a:spLocks noChangeArrowheads="1"/>
              </p:cNvSpPr>
              <p:nvPr/>
            </p:nvSpPr>
            <p:spPr bwMode="auto">
              <a:xfrm>
                <a:off x="636" y="3388"/>
                <a:ext cx="96" cy="93"/>
              </a:xfrm>
              <a:prstGeom prst="rect">
                <a:avLst/>
              </a:prstGeom>
              <a:solidFill>
                <a:srgbClr val="3333CC"/>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411" name="Rectangle 74">
                <a:extLst>
                  <a:ext uri="{FF2B5EF4-FFF2-40B4-BE49-F238E27FC236}">
                    <a16:creationId xmlns:a16="http://schemas.microsoft.com/office/drawing/2014/main" id="{7920D845-4AF7-1A4B-B83D-F6E5623129AB}"/>
                  </a:ext>
                </a:extLst>
              </p:cNvPr>
              <p:cNvSpPr>
                <a:spLocks noChangeArrowheads="1"/>
              </p:cNvSpPr>
              <p:nvPr/>
            </p:nvSpPr>
            <p:spPr bwMode="auto">
              <a:xfrm>
                <a:off x="627" y="3377"/>
                <a:ext cx="480" cy="112"/>
              </a:xfrm>
              <a:prstGeom prst="rect">
                <a:avLst/>
              </a:prstGeom>
              <a:noFill/>
              <a:ln w="9525">
                <a:solidFill>
                  <a:srgbClr val="3333CC"/>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sp>
          <p:nvSpPr>
            <p:cNvPr id="409" name="AutoShape 89">
              <a:extLst>
                <a:ext uri="{FF2B5EF4-FFF2-40B4-BE49-F238E27FC236}">
                  <a16:creationId xmlns:a16="http://schemas.microsoft.com/office/drawing/2014/main" id="{20655E62-4CCD-E046-A993-525D3A99931C}"/>
                </a:ext>
              </a:extLst>
            </p:cNvPr>
            <p:cNvSpPr>
              <a:spLocks noChangeArrowheads="1"/>
            </p:cNvSpPr>
            <p:nvPr/>
          </p:nvSpPr>
          <p:spPr bwMode="auto">
            <a:xfrm>
              <a:off x="393" y="729"/>
              <a:ext cx="240" cy="552"/>
            </a:xfrm>
            <a:prstGeom prst="downArrow">
              <a:avLst>
                <a:gd name="adj1" fmla="val 54167"/>
                <a:gd name="adj2" fmla="val 36928"/>
              </a:avLst>
            </a:prstGeom>
            <a:gradFill rotWithShape="1">
              <a:gsLst>
                <a:gs pos="0">
                  <a:srgbClr val="FF0000">
                    <a:alpha val="25000"/>
                  </a:srgbClr>
                </a:gs>
                <a:gs pos="100000">
                  <a:srgbClr val="FF0000">
                    <a:alpha val="25000"/>
                  </a:srgbClr>
                </a:gs>
              </a:gsLst>
              <a:lin ang="540000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sp>
        <p:nvSpPr>
          <p:cNvPr id="425" name="Rectangle 152">
            <a:extLst>
              <a:ext uri="{FF2B5EF4-FFF2-40B4-BE49-F238E27FC236}">
                <a16:creationId xmlns:a16="http://schemas.microsoft.com/office/drawing/2014/main" id="{4CFC0AF0-7EC0-4D43-94F4-E73826F0EB8E}"/>
              </a:ext>
            </a:extLst>
          </p:cNvPr>
          <p:cNvSpPr>
            <a:spLocks noChangeArrowheads="1"/>
          </p:cNvSpPr>
          <p:nvPr/>
        </p:nvSpPr>
        <p:spPr bwMode="auto">
          <a:xfrm>
            <a:off x="5426495" y="2279650"/>
            <a:ext cx="6213373" cy="13065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342900" indent="-342900" eaLnBrk="0" fontAlgn="base" hangingPunct="0">
              <a:lnSpc>
                <a:spcPct val="90000"/>
              </a:lnSpc>
              <a:spcBef>
                <a:spcPct val="20000"/>
              </a:spcBef>
              <a:spcAft>
                <a:spcPct val="0"/>
              </a:spcAft>
              <a:buClr>
                <a:srgbClr val="000099"/>
              </a:buClr>
              <a:buSzPct val="100000"/>
              <a:buFont typeface="Wingdings" charset="2"/>
              <a:buChar char="§"/>
              <a:defRPr/>
            </a:pPr>
            <a:r>
              <a:rPr lang="en-US" sz="2400" dirty="0">
                <a:solidFill>
                  <a:srgbClr val="000000"/>
                </a:solidFill>
                <a:ea typeface="ＭＳ Ｐゴシック" charset="0"/>
              </a:rPr>
              <a:t>DNS query created, encapsulated in UDP, encapsulated in IP, encapsulated in Eth.  To send frame to router, need MAC address of router interface: </a:t>
            </a:r>
            <a:r>
              <a:rPr lang="en-US" sz="2400" dirty="0">
                <a:solidFill>
                  <a:srgbClr val="C00000"/>
                </a:solidFill>
                <a:ea typeface="ＭＳ Ｐゴシック" charset="0"/>
              </a:rPr>
              <a:t>ARP</a:t>
            </a:r>
          </a:p>
          <a:p>
            <a:pPr eaLnBrk="0" fontAlgn="base" hangingPunct="0">
              <a:lnSpc>
                <a:spcPct val="90000"/>
              </a:lnSpc>
              <a:spcBef>
                <a:spcPct val="20000"/>
              </a:spcBef>
              <a:spcAft>
                <a:spcPct val="0"/>
              </a:spcAft>
              <a:buClr>
                <a:srgbClr val="000099"/>
              </a:buClr>
              <a:buSzPct val="100000"/>
              <a:defRPr/>
            </a:pPr>
            <a:endParaRPr lang="en-US" sz="2400" b="1" dirty="0">
              <a:solidFill>
                <a:srgbClr val="000000"/>
              </a:solidFill>
              <a:ea typeface="ＭＳ Ｐゴシック" charset="0"/>
            </a:endParaRPr>
          </a:p>
        </p:txBody>
      </p:sp>
      <p:sp>
        <p:nvSpPr>
          <p:cNvPr id="426" name="Rectangle 153">
            <a:extLst>
              <a:ext uri="{FF2B5EF4-FFF2-40B4-BE49-F238E27FC236}">
                <a16:creationId xmlns:a16="http://schemas.microsoft.com/office/drawing/2014/main" id="{FD2FE8A7-E83B-3C4D-A1FE-0B7B25DBC93A}"/>
              </a:ext>
            </a:extLst>
          </p:cNvPr>
          <p:cNvSpPr>
            <a:spLocks noChangeArrowheads="1"/>
          </p:cNvSpPr>
          <p:nvPr/>
        </p:nvSpPr>
        <p:spPr bwMode="auto">
          <a:xfrm>
            <a:off x="5417905" y="3769753"/>
            <a:ext cx="6509636" cy="156368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342900" indent="-342900" eaLnBrk="0" fontAlgn="base" hangingPunct="0">
              <a:lnSpc>
                <a:spcPct val="90000"/>
              </a:lnSpc>
              <a:spcBef>
                <a:spcPct val="20000"/>
              </a:spcBef>
              <a:spcAft>
                <a:spcPct val="0"/>
              </a:spcAft>
              <a:buClr>
                <a:srgbClr val="000099"/>
              </a:buClr>
              <a:buSzPct val="100000"/>
              <a:buFont typeface="Wingdings" charset="2"/>
              <a:buChar char="§"/>
              <a:defRPr/>
            </a:pPr>
            <a:r>
              <a:rPr lang="en-US" sz="2400" dirty="0">
                <a:solidFill>
                  <a:srgbClr val="C00000"/>
                </a:solidFill>
                <a:ea typeface="ＭＳ Ｐゴシック" charset="0"/>
              </a:rPr>
              <a:t>ARP query </a:t>
            </a:r>
            <a:r>
              <a:rPr lang="en-US" sz="2400" dirty="0">
                <a:solidFill>
                  <a:srgbClr val="000000"/>
                </a:solidFill>
                <a:ea typeface="ＭＳ Ｐゴシック" charset="0"/>
              </a:rPr>
              <a:t>broadcast, received by router, which replies with </a:t>
            </a:r>
            <a:r>
              <a:rPr lang="en-US" sz="2400" dirty="0">
                <a:solidFill>
                  <a:srgbClr val="C00000"/>
                </a:solidFill>
                <a:ea typeface="ＭＳ Ｐゴシック" charset="0"/>
              </a:rPr>
              <a:t>ARP reply </a:t>
            </a:r>
            <a:r>
              <a:rPr lang="en-US" sz="2400" dirty="0">
                <a:solidFill>
                  <a:srgbClr val="000000"/>
                </a:solidFill>
                <a:ea typeface="ＭＳ Ｐゴシック" charset="0"/>
              </a:rPr>
              <a:t>giving MAC address of router interface</a:t>
            </a:r>
          </a:p>
        </p:txBody>
      </p:sp>
      <p:sp>
        <p:nvSpPr>
          <p:cNvPr id="427" name="Rectangle 154">
            <a:extLst>
              <a:ext uri="{FF2B5EF4-FFF2-40B4-BE49-F238E27FC236}">
                <a16:creationId xmlns:a16="http://schemas.microsoft.com/office/drawing/2014/main" id="{DDBB99F5-8593-8C4D-A838-59A6ECE1B999}"/>
              </a:ext>
            </a:extLst>
          </p:cNvPr>
          <p:cNvSpPr>
            <a:spLocks noChangeArrowheads="1"/>
          </p:cNvSpPr>
          <p:nvPr/>
        </p:nvSpPr>
        <p:spPr bwMode="auto">
          <a:xfrm>
            <a:off x="5403056" y="4906495"/>
            <a:ext cx="5806890" cy="12922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342900" indent="-342900" eaLnBrk="0" fontAlgn="base" hangingPunct="0">
              <a:lnSpc>
                <a:spcPct val="90000"/>
              </a:lnSpc>
              <a:spcBef>
                <a:spcPct val="20000"/>
              </a:spcBef>
              <a:spcAft>
                <a:spcPct val="0"/>
              </a:spcAft>
              <a:buClr>
                <a:srgbClr val="000099"/>
              </a:buClr>
              <a:buSzPct val="100000"/>
              <a:buFont typeface="Wingdings" charset="2"/>
              <a:buChar char="§"/>
              <a:defRPr/>
            </a:pPr>
            <a:r>
              <a:rPr lang="en-US" sz="2400" dirty="0">
                <a:solidFill>
                  <a:srgbClr val="000000"/>
                </a:solidFill>
                <a:ea typeface="ＭＳ Ｐゴシック" charset="0"/>
              </a:rPr>
              <a:t>client now knows MAC address of first hop router, so can now send frame containing DNS query </a:t>
            </a:r>
          </a:p>
        </p:txBody>
      </p:sp>
      <p:grpSp>
        <p:nvGrpSpPr>
          <p:cNvPr id="428" name="Group 263">
            <a:extLst>
              <a:ext uri="{FF2B5EF4-FFF2-40B4-BE49-F238E27FC236}">
                <a16:creationId xmlns:a16="http://schemas.microsoft.com/office/drawing/2014/main" id="{68826AA2-4F98-7F47-AF24-4C4E3D26A58B}"/>
              </a:ext>
            </a:extLst>
          </p:cNvPr>
          <p:cNvGrpSpPr>
            <a:grpSpLocks/>
          </p:cNvGrpSpPr>
          <p:nvPr/>
        </p:nvGrpSpPr>
        <p:grpSpPr bwMode="auto">
          <a:xfrm>
            <a:off x="0" y="2123982"/>
            <a:ext cx="1081088" cy="244475"/>
            <a:chOff x="76" y="2296"/>
            <a:chExt cx="681" cy="154"/>
          </a:xfrm>
        </p:grpSpPr>
        <p:sp>
          <p:nvSpPr>
            <p:cNvPr id="429" name="Rectangle 103">
              <a:extLst>
                <a:ext uri="{FF2B5EF4-FFF2-40B4-BE49-F238E27FC236}">
                  <a16:creationId xmlns:a16="http://schemas.microsoft.com/office/drawing/2014/main" id="{C71ECA35-4F8D-5D47-8060-B0745197BE2B}"/>
                </a:ext>
              </a:extLst>
            </p:cNvPr>
            <p:cNvSpPr>
              <a:spLocks noChangeArrowheads="1"/>
            </p:cNvSpPr>
            <p:nvPr/>
          </p:nvSpPr>
          <p:spPr bwMode="auto">
            <a:xfrm>
              <a:off x="76" y="2305"/>
              <a:ext cx="681" cy="138"/>
            </a:xfrm>
            <a:prstGeom prst="rect">
              <a:avLst/>
            </a:prstGeom>
            <a:solidFill>
              <a:srgbClr val="FFFFFF"/>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430" name="Rectangle 101">
              <a:extLst>
                <a:ext uri="{FF2B5EF4-FFF2-40B4-BE49-F238E27FC236}">
                  <a16:creationId xmlns:a16="http://schemas.microsoft.com/office/drawing/2014/main" id="{FDD4DECA-422E-4743-ADFD-53E28A987AA1}"/>
                </a:ext>
              </a:extLst>
            </p:cNvPr>
            <p:cNvSpPr>
              <a:spLocks noChangeArrowheads="1"/>
            </p:cNvSpPr>
            <p:nvPr/>
          </p:nvSpPr>
          <p:spPr bwMode="auto">
            <a:xfrm>
              <a:off x="89" y="2321"/>
              <a:ext cx="94" cy="108"/>
            </a:xfrm>
            <a:prstGeom prst="rect">
              <a:avLst/>
            </a:prstGeom>
            <a:solidFill>
              <a:srgbClr val="000000"/>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431" name="Rectangle 102">
              <a:extLst>
                <a:ext uri="{FF2B5EF4-FFF2-40B4-BE49-F238E27FC236}">
                  <a16:creationId xmlns:a16="http://schemas.microsoft.com/office/drawing/2014/main" id="{EAEDB337-6724-464E-A55A-5A0E5BBFD99B}"/>
                </a:ext>
              </a:extLst>
            </p:cNvPr>
            <p:cNvSpPr>
              <a:spLocks noChangeArrowheads="1"/>
            </p:cNvSpPr>
            <p:nvPr/>
          </p:nvSpPr>
          <p:spPr bwMode="auto">
            <a:xfrm>
              <a:off x="687" y="2320"/>
              <a:ext cx="60" cy="108"/>
            </a:xfrm>
            <a:prstGeom prst="rect">
              <a:avLst/>
            </a:prstGeom>
            <a:solidFill>
              <a:srgbClr val="000000"/>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432" name="Rectangle 100">
              <a:extLst>
                <a:ext uri="{FF2B5EF4-FFF2-40B4-BE49-F238E27FC236}">
                  <a16:creationId xmlns:a16="http://schemas.microsoft.com/office/drawing/2014/main" id="{1FA4EE33-78A2-794A-9CB7-B9C75F982E4C}"/>
                </a:ext>
              </a:extLst>
            </p:cNvPr>
            <p:cNvSpPr>
              <a:spLocks noChangeArrowheads="1"/>
            </p:cNvSpPr>
            <p:nvPr/>
          </p:nvSpPr>
          <p:spPr bwMode="auto">
            <a:xfrm>
              <a:off x="195" y="2319"/>
              <a:ext cx="480" cy="112"/>
            </a:xfrm>
            <a:prstGeom prst="rect">
              <a:avLst/>
            </a:prstGeom>
            <a:solidFill>
              <a:srgbClr val="FFFF00"/>
            </a:solidFill>
            <a:ln w="9525">
              <a:solidFill>
                <a:srgbClr val="FFFF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433" name="Text Box 95">
              <a:extLst>
                <a:ext uri="{FF2B5EF4-FFF2-40B4-BE49-F238E27FC236}">
                  <a16:creationId xmlns:a16="http://schemas.microsoft.com/office/drawing/2014/main" id="{875142B1-4732-5048-81A1-9B96CDE365C9}"/>
                </a:ext>
              </a:extLst>
            </p:cNvPr>
            <p:cNvSpPr txBox="1">
              <a:spLocks noChangeArrowheads="1"/>
            </p:cNvSpPr>
            <p:nvPr/>
          </p:nvSpPr>
          <p:spPr bwMode="auto">
            <a:xfrm>
              <a:off x="182" y="2296"/>
              <a:ext cx="501" cy="1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srgbClr val="000000"/>
                  </a:solidFill>
                  <a:effectLst/>
                  <a:uLnTx/>
                  <a:uFillTx/>
                  <a:latin typeface="Arial" charset="0"/>
                  <a:ea typeface="ＭＳ Ｐゴシック" charset="0"/>
                </a:rPr>
                <a:t>ARP query</a:t>
              </a:r>
            </a:p>
          </p:txBody>
        </p:sp>
      </p:grpSp>
      <p:grpSp>
        <p:nvGrpSpPr>
          <p:cNvPr id="434" name="Group 242">
            <a:extLst>
              <a:ext uri="{FF2B5EF4-FFF2-40B4-BE49-F238E27FC236}">
                <a16:creationId xmlns:a16="http://schemas.microsoft.com/office/drawing/2014/main" id="{8F475CF7-DFC6-814F-B8D2-6784E7D418FB}"/>
              </a:ext>
            </a:extLst>
          </p:cNvPr>
          <p:cNvGrpSpPr>
            <a:grpSpLocks/>
          </p:cNvGrpSpPr>
          <p:nvPr/>
        </p:nvGrpSpPr>
        <p:grpSpPr bwMode="auto">
          <a:xfrm>
            <a:off x="1271961" y="1949449"/>
            <a:ext cx="444500" cy="244475"/>
            <a:chOff x="161" y="1354"/>
            <a:chExt cx="280" cy="154"/>
          </a:xfrm>
        </p:grpSpPr>
        <p:sp>
          <p:nvSpPr>
            <p:cNvPr id="435" name="Rectangle 241">
              <a:extLst>
                <a:ext uri="{FF2B5EF4-FFF2-40B4-BE49-F238E27FC236}">
                  <a16:creationId xmlns:a16="http://schemas.microsoft.com/office/drawing/2014/main" id="{5AFC1130-C0C2-3444-AF07-ACAD07F9A69C}"/>
                </a:ext>
              </a:extLst>
            </p:cNvPr>
            <p:cNvSpPr>
              <a:spLocks noChangeArrowheads="1"/>
            </p:cNvSpPr>
            <p:nvPr/>
          </p:nvSpPr>
          <p:spPr bwMode="auto">
            <a:xfrm>
              <a:off x="192" y="1365"/>
              <a:ext cx="228" cy="141"/>
            </a:xfrm>
            <a:prstGeom prst="rect">
              <a:avLst/>
            </a:prstGeom>
            <a:solidFill>
              <a:srgbClr val="FFFFFF"/>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436" name="Text Box 240">
              <a:extLst>
                <a:ext uri="{FF2B5EF4-FFF2-40B4-BE49-F238E27FC236}">
                  <a16:creationId xmlns:a16="http://schemas.microsoft.com/office/drawing/2014/main" id="{8DAA4E75-2F77-7F4F-AE38-52EF63C136FF}"/>
                </a:ext>
              </a:extLst>
            </p:cNvPr>
            <p:cNvSpPr txBox="1">
              <a:spLocks noChangeArrowheads="1"/>
            </p:cNvSpPr>
            <p:nvPr/>
          </p:nvSpPr>
          <p:spPr bwMode="auto">
            <a:xfrm>
              <a:off x="161" y="1354"/>
              <a:ext cx="280" cy="1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srgbClr val="000000"/>
                  </a:solidFill>
                  <a:effectLst/>
                  <a:uLnTx/>
                  <a:uFillTx/>
                  <a:latin typeface="Arial" charset="0"/>
                  <a:ea typeface="ＭＳ Ｐゴシック" charset="0"/>
                </a:rPr>
                <a:t>ARP</a:t>
              </a:r>
            </a:p>
          </p:txBody>
        </p:sp>
      </p:grpSp>
      <p:grpSp>
        <p:nvGrpSpPr>
          <p:cNvPr id="437" name="Group 270">
            <a:extLst>
              <a:ext uri="{FF2B5EF4-FFF2-40B4-BE49-F238E27FC236}">
                <a16:creationId xmlns:a16="http://schemas.microsoft.com/office/drawing/2014/main" id="{930FF8F7-BB7F-D441-9A97-FD9DD2AD487D}"/>
              </a:ext>
            </a:extLst>
          </p:cNvPr>
          <p:cNvGrpSpPr>
            <a:grpSpLocks/>
          </p:cNvGrpSpPr>
          <p:nvPr/>
        </p:nvGrpSpPr>
        <p:grpSpPr bwMode="auto">
          <a:xfrm>
            <a:off x="478678" y="4075206"/>
            <a:ext cx="1081088" cy="244475"/>
            <a:chOff x="76" y="2296"/>
            <a:chExt cx="681" cy="154"/>
          </a:xfrm>
        </p:grpSpPr>
        <p:sp>
          <p:nvSpPr>
            <p:cNvPr id="438" name="Rectangle 271">
              <a:extLst>
                <a:ext uri="{FF2B5EF4-FFF2-40B4-BE49-F238E27FC236}">
                  <a16:creationId xmlns:a16="http://schemas.microsoft.com/office/drawing/2014/main" id="{61FC6345-4973-8140-A6BB-928CDD8284E9}"/>
                </a:ext>
              </a:extLst>
            </p:cNvPr>
            <p:cNvSpPr>
              <a:spLocks noChangeArrowheads="1"/>
            </p:cNvSpPr>
            <p:nvPr/>
          </p:nvSpPr>
          <p:spPr bwMode="auto">
            <a:xfrm>
              <a:off x="76" y="2305"/>
              <a:ext cx="681" cy="138"/>
            </a:xfrm>
            <a:prstGeom prst="rect">
              <a:avLst/>
            </a:prstGeom>
            <a:solidFill>
              <a:srgbClr val="FFFFFF"/>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439" name="Rectangle 272">
              <a:extLst>
                <a:ext uri="{FF2B5EF4-FFF2-40B4-BE49-F238E27FC236}">
                  <a16:creationId xmlns:a16="http://schemas.microsoft.com/office/drawing/2014/main" id="{5EFDDE48-FE9E-9249-87DD-27F8785A68BC}"/>
                </a:ext>
              </a:extLst>
            </p:cNvPr>
            <p:cNvSpPr>
              <a:spLocks noChangeArrowheads="1"/>
            </p:cNvSpPr>
            <p:nvPr/>
          </p:nvSpPr>
          <p:spPr bwMode="auto">
            <a:xfrm>
              <a:off x="89" y="2321"/>
              <a:ext cx="94" cy="108"/>
            </a:xfrm>
            <a:prstGeom prst="rect">
              <a:avLst/>
            </a:prstGeom>
            <a:solidFill>
              <a:srgbClr val="000000"/>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440" name="Rectangle 273">
              <a:extLst>
                <a:ext uri="{FF2B5EF4-FFF2-40B4-BE49-F238E27FC236}">
                  <a16:creationId xmlns:a16="http://schemas.microsoft.com/office/drawing/2014/main" id="{CE69DA54-A2DB-AA4B-9B32-11813B2F7519}"/>
                </a:ext>
              </a:extLst>
            </p:cNvPr>
            <p:cNvSpPr>
              <a:spLocks noChangeArrowheads="1"/>
            </p:cNvSpPr>
            <p:nvPr/>
          </p:nvSpPr>
          <p:spPr bwMode="auto">
            <a:xfrm>
              <a:off x="687" y="2320"/>
              <a:ext cx="60" cy="108"/>
            </a:xfrm>
            <a:prstGeom prst="rect">
              <a:avLst/>
            </a:prstGeom>
            <a:solidFill>
              <a:srgbClr val="000000"/>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441" name="Rectangle 274">
              <a:extLst>
                <a:ext uri="{FF2B5EF4-FFF2-40B4-BE49-F238E27FC236}">
                  <a16:creationId xmlns:a16="http://schemas.microsoft.com/office/drawing/2014/main" id="{C4B49586-4E68-A548-84ED-789AD9B8FEED}"/>
                </a:ext>
              </a:extLst>
            </p:cNvPr>
            <p:cNvSpPr>
              <a:spLocks noChangeArrowheads="1"/>
            </p:cNvSpPr>
            <p:nvPr/>
          </p:nvSpPr>
          <p:spPr bwMode="auto">
            <a:xfrm>
              <a:off x="195" y="2319"/>
              <a:ext cx="480" cy="112"/>
            </a:xfrm>
            <a:prstGeom prst="rect">
              <a:avLst/>
            </a:prstGeom>
            <a:solidFill>
              <a:srgbClr val="FFFF00"/>
            </a:solidFill>
            <a:ln w="9525">
              <a:solidFill>
                <a:srgbClr val="FFFF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442" name="Text Box 275">
              <a:extLst>
                <a:ext uri="{FF2B5EF4-FFF2-40B4-BE49-F238E27FC236}">
                  <a16:creationId xmlns:a16="http://schemas.microsoft.com/office/drawing/2014/main" id="{1179A2EB-EEF0-3847-837A-72FA8FFDC4D6}"/>
                </a:ext>
              </a:extLst>
            </p:cNvPr>
            <p:cNvSpPr txBox="1">
              <a:spLocks noChangeArrowheads="1"/>
            </p:cNvSpPr>
            <p:nvPr/>
          </p:nvSpPr>
          <p:spPr bwMode="auto">
            <a:xfrm>
              <a:off x="182" y="2296"/>
              <a:ext cx="475" cy="1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srgbClr val="000000"/>
                  </a:solidFill>
                  <a:effectLst/>
                  <a:uLnTx/>
                  <a:uFillTx/>
                  <a:latin typeface="Arial" charset="0"/>
                  <a:ea typeface="ＭＳ Ｐゴシック" charset="0"/>
                </a:rPr>
                <a:t>ARP reply</a:t>
              </a:r>
            </a:p>
          </p:txBody>
        </p:sp>
      </p:grpSp>
    </p:spTree>
    <p:extLst>
      <p:ext uri="{BB962C8B-B14F-4D97-AF65-F5344CB8AC3E}">
        <p14:creationId xmlns:p14="http://schemas.microsoft.com/office/powerpoint/2010/main" val="3749434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915"/>
                                        </p:tgtEl>
                                        <p:attrNameLst>
                                          <p:attrName>style.visibility</p:attrName>
                                        </p:attrNameLst>
                                      </p:cBhvr>
                                      <p:to>
                                        <p:strVal val="visible"/>
                                      </p:to>
                                    </p:set>
                                    <p:animEffect transition="in" filter="wipe(down)">
                                      <p:cBhvr>
                                        <p:cTn id="7" dur="500"/>
                                        <p:tgtEl>
                                          <p:spTgt spid="91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2"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right)">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404"/>
                                        </p:tgtEl>
                                        <p:attrNameLst>
                                          <p:attrName>style.visibility</p:attrName>
                                        </p:attrNameLst>
                                      </p:cBhvr>
                                      <p:to>
                                        <p:strVal val="visible"/>
                                      </p:to>
                                    </p:set>
                                    <p:animEffect transition="in" filter="wipe(up)">
                                      <p:cBhvr>
                                        <p:cTn id="17" dur="500"/>
                                        <p:tgtEl>
                                          <p:spTgt spid="404"/>
                                        </p:tgtEl>
                                      </p:cBhvr>
                                    </p:animEffect>
                                  </p:childTnLst>
                                </p:cTn>
                              </p:par>
                              <p:par>
                                <p:cTn id="18" presetID="9" presetClass="entr" presetSubtype="0" fill="hold" nodeType="withEffect">
                                  <p:stCondLst>
                                    <p:cond delay="0"/>
                                  </p:stCondLst>
                                  <p:childTnLst>
                                    <p:set>
                                      <p:cBhvr>
                                        <p:cTn id="19" dur="1" fill="hold">
                                          <p:stCondLst>
                                            <p:cond delay="0"/>
                                          </p:stCondLst>
                                        </p:cTn>
                                        <p:tgtEl>
                                          <p:spTgt spid="434"/>
                                        </p:tgtEl>
                                        <p:attrNameLst>
                                          <p:attrName>style.visibility</p:attrName>
                                        </p:attrNameLst>
                                      </p:cBhvr>
                                      <p:to>
                                        <p:strVal val="visible"/>
                                      </p:to>
                                    </p:set>
                                    <p:animEffect transition="in" filter="dissolve">
                                      <p:cBhvr>
                                        <p:cTn id="20" dur="500"/>
                                        <p:tgtEl>
                                          <p:spTgt spid="434"/>
                                        </p:tgtEl>
                                      </p:cBhvr>
                                    </p:animEffect>
                                  </p:childTnLst>
                                </p:cTn>
                              </p:par>
                              <p:par>
                                <p:cTn id="21" presetID="9" presetClass="entr" presetSubtype="0" fill="hold" grpId="0" nodeType="withEffect">
                                  <p:stCondLst>
                                    <p:cond delay="0"/>
                                  </p:stCondLst>
                                  <p:childTnLst>
                                    <p:set>
                                      <p:cBhvr>
                                        <p:cTn id="22" dur="1" fill="hold">
                                          <p:stCondLst>
                                            <p:cond delay="0"/>
                                          </p:stCondLst>
                                        </p:cTn>
                                        <p:tgtEl>
                                          <p:spTgt spid="425"/>
                                        </p:tgtEl>
                                        <p:attrNameLst>
                                          <p:attrName>style.visibility</p:attrName>
                                        </p:attrNameLst>
                                      </p:cBhvr>
                                      <p:to>
                                        <p:strVal val="visible"/>
                                      </p:to>
                                    </p:set>
                                    <p:animEffect transition="in" filter="dissolve">
                                      <p:cBhvr>
                                        <p:cTn id="23" dur="500"/>
                                        <p:tgtEl>
                                          <p:spTgt spid="425"/>
                                        </p:tgtEl>
                                      </p:cBhvr>
                                    </p:animEffect>
                                  </p:childTnLst>
                                </p:cTn>
                              </p:par>
                            </p:childTnLst>
                          </p:cTn>
                        </p:par>
                      </p:childTnLst>
                    </p:cTn>
                  </p:par>
                  <p:par>
                    <p:cTn id="24" fill="hold">
                      <p:stCondLst>
                        <p:cond delay="indefinite"/>
                      </p:stCondLst>
                      <p:childTnLst>
                        <p:par>
                          <p:cTn id="25" fill="hold">
                            <p:stCondLst>
                              <p:cond delay="0"/>
                            </p:stCondLst>
                            <p:childTnLst>
                              <p:par>
                                <p:cTn id="26" presetID="9" presetClass="entr" presetSubtype="0" fill="hold" nodeType="clickEffect">
                                  <p:stCondLst>
                                    <p:cond delay="0"/>
                                  </p:stCondLst>
                                  <p:childTnLst>
                                    <p:set>
                                      <p:cBhvr>
                                        <p:cTn id="27" dur="1" fill="hold">
                                          <p:stCondLst>
                                            <p:cond delay="0"/>
                                          </p:stCondLst>
                                        </p:cTn>
                                        <p:tgtEl>
                                          <p:spTgt spid="428"/>
                                        </p:tgtEl>
                                        <p:attrNameLst>
                                          <p:attrName>style.visibility</p:attrName>
                                        </p:attrNameLst>
                                      </p:cBhvr>
                                      <p:to>
                                        <p:strVal val="visible"/>
                                      </p:to>
                                    </p:set>
                                    <p:animEffect transition="in" filter="dissolve">
                                      <p:cBhvr>
                                        <p:cTn id="28" dur="500"/>
                                        <p:tgtEl>
                                          <p:spTgt spid="428"/>
                                        </p:tgtEl>
                                      </p:cBhvr>
                                    </p:animEffect>
                                  </p:childTnLst>
                                </p:cTn>
                              </p:par>
                            </p:childTnLst>
                          </p:cTn>
                        </p:par>
                        <p:par>
                          <p:cTn id="29" fill="hold">
                            <p:stCondLst>
                              <p:cond delay="500"/>
                            </p:stCondLst>
                            <p:childTnLst>
                              <p:par>
                                <p:cTn id="30" presetID="0" presetClass="path" presetSubtype="0" accel="50000" decel="50000" fill="hold" nodeType="afterEffect">
                                  <p:stCondLst>
                                    <p:cond delay="0"/>
                                  </p:stCondLst>
                                  <p:childTnLst>
                                    <p:animMotion origin="layout" path="M -0.00247 0.02777 C -0.00247 0.06782 -0.00234 0.10856 -0.00195 0.14884 L 0.34974 0.15694 L 0.18919 0.39421 C 0.13945 0.39328 0.08893 0.39606 0.03919 0.39514 C 0.03919 0.36666 0.03932 0.31319 0.03932 0.28449 " pathEditMode="relative" rAng="0" ptsTypes="AAAAAA">
                                      <p:cBhvr>
                                        <p:cTn id="31" dur="2000" fill="hold"/>
                                        <p:tgtEl>
                                          <p:spTgt spid="428"/>
                                        </p:tgtEl>
                                        <p:attrNameLst>
                                          <p:attrName>ppt_x</p:attrName>
                                          <p:attrName>ppt_y</p:attrName>
                                        </p:attrNameLst>
                                      </p:cBhvr>
                                      <p:rCtr x="17604" y="18380"/>
                                    </p:animMotion>
                                  </p:childTnLst>
                                </p:cTn>
                              </p:par>
                            </p:childTnLst>
                          </p:cTn>
                        </p:par>
                        <p:par>
                          <p:cTn id="32" fill="hold">
                            <p:stCondLst>
                              <p:cond delay="2500"/>
                            </p:stCondLst>
                            <p:childTnLst>
                              <p:par>
                                <p:cTn id="33" presetID="9" presetClass="entr" presetSubtype="0" fill="hold" grpId="0" nodeType="afterEffect">
                                  <p:stCondLst>
                                    <p:cond delay="0"/>
                                  </p:stCondLst>
                                  <p:childTnLst>
                                    <p:set>
                                      <p:cBhvr>
                                        <p:cTn id="34" dur="1" fill="hold">
                                          <p:stCondLst>
                                            <p:cond delay="0"/>
                                          </p:stCondLst>
                                        </p:cTn>
                                        <p:tgtEl>
                                          <p:spTgt spid="426"/>
                                        </p:tgtEl>
                                        <p:attrNameLst>
                                          <p:attrName>style.visibility</p:attrName>
                                        </p:attrNameLst>
                                      </p:cBhvr>
                                      <p:to>
                                        <p:strVal val="visible"/>
                                      </p:to>
                                    </p:set>
                                    <p:animEffect transition="in" filter="dissolve">
                                      <p:cBhvr>
                                        <p:cTn id="35" dur="500"/>
                                        <p:tgtEl>
                                          <p:spTgt spid="426"/>
                                        </p:tgtEl>
                                      </p:cBhvr>
                                    </p:animEffect>
                                  </p:childTnLst>
                                </p:cTn>
                              </p:par>
                            </p:childTnLst>
                          </p:cTn>
                        </p:par>
                      </p:childTnLst>
                    </p:cTn>
                  </p:par>
                  <p:par>
                    <p:cTn id="36" fill="hold">
                      <p:stCondLst>
                        <p:cond delay="indefinite"/>
                      </p:stCondLst>
                      <p:childTnLst>
                        <p:par>
                          <p:cTn id="37" fill="hold">
                            <p:stCondLst>
                              <p:cond delay="0"/>
                            </p:stCondLst>
                            <p:childTnLst>
                              <p:par>
                                <p:cTn id="38" presetID="9" presetClass="exit" presetSubtype="0" fill="hold" nodeType="clickEffect">
                                  <p:stCondLst>
                                    <p:cond delay="0"/>
                                  </p:stCondLst>
                                  <p:childTnLst>
                                    <p:animEffect transition="out" filter="dissolve">
                                      <p:cBhvr>
                                        <p:cTn id="39" dur="500"/>
                                        <p:tgtEl>
                                          <p:spTgt spid="428"/>
                                        </p:tgtEl>
                                      </p:cBhvr>
                                    </p:animEffect>
                                    <p:set>
                                      <p:cBhvr>
                                        <p:cTn id="40" dur="1" fill="hold">
                                          <p:stCondLst>
                                            <p:cond delay="499"/>
                                          </p:stCondLst>
                                        </p:cTn>
                                        <p:tgtEl>
                                          <p:spTgt spid="428"/>
                                        </p:tgtEl>
                                        <p:attrNameLst>
                                          <p:attrName>style.visibility</p:attrName>
                                        </p:attrNameLst>
                                      </p:cBhvr>
                                      <p:to>
                                        <p:strVal val="hidden"/>
                                      </p:to>
                                    </p:set>
                                  </p:childTnLst>
                                </p:cTn>
                              </p:par>
                              <p:par>
                                <p:cTn id="41" presetID="9" presetClass="entr" presetSubtype="0" fill="hold" nodeType="withEffect">
                                  <p:stCondLst>
                                    <p:cond delay="0"/>
                                  </p:stCondLst>
                                  <p:childTnLst>
                                    <p:set>
                                      <p:cBhvr>
                                        <p:cTn id="42" dur="1" fill="hold">
                                          <p:stCondLst>
                                            <p:cond delay="0"/>
                                          </p:stCondLst>
                                        </p:cTn>
                                        <p:tgtEl>
                                          <p:spTgt spid="437"/>
                                        </p:tgtEl>
                                        <p:attrNameLst>
                                          <p:attrName>style.visibility</p:attrName>
                                        </p:attrNameLst>
                                      </p:cBhvr>
                                      <p:to>
                                        <p:strVal val="visible"/>
                                      </p:to>
                                    </p:set>
                                    <p:animEffect transition="in" filter="dissolve">
                                      <p:cBhvr>
                                        <p:cTn id="43" dur="500"/>
                                        <p:tgtEl>
                                          <p:spTgt spid="437"/>
                                        </p:tgtEl>
                                      </p:cBhvr>
                                    </p:animEffect>
                                  </p:childTnLst>
                                </p:cTn>
                              </p:par>
                            </p:childTnLst>
                          </p:cTn>
                        </p:par>
                        <p:par>
                          <p:cTn id="44" fill="hold">
                            <p:stCondLst>
                              <p:cond delay="500"/>
                            </p:stCondLst>
                            <p:childTnLst>
                              <p:par>
                                <p:cTn id="45" presetID="0" presetClass="path" presetSubtype="0" accel="50000" decel="50000" fill="hold" nodeType="afterEffect">
                                  <p:stCondLst>
                                    <p:cond delay="0"/>
                                  </p:stCondLst>
                                  <p:childTnLst>
                                    <p:animMotion origin="layout" path="M -3.75E-6 2.96296E-6 C -3.75E-6 0.02639 -3.75E-6 0.05277 0.00026 0.07893 L 0.14662 0.08009 L 0.29414 -0.12269 C 0.15756 -0.12199 0.09532 -0.13033 -0.04127 -0.12963 C -0.04127 -0.14352 -0.0414 -0.16135 -0.0414 -0.175 C -0.04179 -0.1838 -0.04114 -0.27292 -0.04166 -0.28148 " pathEditMode="relative" rAng="0" ptsTypes="AAAAAAA">
                                      <p:cBhvr>
                                        <p:cTn id="46" dur="2000" fill="hold"/>
                                        <p:tgtEl>
                                          <p:spTgt spid="437"/>
                                        </p:tgtEl>
                                        <p:attrNameLst>
                                          <p:attrName>ppt_x</p:attrName>
                                          <p:attrName>ppt_y</p:attrName>
                                        </p:attrNameLst>
                                      </p:cBhvr>
                                      <p:rCtr x="12617" y="-10069"/>
                                    </p:animMotion>
                                  </p:childTnLst>
                                </p:cTn>
                              </p:par>
                            </p:childTnLst>
                          </p:cTn>
                        </p:par>
                      </p:childTnLst>
                    </p:cTn>
                  </p:par>
                  <p:par>
                    <p:cTn id="47" fill="hold">
                      <p:stCondLst>
                        <p:cond delay="indefinite"/>
                      </p:stCondLst>
                      <p:childTnLst>
                        <p:par>
                          <p:cTn id="48" fill="hold">
                            <p:stCondLst>
                              <p:cond delay="0"/>
                            </p:stCondLst>
                            <p:childTnLst>
                              <p:par>
                                <p:cTn id="49" presetID="9" presetClass="exit" presetSubtype="0" fill="hold" nodeType="clickEffect">
                                  <p:stCondLst>
                                    <p:cond delay="0"/>
                                  </p:stCondLst>
                                  <p:childTnLst>
                                    <p:animEffect transition="out" filter="dissolve">
                                      <p:cBhvr>
                                        <p:cTn id="50" dur="500"/>
                                        <p:tgtEl>
                                          <p:spTgt spid="437"/>
                                        </p:tgtEl>
                                      </p:cBhvr>
                                    </p:animEffect>
                                    <p:set>
                                      <p:cBhvr>
                                        <p:cTn id="51" dur="1" fill="hold">
                                          <p:stCondLst>
                                            <p:cond delay="499"/>
                                          </p:stCondLst>
                                        </p:cTn>
                                        <p:tgtEl>
                                          <p:spTgt spid="437"/>
                                        </p:tgtEl>
                                        <p:attrNameLst>
                                          <p:attrName>style.visibility</p:attrName>
                                        </p:attrNameLst>
                                      </p:cBhvr>
                                      <p:to>
                                        <p:strVal val="hidden"/>
                                      </p:to>
                                    </p:set>
                                  </p:childTnLst>
                                </p:cTn>
                              </p:par>
                              <p:par>
                                <p:cTn id="52" presetID="9" presetClass="exit" presetSubtype="0" fill="hold" nodeType="withEffect">
                                  <p:stCondLst>
                                    <p:cond delay="0"/>
                                  </p:stCondLst>
                                  <p:childTnLst>
                                    <p:animEffect transition="out" filter="dissolve">
                                      <p:cBhvr>
                                        <p:cTn id="53" dur="500"/>
                                        <p:tgtEl>
                                          <p:spTgt spid="434"/>
                                        </p:tgtEl>
                                      </p:cBhvr>
                                    </p:animEffect>
                                    <p:set>
                                      <p:cBhvr>
                                        <p:cTn id="54" dur="1" fill="hold">
                                          <p:stCondLst>
                                            <p:cond delay="499"/>
                                          </p:stCondLst>
                                        </p:cTn>
                                        <p:tgtEl>
                                          <p:spTgt spid="434"/>
                                        </p:tgtEl>
                                        <p:attrNameLst>
                                          <p:attrName>style.visibility</p:attrName>
                                        </p:attrNameLst>
                                      </p:cBhvr>
                                      <p:to>
                                        <p:strVal val="hidden"/>
                                      </p:to>
                                    </p:set>
                                  </p:childTnLst>
                                </p:cTn>
                              </p:par>
                            </p:childTnLst>
                          </p:cTn>
                        </p:par>
                        <p:par>
                          <p:cTn id="55" fill="hold">
                            <p:stCondLst>
                              <p:cond delay="500"/>
                            </p:stCondLst>
                            <p:childTnLst>
                              <p:par>
                                <p:cTn id="56" presetID="9" presetClass="entr" presetSubtype="0" fill="hold" grpId="0" nodeType="afterEffect">
                                  <p:stCondLst>
                                    <p:cond delay="0"/>
                                  </p:stCondLst>
                                  <p:childTnLst>
                                    <p:set>
                                      <p:cBhvr>
                                        <p:cTn id="57" dur="1" fill="hold">
                                          <p:stCondLst>
                                            <p:cond delay="0"/>
                                          </p:stCondLst>
                                        </p:cTn>
                                        <p:tgtEl>
                                          <p:spTgt spid="427"/>
                                        </p:tgtEl>
                                        <p:attrNameLst>
                                          <p:attrName>style.visibility</p:attrName>
                                        </p:attrNameLst>
                                      </p:cBhvr>
                                      <p:to>
                                        <p:strVal val="visible"/>
                                      </p:to>
                                    </p:set>
                                    <p:animEffect transition="in" filter="dissolve">
                                      <p:cBhvr>
                                        <p:cTn id="58" dur="500"/>
                                        <p:tgtEl>
                                          <p:spTgt spid="4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5" grpId="0"/>
      <p:bldP spid="426" grpId="0"/>
      <p:bldP spid="427"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FAC08B47-1C0E-5D48-A9ED-A80A9C43504C}"/>
              </a:ext>
            </a:extLst>
          </p:cNvPr>
          <p:cNvSpPr>
            <a:spLocks noGrp="1"/>
          </p:cNvSpPr>
          <p:nvPr>
            <p:ph type="title"/>
          </p:nvPr>
        </p:nvSpPr>
        <p:spPr>
          <a:xfrm>
            <a:off x="811306" y="303903"/>
            <a:ext cx="10515600" cy="894622"/>
          </a:xfrm>
        </p:spPr>
        <p:txBody>
          <a:bodyPr>
            <a:normAutofit/>
          </a:bodyPr>
          <a:lstStyle/>
          <a:p>
            <a:r>
              <a:rPr lang="en-US" sz="4900" dirty="0"/>
              <a:t>A day in the life… using DNS</a:t>
            </a:r>
            <a:endParaRPr lang="en-US" dirty="0"/>
          </a:p>
        </p:txBody>
      </p:sp>
      <p:sp>
        <p:nvSpPr>
          <p:cNvPr id="5" name="Slide Number Placeholder 4">
            <a:extLst>
              <a:ext uri="{FF2B5EF4-FFF2-40B4-BE49-F238E27FC236}">
                <a16:creationId xmlns:a16="http://schemas.microsoft.com/office/drawing/2014/main" id="{818B350A-665A-4B4E-8611-F7A0C3B2DC51}"/>
              </a:ext>
            </a:extLst>
          </p:cNvPr>
          <p:cNvSpPr>
            <a:spLocks noGrp="1"/>
          </p:cNvSpPr>
          <p:nvPr>
            <p:ph type="sldNum" sz="quarter" idx="4"/>
          </p:nvPr>
        </p:nvSpPr>
        <p:spPr/>
        <p:txBody>
          <a:bodyPr/>
          <a:lstStyle/>
          <a:p>
            <a:r>
              <a:rPr lang="en-US" dirty="0"/>
              <a:t>Link Layer: 6-</a:t>
            </a:r>
            <a:fld id="{C4204591-24BD-A542-B9D5-F8D8A88D2FEE}" type="slidenum">
              <a:rPr lang="en-US" smtClean="0"/>
              <a:pPr/>
              <a:t>31</a:t>
            </a:fld>
            <a:endParaRPr lang="en-US" dirty="0"/>
          </a:p>
        </p:txBody>
      </p:sp>
      <p:sp>
        <p:nvSpPr>
          <p:cNvPr id="295" name="Freeform 3">
            <a:extLst>
              <a:ext uri="{FF2B5EF4-FFF2-40B4-BE49-F238E27FC236}">
                <a16:creationId xmlns:a16="http://schemas.microsoft.com/office/drawing/2014/main" id="{DF7BB4DC-D674-5D48-AD3D-92259D4E8719}"/>
              </a:ext>
            </a:extLst>
          </p:cNvPr>
          <p:cNvSpPr>
            <a:spLocks/>
          </p:cNvSpPr>
          <p:nvPr/>
        </p:nvSpPr>
        <p:spPr bwMode="auto">
          <a:xfrm>
            <a:off x="691870" y="1878292"/>
            <a:ext cx="3554412" cy="2754313"/>
          </a:xfrm>
          <a:custGeom>
            <a:avLst/>
            <a:gdLst>
              <a:gd name="T0" fmla="*/ 2147483647 w 2406"/>
              <a:gd name="T1" fmla="*/ 2147483647 h 958"/>
              <a:gd name="T2" fmla="*/ 2147483647 w 2406"/>
              <a:gd name="T3" fmla="*/ 2147483647 h 958"/>
              <a:gd name="T4" fmla="*/ 2147483647 w 2406"/>
              <a:gd name="T5" fmla="*/ 2147483647 h 958"/>
              <a:gd name="T6" fmla="*/ 2147483647 w 2406"/>
              <a:gd name="T7" fmla="*/ 2147483647 h 958"/>
              <a:gd name="T8" fmla="*/ 2147483647 w 2406"/>
              <a:gd name="T9" fmla="*/ 2147483647 h 958"/>
              <a:gd name="T10" fmla="*/ 2147483647 w 2406"/>
              <a:gd name="T11" fmla="*/ 2147483647 h 958"/>
              <a:gd name="T12" fmla="*/ 2147483647 w 2406"/>
              <a:gd name="T13" fmla="*/ 2147483647 h 958"/>
              <a:gd name="T14" fmla="*/ 2147483647 w 2406"/>
              <a:gd name="T15" fmla="*/ 2147483647 h 958"/>
              <a:gd name="T16" fmla="*/ 2147483647 w 2406"/>
              <a:gd name="T17" fmla="*/ 2147483647 h 958"/>
              <a:gd name="T18" fmla="*/ 2147483647 w 2406"/>
              <a:gd name="T19" fmla="*/ 2147483647 h 958"/>
              <a:gd name="T20" fmla="*/ 2147483647 w 2406"/>
              <a:gd name="T21" fmla="*/ 2147483647 h 958"/>
              <a:gd name="T22" fmla="*/ 2147483647 w 2406"/>
              <a:gd name="T23" fmla="*/ 2147483647 h 958"/>
              <a:gd name="T24" fmla="*/ 2147483647 w 2406"/>
              <a:gd name="T25" fmla="*/ 2147483647 h 95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406"/>
              <a:gd name="T40" fmla="*/ 0 h 958"/>
              <a:gd name="T41" fmla="*/ 2406 w 2406"/>
              <a:gd name="T42" fmla="*/ 958 h 95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406" h="958">
                <a:moveTo>
                  <a:pt x="2192" y="274"/>
                </a:moveTo>
                <a:cubicBezTo>
                  <a:pt x="1978" y="94"/>
                  <a:pt x="1990" y="122"/>
                  <a:pt x="1857" y="77"/>
                </a:cubicBezTo>
                <a:cubicBezTo>
                  <a:pt x="1724" y="32"/>
                  <a:pt x="1584" y="0"/>
                  <a:pt x="1393" y="7"/>
                </a:cubicBezTo>
                <a:cubicBezTo>
                  <a:pt x="1202" y="14"/>
                  <a:pt x="898" y="84"/>
                  <a:pt x="713" y="122"/>
                </a:cubicBezTo>
                <a:cubicBezTo>
                  <a:pt x="528" y="160"/>
                  <a:pt x="395" y="168"/>
                  <a:pt x="280" y="234"/>
                </a:cubicBezTo>
                <a:cubicBezTo>
                  <a:pt x="166" y="301"/>
                  <a:pt x="52" y="432"/>
                  <a:pt x="26" y="522"/>
                </a:cubicBezTo>
                <a:cubicBezTo>
                  <a:pt x="0" y="612"/>
                  <a:pt x="81" y="711"/>
                  <a:pt x="122" y="773"/>
                </a:cubicBezTo>
                <a:cubicBezTo>
                  <a:pt x="163" y="835"/>
                  <a:pt x="99" y="877"/>
                  <a:pt x="273" y="894"/>
                </a:cubicBezTo>
                <a:cubicBezTo>
                  <a:pt x="447" y="911"/>
                  <a:pt x="938" y="866"/>
                  <a:pt x="1169" y="876"/>
                </a:cubicBezTo>
                <a:cubicBezTo>
                  <a:pt x="1400" y="886"/>
                  <a:pt x="1499" y="950"/>
                  <a:pt x="1659" y="954"/>
                </a:cubicBezTo>
                <a:cubicBezTo>
                  <a:pt x="1819" y="958"/>
                  <a:pt x="2014" y="958"/>
                  <a:pt x="2129" y="897"/>
                </a:cubicBezTo>
                <a:cubicBezTo>
                  <a:pt x="2244" y="836"/>
                  <a:pt x="2327" y="856"/>
                  <a:pt x="2350" y="591"/>
                </a:cubicBezTo>
                <a:cubicBezTo>
                  <a:pt x="2373" y="326"/>
                  <a:pt x="2406" y="454"/>
                  <a:pt x="2192" y="274"/>
                </a:cubicBezTo>
                <a:close/>
              </a:path>
            </a:pathLst>
          </a:custGeom>
          <a:solidFill>
            <a:srgbClr val="9CE0FA"/>
          </a:soli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p>
            <a:pPr eaLnBrk="0" fontAlgn="base" hangingPunct="0">
              <a:spcBef>
                <a:spcPct val="0"/>
              </a:spcBef>
              <a:spcAft>
                <a:spcPct val="0"/>
              </a:spcAft>
            </a:pPr>
            <a:endParaRPr lang="en-US" dirty="0">
              <a:solidFill>
                <a:srgbClr val="000000"/>
              </a:solidFill>
              <a:latin typeface="Arial" charset="0"/>
              <a:ea typeface="ＭＳ Ｐゴシック" charset="0"/>
            </a:endParaRPr>
          </a:p>
        </p:txBody>
      </p:sp>
      <p:sp>
        <p:nvSpPr>
          <p:cNvPr id="327" name="Line 36">
            <a:extLst>
              <a:ext uri="{FF2B5EF4-FFF2-40B4-BE49-F238E27FC236}">
                <a16:creationId xmlns:a16="http://schemas.microsoft.com/office/drawing/2014/main" id="{57A4B698-E5A9-CC49-A803-B00E5B0F4E5B}"/>
              </a:ext>
            </a:extLst>
          </p:cNvPr>
          <p:cNvSpPr>
            <a:spLocks noChangeShapeType="1"/>
          </p:cNvSpPr>
          <p:nvPr/>
        </p:nvSpPr>
        <p:spPr bwMode="auto">
          <a:xfrm flipV="1">
            <a:off x="3693832" y="2949855"/>
            <a:ext cx="155575" cy="142875"/>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lstStyle/>
          <a:p>
            <a:pPr eaLnBrk="0" fontAlgn="base" hangingPunct="0">
              <a:spcBef>
                <a:spcPct val="0"/>
              </a:spcBef>
              <a:spcAft>
                <a:spcPct val="0"/>
              </a:spcAft>
            </a:pPr>
            <a:endParaRPr lang="en-US" dirty="0">
              <a:solidFill>
                <a:srgbClr val="000000"/>
              </a:solidFill>
              <a:latin typeface="Arial" charset="0"/>
              <a:ea typeface="ＭＳ Ｐゴシック" charset="0"/>
            </a:endParaRPr>
          </a:p>
        </p:txBody>
      </p:sp>
      <p:sp>
        <p:nvSpPr>
          <p:cNvPr id="328" name="Line 43">
            <a:extLst>
              <a:ext uri="{FF2B5EF4-FFF2-40B4-BE49-F238E27FC236}">
                <a16:creationId xmlns:a16="http://schemas.microsoft.com/office/drawing/2014/main" id="{4299F198-F6BC-D84B-A132-247DE12D88BC}"/>
              </a:ext>
            </a:extLst>
          </p:cNvPr>
          <p:cNvSpPr>
            <a:spLocks noChangeShapeType="1"/>
          </p:cNvSpPr>
          <p:nvPr/>
        </p:nvSpPr>
        <p:spPr bwMode="auto">
          <a:xfrm flipV="1">
            <a:off x="2584170" y="3122892"/>
            <a:ext cx="695325" cy="0"/>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lstStyle/>
          <a:p>
            <a:pPr eaLnBrk="0" fontAlgn="base" hangingPunct="0">
              <a:spcBef>
                <a:spcPct val="0"/>
              </a:spcBef>
              <a:spcAft>
                <a:spcPct val="0"/>
              </a:spcAft>
            </a:pPr>
            <a:endParaRPr lang="en-US" dirty="0">
              <a:solidFill>
                <a:srgbClr val="000000"/>
              </a:solidFill>
              <a:latin typeface="Arial" charset="0"/>
              <a:ea typeface="ＭＳ Ｐゴシック" charset="0"/>
            </a:endParaRPr>
          </a:p>
        </p:txBody>
      </p:sp>
      <p:sp>
        <p:nvSpPr>
          <p:cNvPr id="329" name="Line 44">
            <a:extLst>
              <a:ext uri="{FF2B5EF4-FFF2-40B4-BE49-F238E27FC236}">
                <a16:creationId xmlns:a16="http://schemas.microsoft.com/office/drawing/2014/main" id="{DC9B9DDD-57B4-5C47-B709-CC1E60CA572F}"/>
              </a:ext>
            </a:extLst>
          </p:cNvPr>
          <p:cNvSpPr>
            <a:spLocks noChangeShapeType="1"/>
          </p:cNvSpPr>
          <p:nvPr/>
        </p:nvSpPr>
        <p:spPr bwMode="auto">
          <a:xfrm flipV="1">
            <a:off x="3843057" y="2806980"/>
            <a:ext cx="138113" cy="142875"/>
          </a:xfrm>
          <a:prstGeom prst="line">
            <a:avLst/>
          </a:prstGeom>
          <a:noFill/>
          <a:ln w="9525">
            <a:solidFill>
              <a:srgbClr val="000000"/>
            </a:solidFill>
            <a:prstDash val="dash"/>
            <a:round/>
            <a:headEnd/>
            <a:tailEnd/>
          </a:ln>
          <a:extLst>
            <a:ext uri="{909E8E84-426E-40dd-AFC4-6F175D3DCCD1}">
              <a14:hiddenFill xmlns:a14="http://schemas.microsoft.com/office/drawing/2010/main" xmlns="">
                <a:noFill/>
              </a14:hiddenFill>
            </a:ext>
          </a:extLst>
        </p:spPr>
        <p:txBody>
          <a:bodyPr/>
          <a:lstStyle/>
          <a:p>
            <a:pPr eaLnBrk="0" fontAlgn="base" hangingPunct="0">
              <a:spcBef>
                <a:spcPct val="0"/>
              </a:spcBef>
              <a:spcAft>
                <a:spcPct val="0"/>
              </a:spcAft>
            </a:pPr>
            <a:endParaRPr lang="en-US" dirty="0">
              <a:solidFill>
                <a:srgbClr val="000000"/>
              </a:solidFill>
              <a:latin typeface="Arial" charset="0"/>
              <a:ea typeface="ＭＳ Ｐゴシック" charset="0"/>
            </a:endParaRPr>
          </a:p>
        </p:txBody>
      </p:sp>
      <p:sp>
        <p:nvSpPr>
          <p:cNvPr id="330" name="Line 48">
            <a:extLst>
              <a:ext uri="{FF2B5EF4-FFF2-40B4-BE49-F238E27FC236}">
                <a16:creationId xmlns:a16="http://schemas.microsoft.com/office/drawing/2014/main" id="{4DEE8A35-1100-9F4E-9ADC-43B2758E16DA}"/>
              </a:ext>
            </a:extLst>
          </p:cNvPr>
          <p:cNvSpPr>
            <a:spLocks noChangeShapeType="1"/>
          </p:cNvSpPr>
          <p:nvPr/>
        </p:nvSpPr>
        <p:spPr bwMode="auto">
          <a:xfrm flipV="1">
            <a:off x="3198532" y="3341967"/>
            <a:ext cx="512763" cy="612775"/>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lstStyle/>
          <a:p>
            <a:pPr eaLnBrk="0" fontAlgn="base" hangingPunct="0">
              <a:spcBef>
                <a:spcPct val="0"/>
              </a:spcBef>
              <a:spcAft>
                <a:spcPct val="0"/>
              </a:spcAft>
            </a:pPr>
            <a:endParaRPr lang="en-US" dirty="0">
              <a:solidFill>
                <a:srgbClr val="000000"/>
              </a:solidFill>
              <a:latin typeface="Arial" charset="0"/>
              <a:ea typeface="ＭＳ Ｐゴシック" charset="0"/>
            </a:endParaRPr>
          </a:p>
        </p:txBody>
      </p:sp>
      <p:grpSp>
        <p:nvGrpSpPr>
          <p:cNvPr id="581" name="Group 580">
            <a:extLst>
              <a:ext uri="{FF2B5EF4-FFF2-40B4-BE49-F238E27FC236}">
                <a16:creationId xmlns:a16="http://schemas.microsoft.com/office/drawing/2014/main" id="{4D6B2B90-1080-3C45-8723-93F56B08E56C}"/>
              </a:ext>
            </a:extLst>
          </p:cNvPr>
          <p:cNvGrpSpPr/>
          <p:nvPr/>
        </p:nvGrpSpPr>
        <p:grpSpPr>
          <a:xfrm>
            <a:off x="3087416" y="2965438"/>
            <a:ext cx="960147" cy="436668"/>
            <a:chOff x="3668110" y="2448910"/>
            <a:chExt cx="3794234" cy="2165130"/>
          </a:xfrm>
        </p:grpSpPr>
        <p:sp>
          <p:nvSpPr>
            <p:cNvPr id="582" name="Rectangle 581">
              <a:extLst>
                <a:ext uri="{FF2B5EF4-FFF2-40B4-BE49-F238E27FC236}">
                  <a16:creationId xmlns:a16="http://schemas.microsoft.com/office/drawing/2014/main" id="{B1476A90-F591-974E-B11C-39A30B0F987B}"/>
                </a:ext>
              </a:extLst>
            </p:cNvPr>
            <p:cNvSpPr/>
            <p:nvPr/>
          </p:nvSpPr>
          <p:spPr>
            <a:xfrm>
              <a:off x="3668110" y="3741409"/>
              <a:ext cx="3780587" cy="872631"/>
            </a:xfrm>
            <a:prstGeom prst="rect">
              <a:avLst/>
            </a:prstGeom>
            <a:gradFill>
              <a:gsLst>
                <a:gs pos="0">
                  <a:srgbClr val="B8C2C9"/>
                </a:gs>
                <a:gs pos="21000">
                  <a:schemeClr val="bg1"/>
                </a:gs>
                <a:gs pos="60000">
                  <a:srgbClr val="D6DCE0"/>
                </a:gs>
                <a:gs pos="100000">
                  <a:srgbClr val="B8C2C9"/>
                </a:gs>
              </a:gsLst>
              <a:lin ang="0" scaled="0"/>
            </a:gra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83" name="Freeform 582">
              <a:extLst>
                <a:ext uri="{FF2B5EF4-FFF2-40B4-BE49-F238E27FC236}">
                  <a16:creationId xmlns:a16="http://schemas.microsoft.com/office/drawing/2014/main" id="{FAF65266-E375-3A4E-8042-0B0D6B8CFA60}"/>
                </a:ext>
              </a:extLst>
            </p:cNvPr>
            <p:cNvSpPr/>
            <p:nvPr/>
          </p:nvSpPr>
          <p:spPr>
            <a:xfrm>
              <a:off x="3678620" y="2448910"/>
              <a:ext cx="3783724" cy="1324303"/>
            </a:xfrm>
            <a:custGeom>
              <a:avLst/>
              <a:gdLst>
                <a:gd name="connsiteX0" fmla="*/ 0 w 3783724"/>
                <a:gd name="connsiteY0" fmla="*/ 1313793 h 1324303"/>
                <a:gd name="connsiteX1" fmla="*/ 0 w 3783724"/>
                <a:gd name="connsiteY1" fmla="*/ 1313793 h 1324303"/>
                <a:gd name="connsiteX2" fmla="*/ 252248 w 3783724"/>
                <a:gd name="connsiteY2" fmla="*/ 0 h 1324303"/>
                <a:gd name="connsiteX3" fmla="*/ 3415862 w 3783724"/>
                <a:gd name="connsiteY3" fmla="*/ 21020 h 1324303"/>
                <a:gd name="connsiteX4" fmla="*/ 3783724 w 3783724"/>
                <a:gd name="connsiteY4" fmla="*/ 1324303 h 1324303"/>
                <a:gd name="connsiteX5" fmla="*/ 0 w 3783724"/>
                <a:gd name="connsiteY5" fmla="*/ 1313793 h 1324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83724" h="1324303">
                  <a:moveTo>
                    <a:pt x="0" y="1313793"/>
                  </a:moveTo>
                  <a:lnTo>
                    <a:pt x="0" y="1313793"/>
                  </a:lnTo>
                  <a:lnTo>
                    <a:pt x="252248" y="0"/>
                  </a:lnTo>
                  <a:lnTo>
                    <a:pt x="3415862" y="21020"/>
                  </a:lnTo>
                  <a:lnTo>
                    <a:pt x="3783724" y="1324303"/>
                  </a:lnTo>
                  <a:lnTo>
                    <a:pt x="0" y="1313793"/>
                  </a:lnTo>
                  <a:close/>
                </a:path>
              </a:pathLst>
            </a:cu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nvGrpSpPr>
            <p:cNvPr id="584" name="Group 583">
              <a:extLst>
                <a:ext uri="{FF2B5EF4-FFF2-40B4-BE49-F238E27FC236}">
                  <a16:creationId xmlns:a16="http://schemas.microsoft.com/office/drawing/2014/main" id="{A1FA9C68-339B-614C-9E34-CDEAC150A5DD}"/>
                </a:ext>
              </a:extLst>
            </p:cNvPr>
            <p:cNvGrpSpPr/>
            <p:nvPr/>
          </p:nvGrpSpPr>
          <p:grpSpPr>
            <a:xfrm>
              <a:off x="3941378" y="2603243"/>
              <a:ext cx="3202061" cy="1066110"/>
              <a:chOff x="7939341" y="3037317"/>
              <a:chExt cx="897649" cy="353919"/>
            </a:xfrm>
          </p:grpSpPr>
          <p:sp>
            <p:nvSpPr>
              <p:cNvPr id="585" name="Freeform 584">
                <a:extLst>
                  <a:ext uri="{FF2B5EF4-FFF2-40B4-BE49-F238E27FC236}">
                    <a16:creationId xmlns:a16="http://schemas.microsoft.com/office/drawing/2014/main" id="{D8C9439F-A149-D942-929A-18B7B9A8DCF4}"/>
                  </a:ext>
                </a:extLst>
              </p:cNvPr>
              <p:cNvSpPr/>
              <p:nvPr/>
            </p:nvSpPr>
            <p:spPr>
              <a:xfrm>
                <a:off x="7964170" y="30373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86" name="Freeform 585">
                <a:extLst>
                  <a:ext uri="{FF2B5EF4-FFF2-40B4-BE49-F238E27FC236}">
                    <a16:creationId xmlns:a16="http://schemas.microsoft.com/office/drawing/2014/main" id="{0C0CC8C6-CE81-EF42-BA4E-3A45D13E6CD2}"/>
                  </a:ext>
                </a:extLst>
              </p:cNvPr>
              <p:cNvSpPr/>
              <p:nvPr/>
            </p:nvSpPr>
            <p:spPr>
              <a:xfrm>
                <a:off x="8519948" y="32067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87" name="Freeform 586">
                <a:extLst>
                  <a:ext uri="{FF2B5EF4-FFF2-40B4-BE49-F238E27FC236}">
                    <a16:creationId xmlns:a16="http://schemas.microsoft.com/office/drawing/2014/main" id="{3E8C4D08-870E-A742-950E-F94FEE119597}"/>
                  </a:ext>
                </a:extLst>
              </p:cNvPr>
              <p:cNvSpPr/>
              <p:nvPr/>
            </p:nvSpPr>
            <p:spPr>
              <a:xfrm>
                <a:off x="7939341" y="32067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88" name="Freeform 587">
                <a:extLst>
                  <a:ext uri="{FF2B5EF4-FFF2-40B4-BE49-F238E27FC236}">
                    <a16:creationId xmlns:a16="http://schemas.microsoft.com/office/drawing/2014/main" id="{AF1A2733-0B79-E940-8171-436600A9A36D}"/>
                  </a:ext>
                </a:extLst>
              </p:cNvPr>
              <p:cNvSpPr/>
              <p:nvPr/>
            </p:nvSpPr>
            <p:spPr>
              <a:xfrm>
                <a:off x="8047413" y="31234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sp>
        <p:nvSpPr>
          <p:cNvPr id="638" name="Rectangle 37">
            <a:extLst>
              <a:ext uri="{FF2B5EF4-FFF2-40B4-BE49-F238E27FC236}">
                <a16:creationId xmlns:a16="http://schemas.microsoft.com/office/drawing/2014/main" id="{6E62C662-849A-5546-97FB-27C419E31ED7}"/>
              </a:ext>
            </a:extLst>
          </p:cNvPr>
          <p:cNvSpPr>
            <a:spLocks noChangeArrowheads="1"/>
          </p:cNvSpPr>
          <p:nvPr/>
        </p:nvSpPr>
        <p:spPr bwMode="auto">
          <a:xfrm rot="5400000">
            <a:off x="2648281" y="3003260"/>
            <a:ext cx="134168" cy="255587"/>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Comic Sans MS" pitchFamily="66" charset="0"/>
              <a:ea typeface="ＭＳ Ｐゴシック" charset="0"/>
            </a:endParaRPr>
          </a:p>
        </p:txBody>
      </p:sp>
      <p:sp>
        <p:nvSpPr>
          <p:cNvPr id="639" name="Rectangle 37">
            <a:extLst>
              <a:ext uri="{FF2B5EF4-FFF2-40B4-BE49-F238E27FC236}">
                <a16:creationId xmlns:a16="http://schemas.microsoft.com/office/drawing/2014/main" id="{CE5D4DD5-02BB-9C42-86C9-F0B5A6635376}"/>
              </a:ext>
            </a:extLst>
          </p:cNvPr>
          <p:cNvSpPr>
            <a:spLocks noChangeArrowheads="1"/>
          </p:cNvSpPr>
          <p:nvPr/>
        </p:nvSpPr>
        <p:spPr bwMode="auto">
          <a:xfrm rot="5400000">
            <a:off x="3522564" y="4176324"/>
            <a:ext cx="140795" cy="179874"/>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Comic Sans MS" pitchFamily="66" charset="0"/>
              <a:ea typeface="ＭＳ Ｐゴシック" charset="0"/>
            </a:endParaRPr>
          </a:p>
        </p:txBody>
      </p:sp>
      <p:grpSp>
        <p:nvGrpSpPr>
          <p:cNvPr id="648" name="Group 647">
            <a:extLst>
              <a:ext uri="{FF2B5EF4-FFF2-40B4-BE49-F238E27FC236}">
                <a16:creationId xmlns:a16="http://schemas.microsoft.com/office/drawing/2014/main" id="{371E96AA-2C01-0648-99EC-0745CB0A4923}"/>
              </a:ext>
            </a:extLst>
          </p:cNvPr>
          <p:cNvGrpSpPr/>
          <p:nvPr/>
        </p:nvGrpSpPr>
        <p:grpSpPr>
          <a:xfrm>
            <a:off x="1950870" y="2678242"/>
            <a:ext cx="908821" cy="651136"/>
            <a:chOff x="7458407" y="2414528"/>
            <a:chExt cx="509280" cy="320753"/>
          </a:xfrm>
        </p:grpSpPr>
        <p:pic>
          <p:nvPicPr>
            <p:cNvPr id="650" name="Picture 1018" descr="laptop_keyboard">
              <a:extLst>
                <a:ext uri="{FF2B5EF4-FFF2-40B4-BE49-F238E27FC236}">
                  <a16:creationId xmlns:a16="http://schemas.microsoft.com/office/drawing/2014/main" id="{135B603F-8336-2440-90DD-B68520A9F98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109064" flipH="1">
              <a:off x="7458407" y="2575770"/>
              <a:ext cx="437221" cy="1595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51" name="Freeform 1019">
              <a:extLst>
                <a:ext uri="{FF2B5EF4-FFF2-40B4-BE49-F238E27FC236}">
                  <a16:creationId xmlns:a16="http://schemas.microsoft.com/office/drawing/2014/main" id="{A555F850-562D-AD4F-B452-96C73D01DD3B}"/>
                </a:ext>
              </a:extLst>
            </p:cNvPr>
            <p:cNvSpPr>
              <a:spLocks/>
            </p:cNvSpPr>
            <p:nvPr/>
          </p:nvSpPr>
          <p:spPr bwMode="auto">
            <a:xfrm>
              <a:off x="7603304" y="2420984"/>
              <a:ext cx="351919" cy="208167"/>
            </a:xfrm>
            <a:custGeom>
              <a:avLst/>
              <a:gdLst>
                <a:gd name="T0" fmla="*/ 775798119 w 2982"/>
                <a:gd name="T1" fmla="*/ 0 h 2442"/>
                <a:gd name="T2" fmla="*/ 0 w 2982"/>
                <a:gd name="T3" fmla="*/ 211226083 h 2442"/>
                <a:gd name="T4" fmla="*/ 2147483646 w 2982"/>
                <a:gd name="T5" fmla="*/ 263880059 h 2442"/>
                <a:gd name="T6" fmla="*/ 2147483646 w 2982"/>
                <a:gd name="T7" fmla="*/ 52653891 h 2442"/>
                <a:gd name="T8" fmla="*/ 775798119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652" name="Picture 1020" descr="screen">
              <a:extLst>
                <a:ext uri="{FF2B5EF4-FFF2-40B4-BE49-F238E27FC236}">
                  <a16:creationId xmlns:a16="http://schemas.microsoft.com/office/drawing/2014/main" id="{180E4E9B-5575-C04C-B7DB-B5BA7C4AA48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620637" y="2426338"/>
              <a:ext cx="319785" cy="1894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53" name="Freeform 1021">
              <a:extLst>
                <a:ext uri="{FF2B5EF4-FFF2-40B4-BE49-F238E27FC236}">
                  <a16:creationId xmlns:a16="http://schemas.microsoft.com/office/drawing/2014/main" id="{7DBE96E5-E342-0640-A4FB-8433BEA2C3EA}"/>
                </a:ext>
              </a:extLst>
            </p:cNvPr>
            <p:cNvSpPr>
              <a:spLocks/>
            </p:cNvSpPr>
            <p:nvPr/>
          </p:nvSpPr>
          <p:spPr bwMode="auto">
            <a:xfrm>
              <a:off x="7667378" y="2414843"/>
              <a:ext cx="298167" cy="38736"/>
            </a:xfrm>
            <a:custGeom>
              <a:avLst/>
              <a:gdLst>
                <a:gd name="T0" fmla="*/ 193616298 w 2528"/>
                <a:gd name="T1" fmla="*/ 0 h 455"/>
                <a:gd name="T2" fmla="*/ 2147483646 w 2528"/>
                <a:gd name="T3" fmla="*/ 52445139 h 455"/>
                <a:gd name="T4" fmla="*/ 2147483646 w 2528"/>
                <a:gd name="T5" fmla="*/ 52445139 h 455"/>
                <a:gd name="T6" fmla="*/ 0 w 2528"/>
                <a:gd name="T7" fmla="*/ 52445139 h 455"/>
                <a:gd name="T8" fmla="*/ 193616298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54" name="Freeform 1022">
              <a:extLst>
                <a:ext uri="{FF2B5EF4-FFF2-40B4-BE49-F238E27FC236}">
                  <a16:creationId xmlns:a16="http://schemas.microsoft.com/office/drawing/2014/main" id="{C685E858-73F6-304D-A9B2-FB408EAEAE89}"/>
                </a:ext>
              </a:extLst>
            </p:cNvPr>
            <p:cNvSpPr>
              <a:spLocks/>
            </p:cNvSpPr>
            <p:nvPr/>
          </p:nvSpPr>
          <p:spPr bwMode="auto">
            <a:xfrm>
              <a:off x="7600188" y="2414528"/>
              <a:ext cx="82770" cy="161243"/>
            </a:xfrm>
            <a:custGeom>
              <a:avLst/>
              <a:gdLst>
                <a:gd name="T0" fmla="*/ 773664160 w 702"/>
                <a:gd name="T1" fmla="*/ 0 h 1893"/>
                <a:gd name="T2" fmla="*/ 0 w 702"/>
                <a:gd name="T3" fmla="*/ 210739916 h 1893"/>
                <a:gd name="T4" fmla="*/ 193416040 w 702"/>
                <a:gd name="T5" fmla="*/ 210739916 h 1893"/>
                <a:gd name="T6" fmla="*/ 967080200 w 702"/>
                <a:gd name="T7" fmla="*/ 52529017 h 1893"/>
                <a:gd name="T8" fmla="*/ 773664160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55" name="Freeform 1023">
              <a:extLst>
                <a:ext uri="{FF2B5EF4-FFF2-40B4-BE49-F238E27FC236}">
                  <a16:creationId xmlns:a16="http://schemas.microsoft.com/office/drawing/2014/main" id="{AF64C085-2E7B-BA45-A92C-0400AAF3A656}"/>
                </a:ext>
              </a:extLst>
            </p:cNvPr>
            <p:cNvSpPr>
              <a:spLocks/>
            </p:cNvSpPr>
            <p:nvPr/>
          </p:nvSpPr>
          <p:spPr bwMode="auto">
            <a:xfrm>
              <a:off x="7874205" y="2443344"/>
              <a:ext cx="89197" cy="186122"/>
            </a:xfrm>
            <a:custGeom>
              <a:avLst/>
              <a:gdLst>
                <a:gd name="T0" fmla="*/ 969024527 w 756"/>
                <a:gd name="T1" fmla="*/ 0 h 2184"/>
                <a:gd name="T2" fmla="*/ 193802074 w 756"/>
                <a:gd name="T3" fmla="*/ 263660221 h 2184"/>
                <a:gd name="T4" fmla="*/ 0 w 756"/>
                <a:gd name="T5" fmla="*/ 263660221 h 2184"/>
                <a:gd name="T6" fmla="*/ 775222454 w 756"/>
                <a:gd name="T7" fmla="*/ 52610059 h 2184"/>
                <a:gd name="T8" fmla="*/ 969024527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56" name="Freeform 1024">
              <a:extLst>
                <a:ext uri="{FF2B5EF4-FFF2-40B4-BE49-F238E27FC236}">
                  <a16:creationId xmlns:a16="http://schemas.microsoft.com/office/drawing/2014/main" id="{CBE1239C-4F2E-ED4C-BD21-40993AE6C889}"/>
                </a:ext>
              </a:extLst>
            </p:cNvPr>
            <p:cNvSpPr>
              <a:spLocks/>
            </p:cNvSpPr>
            <p:nvPr/>
          </p:nvSpPr>
          <p:spPr bwMode="auto">
            <a:xfrm>
              <a:off x="7599214" y="2567582"/>
              <a:ext cx="327185" cy="62828"/>
            </a:xfrm>
            <a:custGeom>
              <a:avLst/>
              <a:gdLst>
                <a:gd name="T0" fmla="*/ 193829444 w 2773"/>
                <a:gd name="T1" fmla="*/ 0 h 738"/>
                <a:gd name="T2" fmla="*/ 0 w 2773"/>
                <a:gd name="T3" fmla="*/ 52443587 h 738"/>
                <a:gd name="T4" fmla="*/ 2147483646 w 2773"/>
                <a:gd name="T5" fmla="*/ 104894411 h 738"/>
                <a:gd name="T6" fmla="*/ 2147483646 w 2773"/>
                <a:gd name="T7" fmla="*/ 52443587 h 738"/>
                <a:gd name="T8" fmla="*/ 193829444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57" name="Freeform 1025">
              <a:extLst>
                <a:ext uri="{FF2B5EF4-FFF2-40B4-BE49-F238E27FC236}">
                  <a16:creationId xmlns:a16="http://schemas.microsoft.com/office/drawing/2014/main" id="{32E401E2-9C9D-1C41-A94E-50F270EF177D}"/>
                </a:ext>
              </a:extLst>
            </p:cNvPr>
            <p:cNvSpPr>
              <a:spLocks/>
            </p:cNvSpPr>
            <p:nvPr/>
          </p:nvSpPr>
          <p:spPr bwMode="auto">
            <a:xfrm>
              <a:off x="7884138" y="2444918"/>
              <a:ext cx="83549" cy="186909"/>
            </a:xfrm>
            <a:custGeom>
              <a:avLst/>
              <a:gdLst>
                <a:gd name="T0" fmla="*/ 2147483646 w 637"/>
                <a:gd name="T1" fmla="*/ 0 h 1659"/>
                <a:gd name="T2" fmla="*/ 2147483646 w 637"/>
                <a:gd name="T3" fmla="*/ 0 h 1659"/>
                <a:gd name="T4" fmla="*/ 295581541 w 637"/>
                <a:gd name="T5" fmla="*/ 2147483646 h 1659"/>
                <a:gd name="T6" fmla="*/ 0 w 637"/>
                <a:gd name="T7" fmla="*/ 2147483646 h 1659"/>
                <a:gd name="T8" fmla="*/ 2147483646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58" name="Freeform 1026">
              <a:extLst>
                <a:ext uri="{FF2B5EF4-FFF2-40B4-BE49-F238E27FC236}">
                  <a16:creationId xmlns:a16="http://schemas.microsoft.com/office/drawing/2014/main" id="{FA157A51-7F18-4F4D-8C83-BFAD67826499}"/>
                </a:ext>
              </a:extLst>
            </p:cNvPr>
            <p:cNvSpPr>
              <a:spLocks/>
            </p:cNvSpPr>
            <p:nvPr/>
          </p:nvSpPr>
          <p:spPr bwMode="auto">
            <a:xfrm>
              <a:off x="7599603" y="2575928"/>
              <a:ext cx="290961" cy="62041"/>
            </a:xfrm>
            <a:custGeom>
              <a:avLst/>
              <a:gdLst>
                <a:gd name="T0" fmla="*/ 0 w 2216"/>
                <a:gd name="T1" fmla="*/ 0 h 550"/>
                <a:gd name="T2" fmla="*/ 296523134 w 2216"/>
                <a:gd name="T3" fmla="*/ 324379338 h 550"/>
                <a:gd name="T4" fmla="*/ 2147483646 w 2216"/>
                <a:gd name="T5" fmla="*/ 2147483646 h 550"/>
                <a:gd name="T6" fmla="*/ 2147483646 w 2216"/>
                <a:gd name="T7" fmla="*/ 2147483646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659" name="Group 1027">
              <a:extLst>
                <a:ext uri="{FF2B5EF4-FFF2-40B4-BE49-F238E27FC236}">
                  <a16:creationId xmlns:a16="http://schemas.microsoft.com/office/drawing/2014/main" id="{696F2347-1565-6441-8C1A-437A9DAAD472}"/>
                </a:ext>
              </a:extLst>
            </p:cNvPr>
            <p:cNvGrpSpPr>
              <a:grpSpLocks/>
            </p:cNvGrpSpPr>
            <p:nvPr/>
          </p:nvGrpSpPr>
          <p:grpSpPr bwMode="auto">
            <a:xfrm>
              <a:off x="7594735" y="2642220"/>
              <a:ext cx="98740" cy="36846"/>
              <a:chOff x="1740" y="2642"/>
              <a:chExt cx="752" cy="327"/>
            </a:xfrm>
          </p:grpSpPr>
          <p:sp>
            <p:nvSpPr>
              <p:cNvPr id="666" name="Freeform 1028">
                <a:extLst>
                  <a:ext uri="{FF2B5EF4-FFF2-40B4-BE49-F238E27FC236}">
                    <a16:creationId xmlns:a16="http://schemas.microsoft.com/office/drawing/2014/main" id="{D047B827-4325-2047-B189-266567FECB32}"/>
                  </a:ext>
                </a:extLst>
              </p:cNvPr>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67" name="Freeform 1029">
                <a:extLst>
                  <a:ext uri="{FF2B5EF4-FFF2-40B4-BE49-F238E27FC236}">
                    <a16:creationId xmlns:a16="http://schemas.microsoft.com/office/drawing/2014/main" id="{C962B1E0-9734-1845-B0BC-530A5D7EA2B3}"/>
                  </a:ext>
                </a:extLst>
              </p:cNvPr>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68" name="Freeform 1030">
                <a:extLst>
                  <a:ext uri="{FF2B5EF4-FFF2-40B4-BE49-F238E27FC236}">
                    <a16:creationId xmlns:a16="http://schemas.microsoft.com/office/drawing/2014/main" id="{66CDACE3-49D2-1547-B61E-6E0D19A09310}"/>
                  </a:ext>
                </a:extLst>
              </p:cNvPr>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69" name="Freeform 1031">
                <a:extLst>
                  <a:ext uri="{FF2B5EF4-FFF2-40B4-BE49-F238E27FC236}">
                    <a16:creationId xmlns:a16="http://schemas.microsoft.com/office/drawing/2014/main" id="{9744E38D-B189-994A-AC39-2221D16C2E34}"/>
                  </a:ext>
                </a:extLst>
              </p:cNvPr>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70" name="Freeform 1032">
                <a:extLst>
                  <a:ext uri="{FF2B5EF4-FFF2-40B4-BE49-F238E27FC236}">
                    <a16:creationId xmlns:a16="http://schemas.microsoft.com/office/drawing/2014/main" id="{536855A1-ABB1-9446-A60A-574798C2200C}"/>
                  </a:ext>
                </a:extLst>
              </p:cNvPr>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71" name="Freeform 1033">
                <a:extLst>
                  <a:ext uri="{FF2B5EF4-FFF2-40B4-BE49-F238E27FC236}">
                    <a16:creationId xmlns:a16="http://schemas.microsoft.com/office/drawing/2014/main" id="{793FB7DB-D4F3-C047-AB19-9686506659B1}"/>
                  </a:ext>
                </a:extLst>
              </p:cNvPr>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660" name="Freeform 1034">
              <a:extLst>
                <a:ext uri="{FF2B5EF4-FFF2-40B4-BE49-F238E27FC236}">
                  <a16:creationId xmlns:a16="http://schemas.microsoft.com/office/drawing/2014/main" id="{74F1A127-BD96-664E-BA7B-8AB571743829}"/>
                </a:ext>
              </a:extLst>
            </p:cNvPr>
            <p:cNvSpPr>
              <a:spLocks/>
            </p:cNvSpPr>
            <p:nvPr/>
          </p:nvSpPr>
          <p:spPr bwMode="auto">
            <a:xfrm>
              <a:off x="7763780" y="2647731"/>
              <a:ext cx="119578" cy="80936"/>
            </a:xfrm>
            <a:custGeom>
              <a:avLst/>
              <a:gdLst>
                <a:gd name="T0" fmla="*/ 213221464 w 990"/>
                <a:gd name="T1" fmla="*/ 1090686587 h 792"/>
                <a:gd name="T2" fmla="*/ 1915477586 w 990"/>
                <a:gd name="T3" fmla="*/ 0 h 792"/>
                <a:gd name="T4" fmla="*/ 1915477586 w 990"/>
                <a:gd name="T5" fmla="*/ 108859840 h 792"/>
                <a:gd name="T6" fmla="*/ 0 w 990"/>
                <a:gd name="T7" fmla="*/ 1090686587 h 792"/>
                <a:gd name="T8" fmla="*/ 213221464 w 990"/>
                <a:gd name="T9" fmla="*/ 1090686587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61" name="Freeform 1035">
              <a:extLst>
                <a:ext uri="{FF2B5EF4-FFF2-40B4-BE49-F238E27FC236}">
                  <a16:creationId xmlns:a16="http://schemas.microsoft.com/office/drawing/2014/main" id="{B1230F45-F5FF-0841-8D9E-3024466B4D3E}"/>
                </a:ext>
              </a:extLst>
            </p:cNvPr>
            <p:cNvSpPr>
              <a:spLocks/>
            </p:cNvSpPr>
            <p:nvPr/>
          </p:nvSpPr>
          <p:spPr bwMode="auto">
            <a:xfrm>
              <a:off x="7458602" y="2654187"/>
              <a:ext cx="305957" cy="73850"/>
            </a:xfrm>
            <a:custGeom>
              <a:avLst/>
              <a:gdLst>
                <a:gd name="T0" fmla="*/ 213486572 w 2532"/>
                <a:gd name="T1" fmla="*/ 0 h 723"/>
                <a:gd name="T2" fmla="*/ 213486572 w 2532"/>
                <a:gd name="T3" fmla="*/ 0 h 723"/>
                <a:gd name="T4" fmla="*/ 2147483646 w 2532"/>
                <a:gd name="T5" fmla="*/ 979380008 h 723"/>
                <a:gd name="T6" fmla="*/ 2147483646 w 2532"/>
                <a:gd name="T7" fmla="*/ 1088085165 h 723"/>
                <a:gd name="T8" fmla="*/ 0 w 2532"/>
                <a:gd name="T9" fmla="*/ 108705259 h 723"/>
                <a:gd name="T10" fmla="*/ 213486572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62" name="Freeform 1036">
              <a:extLst>
                <a:ext uri="{FF2B5EF4-FFF2-40B4-BE49-F238E27FC236}">
                  <a16:creationId xmlns:a16="http://schemas.microsoft.com/office/drawing/2014/main" id="{BC7097AC-B904-3748-8E04-91D93864FFF0}"/>
                </a:ext>
              </a:extLst>
            </p:cNvPr>
            <p:cNvSpPr>
              <a:spLocks/>
            </p:cNvSpPr>
            <p:nvPr/>
          </p:nvSpPr>
          <p:spPr bwMode="auto">
            <a:xfrm>
              <a:off x="7458797" y="2640645"/>
              <a:ext cx="3311" cy="14959"/>
            </a:xfrm>
            <a:custGeom>
              <a:avLst/>
              <a:gdLst>
                <a:gd name="T0" fmla="*/ 262278191 w 26"/>
                <a:gd name="T1" fmla="*/ 107489981 h 147"/>
                <a:gd name="T2" fmla="*/ 262278191 w 26"/>
                <a:gd name="T3" fmla="*/ 214969480 h 147"/>
                <a:gd name="T4" fmla="*/ 0 w 26"/>
                <a:gd name="T5" fmla="*/ 214969480 h 147"/>
                <a:gd name="T6" fmla="*/ 262278191 w 26"/>
                <a:gd name="T7" fmla="*/ 0 h 147"/>
                <a:gd name="T8" fmla="*/ 262278191 w 26"/>
                <a:gd name="T9" fmla="*/ 107489981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63" name="Freeform 1037">
              <a:extLst>
                <a:ext uri="{FF2B5EF4-FFF2-40B4-BE49-F238E27FC236}">
                  <a16:creationId xmlns:a16="http://schemas.microsoft.com/office/drawing/2014/main" id="{742F7A0F-19C5-814E-8FBF-4B77A3DF6EBF}"/>
                </a:ext>
              </a:extLst>
            </p:cNvPr>
            <p:cNvSpPr>
              <a:spLocks/>
            </p:cNvSpPr>
            <p:nvPr/>
          </p:nvSpPr>
          <p:spPr bwMode="auto">
            <a:xfrm>
              <a:off x="7458992" y="2579707"/>
              <a:ext cx="142170" cy="61883"/>
            </a:xfrm>
            <a:custGeom>
              <a:avLst/>
              <a:gdLst>
                <a:gd name="T0" fmla="*/ 2136125890 w 1176"/>
                <a:gd name="T1" fmla="*/ 0 h 606"/>
                <a:gd name="T2" fmla="*/ 0 w 1176"/>
                <a:gd name="T3" fmla="*/ 870000945 h 606"/>
                <a:gd name="T4" fmla="*/ 213789467 w 1176"/>
                <a:gd name="T5" fmla="*/ 870000945 h 606"/>
                <a:gd name="T6" fmla="*/ 2136125890 w 1176"/>
                <a:gd name="T7" fmla="*/ 108617123 h 606"/>
                <a:gd name="T8" fmla="*/ 2136125890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64" name="Freeform 1038">
              <a:extLst>
                <a:ext uri="{FF2B5EF4-FFF2-40B4-BE49-F238E27FC236}">
                  <a16:creationId xmlns:a16="http://schemas.microsoft.com/office/drawing/2014/main" id="{F08DCC14-2A10-224A-9BDF-59347D32E314}"/>
                </a:ext>
              </a:extLst>
            </p:cNvPr>
            <p:cNvSpPr>
              <a:spLocks/>
            </p:cNvSpPr>
            <p:nvPr/>
          </p:nvSpPr>
          <p:spPr bwMode="auto">
            <a:xfrm>
              <a:off x="7468535" y="2643795"/>
              <a:ext cx="290182" cy="71016"/>
            </a:xfrm>
            <a:custGeom>
              <a:avLst/>
              <a:gdLst>
                <a:gd name="T0" fmla="*/ 173112702 w 2532"/>
                <a:gd name="T1" fmla="*/ 0 h 723"/>
                <a:gd name="T2" fmla="*/ 173112702 w 2532"/>
                <a:gd name="T3" fmla="*/ 0 h 723"/>
                <a:gd name="T4" fmla="*/ 2069773885 w 2532"/>
                <a:gd name="T5" fmla="*/ 558173482 h 723"/>
                <a:gd name="T6" fmla="*/ 2069773885 w 2532"/>
                <a:gd name="T7" fmla="*/ 558173482 h 723"/>
                <a:gd name="T8" fmla="*/ 0 w 2532"/>
                <a:gd name="T9" fmla="*/ 92871346 h 723"/>
                <a:gd name="T10" fmla="*/ 173112702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65" name="Freeform 1039">
              <a:extLst>
                <a:ext uri="{FF2B5EF4-FFF2-40B4-BE49-F238E27FC236}">
                  <a16:creationId xmlns:a16="http://schemas.microsoft.com/office/drawing/2014/main" id="{A6403359-33F6-1F41-9B14-D46854C777D7}"/>
                </a:ext>
              </a:extLst>
            </p:cNvPr>
            <p:cNvSpPr>
              <a:spLocks/>
            </p:cNvSpPr>
            <p:nvPr/>
          </p:nvSpPr>
          <p:spPr bwMode="auto">
            <a:xfrm flipV="1">
              <a:off x="7758327" y="2638756"/>
              <a:ext cx="118410" cy="73535"/>
            </a:xfrm>
            <a:custGeom>
              <a:avLst/>
              <a:gdLst>
                <a:gd name="T0" fmla="*/ 0 w 2532"/>
                <a:gd name="T1" fmla="*/ 0 h 723"/>
                <a:gd name="T2" fmla="*/ 0 w 2532"/>
                <a:gd name="T3" fmla="*/ 0 h 723"/>
                <a:gd name="T4" fmla="*/ 0 w 2532"/>
                <a:gd name="T5" fmla="*/ 962694895 h 723"/>
                <a:gd name="T6" fmla="*/ 0 w 2532"/>
                <a:gd name="T7" fmla="*/ 962694895 h 723"/>
                <a:gd name="T8" fmla="*/ 0 w 2532"/>
                <a:gd name="T9" fmla="*/ 107314314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672" name="Rectangle 37">
            <a:extLst>
              <a:ext uri="{FF2B5EF4-FFF2-40B4-BE49-F238E27FC236}">
                <a16:creationId xmlns:a16="http://schemas.microsoft.com/office/drawing/2014/main" id="{9481655E-53B9-E148-87BB-DA888D40383A}"/>
              </a:ext>
            </a:extLst>
          </p:cNvPr>
          <p:cNvSpPr>
            <a:spLocks noChangeArrowheads="1"/>
          </p:cNvSpPr>
          <p:nvPr/>
        </p:nvSpPr>
        <p:spPr bwMode="auto">
          <a:xfrm rot="2603620">
            <a:off x="3123075" y="3881648"/>
            <a:ext cx="140795" cy="235527"/>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Comic Sans MS" pitchFamily="66" charset="0"/>
              <a:ea typeface="ＭＳ Ｐゴシック" charset="0"/>
            </a:endParaRPr>
          </a:p>
        </p:txBody>
      </p:sp>
      <p:grpSp>
        <p:nvGrpSpPr>
          <p:cNvPr id="589" name="Group 588">
            <a:extLst>
              <a:ext uri="{FF2B5EF4-FFF2-40B4-BE49-F238E27FC236}">
                <a16:creationId xmlns:a16="http://schemas.microsoft.com/office/drawing/2014/main" id="{E25D2C38-52A6-D74C-B8F5-760511B66010}"/>
              </a:ext>
            </a:extLst>
          </p:cNvPr>
          <p:cNvGrpSpPr/>
          <p:nvPr/>
        </p:nvGrpSpPr>
        <p:grpSpPr>
          <a:xfrm>
            <a:off x="2647027" y="4019872"/>
            <a:ext cx="853832" cy="472456"/>
            <a:chOff x="7493876" y="2774731"/>
            <a:chExt cx="1481958" cy="894622"/>
          </a:xfrm>
        </p:grpSpPr>
        <p:sp>
          <p:nvSpPr>
            <p:cNvPr id="590" name="Freeform 589">
              <a:extLst>
                <a:ext uri="{FF2B5EF4-FFF2-40B4-BE49-F238E27FC236}">
                  <a16:creationId xmlns:a16="http://schemas.microsoft.com/office/drawing/2014/main" id="{B0A245DD-4B67-F546-BF8C-E3D0A2C89B58}"/>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591" name="Oval 590">
              <a:extLst>
                <a:ext uri="{FF2B5EF4-FFF2-40B4-BE49-F238E27FC236}">
                  <a16:creationId xmlns:a16="http://schemas.microsoft.com/office/drawing/2014/main" id="{70CB17FC-C529-3648-AFDA-8721418A5095}"/>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592" name="Group 591">
              <a:extLst>
                <a:ext uri="{FF2B5EF4-FFF2-40B4-BE49-F238E27FC236}">
                  <a16:creationId xmlns:a16="http://schemas.microsoft.com/office/drawing/2014/main" id="{D413B80D-C7DB-534C-8DA8-F00D300DBC88}"/>
                </a:ext>
              </a:extLst>
            </p:cNvPr>
            <p:cNvGrpSpPr/>
            <p:nvPr/>
          </p:nvGrpSpPr>
          <p:grpSpPr>
            <a:xfrm>
              <a:off x="7713663" y="2848339"/>
              <a:ext cx="1042107" cy="425543"/>
              <a:chOff x="7786941" y="2884917"/>
              <a:chExt cx="897649" cy="353919"/>
            </a:xfrm>
          </p:grpSpPr>
          <p:sp>
            <p:nvSpPr>
              <p:cNvPr id="593" name="Freeform 592">
                <a:extLst>
                  <a:ext uri="{FF2B5EF4-FFF2-40B4-BE49-F238E27FC236}">
                    <a16:creationId xmlns:a16="http://schemas.microsoft.com/office/drawing/2014/main" id="{18E03FC9-7974-9640-9835-27B0131CD76F}"/>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94" name="Freeform 593">
                <a:extLst>
                  <a:ext uri="{FF2B5EF4-FFF2-40B4-BE49-F238E27FC236}">
                    <a16:creationId xmlns:a16="http://schemas.microsoft.com/office/drawing/2014/main" id="{B02F09FE-2B85-5F4C-B1D3-7285C2B56BB5}"/>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95" name="Freeform 594">
                <a:extLst>
                  <a:ext uri="{FF2B5EF4-FFF2-40B4-BE49-F238E27FC236}">
                    <a16:creationId xmlns:a16="http://schemas.microsoft.com/office/drawing/2014/main" id="{1154C3FD-FF9C-E343-A60C-430A6B3F38A5}"/>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96" name="Freeform 595">
                <a:extLst>
                  <a:ext uri="{FF2B5EF4-FFF2-40B4-BE49-F238E27FC236}">
                    <a16:creationId xmlns:a16="http://schemas.microsoft.com/office/drawing/2014/main" id="{978879B9-5CF4-0C42-8D6C-4676831E90D5}"/>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915" name="Group 250">
            <a:extLst>
              <a:ext uri="{FF2B5EF4-FFF2-40B4-BE49-F238E27FC236}">
                <a16:creationId xmlns:a16="http://schemas.microsoft.com/office/drawing/2014/main" id="{53C14E65-CA12-EE40-AAF5-35CF95304EAA}"/>
              </a:ext>
            </a:extLst>
          </p:cNvPr>
          <p:cNvGrpSpPr>
            <a:grpSpLocks/>
          </p:cNvGrpSpPr>
          <p:nvPr/>
        </p:nvGrpSpPr>
        <p:grpSpPr bwMode="auto">
          <a:xfrm>
            <a:off x="1316411" y="1330325"/>
            <a:ext cx="1014412" cy="1665288"/>
            <a:chOff x="651" y="681"/>
            <a:chExt cx="639" cy="1049"/>
          </a:xfrm>
        </p:grpSpPr>
        <p:sp>
          <p:nvSpPr>
            <p:cNvPr id="916" name="Freeform 249">
              <a:extLst>
                <a:ext uri="{FF2B5EF4-FFF2-40B4-BE49-F238E27FC236}">
                  <a16:creationId xmlns:a16="http://schemas.microsoft.com/office/drawing/2014/main" id="{7CF283A0-4DB8-234F-A34A-CBB8AA75D9BA}"/>
                </a:ext>
              </a:extLst>
            </p:cNvPr>
            <p:cNvSpPr>
              <a:spLocks/>
            </p:cNvSpPr>
            <p:nvPr/>
          </p:nvSpPr>
          <p:spPr bwMode="auto">
            <a:xfrm>
              <a:off x="662" y="698"/>
              <a:ext cx="628" cy="1032"/>
            </a:xfrm>
            <a:custGeom>
              <a:avLst/>
              <a:gdLst>
                <a:gd name="T0" fmla="*/ 496 w 604"/>
                <a:gd name="T1" fmla="*/ 0 h 903"/>
                <a:gd name="T2" fmla="*/ 604 w 604"/>
                <a:gd name="T3" fmla="*/ 903 h 903"/>
                <a:gd name="T4" fmla="*/ 0 w 604"/>
                <a:gd name="T5" fmla="*/ 788 h 903"/>
                <a:gd name="T6" fmla="*/ 456 w 604"/>
                <a:gd name="T7" fmla="*/ 750 h 903"/>
                <a:gd name="T8" fmla="*/ 496 w 604"/>
                <a:gd name="T9" fmla="*/ 0 h 903"/>
                <a:gd name="T10" fmla="*/ 0 60000 65536"/>
                <a:gd name="T11" fmla="*/ 0 60000 65536"/>
                <a:gd name="T12" fmla="*/ 0 60000 65536"/>
                <a:gd name="T13" fmla="*/ 0 60000 65536"/>
                <a:gd name="T14" fmla="*/ 0 60000 65536"/>
                <a:gd name="connsiteX0" fmla="*/ 8212 w 10000"/>
                <a:gd name="connsiteY0" fmla="*/ 0 h 10000"/>
                <a:gd name="connsiteX1" fmla="*/ 10000 w 10000"/>
                <a:gd name="connsiteY1" fmla="*/ 10000 h 10000"/>
                <a:gd name="connsiteX2" fmla="*/ 8311 w 10000"/>
                <a:gd name="connsiteY2" fmla="*/ 9756 h 10000"/>
                <a:gd name="connsiteX3" fmla="*/ 0 w 10000"/>
                <a:gd name="connsiteY3" fmla="*/ 8726 h 10000"/>
                <a:gd name="connsiteX4" fmla="*/ 7550 w 10000"/>
                <a:gd name="connsiteY4" fmla="*/ 8306 h 10000"/>
                <a:gd name="connsiteX5" fmla="*/ 8212 w 10000"/>
                <a:gd name="connsiteY5" fmla="*/ 0 h 10000"/>
                <a:gd name="connsiteX0" fmla="*/ 8212 w 10000"/>
                <a:gd name="connsiteY0" fmla="*/ 0 h 11424"/>
                <a:gd name="connsiteX1" fmla="*/ 10000 w 10000"/>
                <a:gd name="connsiteY1" fmla="*/ 10000 h 11424"/>
                <a:gd name="connsiteX2" fmla="*/ 9142 w 10000"/>
                <a:gd name="connsiteY2" fmla="*/ 11424 h 11424"/>
                <a:gd name="connsiteX3" fmla="*/ 0 w 10000"/>
                <a:gd name="connsiteY3" fmla="*/ 8726 h 11424"/>
                <a:gd name="connsiteX4" fmla="*/ 7550 w 10000"/>
                <a:gd name="connsiteY4" fmla="*/ 8306 h 11424"/>
                <a:gd name="connsiteX5" fmla="*/ 8212 w 10000"/>
                <a:gd name="connsiteY5" fmla="*/ 0 h 11424"/>
                <a:gd name="connsiteX0" fmla="*/ 8212 w 10394"/>
                <a:gd name="connsiteY0" fmla="*/ 0 h 11424"/>
                <a:gd name="connsiteX1" fmla="*/ 10394 w 10394"/>
                <a:gd name="connsiteY1" fmla="*/ 9298 h 11424"/>
                <a:gd name="connsiteX2" fmla="*/ 9142 w 10394"/>
                <a:gd name="connsiteY2" fmla="*/ 11424 h 11424"/>
                <a:gd name="connsiteX3" fmla="*/ 0 w 10394"/>
                <a:gd name="connsiteY3" fmla="*/ 8726 h 11424"/>
                <a:gd name="connsiteX4" fmla="*/ 7550 w 10394"/>
                <a:gd name="connsiteY4" fmla="*/ 8306 h 11424"/>
                <a:gd name="connsiteX5" fmla="*/ 8212 w 10394"/>
                <a:gd name="connsiteY5" fmla="*/ 0 h 11424"/>
                <a:gd name="connsiteX0" fmla="*/ 8212 w 10394"/>
                <a:gd name="connsiteY0" fmla="*/ 0 h 11424"/>
                <a:gd name="connsiteX1" fmla="*/ 10394 w 10394"/>
                <a:gd name="connsiteY1" fmla="*/ 9298 h 11424"/>
                <a:gd name="connsiteX2" fmla="*/ 9142 w 10394"/>
                <a:gd name="connsiteY2" fmla="*/ 11424 h 11424"/>
                <a:gd name="connsiteX3" fmla="*/ 0 w 10394"/>
                <a:gd name="connsiteY3" fmla="*/ 8726 h 11424"/>
                <a:gd name="connsiteX4" fmla="*/ 7550 w 10394"/>
                <a:gd name="connsiteY4" fmla="*/ 8306 h 11424"/>
                <a:gd name="connsiteX5" fmla="*/ 8212 w 10394"/>
                <a:gd name="connsiteY5" fmla="*/ 0 h 11424"/>
                <a:gd name="connsiteX0" fmla="*/ 8212 w 10394"/>
                <a:gd name="connsiteY0" fmla="*/ 0 h 11424"/>
                <a:gd name="connsiteX1" fmla="*/ 10394 w 10394"/>
                <a:gd name="connsiteY1" fmla="*/ 9298 h 11424"/>
                <a:gd name="connsiteX2" fmla="*/ 9142 w 10394"/>
                <a:gd name="connsiteY2" fmla="*/ 11424 h 11424"/>
                <a:gd name="connsiteX3" fmla="*/ 0 w 10394"/>
                <a:gd name="connsiteY3" fmla="*/ 8726 h 11424"/>
                <a:gd name="connsiteX4" fmla="*/ 7550 w 10394"/>
                <a:gd name="connsiteY4" fmla="*/ 8306 h 11424"/>
                <a:gd name="connsiteX5" fmla="*/ 8212 w 10394"/>
                <a:gd name="connsiteY5" fmla="*/ 0 h 114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394" h="11424">
                  <a:moveTo>
                    <a:pt x="8212" y="0"/>
                  </a:moveTo>
                  <a:cubicBezTo>
                    <a:pt x="8939" y="3099"/>
                    <a:pt x="9142" y="6462"/>
                    <a:pt x="10394" y="9298"/>
                  </a:cubicBezTo>
                  <a:lnTo>
                    <a:pt x="9142" y="11424"/>
                  </a:lnTo>
                  <a:cubicBezTo>
                    <a:pt x="6926" y="10028"/>
                    <a:pt x="3047" y="9625"/>
                    <a:pt x="0" y="8726"/>
                  </a:cubicBezTo>
                  <a:lnTo>
                    <a:pt x="7550" y="8306"/>
                  </a:lnTo>
                  <a:cubicBezTo>
                    <a:pt x="7771" y="5537"/>
                    <a:pt x="7991" y="2769"/>
                    <a:pt x="8212" y="0"/>
                  </a:cubicBezTo>
                  <a:close/>
                </a:path>
              </a:pathLst>
            </a:custGeom>
            <a:gradFill rotWithShape="1">
              <a:gsLst>
                <a:gs pos="0">
                  <a:srgbClr val="FFFFFF">
                    <a:lumMod val="50000"/>
                  </a:srgbClr>
                </a:gs>
                <a:gs pos="100000">
                  <a:srgbClr val="FFFFFF"/>
                </a:gs>
              </a:gsLst>
              <a:lin ang="7200000" scaled="0"/>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nvGrpSpPr>
            <p:cNvPr id="917" name="Group 248">
              <a:extLst>
                <a:ext uri="{FF2B5EF4-FFF2-40B4-BE49-F238E27FC236}">
                  <a16:creationId xmlns:a16="http://schemas.microsoft.com/office/drawing/2014/main" id="{0D460CA8-09B5-0F41-9EC8-FE4746093521}"/>
                </a:ext>
              </a:extLst>
            </p:cNvPr>
            <p:cNvGrpSpPr>
              <a:grpSpLocks/>
            </p:cNvGrpSpPr>
            <p:nvPr/>
          </p:nvGrpSpPr>
          <p:grpSpPr bwMode="auto">
            <a:xfrm>
              <a:off x="651" y="681"/>
              <a:ext cx="500" cy="834"/>
              <a:chOff x="569" y="2954"/>
              <a:chExt cx="500" cy="834"/>
            </a:xfrm>
          </p:grpSpPr>
          <p:sp>
            <p:nvSpPr>
              <p:cNvPr id="918" name="Rectangle 242">
                <a:extLst>
                  <a:ext uri="{FF2B5EF4-FFF2-40B4-BE49-F238E27FC236}">
                    <a16:creationId xmlns:a16="http://schemas.microsoft.com/office/drawing/2014/main" id="{C444639A-27FC-7543-9605-90F437601A08}"/>
                  </a:ext>
                </a:extLst>
              </p:cNvPr>
              <p:cNvSpPr>
                <a:spLocks noChangeArrowheads="1"/>
              </p:cNvSpPr>
              <p:nvPr/>
            </p:nvSpPr>
            <p:spPr bwMode="auto">
              <a:xfrm>
                <a:off x="576" y="2973"/>
                <a:ext cx="493" cy="790"/>
              </a:xfrm>
              <a:prstGeom prst="rect">
                <a:avLst/>
              </a:prstGeom>
              <a:solidFill>
                <a:srgbClr val="FFFFFF"/>
              </a:solidFill>
              <a:ln w="9525">
                <a:solidFill>
                  <a:srgbClr val="000000"/>
                </a:solidFill>
                <a:miter lim="800000"/>
                <a:headEnd/>
                <a:tailEnd/>
              </a:ln>
              <a:effectLst>
                <a:outerShdw blurRad="50800" dist="38100" dir="18900000" algn="bl" rotWithShape="0">
                  <a:prstClr val="black">
                    <a:alpha val="40000"/>
                  </a:prstClr>
                </a:outerShdw>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919" name="Text Box 241">
                <a:extLst>
                  <a:ext uri="{FF2B5EF4-FFF2-40B4-BE49-F238E27FC236}">
                    <a16:creationId xmlns:a16="http://schemas.microsoft.com/office/drawing/2014/main" id="{4E00011E-8C9D-F343-AACC-9397D39C6BB5}"/>
                  </a:ext>
                </a:extLst>
              </p:cNvPr>
              <p:cNvSpPr txBox="1">
                <a:spLocks noChangeArrowheads="1"/>
              </p:cNvSpPr>
              <p:nvPr/>
            </p:nvSpPr>
            <p:spPr bwMode="auto">
              <a:xfrm>
                <a:off x="638" y="2954"/>
                <a:ext cx="388" cy="83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Arial" charset="0"/>
                    <a:ea typeface="ＭＳ Ｐゴシック" charset="0"/>
                  </a:rPr>
                  <a:t>DNS</a:t>
                </a:r>
              </a:p>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Arial" charset="0"/>
                    <a:ea typeface="ＭＳ Ｐゴシック" charset="0"/>
                  </a:rPr>
                  <a:t>UDP</a:t>
                </a:r>
              </a:p>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Arial" charset="0"/>
                    <a:ea typeface="ＭＳ Ｐゴシック" charset="0"/>
                  </a:rPr>
                  <a:t>IP</a:t>
                </a:r>
              </a:p>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Arial" charset="0"/>
                    <a:ea typeface="ＭＳ Ｐゴシック" charset="0"/>
                  </a:rPr>
                  <a:t>Eth</a:t>
                </a:r>
              </a:p>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Arial" charset="0"/>
                    <a:ea typeface="ＭＳ Ｐゴシック" charset="0"/>
                  </a:rPr>
                  <a:t>Phy</a:t>
                </a:r>
              </a:p>
            </p:txBody>
          </p:sp>
          <p:sp>
            <p:nvSpPr>
              <p:cNvPr id="920" name="Line 243">
                <a:extLst>
                  <a:ext uri="{FF2B5EF4-FFF2-40B4-BE49-F238E27FC236}">
                    <a16:creationId xmlns:a16="http://schemas.microsoft.com/office/drawing/2014/main" id="{BD170A24-7A91-C149-9C35-3B92862114B6}"/>
                  </a:ext>
                </a:extLst>
              </p:cNvPr>
              <p:cNvSpPr>
                <a:spLocks noChangeShapeType="1"/>
              </p:cNvSpPr>
              <p:nvPr/>
            </p:nvSpPr>
            <p:spPr bwMode="auto">
              <a:xfrm>
                <a:off x="578" y="3130"/>
                <a:ext cx="489"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921" name="Line 244">
                <a:extLst>
                  <a:ext uri="{FF2B5EF4-FFF2-40B4-BE49-F238E27FC236}">
                    <a16:creationId xmlns:a16="http://schemas.microsoft.com/office/drawing/2014/main" id="{F9303BEF-354D-754A-AA78-E4ADA08645E0}"/>
                  </a:ext>
                </a:extLst>
              </p:cNvPr>
              <p:cNvSpPr>
                <a:spLocks noChangeShapeType="1"/>
              </p:cNvSpPr>
              <p:nvPr/>
            </p:nvSpPr>
            <p:spPr bwMode="auto">
              <a:xfrm>
                <a:off x="575" y="3289"/>
                <a:ext cx="489"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922" name="Line 245">
                <a:extLst>
                  <a:ext uri="{FF2B5EF4-FFF2-40B4-BE49-F238E27FC236}">
                    <a16:creationId xmlns:a16="http://schemas.microsoft.com/office/drawing/2014/main" id="{0BC3704C-5166-DB4C-8EDA-308F8DE6161D}"/>
                  </a:ext>
                </a:extLst>
              </p:cNvPr>
              <p:cNvSpPr>
                <a:spLocks noChangeShapeType="1"/>
              </p:cNvSpPr>
              <p:nvPr/>
            </p:nvSpPr>
            <p:spPr bwMode="auto">
              <a:xfrm>
                <a:off x="572" y="3448"/>
                <a:ext cx="489"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923" name="Line 246">
                <a:extLst>
                  <a:ext uri="{FF2B5EF4-FFF2-40B4-BE49-F238E27FC236}">
                    <a16:creationId xmlns:a16="http://schemas.microsoft.com/office/drawing/2014/main" id="{E01D73F2-8A40-A646-A81F-1AD168BC221D}"/>
                  </a:ext>
                </a:extLst>
              </p:cNvPr>
              <p:cNvSpPr>
                <a:spLocks noChangeShapeType="1"/>
              </p:cNvSpPr>
              <p:nvPr/>
            </p:nvSpPr>
            <p:spPr bwMode="auto">
              <a:xfrm>
                <a:off x="569" y="3607"/>
                <a:ext cx="489"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grpSp>
      <p:grpSp>
        <p:nvGrpSpPr>
          <p:cNvPr id="767" name="Group 248">
            <a:extLst>
              <a:ext uri="{FF2B5EF4-FFF2-40B4-BE49-F238E27FC236}">
                <a16:creationId xmlns:a16="http://schemas.microsoft.com/office/drawing/2014/main" id="{BBC0582A-3E28-C146-B822-8892A6C507A6}"/>
              </a:ext>
            </a:extLst>
          </p:cNvPr>
          <p:cNvGrpSpPr>
            <a:grpSpLocks/>
          </p:cNvGrpSpPr>
          <p:nvPr/>
        </p:nvGrpSpPr>
        <p:grpSpPr bwMode="auto">
          <a:xfrm>
            <a:off x="2606022" y="3858371"/>
            <a:ext cx="358775" cy="623888"/>
            <a:chOff x="4140" y="429"/>
            <a:chExt cx="1425" cy="2396"/>
          </a:xfrm>
        </p:grpSpPr>
        <p:sp>
          <p:nvSpPr>
            <p:cNvPr id="768" name="Freeform 148">
              <a:extLst>
                <a:ext uri="{FF2B5EF4-FFF2-40B4-BE49-F238E27FC236}">
                  <a16:creationId xmlns:a16="http://schemas.microsoft.com/office/drawing/2014/main" id="{3CCCBBB4-63BD-EA43-A39D-906E833ADC8D}"/>
                </a:ext>
              </a:extLst>
            </p:cNvPr>
            <p:cNvSpPr>
              <a:spLocks/>
            </p:cNvSpPr>
            <p:nvPr/>
          </p:nvSpPr>
          <p:spPr bwMode="auto">
            <a:xfrm>
              <a:off x="5268" y="433"/>
              <a:ext cx="283" cy="2286"/>
            </a:xfrm>
            <a:custGeom>
              <a:avLst/>
              <a:gdLst>
                <a:gd name="T0" fmla="*/ 21 w 354"/>
                <a:gd name="T1" fmla="*/ 0 h 2742"/>
                <a:gd name="T2" fmla="*/ 116 w 354"/>
                <a:gd name="T3" fmla="*/ 137 h 2742"/>
                <a:gd name="T4" fmla="*/ 114 w 354"/>
                <a:gd name="T5" fmla="*/ 1057 h 2742"/>
                <a:gd name="T6" fmla="*/ 0 w 354"/>
                <a:gd name="T7" fmla="*/ 1105 h 2742"/>
                <a:gd name="T8" fmla="*/ 21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769" name="Rectangle 149">
              <a:extLst>
                <a:ext uri="{FF2B5EF4-FFF2-40B4-BE49-F238E27FC236}">
                  <a16:creationId xmlns:a16="http://schemas.microsoft.com/office/drawing/2014/main" id="{0974CB1E-EE6F-9F45-B007-E10FFC92A669}"/>
                </a:ext>
              </a:extLst>
            </p:cNvPr>
            <p:cNvSpPr>
              <a:spLocks noChangeArrowheads="1"/>
            </p:cNvSpPr>
            <p:nvPr/>
          </p:nvSpPr>
          <p:spPr bwMode="auto">
            <a:xfrm>
              <a:off x="4203" y="429"/>
              <a:ext cx="1053" cy="2286"/>
            </a:xfrm>
            <a:prstGeom prst="rect">
              <a:avLst/>
            </a:pr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770" name="Freeform 150">
              <a:extLst>
                <a:ext uri="{FF2B5EF4-FFF2-40B4-BE49-F238E27FC236}">
                  <a16:creationId xmlns:a16="http://schemas.microsoft.com/office/drawing/2014/main" id="{D1A9E57E-DC2A-1D4B-BD1F-082302E9764B}"/>
                </a:ext>
              </a:extLst>
            </p:cNvPr>
            <p:cNvSpPr>
              <a:spLocks/>
            </p:cNvSpPr>
            <p:nvPr/>
          </p:nvSpPr>
          <p:spPr bwMode="auto">
            <a:xfrm>
              <a:off x="5321" y="570"/>
              <a:ext cx="169" cy="2115"/>
            </a:xfrm>
            <a:custGeom>
              <a:avLst/>
              <a:gdLst>
                <a:gd name="T0" fmla="*/ 2 w 211"/>
                <a:gd name="T1" fmla="*/ 0 h 2537"/>
                <a:gd name="T2" fmla="*/ 70 w 211"/>
                <a:gd name="T3" fmla="*/ 88 h 2537"/>
                <a:gd name="T4" fmla="*/ 2 w 211"/>
                <a:gd name="T5" fmla="*/ 1007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771" name="Freeform 151">
              <a:extLst>
                <a:ext uri="{FF2B5EF4-FFF2-40B4-BE49-F238E27FC236}">
                  <a16:creationId xmlns:a16="http://schemas.microsoft.com/office/drawing/2014/main" id="{ECE9DDFF-83C2-2B4C-ABB2-610424C988C4}"/>
                </a:ext>
              </a:extLst>
            </p:cNvPr>
            <p:cNvSpPr>
              <a:spLocks/>
            </p:cNvSpPr>
            <p:nvPr/>
          </p:nvSpPr>
          <p:spPr bwMode="auto">
            <a:xfrm>
              <a:off x="5284" y="1640"/>
              <a:ext cx="263" cy="189"/>
            </a:xfrm>
            <a:custGeom>
              <a:avLst/>
              <a:gdLst>
                <a:gd name="T0" fmla="*/ 2 w 328"/>
                <a:gd name="T1" fmla="*/ 0 h 226"/>
                <a:gd name="T2" fmla="*/ 109 w 328"/>
                <a:gd name="T3" fmla="*/ 52 h 226"/>
                <a:gd name="T4" fmla="*/ 108 w 328"/>
                <a:gd name="T5" fmla="*/ 92 h 226"/>
                <a:gd name="T6" fmla="*/ 0 w 328"/>
                <a:gd name="T7" fmla="*/ 41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772" name="Rectangle 152">
              <a:extLst>
                <a:ext uri="{FF2B5EF4-FFF2-40B4-BE49-F238E27FC236}">
                  <a16:creationId xmlns:a16="http://schemas.microsoft.com/office/drawing/2014/main" id="{E6ECB8C9-90DF-DD48-ABC0-7756BD8AD9CF}"/>
                </a:ext>
              </a:extLst>
            </p:cNvPr>
            <p:cNvSpPr>
              <a:spLocks noChangeArrowheads="1"/>
            </p:cNvSpPr>
            <p:nvPr/>
          </p:nvSpPr>
          <p:spPr bwMode="auto">
            <a:xfrm>
              <a:off x="4209" y="691"/>
              <a:ext cx="599"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nvGrpSpPr>
            <p:cNvPr id="773" name="Group 153">
              <a:extLst>
                <a:ext uri="{FF2B5EF4-FFF2-40B4-BE49-F238E27FC236}">
                  <a16:creationId xmlns:a16="http://schemas.microsoft.com/office/drawing/2014/main" id="{DE8B4D5B-13BE-A642-8255-4AD348F07FF9}"/>
                </a:ext>
              </a:extLst>
            </p:cNvPr>
            <p:cNvGrpSpPr>
              <a:grpSpLocks/>
            </p:cNvGrpSpPr>
            <p:nvPr/>
          </p:nvGrpSpPr>
          <p:grpSpPr bwMode="auto">
            <a:xfrm>
              <a:off x="4749" y="668"/>
              <a:ext cx="581" cy="145"/>
              <a:chOff x="614" y="2568"/>
              <a:chExt cx="725" cy="139"/>
            </a:xfrm>
          </p:grpSpPr>
          <p:sp>
            <p:nvSpPr>
              <p:cNvPr id="798" name="AutoShape 154">
                <a:extLst>
                  <a:ext uri="{FF2B5EF4-FFF2-40B4-BE49-F238E27FC236}">
                    <a16:creationId xmlns:a16="http://schemas.microsoft.com/office/drawing/2014/main" id="{EBB08B72-91CC-634D-9721-24C2FA8C67C3}"/>
                  </a:ext>
                </a:extLst>
              </p:cNvPr>
              <p:cNvSpPr>
                <a:spLocks noChangeArrowheads="1"/>
              </p:cNvSpPr>
              <p:nvPr/>
            </p:nvSpPr>
            <p:spPr bwMode="auto">
              <a:xfrm>
                <a:off x="617" y="2567"/>
                <a:ext cx="724" cy="140"/>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799" name="AutoShape 155">
                <a:extLst>
                  <a:ext uri="{FF2B5EF4-FFF2-40B4-BE49-F238E27FC236}">
                    <a16:creationId xmlns:a16="http://schemas.microsoft.com/office/drawing/2014/main" id="{6232554D-4EC4-3A4E-BADD-0E979EDE086F}"/>
                  </a:ext>
                </a:extLst>
              </p:cNvPr>
              <p:cNvSpPr>
                <a:spLocks noChangeArrowheads="1"/>
              </p:cNvSpPr>
              <p:nvPr/>
            </p:nvSpPr>
            <p:spPr bwMode="auto">
              <a:xfrm>
                <a:off x="633" y="2584"/>
                <a:ext cx="692" cy="105"/>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sp>
          <p:nvSpPr>
            <p:cNvPr id="774" name="Rectangle 156">
              <a:extLst>
                <a:ext uri="{FF2B5EF4-FFF2-40B4-BE49-F238E27FC236}">
                  <a16:creationId xmlns:a16="http://schemas.microsoft.com/office/drawing/2014/main" id="{2546A6DD-1D0C-7842-9D41-F06F1C5381D4}"/>
                </a:ext>
              </a:extLst>
            </p:cNvPr>
            <p:cNvSpPr>
              <a:spLocks noChangeArrowheads="1"/>
            </p:cNvSpPr>
            <p:nvPr/>
          </p:nvSpPr>
          <p:spPr bwMode="auto">
            <a:xfrm>
              <a:off x="4222" y="1020"/>
              <a:ext cx="599" cy="43"/>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nvGrpSpPr>
            <p:cNvPr id="775" name="Group 157">
              <a:extLst>
                <a:ext uri="{FF2B5EF4-FFF2-40B4-BE49-F238E27FC236}">
                  <a16:creationId xmlns:a16="http://schemas.microsoft.com/office/drawing/2014/main" id="{34703394-632C-984A-A448-ECD8882A2A84}"/>
                </a:ext>
              </a:extLst>
            </p:cNvPr>
            <p:cNvGrpSpPr>
              <a:grpSpLocks/>
            </p:cNvGrpSpPr>
            <p:nvPr/>
          </p:nvGrpSpPr>
          <p:grpSpPr bwMode="auto">
            <a:xfrm>
              <a:off x="4747" y="994"/>
              <a:ext cx="581" cy="134"/>
              <a:chOff x="614" y="2568"/>
              <a:chExt cx="725" cy="139"/>
            </a:xfrm>
          </p:grpSpPr>
          <p:sp>
            <p:nvSpPr>
              <p:cNvPr id="796" name="AutoShape 158">
                <a:extLst>
                  <a:ext uri="{FF2B5EF4-FFF2-40B4-BE49-F238E27FC236}">
                    <a16:creationId xmlns:a16="http://schemas.microsoft.com/office/drawing/2014/main" id="{76033BA2-2C0A-D044-87F7-4C68D7CC33AA}"/>
                  </a:ext>
                </a:extLst>
              </p:cNvPr>
              <p:cNvSpPr>
                <a:spLocks noChangeArrowheads="1"/>
              </p:cNvSpPr>
              <p:nvPr/>
            </p:nvSpPr>
            <p:spPr bwMode="auto">
              <a:xfrm>
                <a:off x="612" y="2570"/>
                <a:ext cx="724" cy="139"/>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797" name="AutoShape 159">
                <a:extLst>
                  <a:ext uri="{FF2B5EF4-FFF2-40B4-BE49-F238E27FC236}">
                    <a16:creationId xmlns:a16="http://schemas.microsoft.com/office/drawing/2014/main" id="{51AF1619-376A-ED4A-B696-DEA3DCB639AE}"/>
                  </a:ext>
                </a:extLst>
              </p:cNvPr>
              <p:cNvSpPr>
                <a:spLocks noChangeArrowheads="1"/>
              </p:cNvSpPr>
              <p:nvPr/>
            </p:nvSpPr>
            <p:spPr bwMode="auto">
              <a:xfrm>
                <a:off x="628" y="2589"/>
                <a:ext cx="692" cy="101"/>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sp>
          <p:nvSpPr>
            <p:cNvPr id="776" name="Rectangle 160">
              <a:extLst>
                <a:ext uri="{FF2B5EF4-FFF2-40B4-BE49-F238E27FC236}">
                  <a16:creationId xmlns:a16="http://schemas.microsoft.com/office/drawing/2014/main" id="{8DF2F679-CA89-2342-9682-EB7F28F10DAF}"/>
                </a:ext>
              </a:extLst>
            </p:cNvPr>
            <p:cNvSpPr>
              <a:spLocks noChangeArrowheads="1"/>
            </p:cNvSpPr>
            <p:nvPr/>
          </p:nvSpPr>
          <p:spPr bwMode="auto">
            <a:xfrm>
              <a:off x="4216" y="1356"/>
              <a:ext cx="599"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777" name="Rectangle 161">
              <a:extLst>
                <a:ext uri="{FF2B5EF4-FFF2-40B4-BE49-F238E27FC236}">
                  <a16:creationId xmlns:a16="http://schemas.microsoft.com/office/drawing/2014/main" id="{8B243454-074D-8346-AFE1-3BB5C3E642B9}"/>
                </a:ext>
              </a:extLst>
            </p:cNvPr>
            <p:cNvSpPr>
              <a:spLocks noChangeArrowheads="1"/>
            </p:cNvSpPr>
            <p:nvPr/>
          </p:nvSpPr>
          <p:spPr bwMode="auto">
            <a:xfrm>
              <a:off x="4228" y="1654"/>
              <a:ext cx="593"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nvGrpSpPr>
            <p:cNvPr id="778" name="Group 162">
              <a:extLst>
                <a:ext uri="{FF2B5EF4-FFF2-40B4-BE49-F238E27FC236}">
                  <a16:creationId xmlns:a16="http://schemas.microsoft.com/office/drawing/2014/main" id="{F952B7CD-AD2D-9742-9EE1-E9F5E9B22929}"/>
                </a:ext>
              </a:extLst>
            </p:cNvPr>
            <p:cNvGrpSpPr>
              <a:grpSpLocks/>
            </p:cNvGrpSpPr>
            <p:nvPr/>
          </p:nvGrpSpPr>
          <p:grpSpPr bwMode="auto">
            <a:xfrm>
              <a:off x="4735" y="1627"/>
              <a:ext cx="582" cy="151"/>
              <a:chOff x="614" y="2568"/>
              <a:chExt cx="725" cy="139"/>
            </a:xfrm>
          </p:grpSpPr>
          <p:sp>
            <p:nvSpPr>
              <p:cNvPr id="794" name="AutoShape 163">
                <a:extLst>
                  <a:ext uri="{FF2B5EF4-FFF2-40B4-BE49-F238E27FC236}">
                    <a16:creationId xmlns:a16="http://schemas.microsoft.com/office/drawing/2014/main" id="{20016974-868C-BD4F-9665-1B53F78C8F7F}"/>
                  </a:ext>
                </a:extLst>
              </p:cNvPr>
              <p:cNvSpPr>
                <a:spLocks noChangeArrowheads="1"/>
              </p:cNvSpPr>
              <p:nvPr/>
            </p:nvSpPr>
            <p:spPr bwMode="auto">
              <a:xfrm>
                <a:off x="611" y="2576"/>
                <a:ext cx="730" cy="129"/>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795" name="AutoShape 164">
                <a:extLst>
                  <a:ext uri="{FF2B5EF4-FFF2-40B4-BE49-F238E27FC236}">
                    <a16:creationId xmlns:a16="http://schemas.microsoft.com/office/drawing/2014/main" id="{A88B0A1E-CC2B-3B46-B6A2-53F0C41204D2}"/>
                  </a:ext>
                </a:extLst>
              </p:cNvPr>
              <p:cNvSpPr>
                <a:spLocks noChangeArrowheads="1"/>
              </p:cNvSpPr>
              <p:nvPr/>
            </p:nvSpPr>
            <p:spPr bwMode="auto">
              <a:xfrm>
                <a:off x="627" y="2588"/>
                <a:ext cx="699" cy="101"/>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sp>
          <p:nvSpPr>
            <p:cNvPr id="779" name="Freeform 165">
              <a:extLst>
                <a:ext uri="{FF2B5EF4-FFF2-40B4-BE49-F238E27FC236}">
                  <a16:creationId xmlns:a16="http://schemas.microsoft.com/office/drawing/2014/main" id="{2D7267B4-3F73-B744-90B8-E9BCE3D682BB}"/>
                </a:ext>
              </a:extLst>
            </p:cNvPr>
            <p:cNvSpPr>
              <a:spLocks/>
            </p:cNvSpPr>
            <p:nvPr/>
          </p:nvSpPr>
          <p:spPr bwMode="auto">
            <a:xfrm>
              <a:off x="5288" y="1354"/>
              <a:ext cx="263" cy="188"/>
            </a:xfrm>
            <a:custGeom>
              <a:avLst/>
              <a:gdLst>
                <a:gd name="T0" fmla="*/ 2 w 328"/>
                <a:gd name="T1" fmla="*/ 0 h 226"/>
                <a:gd name="T2" fmla="*/ 109 w 328"/>
                <a:gd name="T3" fmla="*/ 51 h 226"/>
                <a:gd name="T4" fmla="*/ 108 w 328"/>
                <a:gd name="T5" fmla="*/ 90 h 226"/>
                <a:gd name="T6" fmla="*/ 0 w 328"/>
                <a:gd name="T7" fmla="*/ 39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nvGrpSpPr>
            <p:cNvPr id="780" name="Group 166">
              <a:extLst>
                <a:ext uri="{FF2B5EF4-FFF2-40B4-BE49-F238E27FC236}">
                  <a16:creationId xmlns:a16="http://schemas.microsoft.com/office/drawing/2014/main" id="{389A7FB0-2CC9-7D49-A293-D5C9D206E219}"/>
                </a:ext>
              </a:extLst>
            </p:cNvPr>
            <p:cNvGrpSpPr>
              <a:grpSpLocks/>
            </p:cNvGrpSpPr>
            <p:nvPr/>
          </p:nvGrpSpPr>
          <p:grpSpPr bwMode="auto">
            <a:xfrm>
              <a:off x="4739" y="1327"/>
              <a:ext cx="582" cy="139"/>
              <a:chOff x="614" y="2568"/>
              <a:chExt cx="725" cy="139"/>
            </a:xfrm>
          </p:grpSpPr>
          <p:sp>
            <p:nvSpPr>
              <p:cNvPr id="792" name="AutoShape 167">
                <a:extLst>
                  <a:ext uri="{FF2B5EF4-FFF2-40B4-BE49-F238E27FC236}">
                    <a16:creationId xmlns:a16="http://schemas.microsoft.com/office/drawing/2014/main" id="{1C60BF9E-DC7B-F846-9F0E-B2E13E4833FE}"/>
                  </a:ext>
                </a:extLst>
              </p:cNvPr>
              <p:cNvSpPr>
                <a:spLocks noChangeArrowheads="1"/>
              </p:cNvSpPr>
              <p:nvPr/>
            </p:nvSpPr>
            <p:spPr bwMode="auto">
              <a:xfrm>
                <a:off x="614" y="2566"/>
                <a:ext cx="723" cy="140"/>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793" name="AutoShape 168">
                <a:extLst>
                  <a:ext uri="{FF2B5EF4-FFF2-40B4-BE49-F238E27FC236}">
                    <a16:creationId xmlns:a16="http://schemas.microsoft.com/office/drawing/2014/main" id="{15DF1283-BAAE-5A42-AEA0-93EC39A2CC8C}"/>
                  </a:ext>
                </a:extLst>
              </p:cNvPr>
              <p:cNvSpPr>
                <a:spLocks noChangeArrowheads="1"/>
              </p:cNvSpPr>
              <p:nvPr/>
            </p:nvSpPr>
            <p:spPr bwMode="auto">
              <a:xfrm>
                <a:off x="630" y="2585"/>
                <a:ext cx="691" cy="104"/>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sp>
          <p:nvSpPr>
            <p:cNvPr id="781" name="Rectangle 169">
              <a:extLst>
                <a:ext uri="{FF2B5EF4-FFF2-40B4-BE49-F238E27FC236}">
                  <a16:creationId xmlns:a16="http://schemas.microsoft.com/office/drawing/2014/main" id="{B78E8FF1-3A93-F04F-8BBF-F7DC1ED65AED}"/>
                </a:ext>
              </a:extLst>
            </p:cNvPr>
            <p:cNvSpPr>
              <a:spLocks noChangeArrowheads="1"/>
            </p:cNvSpPr>
            <p:nvPr/>
          </p:nvSpPr>
          <p:spPr bwMode="auto">
            <a:xfrm>
              <a:off x="5250" y="429"/>
              <a:ext cx="69" cy="2286"/>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782" name="Freeform 170">
              <a:extLst>
                <a:ext uri="{FF2B5EF4-FFF2-40B4-BE49-F238E27FC236}">
                  <a16:creationId xmlns:a16="http://schemas.microsoft.com/office/drawing/2014/main" id="{8358E42F-2052-D34A-8961-6C954E823CA4}"/>
                </a:ext>
              </a:extLst>
            </p:cNvPr>
            <p:cNvSpPr>
              <a:spLocks/>
            </p:cNvSpPr>
            <p:nvPr/>
          </p:nvSpPr>
          <p:spPr bwMode="auto">
            <a:xfrm>
              <a:off x="5312" y="1007"/>
              <a:ext cx="237" cy="213"/>
            </a:xfrm>
            <a:custGeom>
              <a:avLst/>
              <a:gdLst>
                <a:gd name="T0" fmla="*/ 2 w 296"/>
                <a:gd name="T1" fmla="*/ 0 h 256"/>
                <a:gd name="T2" fmla="*/ 96 w 296"/>
                <a:gd name="T3" fmla="*/ 57 h 256"/>
                <a:gd name="T4" fmla="*/ 98 w 296"/>
                <a:gd name="T5" fmla="*/ 102 h 256"/>
                <a:gd name="T6" fmla="*/ 0 w 296"/>
                <a:gd name="T7" fmla="*/ 39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783" name="Freeform 171">
              <a:extLst>
                <a:ext uri="{FF2B5EF4-FFF2-40B4-BE49-F238E27FC236}">
                  <a16:creationId xmlns:a16="http://schemas.microsoft.com/office/drawing/2014/main" id="{E15908DC-3FEB-A24B-86BC-8C1DC62E3013}"/>
                </a:ext>
              </a:extLst>
            </p:cNvPr>
            <p:cNvSpPr>
              <a:spLocks/>
            </p:cNvSpPr>
            <p:nvPr/>
          </p:nvSpPr>
          <p:spPr bwMode="auto">
            <a:xfrm>
              <a:off x="5315" y="680"/>
              <a:ext cx="244" cy="240"/>
            </a:xfrm>
            <a:custGeom>
              <a:avLst/>
              <a:gdLst>
                <a:gd name="T0" fmla="*/ 0 w 304"/>
                <a:gd name="T1" fmla="*/ 0 h 288"/>
                <a:gd name="T2" fmla="*/ 101 w 304"/>
                <a:gd name="T3" fmla="*/ 66 h 288"/>
                <a:gd name="T4" fmla="*/ 95 w 304"/>
                <a:gd name="T5" fmla="*/ 116 h 288"/>
                <a:gd name="T6" fmla="*/ 2 w 304"/>
                <a:gd name="T7" fmla="*/ 5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784" name="Oval 172">
              <a:extLst>
                <a:ext uri="{FF2B5EF4-FFF2-40B4-BE49-F238E27FC236}">
                  <a16:creationId xmlns:a16="http://schemas.microsoft.com/office/drawing/2014/main" id="{55D3D4C7-0F27-7847-9BA6-976BE282CB1C}"/>
                </a:ext>
              </a:extLst>
            </p:cNvPr>
            <p:cNvSpPr>
              <a:spLocks noChangeArrowheads="1"/>
            </p:cNvSpPr>
            <p:nvPr/>
          </p:nvSpPr>
          <p:spPr bwMode="auto">
            <a:xfrm>
              <a:off x="5515" y="2612"/>
              <a:ext cx="50" cy="98"/>
            </a:xfrm>
            <a:prstGeom prst="ellipse">
              <a:avLst/>
            </a:prstGeom>
            <a:solidFill>
              <a:srgbClr val="3333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785" name="Freeform 173">
              <a:extLst>
                <a:ext uri="{FF2B5EF4-FFF2-40B4-BE49-F238E27FC236}">
                  <a16:creationId xmlns:a16="http://schemas.microsoft.com/office/drawing/2014/main" id="{F5D28E4C-64C9-9241-87AF-620E7F6916B1}"/>
                </a:ext>
              </a:extLst>
            </p:cNvPr>
            <p:cNvSpPr>
              <a:spLocks/>
            </p:cNvSpPr>
            <p:nvPr/>
          </p:nvSpPr>
          <p:spPr bwMode="auto">
            <a:xfrm>
              <a:off x="5302" y="2614"/>
              <a:ext cx="245" cy="200"/>
            </a:xfrm>
            <a:custGeom>
              <a:avLst/>
              <a:gdLst>
                <a:gd name="T0" fmla="*/ 0 w 306"/>
                <a:gd name="T1" fmla="*/ 43 h 240"/>
                <a:gd name="T2" fmla="*/ 2 w 306"/>
                <a:gd name="T3" fmla="*/ 97 h 240"/>
                <a:gd name="T4" fmla="*/ 101 w 306"/>
                <a:gd name="T5" fmla="*/ 44 h 240"/>
                <a:gd name="T6" fmla="*/ 98 w 306"/>
                <a:gd name="T7" fmla="*/ 0 h 240"/>
                <a:gd name="T8" fmla="*/ 0 w 306"/>
                <a:gd name="T9" fmla="*/ 43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786" name="AutoShape 174">
              <a:extLst>
                <a:ext uri="{FF2B5EF4-FFF2-40B4-BE49-F238E27FC236}">
                  <a16:creationId xmlns:a16="http://schemas.microsoft.com/office/drawing/2014/main" id="{426EB745-6167-D14B-A776-4448FAAB10D9}"/>
                </a:ext>
              </a:extLst>
            </p:cNvPr>
            <p:cNvSpPr>
              <a:spLocks noChangeArrowheads="1"/>
            </p:cNvSpPr>
            <p:nvPr/>
          </p:nvSpPr>
          <p:spPr bwMode="auto">
            <a:xfrm>
              <a:off x="4140" y="2679"/>
              <a:ext cx="1198" cy="146"/>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787" name="AutoShape 175">
              <a:extLst>
                <a:ext uri="{FF2B5EF4-FFF2-40B4-BE49-F238E27FC236}">
                  <a16:creationId xmlns:a16="http://schemas.microsoft.com/office/drawing/2014/main" id="{0292EAF2-9AF0-A84A-A39E-10D96929B9D5}"/>
                </a:ext>
              </a:extLst>
            </p:cNvPr>
            <p:cNvSpPr>
              <a:spLocks noChangeArrowheads="1"/>
            </p:cNvSpPr>
            <p:nvPr/>
          </p:nvSpPr>
          <p:spPr bwMode="auto">
            <a:xfrm>
              <a:off x="4203" y="2709"/>
              <a:ext cx="1072" cy="85"/>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788" name="Oval 176">
              <a:extLst>
                <a:ext uri="{FF2B5EF4-FFF2-40B4-BE49-F238E27FC236}">
                  <a16:creationId xmlns:a16="http://schemas.microsoft.com/office/drawing/2014/main" id="{CF51263E-374B-244C-8313-AC3747A055D9}"/>
                </a:ext>
              </a:extLst>
            </p:cNvPr>
            <p:cNvSpPr>
              <a:spLocks noChangeArrowheads="1"/>
            </p:cNvSpPr>
            <p:nvPr/>
          </p:nvSpPr>
          <p:spPr bwMode="auto">
            <a:xfrm>
              <a:off x="4310" y="2386"/>
              <a:ext cx="158" cy="140"/>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789" name="Oval 177">
              <a:extLst>
                <a:ext uri="{FF2B5EF4-FFF2-40B4-BE49-F238E27FC236}">
                  <a16:creationId xmlns:a16="http://schemas.microsoft.com/office/drawing/2014/main" id="{6084D4F4-9EA7-F048-99DE-9AD5FDE1E5C5}"/>
                </a:ext>
              </a:extLst>
            </p:cNvPr>
            <p:cNvSpPr>
              <a:spLocks noChangeArrowheads="1"/>
            </p:cNvSpPr>
            <p:nvPr/>
          </p:nvSpPr>
          <p:spPr bwMode="auto">
            <a:xfrm>
              <a:off x="4487" y="2386"/>
              <a:ext cx="158" cy="140"/>
            </a:xfrm>
            <a:prstGeom prst="ellipse">
              <a:avLst/>
            </a:prstGeom>
            <a:solidFill>
              <a:srgbClr val="FF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0000"/>
                </a:solidFill>
                <a:effectLst/>
                <a:uLnTx/>
                <a:uFillTx/>
                <a:latin typeface="Arial" charset="0"/>
                <a:ea typeface="ＭＳ Ｐゴシック" charset="0"/>
              </a:endParaRPr>
            </a:p>
          </p:txBody>
        </p:sp>
        <p:sp>
          <p:nvSpPr>
            <p:cNvPr id="790" name="Oval 178">
              <a:extLst>
                <a:ext uri="{FF2B5EF4-FFF2-40B4-BE49-F238E27FC236}">
                  <a16:creationId xmlns:a16="http://schemas.microsoft.com/office/drawing/2014/main" id="{D953B547-8892-2A44-B775-A5EE550E8E55}"/>
                </a:ext>
              </a:extLst>
            </p:cNvPr>
            <p:cNvSpPr>
              <a:spLocks noChangeArrowheads="1"/>
            </p:cNvSpPr>
            <p:nvPr/>
          </p:nvSpPr>
          <p:spPr bwMode="auto">
            <a:xfrm>
              <a:off x="4663" y="2380"/>
              <a:ext cx="158" cy="140"/>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791" name="Rectangle 179">
              <a:extLst>
                <a:ext uri="{FF2B5EF4-FFF2-40B4-BE49-F238E27FC236}">
                  <a16:creationId xmlns:a16="http://schemas.microsoft.com/office/drawing/2014/main" id="{326922C6-F013-6B47-915C-187F1C8FFA48}"/>
                </a:ext>
              </a:extLst>
            </p:cNvPr>
            <p:cNvSpPr>
              <a:spLocks noChangeArrowheads="1"/>
            </p:cNvSpPr>
            <p:nvPr/>
          </p:nvSpPr>
          <p:spPr bwMode="auto">
            <a:xfrm>
              <a:off x="5061" y="1837"/>
              <a:ext cx="88" cy="756"/>
            </a:xfrm>
            <a:prstGeom prst="rect">
              <a:avLst/>
            </a:prstGeom>
            <a:solidFill>
              <a:srgbClr val="292929"/>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grpSp>
        <p:nvGrpSpPr>
          <p:cNvPr id="404" name="Group 276">
            <a:extLst>
              <a:ext uri="{FF2B5EF4-FFF2-40B4-BE49-F238E27FC236}">
                <a16:creationId xmlns:a16="http://schemas.microsoft.com/office/drawing/2014/main" id="{51C6E466-A1A9-2A4E-92E4-8816C1F17376}"/>
              </a:ext>
            </a:extLst>
          </p:cNvPr>
          <p:cNvGrpSpPr>
            <a:grpSpLocks/>
          </p:cNvGrpSpPr>
          <p:nvPr/>
        </p:nvGrpSpPr>
        <p:grpSpPr bwMode="auto">
          <a:xfrm>
            <a:off x="0" y="-1181562"/>
            <a:ext cx="762000" cy="876300"/>
            <a:chOff x="177" y="729"/>
            <a:chExt cx="480" cy="552"/>
          </a:xfrm>
        </p:grpSpPr>
        <p:grpSp>
          <p:nvGrpSpPr>
            <p:cNvPr id="405" name="Group 54">
              <a:extLst>
                <a:ext uri="{FF2B5EF4-FFF2-40B4-BE49-F238E27FC236}">
                  <a16:creationId xmlns:a16="http://schemas.microsoft.com/office/drawing/2014/main" id="{AD9780B1-15CB-5543-B6E4-4E067E0AE818}"/>
                </a:ext>
              </a:extLst>
            </p:cNvPr>
            <p:cNvGrpSpPr>
              <a:grpSpLocks/>
            </p:cNvGrpSpPr>
            <p:nvPr/>
          </p:nvGrpSpPr>
          <p:grpSpPr bwMode="auto">
            <a:xfrm>
              <a:off x="343" y="732"/>
              <a:ext cx="290" cy="154"/>
              <a:chOff x="844" y="3337"/>
              <a:chExt cx="290" cy="154"/>
            </a:xfrm>
          </p:grpSpPr>
          <p:sp>
            <p:nvSpPr>
              <p:cNvPr id="423" name="Rectangle 55">
                <a:extLst>
                  <a:ext uri="{FF2B5EF4-FFF2-40B4-BE49-F238E27FC236}">
                    <a16:creationId xmlns:a16="http://schemas.microsoft.com/office/drawing/2014/main" id="{747308DA-08E3-F647-A4FE-F53AA331F1F0}"/>
                  </a:ext>
                </a:extLst>
              </p:cNvPr>
              <p:cNvSpPr>
                <a:spLocks noChangeArrowheads="1"/>
              </p:cNvSpPr>
              <p:nvPr/>
            </p:nvSpPr>
            <p:spPr bwMode="auto">
              <a:xfrm>
                <a:off x="889" y="3370"/>
                <a:ext cx="245" cy="86"/>
              </a:xfrm>
              <a:prstGeom prst="rect">
                <a:avLst/>
              </a:prstGeom>
              <a:solidFill>
                <a:srgbClr val="FF0000"/>
              </a:solidFill>
              <a:ln w="9525">
                <a:solidFill>
                  <a:srgbClr val="FFFFFF"/>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424" name="Text Box 56">
                <a:extLst>
                  <a:ext uri="{FF2B5EF4-FFF2-40B4-BE49-F238E27FC236}">
                    <a16:creationId xmlns:a16="http://schemas.microsoft.com/office/drawing/2014/main" id="{8DDA48C8-F1B8-3D4B-9243-90AD2C6DF4C9}"/>
                  </a:ext>
                </a:extLst>
              </p:cNvPr>
              <p:cNvSpPr txBox="1">
                <a:spLocks noChangeArrowheads="1"/>
              </p:cNvSpPr>
              <p:nvPr/>
            </p:nvSpPr>
            <p:spPr bwMode="auto">
              <a:xfrm>
                <a:off x="844" y="3337"/>
                <a:ext cx="285" cy="1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srgbClr val="FFFFFF"/>
                    </a:solidFill>
                    <a:effectLst/>
                    <a:uLnTx/>
                    <a:uFillTx/>
                    <a:latin typeface="Arial" charset="0"/>
                    <a:ea typeface="ＭＳ Ｐゴシック" charset="0"/>
                  </a:rPr>
                  <a:t>DNS</a:t>
                </a:r>
              </a:p>
            </p:txBody>
          </p:sp>
        </p:grpSp>
        <p:grpSp>
          <p:nvGrpSpPr>
            <p:cNvPr id="406" name="Group 59">
              <a:extLst>
                <a:ext uri="{FF2B5EF4-FFF2-40B4-BE49-F238E27FC236}">
                  <a16:creationId xmlns:a16="http://schemas.microsoft.com/office/drawing/2014/main" id="{4F8080DC-ECC7-B749-BDD0-FDD71938B426}"/>
                </a:ext>
              </a:extLst>
            </p:cNvPr>
            <p:cNvGrpSpPr>
              <a:grpSpLocks/>
            </p:cNvGrpSpPr>
            <p:nvPr/>
          </p:nvGrpSpPr>
          <p:grpSpPr bwMode="auto">
            <a:xfrm>
              <a:off x="290" y="874"/>
              <a:ext cx="354" cy="154"/>
              <a:chOff x="740" y="3209"/>
              <a:chExt cx="354" cy="154"/>
            </a:xfrm>
          </p:grpSpPr>
          <p:grpSp>
            <p:nvGrpSpPr>
              <p:cNvPr id="418" name="Group 60">
                <a:extLst>
                  <a:ext uri="{FF2B5EF4-FFF2-40B4-BE49-F238E27FC236}">
                    <a16:creationId xmlns:a16="http://schemas.microsoft.com/office/drawing/2014/main" id="{61E6282E-90CC-384D-965A-D5A439F939EF}"/>
                  </a:ext>
                </a:extLst>
              </p:cNvPr>
              <p:cNvGrpSpPr>
                <a:grpSpLocks/>
              </p:cNvGrpSpPr>
              <p:nvPr/>
            </p:nvGrpSpPr>
            <p:grpSpPr bwMode="auto">
              <a:xfrm>
                <a:off x="794" y="3209"/>
                <a:ext cx="290" cy="154"/>
                <a:chOff x="844" y="3337"/>
                <a:chExt cx="290" cy="154"/>
              </a:xfrm>
            </p:grpSpPr>
            <p:sp>
              <p:nvSpPr>
                <p:cNvPr id="421" name="Rectangle 61">
                  <a:extLst>
                    <a:ext uri="{FF2B5EF4-FFF2-40B4-BE49-F238E27FC236}">
                      <a16:creationId xmlns:a16="http://schemas.microsoft.com/office/drawing/2014/main" id="{ECB8DEAD-01C9-AB45-B72E-A484126572A6}"/>
                    </a:ext>
                  </a:extLst>
                </p:cNvPr>
                <p:cNvSpPr>
                  <a:spLocks noChangeArrowheads="1"/>
                </p:cNvSpPr>
                <p:nvPr/>
              </p:nvSpPr>
              <p:spPr bwMode="auto">
                <a:xfrm>
                  <a:off x="889" y="3370"/>
                  <a:ext cx="245" cy="86"/>
                </a:xfrm>
                <a:prstGeom prst="rect">
                  <a:avLst/>
                </a:prstGeom>
                <a:solidFill>
                  <a:srgbClr val="FF0000"/>
                </a:solidFill>
                <a:ln w="9525">
                  <a:solidFill>
                    <a:srgbClr val="FFFFFF"/>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422" name="Text Box 62">
                  <a:extLst>
                    <a:ext uri="{FF2B5EF4-FFF2-40B4-BE49-F238E27FC236}">
                      <a16:creationId xmlns:a16="http://schemas.microsoft.com/office/drawing/2014/main" id="{790558CC-63C0-D640-8147-A79BA4249F03}"/>
                    </a:ext>
                  </a:extLst>
                </p:cNvPr>
                <p:cNvSpPr txBox="1">
                  <a:spLocks noChangeArrowheads="1"/>
                </p:cNvSpPr>
                <p:nvPr/>
              </p:nvSpPr>
              <p:spPr bwMode="auto">
                <a:xfrm>
                  <a:off x="844" y="3337"/>
                  <a:ext cx="285" cy="1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srgbClr val="FFFFFF"/>
                      </a:solidFill>
                      <a:effectLst/>
                      <a:uLnTx/>
                      <a:uFillTx/>
                      <a:latin typeface="Arial" charset="0"/>
                      <a:ea typeface="ＭＳ Ｐゴシック" charset="0"/>
                    </a:rPr>
                    <a:t>DNS</a:t>
                  </a:r>
                </a:p>
              </p:txBody>
            </p:sp>
          </p:grpSp>
          <p:sp>
            <p:nvSpPr>
              <p:cNvPr id="419" name="Rectangle 63">
                <a:extLst>
                  <a:ext uri="{FF2B5EF4-FFF2-40B4-BE49-F238E27FC236}">
                    <a16:creationId xmlns:a16="http://schemas.microsoft.com/office/drawing/2014/main" id="{F5DC526A-59E3-654D-8A44-E4FD8EF5D6DB}"/>
                  </a:ext>
                </a:extLst>
              </p:cNvPr>
              <p:cNvSpPr>
                <a:spLocks noChangeArrowheads="1"/>
              </p:cNvSpPr>
              <p:nvPr/>
            </p:nvSpPr>
            <p:spPr bwMode="auto">
              <a:xfrm>
                <a:off x="750" y="3244"/>
                <a:ext cx="88" cy="82"/>
              </a:xfrm>
              <a:prstGeom prst="rect">
                <a:avLst/>
              </a:prstGeom>
              <a:solidFill>
                <a:srgbClr val="00CC99"/>
              </a:solidFill>
              <a:ln w="9525">
                <a:solidFill>
                  <a:srgbClr val="FFFFFF"/>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420" name="Rectangle 64">
                <a:extLst>
                  <a:ext uri="{FF2B5EF4-FFF2-40B4-BE49-F238E27FC236}">
                    <a16:creationId xmlns:a16="http://schemas.microsoft.com/office/drawing/2014/main" id="{245CE827-FBBA-0247-857D-C7827D072266}"/>
                  </a:ext>
                </a:extLst>
              </p:cNvPr>
              <p:cNvSpPr>
                <a:spLocks noChangeArrowheads="1"/>
              </p:cNvSpPr>
              <p:nvPr/>
            </p:nvSpPr>
            <p:spPr bwMode="auto">
              <a:xfrm>
                <a:off x="740" y="3238"/>
                <a:ext cx="354" cy="94"/>
              </a:xfrm>
              <a:prstGeom prst="rect">
                <a:avLst/>
              </a:prstGeom>
              <a:noFill/>
              <a:ln w="9525">
                <a:solidFill>
                  <a:srgbClr val="00CC99"/>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grpSp>
          <p:nvGrpSpPr>
            <p:cNvPr id="407" name="Group 65">
              <a:extLst>
                <a:ext uri="{FF2B5EF4-FFF2-40B4-BE49-F238E27FC236}">
                  <a16:creationId xmlns:a16="http://schemas.microsoft.com/office/drawing/2014/main" id="{15F4C111-5623-584F-913F-25611109636E}"/>
                </a:ext>
              </a:extLst>
            </p:cNvPr>
            <p:cNvGrpSpPr>
              <a:grpSpLocks/>
            </p:cNvGrpSpPr>
            <p:nvPr/>
          </p:nvGrpSpPr>
          <p:grpSpPr bwMode="auto">
            <a:xfrm>
              <a:off x="290" y="1022"/>
              <a:ext cx="354" cy="154"/>
              <a:chOff x="836" y="3305"/>
              <a:chExt cx="354" cy="154"/>
            </a:xfrm>
          </p:grpSpPr>
          <p:grpSp>
            <p:nvGrpSpPr>
              <p:cNvPr id="412" name="Group 66">
                <a:extLst>
                  <a:ext uri="{FF2B5EF4-FFF2-40B4-BE49-F238E27FC236}">
                    <a16:creationId xmlns:a16="http://schemas.microsoft.com/office/drawing/2014/main" id="{E087F74B-C76E-324D-BC2A-9DF19D12BFDB}"/>
                  </a:ext>
                </a:extLst>
              </p:cNvPr>
              <p:cNvGrpSpPr>
                <a:grpSpLocks/>
              </p:cNvGrpSpPr>
              <p:nvPr/>
            </p:nvGrpSpPr>
            <p:grpSpPr bwMode="auto">
              <a:xfrm>
                <a:off x="890" y="3305"/>
                <a:ext cx="290" cy="154"/>
                <a:chOff x="844" y="3337"/>
                <a:chExt cx="290" cy="154"/>
              </a:xfrm>
            </p:grpSpPr>
            <p:sp>
              <p:nvSpPr>
                <p:cNvPr id="416" name="Rectangle 67">
                  <a:extLst>
                    <a:ext uri="{FF2B5EF4-FFF2-40B4-BE49-F238E27FC236}">
                      <a16:creationId xmlns:a16="http://schemas.microsoft.com/office/drawing/2014/main" id="{79931AC2-B756-844F-8B0A-D4AE323FC9C7}"/>
                    </a:ext>
                  </a:extLst>
                </p:cNvPr>
                <p:cNvSpPr>
                  <a:spLocks noChangeArrowheads="1"/>
                </p:cNvSpPr>
                <p:nvPr/>
              </p:nvSpPr>
              <p:spPr bwMode="auto">
                <a:xfrm>
                  <a:off x="889" y="3370"/>
                  <a:ext cx="245" cy="86"/>
                </a:xfrm>
                <a:prstGeom prst="rect">
                  <a:avLst/>
                </a:prstGeom>
                <a:solidFill>
                  <a:srgbClr val="FF0000"/>
                </a:solidFill>
                <a:ln w="9525">
                  <a:solidFill>
                    <a:srgbClr val="FFFFFF"/>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417" name="Text Box 68">
                  <a:extLst>
                    <a:ext uri="{FF2B5EF4-FFF2-40B4-BE49-F238E27FC236}">
                      <a16:creationId xmlns:a16="http://schemas.microsoft.com/office/drawing/2014/main" id="{090733E3-62AE-8D4A-B199-3E54FE059479}"/>
                    </a:ext>
                  </a:extLst>
                </p:cNvPr>
                <p:cNvSpPr txBox="1">
                  <a:spLocks noChangeArrowheads="1"/>
                </p:cNvSpPr>
                <p:nvPr/>
              </p:nvSpPr>
              <p:spPr bwMode="auto">
                <a:xfrm>
                  <a:off x="844" y="3337"/>
                  <a:ext cx="285" cy="1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srgbClr val="FFFFFF"/>
                      </a:solidFill>
                      <a:effectLst/>
                      <a:uLnTx/>
                      <a:uFillTx/>
                      <a:latin typeface="Arial" charset="0"/>
                      <a:ea typeface="ＭＳ Ｐゴシック" charset="0"/>
                    </a:rPr>
                    <a:t>DNS</a:t>
                  </a:r>
                </a:p>
              </p:txBody>
            </p:sp>
          </p:grpSp>
          <p:grpSp>
            <p:nvGrpSpPr>
              <p:cNvPr id="413" name="Group 69">
                <a:extLst>
                  <a:ext uri="{FF2B5EF4-FFF2-40B4-BE49-F238E27FC236}">
                    <a16:creationId xmlns:a16="http://schemas.microsoft.com/office/drawing/2014/main" id="{66E9D74C-5677-6F4F-89BA-6D54E258B5A4}"/>
                  </a:ext>
                </a:extLst>
              </p:cNvPr>
              <p:cNvGrpSpPr>
                <a:grpSpLocks/>
              </p:cNvGrpSpPr>
              <p:nvPr/>
            </p:nvGrpSpPr>
            <p:grpSpPr bwMode="auto">
              <a:xfrm>
                <a:off x="836" y="3334"/>
                <a:ext cx="354" cy="94"/>
                <a:chOff x="836" y="3334"/>
                <a:chExt cx="354" cy="94"/>
              </a:xfrm>
            </p:grpSpPr>
            <p:sp>
              <p:nvSpPr>
                <p:cNvPr id="414" name="Rectangle 70">
                  <a:extLst>
                    <a:ext uri="{FF2B5EF4-FFF2-40B4-BE49-F238E27FC236}">
                      <a16:creationId xmlns:a16="http://schemas.microsoft.com/office/drawing/2014/main" id="{0161C2AA-FEFC-C041-9E7E-268E6DE5A8F1}"/>
                    </a:ext>
                  </a:extLst>
                </p:cNvPr>
                <p:cNvSpPr>
                  <a:spLocks noChangeArrowheads="1"/>
                </p:cNvSpPr>
                <p:nvPr/>
              </p:nvSpPr>
              <p:spPr bwMode="auto">
                <a:xfrm>
                  <a:off x="846" y="3340"/>
                  <a:ext cx="88" cy="82"/>
                </a:xfrm>
                <a:prstGeom prst="rect">
                  <a:avLst/>
                </a:prstGeom>
                <a:solidFill>
                  <a:srgbClr val="00CC99"/>
                </a:solidFill>
                <a:ln w="9525">
                  <a:solidFill>
                    <a:srgbClr val="FFFFFF"/>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415" name="Rectangle 71">
                  <a:extLst>
                    <a:ext uri="{FF2B5EF4-FFF2-40B4-BE49-F238E27FC236}">
                      <a16:creationId xmlns:a16="http://schemas.microsoft.com/office/drawing/2014/main" id="{3CD27586-D015-EA44-85D6-CD5CD84D1A10}"/>
                    </a:ext>
                  </a:extLst>
                </p:cNvPr>
                <p:cNvSpPr>
                  <a:spLocks noChangeArrowheads="1"/>
                </p:cNvSpPr>
                <p:nvPr/>
              </p:nvSpPr>
              <p:spPr bwMode="auto">
                <a:xfrm>
                  <a:off x="836" y="3334"/>
                  <a:ext cx="354" cy="94"/>
                </a:xfrm>
                <a:prstGeom prst="rect">
                  <a:avLst/>
                </a:prstGeom>
                <a:noFill/>
                <a:ln w="9525">
                  <a:solidFill>
                    <a:srgbClr val="00CC99"/>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grpSp>
        <p:grpSp>
          <p:nvGrpSpPr>
            <p:cNvPr id="408" name="Group 72">
              <a:extLst>
                <a:ext uri="{FF2B5EF4-FFF2-40B4-BE49-F238E27FC236}">
                  <a16:creationId xmlns:a16="http://schemas.microsoft.com/office/drawing/2014/main" id="{60AC4F1B-9923-B042-A804-547AE196E95C}"/>
                </a:ext>
              </a:extLst>
            </p:cNvPr>
            <p:cNvGrpSpPr>
              <a:grpSpLocks/>
            </p:cNvGrpSpPr>
            <p:nvPr/>
          </p:nvGrpSpPr>
          <p:grpSpPr bwMode="auto">
            <a:xfrm>
              <a:off x="177" y="1042"/>
              <a:ext cx="480" cy="112"/>
              <a:chOff x="627" y="3377"/>
              <a:chExt cx="480" cy="112"/>
            </a:xfrm>
          </p:grpSpPr>
          <p:sp>
            <p:nvSpPr>
              <p:cNvPr id="410" name="Rectangle 73">
                <a:extLst>
                  <a:ext uri="{FF2B5EF4-FFF2-40B4-BE49-F238E27FC236}">
                    <a16:creationId xmlns:a16="http://schemas.microsoft.com/office/drawing/2014/main" id="{6BFA39D2-A95F-1A42-AABE-822C47AB3E4E}"/>
                  </a:ext>
                </a:extLst>
              </p:cNvPr>
              <p:cNvSpPr>
                <a:spLocks noChangeArrowheads="1"/>
              </p:cNvSpPr>
              <p:nvPr/>
            </p:nvSpPr>
            <p:spPr bwMode="auto">
              <a:xfrm>
                <a:off x="636" y="3388"/>
                <a:ext cx="96" cy="93"/>
              </a:xfrm>
              <a:prstGeom prst="rect">
                <a:avLst/>
              </a:prstGeom>
              <a:solidFill>
                <a:srgbClr val="3333CC"/>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411" name="Rectangle 74">
                <a:extLst>
                  <a:ext uri="{FF2B5EF4-FFF2-40B4-BE49-F238E27FC236}">
                    <a16:creationId xmlns:a16="http://schemas.microsoft.com/office/drawing/2014/main" id="{7920D845-4AF7-1A4B-B83D-F6E5623129AB}"/>
                  </a:ext>
                </a:extLst>
              </p:cNvPr>
              <p:cNvSpPr>
                <a:spLocks noChangeArrowheads="1"/>
              </p:cNvSpPr>
              <p:nvPr/>
            </p:nvSpPr>
            <p:spPr bwMode="auto">
              <a:xfrm>
                <a:off x="627" y="3377"/>
                <a:ext cx="480" cy="112"/>
              </a:xfrm>
              <a:prstGeom prst="rect">
                <a:avLst/>
              </a:prstGeom>
              <a:noFill/>
              <a:ln w="9525">
                <a:solidFill>
                  <a:srgbClr val="3333CC"/>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sp>
          <p:nvSpPr>
            <p:cNvPr id="409" name="AutoShape 89">
              <a:extLst>
                <a:ext uri="{FF2B5EF4-FFF2-40B4-BE49-F238E27FC236}">
                  <a16:creationId xmlns:a16="http://schemas.microsoft.com/office/drawing/2014/main" id="{20655E62-4CCD-E046-A993-525D3A99931C}"/>
                </a:ext>
              </a:extLst>
            </p:cNvPr>
            <p:cNvSpPr>
              <a:spLocks noChangeArrowheads="1"/>
            </p:cNvSpPr>
            <p:nvPr/>
          </p:nvSpPr>
          <p:spPr bwMode="auto">
            <a:xfrm>
              <a:off x="393" y="729"/>
              <a:ext cx="240" cy="552"/>
            </a:xfrm>
            <a:prstGeom prst="downArrow">
              <a:avLst>
                <a:gd name="adj1" fmla="val 54167"/>
                <a:gd name="adj2" fmla="val 36928"/>
              </a:avLst>
            </a:prstGeom>
            <a:gradFill rotWithShape="1">
              <a:gsLst>
                <a:gs pos="0">
                  <a:srgbClr val="FF0000">
                    <a:alpha val="25000"/>
                  </a:srgbClr>
                </a:gs>
                <a:gs pos="100000">
                  <a:srgbClr val="FF0000">
                    <a:alpha val="25000"/>
                  </a:srgbClr>
                </a:gs>
              </a:gsLst>
              <a:lin ang="540000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sp>
        <p:nvSpPr>
          <p:cNvPr id="148" name="Freeform 406">
            <a:extLst>
              <a:ext uri="{FF2B5EF4-FFF2-40B4-BE49-F238E27FC236}">
                <a16:creationId xmlns:a16="http://schemas.microsoft.com/office/drawing/2014/main" id="{54BF1E4D-3404-E64B-B107-B9844493CA09}"/>
              </a:ext>
            </a:extLst>
          </p:cNvPr>
          <p:cNvSpPr>
            <a:spLocks/>
          </p:cNvSpPr>
          <p:nvPr/>
        </p:nvSpPr>
        <p:spPr bwMode="auto">
          <a:xfrm>
            <a:off x="4781672" y="1792392"/>
            <a:ext cx="3494531" cy="2590938"/>
          </a:xfrm>
          <a:custGeom>
            <a:avLst/>
            <a:gdLst>
              <a:gd name="T0" fmla="*/ 2147483647 w 2453"/>
              <a:gd name="T1" fmla="*/ 2147483647 h 2011"/>
              <a:gd name="T2" fmla="*/ 2147483647 w 2453"/>
              <a:gd name="T3" fmla="*/ 2147483647 h 2011"/>
              <a:gd name="T4" fmla="*/ 2147483647 w 2453"/>
              <a:gd name="T5" fmla="*/ 2147483647 h 2011"/>
              <a:gd name="T6" fmla="*/ 2147483647 w 2453"/>
              <a:gd name="T7" fmla="*/ 2147483647 h 2011"/>
              <a:gd name="T8" fmla="*/ 2147483647 w 2453"/>
              <a:gd name="T9" fmla="*/ 2147483647 h 2011"/>
              <a:gd name="T10" fmla="*/ 2147483647 w 2453"/>
              <a:gd name="T11" fmla="*/ 2147483647 h 2011"/>
              <a:gd name="T12" fmla="*/ 2147483647 w 2453"/>
              <a:gd name="T13" fmla="*/ 2147483647 h 2011"/>
              <a:gd name="T14" fmla="*/ 2147483647 w 2453"/>
              <a:gd name="T15" fmla="*/ 2147483647 h 2011"/>
              <a:gd name="T16" fmla="*/ 2147483647 w 2453"/>
              <a:gd name="T17" fmla="*/ 2147483647 h 2011"/>
              <a:gd name="T18" fmla="*/ 2147483647 w 2453"/>
              <a:gd name="T19" fmla="*/ 2147483647 h 2011"/>
              <a:gd name="T20" fmla="*/ 2147483647 w 2453"/>
              <a:gd name="T21" fmla="*/ 2147483647 h 2011"/>
              <a:gd name="T22" fmla="*/ 2147483647 w 2453"/>
              <a:gd name="T23" fmla="*/ 2147483647 h 2011"/>
              <a:gd name="T24" fmla="*/ 2147483647 w 2453"/>
              <a:gd name="T25" fmla="*/ 2147483647 h 2011"/>
              <a:gd name="T26" fmla="*/ 2147483647 w 2453"/>
              <a:gd name="T27" fmla="*/ 2147483647 h 2011"/>
              <a:gd name="T28" fmla="*/ 2147483647 w 2453"/>
              <a:gd name="T29" fmla="*/ 2147483647 h 2011"/>
              <a:gd name="T30" fmla="*/ 2147483647 w 2453"/>
              <a:gd name="T31" fmla="*/ 2147483647 h 2011"/>
              <a:gd name="T32" fmla="*/ 2147483647 w 2453"/>
              <a:gd name="T33" fmla="*/ 2147483647 h 2011"/>
              <a:gd name="T34" fmla="*/ 2147483647 w 2453"/>
              <a:gd name="T35" fmla="*/ 2147483647 h 2011"/>
              <a:gd name="T36" fmla="*/ 2147483647 w 2453"/>
              <a:gd name="T37" fmla="*/ 2147483647 h 2011"/>
              <a:gd name="T38" fmla="*/ 2147483647 w 2453"/>
              <a:gd name="T39" fmla="*/ 2147483647 h 2011"/>
              <a:gd name="T40" fmla="*/ 2147483647 w 2453"/>
              <a:gd name="T41" fmla="*/ 2147483647 h 2011"/>
              <a:gd name="T42" fmla="*/ 2147483647 w 2453"/>
              <a:gd name="T43" fmla="*/ 2147483647 h 2011"/>
              <a:gd name="T44" fmla="*/ 2147483647 w 2453"/>
              <a:gd name="T45" fmla="*/ 2147483647 h 2011"/>
              <a:gd name="T46" fmla="*/ 2147483647 w 2453"/>
              <a:gd name="T47" fmla="*/ 2147483647 h 2011"/>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connsiteX0" fmla="*/ 326 w 9852"/>
              <a:gd name="connsiteY0" fmla="*/ 3101 h 9830"/>
              <a:gd name="connsiteX1" fmla="*/ 49 w 9852"/>
              <a:gd name="connsiteY1" fmla="*/ 3981 h 9830"/>
              <a:gd name="connsiteX2" fmla="*/ 21 w 9852"/>
              <a:gd name="connsiteY2" fmla="*/ 4956 h 9830"/>
              <a:gd name="connsiteX3" fmla="*/ 269 w 9852"/>
              <a:gd name="connsiteY3" fmla="*/ 5662 h 9830"/>
              <a:gd name="connsiteX4" fmla="*/ 657 w 9852"/>
              <a:gd name="connsiteY4" fmla="*/ 6741 h 9830"/>
              <a:gd name="connsiteX5" fmla="*/ 1125 w 9852"/>
              <a:gd name="connsiteY5" fmla="*/ 7148 h 9830"/>
              <a:gd name="connsiteX6" fmla="*/ 2222 w 9852"/>
              <a:gd name="connsiteY6" fmla="*/ 8049 h 9830"/>
              <a:gd name="connsiteX7" fmla="*/ 4680 w 9852"/>
              <a:gd name="connsiteY7" fmla="*/ 8347 h 9830"/>
              <a:gd name="connsiteX8" fmla="*/ 6812 w 9852"/>
              <a:gd name="connsiteY8" fmla="*/ 9729 h 9830"/>
              <a:gd name="connsiteX9" fmla="*/ 7864 w 9852"/>
              <a:gd name="connsiteY9" fmla="*/ 9630 h 9830"/>
              <a:gd name="connsiteX10" fmla="*/ 9670 w 9852"/>
              <a:gd name="connsiteY10" fmla="*/ 8874 h 9830"/>
              <a:gd name="connsiteX11" fmla="*/ 9752 w 9852"/>
              <a:gd name="connsiteY11" fmla="*/ 7457 h 9830"/>
              <a:gd name="connsiteX12" fmla="*/ 9332 w 9852"/>
              <a:gd name="connsiteY12" fmla="*/ 6408 h 9830"/>
              <a:gd name="connsiteX13" fmla="*/ 9552 w 9852"/>
              <a:gd name="connsiteY13" fmla="*/ 4150 h 9830"/>
              <a:gd name="connsiteX14" fmla="*/ 9523 w 9852"/>
              <a:gd name="connsiteY14" fmla="*/ 3205 h 9830"/>
              <a:gd name="connsiteX15" fmla="*/ 8859 w 9852"/>
              <a:gd name="connsiteY15" fmla="*/ 2226 h 9830"/>
              <a:gd name="connsiteX16" fmla="*/ 7811 w 9852"/>
              <a:gd name="connsiteY16" fmla="*/ 778 h 9830"/>
              <a:gd name="connsiteX17" fmla="*/ 6511 w 9852"/>
              <a:gd name="connsiteY17" fmla="*/ 137 h 9830"/>
              <a:gd name="connsiteX18" fmla="*/ 4994 w 9852"/>
              <a:gd name="connsiteY18" fmla="*/ 38 h 9830"/>
              <a:gd name="connsiteX19" fmla="*/ 3722 w 9852"/>
              <a:gd name="connsiteY19" fmla="*/ 609 h 9830"/>
              <a:gd name="connsiteX20" fmla="*/ 1929 w 9852"/>
              <a:gd name="connsiteY20" fmla="*/ 1251 h 9830"/>
              <a:gd name="connsiteX21" fmla="*/ 848 w 9852"/>
              <a:gd name="connsiteY21" fmla="*/ 1823 h 9830"/>
              <a:gd name="connsiteX22" fmla="*/ 326 w 9852"/>
              <a:gd name="connsiteY22" fmla="*/ 3101 h 9830"/>
              <a:gd name="connsiteX0" fmla="*/ 331 w 9999"/>
              <a:gd name="connsiteY0" fmla="*/ 3155 h 9906"/>
              <a:gd name="connsiteX1" fmla="*/ 50 w 9999"/>
              <a:gd name="connsiteY1" fmla="*/ 4050 h 9906"/>
              <a:gd name="connsiteX2" fmla="*/ 21 w 9999"/>
              <a:gd name="connsiteY2" fmla="*/ 5042 h 9906"/>
              <a:gd name="connsiteX3" fmla="*/ 273 w 9999"/>
              <a:gd name="connsiteY3" fmla="*/ 5760 h 9906"/>
              <a:gd name="connsiteX4" fmla="*/ 667 w 9999"/>
              <a:gd name="connsiteY4" fmla="*/ 6858 h 9906"/>
              <a:gd name="connsiteX5" fmla="*/ 1142 w 9999"/>
              <a:gd name="connsiteY5" fmla="*/ 7272 h 9906"/>
              <a:gd name="connsiteX6" fmla="*/ 2255 w 9999"/>
              <a:gd name="connsiteY6" fmla="*/ 8188 h 9906"/>
              <a:gd name="connsiteX7" fmla="*/ 4750 w 9999"/>
              <a:gd name="connsiteY7" fmla="*/ 8491 h 9906"/>
              <a:gd name="connsiteX8" fmla="*/ 6914 w 9999"/>
              <a:gd name="connsiteY8" fmla="*/ 9897 h 9906"/>
              <a:gd name="connsiteX9" fmla="*/ 9815 w 9999"/>
              <a:gd name="connsiteY9" fmla="*/ 9027 h 9906"/>
              <a:gd name="connsiteX10" fmla="*/ 9898 w 9999"/>
              <a:gd name="connsiteY10" fmla="*/ 7586 h 9906"/>
              <a:gd name="connsiteX11" fmla="*/ 9472 w 9999"/>
              <a:gd name="connsiteY11" fmla="*/ 6519 h 9906"/>
              <a:gd name="connsiteX12" fmla="*/ 9695 w 9999"/>
              <a:gd name="connsiteY12" fmla="*/ 4222 h 9906"/>
              <a:gd name="connsiteX13" fmla="*/ 9666 w 9999"/>
              <a:gd name="connsiteY13" fmla="*/ 3260 h 9906"/>
              <a:gd name="connsiteX14" fmla="*/ 8992 w 9999"/>
              <a:gd name="connsiteY14" fmla="*/ 2264 h 9906"/>
              <a:gd name="connsiteX15" fmla="*/ 7928 w 9999"/>
              <a:gd name="connsiteY15" fmla="*/ 791 h 9906"/>
              <a:gd name="connsiteX16" fmla="*/ 6609 w 9999"/>
              <a:gd name="connsiteY16" fmla="*/ 139 h 9906"/>
              <a:gd name="connsiteX17" fmla="*/ 5069 w 9999"/>
              <a:gd name="connsiteY17" fmla="*/ 39 h 9906"/>
              <a:gd name="connsiteX18" fmla="*/ 3778 w 9999"/>
              <a:gd name="connsiteY18" fmla="*/ 620 h 9906"/>
              <a:gd name="connsiteX19" fmla="*/ 1958 w 9999"/>
              <a:gd name="connsiteY19" fmla="*/ 1273 h 9906"/>
              <a:gd name="connsiteX20" fmla="*/ 861 w 9999"/>
              <a:gd name="connsiteY20" fmla="*/ 1855 h 9906"/>
              <a:gd name="connsiteX21" fmla="*/ 331 w 9999"/>
              <a:gd name="connsiteY21" fmla="*/ 3155 h 9906"/>
              <a:gd name="connsiteX0" fmla="*/ 331 w 9946"/>
              <a:gd name="connsiteY0" fmla="*/ 3185 h 10000"/>
              <a:gd name="connsiteX1" fmla="*/ 50 w 9946"/>
              <a:gd name="connsiteY1" fmla="*/ 4088 h 10000"/>
              <a:gd name="connsiteX2" fmla="*/ 21 w 9946"/>
              <a:gd name="connsiteY2" fmla="*/ 5090 h 10000"/>
              <a:gd name="connsiteX3" fmla="*/ 273 w 9946"/>
              <a:gd name="connsiteY3" fmla="*/ 5815 h 10000"/>
              <a:gd name="connsiteX4" fmla="*/ 667 w 9946"/>
              <a:gd name="connsiteY4" fmla="*/ 6923 h 10000"/>
              <a:gd name="connsiteX5" fmla="*/ 1142 w 9946"/>
              <a:gd name="connsiteY5" fmla="*/ 7341 h 10000"/>
              <a:gd name="connsiteX6" fmla="*/ 2255 w 9946"/>
              <a:gd name="connsiteY6" fmla="*/ 8266 h 10000"/>
              <a:gd name="connsiteX7" fmla="*/ 4750 w 9946"/>
              <a:gd name="connsiteY7" fmla="*/ 8572 h 10000"/>
              <a:gd name="connsiteX8" fmla="*/ 6915 w 9946"/>
              <a:gd name="connsiteY8" fmla="*/ 9991 h 10000"/>
              <a:gd name="connsiteX9" fmla="*/ 9816 w 9946"/>
              <a:gd name="connsiteY9" fmla="*/ 9113 h 10000"/>
              <a:gd name="connsiteX10" fmla="*/ 9473 w 9946"/>
              <a:gd name="connsiteY10" fmla="*/ 6581 h 10000"/>
              <a:gd name="connsiteX11" fmla="*/ 9696 w 9946"/>
              <a:gd name="connsiteY11" fmla="*/ 4262 h 10000"/>
              <a:gd name="connsiteX12" fmla="*/ 9667 w 9946"/>
              <a:gd name="connsiteY12" fmla="*/ 3291 h 10000"/>
              <a:gd name="connsiteX13" fmla="*/ 8993 w 9946"/>
              <a:gd name="connsiteY13" fmla="*/ 2285 h 10000"/>
              <a:gd name="connsiteX14" fmla="*/ 7929 w 9946"/>
              <a:gd name="connsiteY14" fmla="*/ 799 h 10000"/>
              <a:gd name="connsiteX15" fmla="*/ 6610 w 9946"/>
              <a:gd name="connsiteY15" fmla="*/ 140 h 10000"/>
              <a:gd name="connsiteX16" fmla="*/ 5070 w 9946"/>
              <a:gd name="connsiteY16" fmla="*/ 39 h 10000"/>
              <a:gd name="connsiteX17" fmla="*/ 3778 w 9946"/>
              <a:gd name="connsiteY17" fmla="*/ 626 h 10000"/>
              <a:gd name="connsiteX18" fmla="*/ 1958 w 9946"/>
              <a:gd name="connsiteY18" fmla="*/ 1285 h 10000"/>
              <a:gd name="connsiteX19" fmla="*/ 861 w 9946"/>
              <a:gd name="connsiteY19" fmla="*/ 1873 h 10000"/>
              <a:gd name="connsiteX20" fmla="*/ 331 w 9946"/>
              <a:gd name="connsiteY20" fmla="*/ 3185 h 10000"/>
              <a:gd name="connsiteX0" fmla="*/ 333 w 10000"/>
              <a:gd name="connsiteY0" fmla="*/ 3185 h 10000"/>
              <a:gd name="connsiteX1" fmla="*/ 50 w 10000"/>
              <a:gd name="connsiteY1" fmla="*/ 4088 h 10000"/>
              <a:gd name="connsiteX2" fmla="*/ 21 w 10000"/>
              <a:gd name="connsiteY2" fmla="*/ 5090 h 10000"/>
              <a:gd name="connsiteX3" fmla="*/ 274 w 10000"/>
              <a:gd name="connsiteY3" fmla="*/ 5815 h 10000"/>
              <a:gd name="connsiteX4" fmla="*/ 671 w 10000"/>
              <a:gd name="connsiteY4" fmla="*/ 6923 h 10000"/>
              <a:gd name="connsiteX5" fmla="*/ 1148 w 10000"/>
              <a:gd name="connsiteY5" fmla="*/ 7341 h 10000"/>
              <a:gd name="connsiteX6" fmla="*/ 2267 w 10000"/>
              <a:gd name="connsiteY6" fmla="*/ 8266 h 10000"/>
              <a:gd name="connsiteX7" fmla="*/ 4776 w 10000"/>
              <a:gd name="connsiteY7" fmla="*/ 8572 h 10000"/>
              <a:gd name="connsiteX8" fmla="*/ 6953 w 10000"/>
              <a:gd name="connsiteY8" fmla="*/ 9991 h 10000"/>
              <a:gd name="connsiteX9" fmla="*/ 9869 w 10000"/>
              <a:gd name="connsiteY9" fmla="*/ 9113 h 10000"/>
              <a:gd name="connsiteX10" fmla="*/ 9524 w 10000"/>
              <a:gd name="connsiteY10" fmla="*/ 6581 h 10000"/>
              <a:gd name="connsiteX11" fmla="*/ 9749 w 10000"/>
              <a:gd name="connsiteY11" fmla="*/ 4262 h 10000"/>
              <a:gd name="connsiteX12" fmla="*/ 9042 w 10000"/>
              <a:gd name="connsiteY12" fmla="*/ 2285 h 10000"/>
              <a:gd name="connsiteX13" fmla="*/ 7972 w 10000"/>
              <a:gd name="connsiteY13" fmla="*/ 799 h 10000"/>
              <a:gd name="connsiteX14" fmla="*/ 6646 w 10000"/>
              <a:gd name="connsiteY14" fmla="*/ 140 h 10000"/>
              <a:gd name="connsiteX15" fmla="*/ 5098 w 10000"/>
              <a:gd name="connsiteY15" fmla="*/ 39 h 10000"/>
              <a:gd name="connsiteX16" fmla="*/ 3799 w 10000"/>
              <a:gd name="connsiteY16" fmla="*/ 626 h 10000"/>
              <a:gd name="connsiteX17" fmla="*/ 1969 w 10000"/>
              <a:gd name="connsiteY17" fmla="*/ 1285 h 10000"/>
              <a:gd name="connsiteX18" fmla="*/ 866 w 10000"/>
              <a:gd name="connsiteY18" fmla="*/ 1873 h 10000"/>
              <a:gd name="connsiteX19" fmla="*/ 333 w 10000"/>
              <a:gd name="connsiteY19" fmla="*/ 3185 h 10000"/>
              <a:gd name="connsiteX0" fmla="*/ 333 w 10000"/>
              <a:gd name="connsiteY0" fmla="*/ 3268 h 10083"/>
              <a:gd name="connsiteX1" fmla="*/ 50 w 10000"/>
              <a:gd name="connsiteY1" fmla="*/ 4171 h 10083"/>
              <a:gd name="connsiteX2" fmla="*/ 21 w 10000"/>
              <a:gd name="connsiteY2" fmla="*/ 5173 h 10083"/>
              <a:gd name="connsiteX3" fmla="*/ 274 w 10000"/>
              <a:gd name="connsiteY3" fmla="*/ 5898 h 10083"/>
              <a:gd name="connsiteX4" fmla="*/ 671 w 10000"/>
              <a:gd name="connsiteY4" fmla="*/ 7006 h 10083"/>
              <a:gd name="connsiteX5" fmla="*/ 1148 w 10000"/>
              <a:gd name="connsiteY5" fmla="*/ 7424 h 10083"/>
              <a:gd name="connsiteX6" fmla="*/ 2267 w 10000"/>
              <a:gd name="connsiteY6" fmla="*/ 8349 h 10083"/>
              <a:gd name="connsiteX7" fmla="*/ 4776 w 10000"/>
              <a:gd name="connsiteY7" fmla="*/ 8655 h 10083"/>
              <a:gd name="connsiteX8" fmla="*/ 6953 w 10000"/>
              <a:gd name="connsiteY8" fmla="*/ 10074 h 10083"/>
              <a:gd name="connsiteX9" fmla="*/ 9869 w 10000"/>
              <a:gd name="connsiteY9" fmla="*/ 9196 h 10083"/>
              <a:gd name="connsiteX10" fmla="*/ 9524 w 10000"/>
              <a:gd name="connsiteY10" fmla="*/ 6664 h 10083"/>
              <a:gd name="connsiteX11" fmla="*/ 9749 w 10000"/>
              <a:gd name="connsiteY11" fmla="*/ 4345 h 10083"/>
              <a:gd name="connsiteX12" fmla="*/ 9042 w 10000"/>
              <a:gd name="connsiteY12" fmla="*/ 2368 h 10083"/>
              <a:gd name="connsiteX13" fmla="*/ 6646 w 10000"/>
              <a:gd name="connsiteY13" fmla="*/ 223 h 10083"/>
              <a:gd name="connsiteX14" fmla="*/ 5098 w 10000"/>
              <a:gd name="connsiteY14" fmla="*/ 122 h 10083"/>
              <a:gd name="connsiteX15" fmla="*/ 3799 w 10000"/>
              <a:gd name="connsiteY15" fmla="*/ 709 h 10083"/>
              <a:gd name="connsiteX16" fmla="*/ 1969 w 10000"/>
              <a:gd name="connsiteY16" fmla="*/ 1368 h 10083"/>
              <a:gd name="connsiteX17" fmla="*/ 866 w 10000"/>
              <a:gd name="connsiteY17" fmla="*/ 1956 h 10083"/>
              <a:gd name="connsiteX18" fmla="*/ 333 w 10000"/>
              <a:gd name="connsiteY18" fmla="*/ 3268 h 10083"/>
              <a:gd name="connsiteX0" fmla="*/ 333 w 10000"/>
              <a:gd name="connsiteY0" fmla="*/ 3214 h 10029"/>
              <a:gd name="connsiteX1" fmla="*/ 50 w 10000"/>
              <a:gd name="connsiteY1" fmla="*/ 4117 h 10029"/>
              <a:gd name="connsiteX2" fmla="*/ 21 w 10000"/>
              <a:gd name="connsiteY2" fmla="*/ 5119 h 10029"/>
              <a:gd name="connsiteX3" fmla="*/ 274 w 10000"/>
              <a:gd name="connsiteY3" fmla="*/ 5844 h 10029"/>
              <a:gd name="connsiteX4" fmla="*/ 671 w 10000"/>
              <a:gd name="connsiteY4" fmla="*/ 6952 h 10029"/>
              <a:gd name="connsiteX5" fmla="*/ 1148 w 10000"/>
              <a:gd name="connsiteY5" fmla="*/ 7370 h 10029"/>
              <a:gd name="connsiteX6" fmla="*/ 2267 w 10000"/>
              <a:gd name="connsiteY6" fmla="*/ 8295 h 10029"/>
              <a:gd name="connsiteX7" fmla="*/ 4776 w 10000"/>
              <a:gd name="connsiteY7" fmla="*/ 8601 h 10029"/>
              <a:gd name="connsiteX8" fmla="*/ 6953 w 10000"/>
              <a:gd name="connsiteY8" fmla="*/ 10020 h 10029"/>
              <a:gd name="connsiteX9" fmla="*/ 9869 w 10000"/>
              <a:gd name="connsiteY9" fmla="*/ 9142 h 10029"/>
              <a:gd name="connsiteX10" fmla="*/ 9524 w 10000"/>
              <a:gd name="connsiteY10" fmla="*/ 6610 h 10029"/>
              <a:gd name="connsiteX11" fmla="*/ 9749 w 10000"/>
              <a:gd name="connsiteY11" fmla="*/ 4291 h 10029"/>
              <a:gd name="connsiteX12" fmla="*/ 9042 w 10000"/>
              <a:gd name="connsiteY12" fmla="*/ 2314 h 10029"/>
              <a:gd name="connsiteX13" fmla="*/ 5098 w 10000"/>
              <a:gd name="connsiteY13" fmla="*/ 68 h 10029"/>
              <a:gd name="connsiteX14" fmla="*/ 3799 w 10000"/>
              <a:gd name="connsiteY14" fmla="*/ 655 h 10029"/>
              <a:gd name="connsiteX15" fmla="*/ 1969 w 10000"/>
              <a:gd name="connsiteY15" fmla="*/ 1314 h 10029"/>
              <a:gd name="connsiteX16" fmla="*/ 866 w 10000"/>
              <a:gd name="connsiteY16" fmla="*/ 1902 h 10029"/>
              <a:gd name="connsiteX17" fmla="*/ 333 w 10000"/>
              <a:gd name="connsiteY17" fmla="*/ 3214 h 10029"/>
              <a:gd name="connsiteX0" fmla="*/ 333 w 10000"/>
              <a:gd name="connsiteY0" fmla="*/ 2561 h 9376"/>
              <a:gd name="connsiteX1" fmla="*/ 50 w 10000"/>
              <a:gd name="connsiteY1" fmla="*/ 3464 h 9376"/>
              <a:gd name="connsiteX2" fmla="*/ 21 w 10000"/>
              <a:gd name="connsiteY2" fmla="*/ 4466 h 9376"/>
              <a:gd name="connsiteX3" fmla="*/ 274 w 10000"/>
              <a:gd name="connsiteY3" fmla="*/ 5191 h 9376"/>
              <a:gd name="connsiteX4" fmla="*/ 671 w 10000"/>
              <a:gd name="connsiteY4" fmla="*/ 6299 h 9376"/>
              <a:gd name="connsiteX5" fmla="*/ 1148 w 10000"/>
              <a:gd name="connsiteY5" fmla="*/ 6717 h 9376"/>
              <a:gd name="connsiteX6" fmla="*/ 2267 w 10000"/>
              <a:gd name="connsiteY6" fmla="*/ 7642 h 9376"/>
              <a:gd name="connsiteX7" fmla="*/ 4776 w 10000"/>
              <a:gd name="connsiteY7" fmla="*/ 7948 h 9376"/>
              <a:gd name="connsiteX8" fmla="*/ 6953 w 10000"/>
              <a:gd name="connsiteY8" fmla="*/ 9367 h 9376"/>
              <a:gd name="connsiteX9" fmla="*/ 9869 w 10000"/>
              <a:gd name="connsiteY9" fmla="*/ 8489 h 9376"/>
              <a:gd name="connsiteX10" fmla="*/ 9524 w 10000"/>
              <a:gd name="connsiteY10" fmla="*/ 5957 h 9376"/>
              <a:gd name="connsiteX11" fmla="*/ 9749 w 10000"/>
              <a:gd name="connsiteY11" fmla="*/ 3638 h 9376"/>
              <a:gd name="connsiteX12" fmla="*/ 9042 w 10000"/>
              <a:gd name="connsiteY12" fmla="*/ 1661 h 9376"/>
              <a:gd name="connsiteX13" fmla="*/ 6085 w 10000"/>
              <a:gd name="connsiteY13" fmla="*/ 540 h 9376"/>
              <a:gd name="connsiteX14" fmla="*/ 3799 w 10000"/>
              <a:gd name="connsiteY14" fmla="*/ 2 h 9376"/>
              <a:gd name="connsiteX15" fmla="*/ 1969 w 10000"/>
              <a:gd name="connsiteY15" fmla="*/ 661 h 9376"/>
              <a:gd name="connsiteX16" fmla="*/ 866 w 10000"/>
              <a:gd name="connsiteY16" fmla="*/ 1249 h 9376"/>
              <a:gd name="connsiteX17" fmla="*/ 333 w 10000"/>
              <a:gd name="connsiteY17" fmla="*/ 2561 h 9376"/>
              <a:gd name="connsiteX0" fmla="*/ 333 w 10000"/>
              <a:gd name="connsiteY0" fmla="*/ 2230 h 9498"/>
              <a:gd name="connsiteX1" fmla="*/ 50 w 10000"/>
              <a:gd name="connsiteY1" fmla="*/ 3194 h 9498"/>
              <a:gd name="connsiteX2" fmla="*/ 21 w 10000"/>
              <a:gd name="connsiteY2" fmla="*/ 4262 h 9498"/>
              <a:gd name="connsiteX3" fmla="*/ 274 w 10000"/>
              <a:gd name="connsiteY3" fmla="*/ 5035 h 9498"/>
              <a:gd name="connsiteX4" fmla="*/ 671 w 10000"/>
              <a:gd name="connsiteY4" fmla="*/ 6217 h 9498"/>
              <a:gd name="connsiteX5" fmla="*/ 1148 w 10000"/>
              <a:gd name="connsiteY5" fmla="*/ 6663 h 9498"/>
              <a:gd name="connsiteX6" fmla="*/ 2267 w 10000"/>
              <a:gd name="connsiteY6" fmla="*/ 7650 h 9498"/>
              <a:gd name="connsiteX7" fmla="*/ 4776 w 10000"/>
              <a:gd name="connsiteY7" fmla="*/ 7976 h 9498"/>
              <a:gd name="connsiteX8" fmla="*/ 6953 w 10000"/>
              <a:gd name="connsiteY8" fmla="*/ 9489 h 9498"/>
              <a:gd name="connsiteX9" fmla="*/ 9869 w 10000"/>
              <a:gd name="connsiteY9" fmla="*/ 8553 h 9498"/>
              <a:gd name="connsiteX10" fmla="*/ 9524 w 10000"/>
              <a:gd name="connsiteY10" fmla="*/ 5852 h 9498"/>
              <a:gd name="connsiteX11" fmla="*/ 9749 w 10000"/>
              <a:gd name="connsiteY11" fmla="*/ 3379 h 9498"/>
              <a:gd name="connsiteX12" fmla="*/ 9042 w 10000"/>
              <a:gd name="connsiteY12" fmla="*/ 1271 h 9498"/>
              <a:gd name="connsiteX13" fmla="*/ 6085 w 10000"/>
              <a:gd name="connsiteY13" fmla="*/ 75 h 9498"/>
              <a:gd name="connsiteX14" fmla="*/ 1969 w 10000"/>
              <a:gd name="connsiteY14" fmla="*/ 204 h 9498"/>
              <a:gd name="connsiteX15" fmla="*/ 866 w 10000"/>
              <a:gd name="connsiteY15" fmla="*/ 831 h 9498"/>
              <a:gd name="connsiteX16" fmla="*/ 333 w 10000"/>
              <a:gd name="connsiteY16" fmla="*/ 2230 h 9498"/>
              <a:gd name="connsiteX0" fmla="*/ 333 w 10000"/>
              <a:gd name="connsiteY0" fmla="*/ 2316 h 9969"/>
              <a:gd name="connsiteX1" fmla="*/ 50 w 10000"/>
              <a:gd name="connsiteY1" fmla="*/ 3331 h 9969"/>
              <a:gd name="connsiteX2" fmla="*/ 21 w 10000"/>
              <a:gd name="connsiteY2" fmla="*/ 4455 h 9969"/>
              <a:gd name="connsiteX3" fmla="*/ 274 w 10000"/>
              <a:gd name="connsiteY3" fmla="*/ 5269 h 9969"/>
              <a:gd name="connsiteX4" fmla="*/ 671 w 10000"/>
              <a:gd name="connsiteY4" fmla="*/ 6514 h 9969"/>
              <a:gd name="connsiteX5" fmla="*/ 1148 w 10000"/>
              <a:gd name="connsiteY5" fmla="*/ 6983 h 9969"/>
              <a:gd name="connsiteX6" fmla="*/ 2267 w 10000"/>
              <a:gd name="connsiteY6" fmla="*/ 8022 h 9969"/>
              <a:gd name="connsiteX7" fmla="*/ 4776 w 10000"/>
              <a:gd name="connsiteY7" fmla="*/ 8366 h 9969"/>
              <a:gd name="connsiteX8" fmla="*/ 6953 w 10000"/>
              <a:gd name="connsiteY8" fmla="*/ 9959 h 9969"/>
              <a:gd name="connsiteX9" fmla="*/ 9869 w 10000"/>
              <a:gd name="connsiteY9" fmla="*/ 8973 h 9969"/>
              <a:gd name="connsiteX10" fmla="*/ 9524 w 10000"/>
              <a:gd name="connsiteY10" fmla="*/ 6129 h 9969"/>
              <a:gd name="connsiteX11" fmla="*/ 9749 w 10000"/>
              <a:gd name="connsiteY11" fmla="*/ 3526 h 9969"/>
              <a:gd name="connsiteX12" fmla="*/ 9042 w 10000"/>
              <a:gd name="connsiteY12" fmla="*/ 1306 h 9969"/>
              <a:gd name="connsiteX13" fmla="*/ 6085 w 10000"/>
              <a:gd name="connsiteY13" fmla="*/ 47 h 9969"/>
              <a:gd name="connsiteX14" fmla="*/ 2392 w 10000"/>
              <a:gd name="connsiteY14" fmla="*/ 329 h 9969"/>
              <a:gd name="connsiteX15" fmla="*/ 866 w 10000"/>
              <a:gd name="connsiteY15" fmla="*/ 843 h 9969"/>
              <a:gd name="connsiteX16" fmla="*/ 333 w 10000"/>
              <a:gd name="connsiteY16" fmla="*/ 2316 h 9969"/>
              <a:gd name="connsiteX0" fmla="*/ 333 w 10000"/>
              <a:gd name="connsiteY0" fmla="*/ 2322 h 9999"/>
              <a:gd name="connsiteX1" fmla="*/ 50 w 10000"/>
              <a:gd name="connsiteY1" fmla="*/ 3340 h 9999"/>
              <a:gd name="connsiteX2" fmla="*/ 21 w 10000"/>
              <a:gd name="connsiteY2" fmla="*/ 4468 h 9999"/>
              <a:gd name="connsiteX3" fmla="*/ 274 w 10000"/>
              <a:gd name="connsiteY3" fmla="*/ 5284 h 9999"/>
              <a:gd name="connsiteX4" fmla="*/ 671 w 10000"/>
              <a:gd name="connsiteY4" fmla="*/ 6533 h 9999"/>
              <a:gd name="connsiteX5" fmla="*/ 1148 w 10000"/>
              <a:gd name="connsiteY5" fmla="*/ 7004 h 9999"/>
              <a:gd name="connsiteX6" fmla="*/ 2267 w 10000"/>
              <a:gd name="connsiteY6" fmla="*/ 8046 h 9999"/>
              <a:gd name="connsiteX7" fmla="*/ 4776 w 10000"/>
              <a:gd name="connsiteY7" fmla="*/ 8391 h 9999"/>
              <a:gd name="connsiteX8" fmla="*/ 6953 w 10000"/>
              <a:gd name="connsiteY8" fmla="*/ 9989 h 9999"/>
              <a:gd name="connsiteX9" fmla="*/ 9869 w 10000"/>
              <a:gd name="connsiteY9" fmla="*/ 9000 h 9999"/>
              <a:gd name="connsiteX10" fmla="*/ 9524 w 10000"/>
              <a:gd name="connsiteY10" fmla="*/ 6147 h 9999"/>
              <a:gd name="connsiteX11" fmla="*/ 9749 w 10000"/>
              <a:gd name="connsiteY11" fmla="*/ 3536 h 9999"/>
              <a:gd name="connsiteX12" fmla="*/ 9042 w 10000"/>
              <a:gd name="connsiteY12" fmla="*/ 1309 h 9999"/>
              <a:gd name="connsiteX13" fmla="*/ 6085 w 10000"/>
              <a:gd name="connsiteY13" fmla="*/ 46 h 9999"/>
              <a:gd name="connsiteX14" fmla="*/ 2392 w 10000"/>
              <a:gd name="connsiteY14" fmla="*/ 329 h 9999"/>
              <a:gd name="connsiteX15" fmla="*/ 333 w 10000"/>
              <a:gd name="connsiteY15" fmla="*/ 2322 h 9999"/>
              <a:gd name="connsiteX0" fmla="*/ 315 w 9982"/>
              <a:gd name="connsiteY0" fmla="*/ 2322 h 10000"/>
              <a:gd name="connsiteX1" fmla="*/ 3 w 9982"/>
              <a:gd name="connsiteY1" fmla="*/ 4468 h 10000"/>
              <a:gd name="connsiteX2" fmla="*/ 256 w 9982"/>
              <a:gd name="connsiteY2" fmla="*/ 5285 h 10000"/>
              <a:gd name="connsiteX3" fmla="*/ 653 w 9982"/>
              <a:gd name="connsiteY3" fmla="*/ 6534 h 10000"/>
              <a:gd name="connsiteX4" fmla="*/ 1130 w 9982"/>
              <a:gd name="connsiteY4" fmla="*/ 7005 h 10000"/>
              <a:gd name="connsiteX5" fmla="*/ 2249 w 9982"/>
              <a:gd name="connsiteY5" fmla="*/ 8047 h 10000"/>
              <a:gd name="connsiteX6" fmla="*/ 4758 w 9982"/>
              <a:gd name="connsiteY6" fmla="*/ 8392 h 10000"/>
              <a:gd name="connsiteX7" fmla="*/ 6935 w 9982"/>
              <a:gd name="connsiteY7" fmla="*/ 9990 h 10000"/>
              <a:gd name="connsiteX8" fmla="*/ 9851 w 9982"/>
              <a:gd name="connsiteY8" fmla="*/ 9001 h 10000"/>
              <a:gd name="connsiteX9" fmla="*/ 9506 w 9982"/>
              <a:gd name="connsiteY9" fmla="*/ 6148 h 10000"/>
              <a:gd name="connsiteX10" fmla="*/ 9731 w 9982"/>
              <a:gd name="connsiteY10" fmla="*/ 3536 h 10000"/>
              <a:gd name="connsiteX11" fmla="*/ 9024 w 9982"/>
              <a:gd name="connsiteY11" fmla="*/ 1309 h 10000"/>
              <a:gd name="connsiteX12" fmla="*/ 6067 w 9982"/>
              <a:gd name="connsiteY12" fmla="*/ 46 h 10000"/>
              <a:gd name="connsiteX13" fmla="*/ 2374 w 9982"/>
              <a:gd name="connsiteY13" fmla="*/ 329 h 10000"/>
              <a:gd name="connsiteX14" fmla="*/ 315 w 9982"/>
              <a:gd name="connsiteY14" fmla="*/ 2322 h 10000"/>
              <a:gd name="connsiteX0" fmla="*/ 191 w 9876"/>
              <a:gd name="connsiteY0" fmla="*/ 2322 h 10000"/>
              <a:gd name="connsiteX1" fmla="*/ 131 w 9876"/>
              <a:gd name="connsiteY1" fmla="*/ 5285 h 10000"/>
              <a:gd name="connsiteX2" fmla="*/ 529 w 9876"/>
              <a:gd name="connsiteY2" fmla="*/ 6534 h 10000"/>
              <a:gd name="connsiteX3" fmla="*/ 1007 w 9876"/>
              <a:gd name="connsiteY3" fmla="*/ 7005 h 10000"/>
              <a:gd name="connsiteX4" fmla="*/ 2128 w 9876"/>
              <a:gd name="connsiteY4" fmla="*/ 8047 h 10000"/>
              <a:gd name="connsiteX5" fmla="*/ 4642 w 9876"/>
              <a:gd name="connsiteY5" fmla="*/ 8392 h 10000"/>
              <a:gd name="connsiteX6" fmla="*/ 6823 w 9876"/>
              <a:gd name="connsiteY6" fmla="*/ 9990 h 10000"/>
              <a:gd name="connsiteX7" fmla="*/ 9744 w 9876"/>
              <a:gd name="connsiteY7" fmla="*/ 9001 h 10000"/>
              <a:gd name="connsiteX8" fmla="*/ 9398 w 9876"/>
              <a:gd name="connsiteY8" fmla="*/ 6148 h 10000"/>
              <a:gd name="connsiteX9" fmla="*/ 9624 w 9876"/>
              <a:gd name="connsiteY9" fmla="*/ 3536 h 10000"/>
              <a:gd name="connsiteX10" fmla="*/ 8915 w 9876"/>
              <a:gd name="connsiteY10" fmla="*/ 1309 h 10000"/>
              <a:gd name="connsiteX11" fmla="*/ 5953 w 9876"/>
              <a:gd name="connsiteY11" fmla="*/ 46 h 10000"/>
              <a:gd name="connsiteX12" fmla="*/ 2253 w 9876"/>
              <a:gd name="connsiteY12" fmla="*/ 329 h 10000"/>
              <a:gd name="connsiteX13" fmla="*/ 191 w 9876"/>
              <a:gd name="connsiteY13" fmla="*/ 2322 h 10000"/>
              <a:gd name="connsiteX0" fmla="*/ 193 w 10000"/>
              <a:gd name="connsiteY0" fmla="*/ 2322 h 10000"/>
              <a:gd name="connsiteX1" fmla="*/ 133 w 10000"/>
              <a:gd name="connsiteY1" fmla="*/ 5285 h 10000"/>
              <a:gd name="connsiteX2" fmla="*/ 1020 w 10000"/>
              <a:gd name="connsiteY2" fmla="*/ 7005 h 10000"/>
              <a:gd name="connsiteX3" fmla="*/ 2155 w 10000"/>
              <a:gd name="connsiteY3" fmla="*/ 8047 h 10000"/>
              <a:gd name="connsiteX4" fmla="*/ 4700 w 10000"/>
              <a:gd name="connsiteY4" fmla="*/ 8392 h 10000"/>
              <a:gd name="connsiteX5" fmla="*/ 6909 w 10000"/>
              <a:gd name="connsiteY5" fmla="*/ 9990 h 10000"/>
              <a:gd name="connsiteX6" fmla="*/ 9866 w 10000"/>
              <a:gd name="connsiteY6" fmla="*/ 9001 h 10000"/>
              <a:gd name="connsiteX7" fmla="*/ 9516 w 10000"/>
              <a:gd name="connsiteY7" fmla="*/ 6148 h 10000"/>
              <a:gd name="connsiteX8" fmla="*/ 9745 w 10000"/>
              <a:gd name="connsiteY8" fmla="*/ 3536 h 10000"/>
              <a:gd name="connsiteX9" fmla="*/ 9027 w 10000"/>
              <a:gd name="connsiteY9" fmla="*/ 1309 h 10000"/>
              <a:gd name="connsiteX10" fmla="*/ 6028 w 10000"/>
              <a:gd name="connsiteY10" fmla="*/ 46 h 10000"/>
              <a:gd name="connsiteX11" fmla="*/ 2281 w 10000"/>
              <a:gd name="connsiteY11" fmla="*/ 329 h 10000"/>
              <a:gd name="connsiteX12" fmla="*/ 193 w 10000"/>
              <a:gd name="connsiteY12" fmla="*/ 2322 h 10000"/>
              <a:gd name="connsiteX0" fmla="*/ 535 w 9877"/>
              <a:gd name="connsiteY0" fmla="*/ 2468 h 10000"/>
              <a:gd name="connsiteX1" fmla="*/ 10 w 9877"/>
              <a:gd name="connsiteY1" fmla="*/ 5285 h 10000"/>
              <a:gd name="connsiteX2" fmla="*/ 897 w 9877"/>
              <a:gd name="connsiteY2" fmla="*/ 7005 h 10000"/>
              <a:gd name="connsiteX3" fmla="*/ 2032 w 9877"/>
              <a:gd name="connsiteY3" fmla="*/ 8047 h 10000"/>
              <a:gd name="connsiteX4" fmla="*/ 4577 w 9877"/>
              <a:gd name="connsiteY4" fmla="*/ 8392 h 10000"/>
              <a:gd name="connsiteX5" fmla="*/ 6786 w 9877"/>
              <a:gd name="connsiteY5" fmla="*/ 9990 h 10000"/>
              <a:gd name="connsiteX6" fmla="*/ 9743 w 9877"/>
              <a:gd name="connsiteY6" fmla="*/ 9001 h 10000"/>
              <a:gd name="connsiteX7" fmla="*/ 9393 w 9877"/>
              <a:gd name="connsiteY7" fmla="*/ 6148 h 10000"/>
              <a:gd name="connsiteX8" fmla="*/ 9622 w 9877"/>
              <a:gd name="connsiteY8" fmla="*/ 3536 h 10000"/>
              <a:gd name="connsiteX9" fmla="*/ 8904 w 9877"/>
              <a:gd name="connsiteY9" fmla="*/ 1309 h 10000"/>
              <a:gd name="connsiteX10" fmla="*/ 5905 w 9877"/>
              <a:gd name="connsiteY10" fmla="*/ 46 h 10000"/>
              <a:gd name="connsiteX11" fmla="*/ 2158 w 9877"/>
              <a:gd name="connsiteY11" fmla="*/ 329 h 10000"/>
              <a:gd name="connsiteX12" fmla="*/ 535 w 9877"/>
              <a:gd name="connsiteY12" fmla="*/ 2468 h 10000"/>
              <a:gd name="connsiteX0" fmla="*/ 224 w 9682"/>
              <a:gd name="connsiteY0" fmla="*/ 2468 h 10000"/>
              <a:gd name="connsiteX1" fmla="*/ 54 w 9682"/>
              <a:gd name="connsiteY1" fmla="*/ 5334 h 10000"/>
              <a:gd name="connsiteX2" fmla="*/ 590 w 9682"/>
              <a:gd name="connsiteY2" fmla="*/ 7005 h 10000"/>
              <a:gd name="connsiteX3" fmla="*/ 1739 w 9682"/>
              <a:gd name="connsiteY3" fmla="*/ 8047 h 10000"/>
              <a:gd name="connsiteX4" fmla="*/ 4316 w 9682"/>
              <a:gd name="connsiteY4" fmla="*/ 8392 h 10000"/>
              <a:gd name="connsiteX5" fmla="*/ 6553 w 9682"/>
              <a:gd name="connsiteY5" fmla="*/ 9990 h 10000"/>
              <a:gd name="connsiteX6" fmla="*/ 9546 w 9682"/>
              <a:gd name="connsiteY6" fmla="*/ 9001 h 10000"/>
              <a:gd name="connsiteX7" fmla="*/ 9192 w 9682"/>
              <a:gd name="connsiteY7" fmla="*/ 6148 h 10000"/>
              <a:gd name="connsiteX8" fmla="*/ 9424 w 9682"/>
              <a:gd name="connsiteY8" fmla="*/ 3536 h 10000"/>
              <a:gd name="connsiteX9" fmla="*/ 8697 w 9682"/>
              <a:gd name="connsiteY9" fmla="*/ 1309 h 10000"/>
              <a:gd name="connsiteX10" fmla="*/ 5661 w 9682"/>
              <a:gd name="connsiteY10" fmla="*/ 46 h 10000"/>
              <a:gd name="connsiteX11" fmla="*/ 1867 w 9682"/>
              <a:gd name="connsiteY11" fmla="*/ 329 h 10000"/>
              <a:gd name="connsiteX12" fmla="*/ 224 w 9682"/>
              <a:gd name="connsiteY12" fmla="*/ 2468 h 10000"/>
              <a:gd name="connsiteX0" fmla="*/ 369 w 9951"/>
              <a:gd name="connsiteY0" fmla="*/ 2078 h 10000"/>
              <a:gd name="connsiteX1" fmla="*/ 7 w 9951"/>
              <a:gd name="connsiteY1" fmla="*/ 5334 h 10000"/>
              <a:gd name="connsiteX2" fmla="*/ 560 w 9951"/>
              <a:gd name="connsiteY2" fmla="*/ 7005 h 10000"/>
              <a:gd name="connsiteX3" fmla="*/ 1747 w 9951"/>
              <a:gd name="connsiteY3" fmla="*/ 8047 h 10000"/>
              <a:gd name="connsiteX4" fmla="*/ 4409 w 9951"/>
              <a:gd name="connsiteY4" fmla="*/ 8392 h 10000"/>
              <a:gd name="connsiteX5" fmla="*/ 6719 w 9951"/>
              <a:gd name="connsiteY5" fmla="*/ 9990 h 10000"/>
              <a:gd name="connsiteX6" fmla="*/ 9811 w 9951"/>
              <a:gd name="connsiteY6" fmla="*/ 9001 h 10000"/>
              <a:gd name="connsiteX7" fmla="*/ 9445 w 9951"/>
              <a:gd name="connsiteY7" fmla="*/ 6148 h 10000"/>
              <a:gd name="connsiteX8" fmla="*/ 9685 w 9951"/>
              <a:gd name="connsiteY8" fmla="*/ 3536 h 10000"/>
              <a:gd name="connsiteX9" fmla="*/ 8934 w 9951"/>
              <a:gd name="connsiteY9" fmla="*/ 1309 h 10000"/>
              <a:gd name="connsiteX10" fmla="*/ 5798 w 9951"/>
              <a:gd name="connsiteY10" fmla="*/ 46 h 10000"/>
              <a:gd name="connsiteX11" fmla="*/ 1879 w 9951"/>
              <a:gd name="connsiteY11" fmla="*/ 329 h 10000"/>
              <a:gd name="connsiteX12" fmla="*/ 369 w 9951"/>
              <a:gd name="connsiteY12" fmla="*/ 2078 h 10000"/>
              <a:gd name="connsiteX0" fmla="*/ 378 w 10007"/>
              <a:gd name="connsiteY0" fmla="*/ 2035 h 9957"/>
              <a:gd name="connsiteX1" fmla="*/ 14 w 10007"/>
              <a:gd name="connsiteY1" fmla="*/ 5291 h 9957"/>
              <a:gd name="connsiteX2" fmla="*/ 570 w 10007"/>
              <a:gd name="connsiteY2" fmla="*/ 6962 h 9957"/>
              <a:gd name="connsiteX3" fmla="*/ 1763 w 10007"/>
              <a:gd name="connsiteY3" fmla="*/ 8004 h 9957"/>
              <a:gd name="connsiteX4" fmla="*/ 4438 w 10007"/>
              <a:gd name="connsiteY4" fmla="*/ 8349 h 9957"/>
              <a:gd name="connsiteX5" fmla="*/ 6759 w 10007"/>
              <a:gd name="connsiteY5" fmla="*/ 9947 h 9957"/>
              <a:gd name="connsiteX6" fmla="*/ 9866 w 10007"/>
              <a:gd name="connsiteY6" fmla="*/ 8958 h 9957"/>
              <a:gd name="connsiteX7" fmla="*/ 9499 w 10007"/>
              <a:gd name="connsiteY7" fmla="*/ 6105 h 9957"/>
              <a:gd name="connsiteX8" fmla="*/ 9740 w 10007"/>
              <a:gd name="connsiteY8" fmla="*/ 3493 h 9957"/>
              <a:gd name="connsiteX9" fmla="*/ 8985 w 10007"/>
              <a:gd name="connsiteY9" fmla="*/ 1266 h 9957"/>
              <a:gd name="connsiteX10" fmla="*/ 5834 w 10007"/>
              <a:gd name="connsiteY10" fmla="*/ 3 h 9957"/>
              <a:gd name="connsiteX11" fmla="*/ 2496 w 10007"/>
              <a:gd name="connsiteY11" fmla="*/ 1553 h 9957"/>
              <a:gd name="connsiteX12" fmla="*/ 378 w 10007"/>
              <a:gd name="connsiteY12" fmla="*/ 2035 h 9957"/>
              <a:gd name="connsiteX0" fmla="*/ 378 w 10000"/>
              <a:gd name="connsiteY0" fmla="*/ 2044 h 10000"/>
              <a:gd name="connsiteX1" fmla="*/ 14 w 10000"/>
              <a:gd name="connsiteY1" fmla="*/ 5314 h 10000"/>
              <a:gd name="connsiteX2" fmla="*/ 570 w 10000"/>
              <a:gd name="connsiteY2" fmla="*/ 6992 h 10000"/>
              <a:gd name="connsiteX3" fmla="*/ 1762 w 10000"/>
              <a:gd name="connsiteY3" fmla="*/ 8039 h 10000"/>
              <a:gd name="connsiteX4" fmla="*/ 4435 w 10000"/>
              <a:gd name="connsiteY4" fmla="*/ 8385 h 10000"/>
              <a:gd name="connsiteX5" fmla="*/ 6754 w 10000"/>
              <a:gd name="connsiteY5" fmla="*/ 9990 h 10000"/>
              <a:gd name="connsiteX6" fmla="*/ 9859 w 10000"/>
              <a:gd name="connsiteY6" fmla="*/ 8997 h 10000"/>
              <a:gd name="connsiteX7" fmla="*/ 9492 w 10000"/>
              <a:gd name="connsiteY7" fmla="*/ 6131 h 10000"/>
              <a:gd name="connsiteX8" fmla="*/ 9733 w 10000"/>
              <a:gd name="connsiteY8" fmla="*/ 3508 h 10000"/>
              <a:gd name="connsiteX9" fmla="*/ 8979 w 10000"/>
              <a:gd name="connsiteY9" fmla="*/ 1271 h 10000"/>
              <a:gd name="connsiteX10" fmla="*/ 5830 w 10000"/>
              <a:gd name="connsiteY10" fmla="*/ 3 h 10000"/>
              <a:gd name="connsiteX11" fmla="*/ 2494 w 10000"/>
              <a:gd name="connsiteY11" fmla="*/ 1560 h 10000"/>
              <a:gd name="connsiteX12" fmla="*/ 378 w 10000"/>
              <a:gd name="connsiteY12" fmla="*/ 2044 h 10000"/>
              <a:gd name="connsiteX0" fmla="*/ 326 w 10023"/>
              <a:gd name="connsiteY0" fmla="*/ 2533 h 10000"/>
              <a:gd name="connsiteX1" fmla="*/ 37 w 10023"/>
              <a:gd name="connsiteY1" fmla="*/ 5314 h 10000"/>
              <a:gd name="connsiteX2" fmla="*/ 593 w 10023"/>
              <a:gd name="connsiteY2" fmla="*/ 6992 h 10000"/>
              <a:gd name="connsiteX3" fmla="*/ 1785 w 10023"/>
              <a:gd name="connsiteY3" fmla="*/ 8039 h 10000"/>
              <a:gd name="connsiteX4" fmla="*/ 4458 w 10023"/>
              <a:gd name="connsiteY4" fmla="*/ 8385 h 10000"/>
              <a:gd name="connsiteX5" fmla="*/ 6777 w 10023"/>
              <a:gd name="connsiteY5" fmla="*/ 9990 h 10000"/>
              <a:gd name="connsiteX6" fmla="*/ 9882 w 10023"/>
              <a:gd name="connsiteY6" fmla="*/ 8997 h 10000"/>
              <a:gd name="connsiteX7" fmla="*/ 9515 w 10023"/>
              <a:gd name="connsiteY7" fmla="*/ 6131 h 10000"/>
              <a:gd name="connsiteX8" fmla="*/ 9756 w 10023"/>
              <a:gd name="connsiteY8" fmla="*/ 3508 h 10000"/>
              <a:gd name="connsiteX9" fmla="*/ 9002 w 10023"/>
              <a:gd name="connsiteY9" fmla="*/ 1271 h 10000"/>
              <a:gd name="connsiteX10" fmla="*/ 5853 w 10023"/>
              <a:gd name="connsiteY10" fmla="*/ 3 h 10000"/>
              <a:gd name="connsiteX11" fmla="*/ 2517 w 10023"/>
              <a:gd name="connsiteY11" fmla="*/ 1560 h 10000"/>
              <a:gd name="connsiteX12" fmla="*/ 326 w 10023"/>
              <a:gd name="connsiteY12" fmla="*/ 2533 h 10000"/>
              <a:gd name="connsiteX0" fmla="*/ 326 w 10023"/>
              <a:gd name="connsiteY0" fmla="*/ 1901 h 9368"/>
              <a:gd name="connsiteX1" fmla="*/ 37 w 10023"/>
              <a:gd name="connsiteY1" fmla="*/ 4682 h 9368"/>
              <a:gd name="connsiteX2" fmla="*/ 593 w 10023"/>
              <a:gd name="connsiteY2" fmla="*/ 6360 h 9368"/>
              <a:gd name="connsiteX3" fmla="*/ 1785 w 10023"/>
              <a:gd name="connsiteY3" fmla="*/ 7407 h 9368"/>
              <a:gd name="connsiteX4" fmla="*/ 4458 w 10023"/>
              <a:gd name="connsiteY4" fmla="*/ 7753 h 9368"/>
              <a:gd name="connsiteX5" fmla="*/ 6777 w 10023"/>
              <a:gd name="connsiteY5" fmla="*/ 9358 h 9368"/>
              <a:gd name="connsiteX6" fmla="*/ 9882 w 10023"/>
              <a:gd name="connsiteY6" fmla="*/ 8365 h 9368"/>
              <a:gd name="connsiteX7" fmla="*/ 9515 w 10023"/>
              <a:gd name="connsiteY7" fmla="*/ 5499 h 9368"/>
              <a:gd name="connsiteX8" fmla="*/ 9756 w 10023"/>
              <a:gd name="connsiteY8" fmla="*/ 2876 h 9368"/>
              <a:gd name="connsiteX9" fmla="*/ 9002 w 10023"/>
              <a:gd name="connsiteY9" fmla="*/ 639 h 9368"/>
              <a:gd name="connsiteX10" fmla="*/ 5628 w 10023"/>
              <a:gd name="connsiteY10" fmla="*/ 7 h 9368"/>
              <a:gd name="connsiteX11" fmla="*/ 2517 w 10023"/>
              <a:gd name="connsiteY11" fmla="*/ 928 h 9368"/>
              <a:gd name="connsiteX12" fmla="*/ 326 w 10023"/>
              <a:gd name="connsiteY12" fmla="*/ 1901 h 9368"/>
              <a:gd name="connsiteX0" fmla="*/ 325 w 9734"/>
              <a:gd name="connsiteY0" fmla="*/ 2029 h 10093"/>
              <a:gd name="connsiteX1" fmla="*/ 37 w 9734"/>
              <a:gd name="connsiteY1" fmla="*/ 4998 h 10093"/>
              <a:gd name="connsiteX2" fmla="*/ 592 w 9734"/>
              <a:gd name="connsiteY2" fmla="*/ 6789 h 10093"/>
              <a:gd name="connsiteX3" fmla="*/ 1781 w 9734"/>
              <a:gd name="connsiteY3" fmla="*/ 7907 h 10093"/>
              <a:gd name="connsiteX4" fmla="*/ 4448 w 9734"/>
              <a:gd name="connsiteY4" fmla="*/ 8276 h 10093"/>
              <a:gd name="connsiteX5" fmla="*/ 6761 w 9734"/>
              <a:gd name="connsiteY5" fmla="*/ 9989 h 10093"/>
              <a:gd name="connsiteX6" fmla="*/ 9484 w 9734"/>
              <a:gd name="connsiteY6" fmla="*/ 9608 h 10093"/>
              <a:gd name="connsiteX7" fmla="*/ 9493 w 9734"/>
              <a:gd name="connsiteY7" fmla="*/ 5870 h 10093"/>
              <a:gd name="connsiteX8" fmla="*/ 9734 w 9734"/>
              <a:gd name="connsiteY8" fmla="*/ 3070 h 10093"/>
              <a:gd name="connsiteX9" fmla="*/ 8981 w 9734"/>
              <a:gd name="connsiteY9" fmla="*/ 682 h 10093"/>
              <a:gd name="connsiteX10" fmla="*/ 5615 w 9734"/>
              <a:gd name="connsiteY10" fmla="*/ 7 h 10093"/>
              <a:gd name="connsiteX11" fmla="*/ 2511 w 9734"/>
              <a:gd name="connsiteY11" fmla="*/ 991 h 10093"/>
              <a:gd name="connsiteX12" fmla="*/ 325 w 9734"/>
              <a:gd name="connsiteY12" fmla="*/ 2029 h 10093"/>
              <a:gd name="connsiteX0" fmla="*/ 334 w 10000"/>
              <a:gd name="connsiteY0" fmla="*/ 2010 h 9973"/>
              <a:gd name="connsiteX1" fmla="*/ 38 w 10000"/>
              <a:gd name="connsiteY1" fmla="*/ 4952 h 9973"/>
              <a:gd name="connsiteX2" fmla="*/ 608 w 10000"/>
              <a:gd name="connsiteY2" fmla="*/ 6726 h 9973"/>
              <a:gd name="connsiteX3" fmla="*/ 1830 w 10000"/>
              <a:gd name="connsiteY3" fmla="*/ 7834 h 9973"/>
              <a:gd name="connsiteX4" fmla="*/ 4532 w 10000"/>
              <a:gd name="connsiteY4" fmla="*/ 8562 h 9973"/>
              <a:gd name="connsiteX5" fmla="*/ 6946 w 10000"/>
              <a:gd name="connsiteY5" fmla="*/ 9897 h 9973"/>
              <a:gd name="connsiteX6" fmla="*/ 9743 w 10000"/>
              <a:gd name="connsiteY6" fmla="*/ 9519 h 9973"/>
              <a:gd name="connsiteX7" fmla="*/ 9752 w 10000"/>
              <a:gd name="connsiteY7" fmla="*/ 5816 h 9973"/>
              <a:gd name="connsiteX8" fmla="*/ 10000 w 10000"/>
              <a:gd name="connsiteY8" fmla="*/ 3042 h 9973"/>
              <a:gd name="connsiteX9" fmla="*/ 9226 w 10000"/>
              <a:gd name="connsiteY9" fmla="*/ 676 h 9973"/>
              <a:gd name="connsiteX10" fmla="*/ 5768 w 10000"/>
              <a:gd name="connsiteY10" fmla="*/ 7 h 9973"/>
              <a:gd name="connsiteX11" fmla="*/ 2580 w 10000"/>
              <a:gd name="connsiteY11" fmla="*/ 982 h 9973"/>
              <a:gd name="connsiteX12" fmla="*/ 334 w 10000"/>
              <a:gd name="connsiteY12" fmla="*/ 2010 h 9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000" h="9973">
                <a:moveTo>
                  <a:pt x="334" y="2010"/>
                </a:moveTo>
                <a:cubicBezTo>
                  <a:pt x="-90" y="2671"/>
                  <a:pt x="-7" y="4166"/>
                  <a:pt x="38" y="4952"/>
                </a:cubicBezTo>
                <a:cubicBezTo>
                  <a:pt x="83" y="5738"/>
                  <a:pt x="308" y="6246"/>
                  <a:pt x="608" y="6726"/>
                </a:cubicBezTo>
                <a:cubicBezTo>
                  <a:pt x="906" y="7207"/>
                  <a:pt x="1176" y="7528"/>
                  <a:pt x="1830" y="7834"/>
                </a:cubicBezTo>
                <a:cubicBezTo>
                  <a:pt x="2484" y="8140"/>
                  <a:pt x="3678" y="8218"/>
                  <a:pt x="4532" y="8562"/>
                </a:cubicBezTo>
                <a:cubicBezTo>
                  <a:pt x="5384" y="8905"/>
                  <a:pt x="6078" y="9738"/>
                  <a:pt x="6946" y="9897"/>
                </a:cubicBezTo>
                <a:cubicBezTo>
                  <a:pt x="7814" y="10056"/>
                  <a:pt x="9200" y="9984"/>
                  <a:pt x="9743" y="9519"/>
                </a:cubicBezTo>
                <a:cubicBezTo>
                  <a:pt x="10214" y="8840"/>
                  <a:pt x="9709" y="6896"/>
                  <a:pt x="9752" y="5816"/>
                </a:cubicBezTo>
                <a:cubicBezTo>
                  <a:pt x="9796" y="4736"/>
                  <a:pt x="9959" y="3695"/>
                  <a:pt x="10000" y="3042"/>
                </a:cubicBezTo>
                <a:cubicBezTo>
                  <a:pt x="9911" y="2184"/>
                  <a:pt x="9932" y="1181"/>
                  <a:pt x="9226" y="676"/>
                </a:cubicBezTo>
                <a:cubicBezTo>
                  <a:pt x="8522" y="170"/>
                  <a:pt x="6876" y="-44"/>
                  <a:pt x="5768" y="7"/>
                </a:cubicBezTo>
                <a:cubicBezTo>
                  <a:pt x="4662" y="58"/>
                  <a:pt x="3493" y="270"/>
                  <a:pt x="2580" y="982"/>
                </a:cubicBezTo>
                <a:cubicBezTo>
                  <a:pt x="1535" y="1383"/>
                  <a:pt x="757" y="1348"/>
                  <a:pt x="334" y="2010"/>
                </a:cubicBezTo>
                <a:close/>
              </a:path>
            </a:pathLst>
          </a:custGeom>
          <a:solidFill>
            <a:srgbClr val="9CE0FA"/>
          </a:soli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eaLnBrk="0" fontAlgn="base" hangingPunct="0">
              <a:spcBef>
                <a:spcPct val="0"/>
              </a:spcBef>
              <a:spcAft>
                <a:spcPct val="0"/>
              </a:spcAft>
            </a:pPr>
            <a:endParaRPr lang="en-US" dirty="0">
              <a:solidFill>
                <a:srgbClr val="000000"/>
              </a:solidFill>
              <a:latin typeface="Arial" charset="0"/>
              <a:ea typeface="ＭＳ Ｐゴシック" charset="0"/>
            </a:endParaRPr>
          </a:p>
        </p:txBody>
      </p:sp>
      <p:sp>
        <p:nvSpPr>
          <p:cNvPr id="149" name="Text Box 34">
            <a:extLst>
              <a:ext uri="{FF2B5EF4-FFF2-40B4-BE49-F238E27FC236}">
                <a16:creationId xmlns:a16="http://schemas.microsoft.com/office/drawing/2014/main" id="{8E3C4FE4-16B8-2E48-AAFC-131508FBCD63}"/>
              </a:ext>
            </a:extLst>
          </p:cNvPr>
          <p:cNvSpPr txBox="1">
            <a:spLocks noChangeArrowheads="1"/>
          </p:cNvSpPr>
          <p:nvPr/>
        </p:nvSpPr>
        <p:spPr bwMode="auto">
          <a:xfrm>
            <a:off x="5524500" y="3671606"/>
            <a:ext cx="1811337" cy="5810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pPr fontAlgn="base">
              <a:spcBef>
                <a:spcPct val="0"/>
              </a:spcBef>
              <a:spcAft>
                <a:spcPct val="0"/>
              </a:spcAft>
            </a:pPr>
            <a:r>
              <a:rPr lang="en-US" sz="1600" i="0" dirty="0">
                <a:solidFill>
                  <a:srgbClr val="000000"/>
                </a:solidFill>
                <a:latin typeface="Arial" charset="0"/>
              </a:rPr>
              <a:t>Comcast network </a:t>
            </a:r>
          </a:p>
          <a:p>
            <a:pPr fontAlgn="base">
              <a:spcBef>
                <a:spcPct val="0"/>
              </a:spcBef>
              <a:spcAft>
                <a:spcPct val="0"/>
              </a:spcAft>
            </a:pPr>
            <a:r>
              <a:rPr lang="en-US" sz="1600" i="0" dirty="0">
                <a:solidFill>
                  <a:srgbClr val="000000"/>
                </a:solidFill>
                <a:latin typeface="Arial" charset="0"/>
              </a:rPr>
              <a:t>68.80.0.0/13</a:t>
            </a:r>
          </a:p>
        </p:txBody>
      </p:sp>
      <p:sp>
        <p:nvSpPr>
          <p:cNvPr id="150" name="Line 68">
            <a:extLst>
              <a:ext uri="{FF2B5EF4-FFF2-40B4-BE49-F238E27FC236}">
                <a16:creationId xmlns:a16="http://schemas.microsoft.com/office/drawing/2014/main" id="{6703089F-58F3-E042-8B10-16A415A056F6}"/>
              </a:ext>
            </a:extLst>
          </p:cNvPr>
          <p:cNvSpPr>
            <a:spLocks noChangeShapeType="1"/>
          </p:cNvSpPr>
          <p:nvPr/>
        </p:nvSpPr>
        <p:spPr bwMode="auto">
          <a:xfrm flipV="1">
            <a:off x="3670020" y="3535642"/>
            <a:ext cx="1819275" cy="733425"/>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lstStyle/>
          <a:p>
            <a:pPr eaLnBrk="0" fontAlgn="base" hangingPunct="0">
              <a:spcBef>
                <a:spcPct val="0"/>
              </a:spcBef>
              <a:spcAft>
                <a:spcPct val="0"/>
              </a:spcAft>
            </a:pPr>
            <a:endParaRPr lang="en-US" dirty="0">
              <a:solidFill>
                <a:srgbClr val="000000"/>
              </a:solidFill>
              <a:latin typeface="Arial" charset="0"/>
              <a:ea typeface="ＭＳ Ｐゴシック" charset="0"/>
            </a:endParaRPr>
          </a:p>
        </p:txBody>
      </p:sp>
      <p:sp>
        <p:nvSpPr>
          <p:cNvPr id="151" name="Line 93">
            <a:extLst>
              <a:ext uri="{FF2B5EF4-FFF2-40B4-BE49-F238E27FC236}">
                <a16:creationId xmlns:a16="http://schemas.microsoft.com/office/drawing/2014/main" id="{EAAF435E-6997-7049-AE19-F5A3D5ECCF8F}"/>
              </a:ext>
            </a:extLst>
          </p:cNvPr>
          <p:cNvSpPr>
            <a:spLocks noChangeShapeType="1"/>
          </p:cNvSpPr>
          <p:nvPr/>
        </p:nvSpPr>
        <p:spPr bwMode="auto">
          <a:xfrm flipH="1">
            <a:off x="6949888" y="2731714"/>
            <a:ext cx="260350" cy="258762"/>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lstStyle/>
          <a:p>
            <a:pPr eaLnBrk="0" fontAlgn="base" hangingPunct="0">
              <a:spcBef>
                <a:spcPct val="0"/>
              </a:spcBef>
              <a:spcAft>
                <a:spcPct val="0"/>
              </a:spcAft>
            </a:pPr>
            <a:endParaRPr lang="en-US" dirty="0">
              <a:solidFill>
                <a:srgbClr val="000000"/>
              </a:solidFill>
              <a:latin typeface="Arial" charset="0"/>
              <a:ea typeface="ＭＳ Ｐゴシック" charset="0"/>
            </a:endParaRPr>
          </a:p>
        </p:txBody>
      </p:sp>
      <p:sp>
        <p:nvSpPr>
          <p:cNvPr id="152" name="Text Box 139">
            <a:extLst>
              <a:ext uri="{FF2B5EF4-FFF2-40B4-BE49-F238E27FC236}">
                <a16:creationId xmlns:a16="http://schemas.microsoft.com/office/drawing/2014/main" id="{D18D0D17-3537-854D-BE00-799B204FD860}"/>
              </a:ext>
            </a:extLst>
          </p:cNvPr>
          <p:cNvSpPr txBox="1">
            <a:spLocks noChangeArrowheads="1"/>
          </p:cNvSpPr>
          <p:nvPr/>
        </p:nvSpPr>
        <p:spPr bwMode="auto">
          <a:xfrm>
            <a:off x="7402326" y="2150782"/>
            <a:ext cx="755335" cy="78175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pPr fontAlgn="base">
              <a:lnSpc>
                <a:spcPct val="90000"/>
              </a:lnSpc>
              <a:spcBef>
                <a:spcPct val="0"/>
              </a:spcBef>
              <a:spcAft>
                <a:spcPct val="0"/>
              </a:spcAft>
            </a:pPr>
            <a:r>
              <a:rPr lang="en-US" sz="1600" i="0" dirty="0">
                <a:solidFill>
                  <a:srgbClr val="000000"/>
                </a:solidFill>
                <a:latin typeface="Arial" charset="0"/>
              </a:rPr>
              <a:t>DNS </a:t>
            </a:r>
          </a:p>
          <a:p>
            <a:pPr fontAlgn="base">
              <a:lnSpc>
                <a:spcPct val="90000"/>
              </a:lnSpc>
              <a:spcBef>
                <a:spcPct val="0"/>
              </a:spcBef>
              <a:spcAft>
                <a:spcPct val="0"/>
              </a:spcAft>
            </a:pPr>
            <a:r>
              <a:rPr lang="en-US" sz="1600" i="0" dirty="0">
                <a:solidFill>
                  <a:srgbClr val="000000"/>
                </a:solidFill>
                <a:latin typeface="Arial" charset="0"/>
              </a:rPr>
              <a:t>server</a:t>
            </a:r>
          </a:p>
          <a:p>
            <a:pPr fontAlgn="base">
              <a:spcBef>
                <a:spcPct val="0"/>
              </a:spcBef>
              <a:spcAft>
                <a:spcPct val="0"/>
              </a:spcAft>
            </a:pPr>
            <a:endParaRPr lang="en-US" sz="1600" i="0" dirty="0">
              <a:solidFill>
                <a:srgbClr val="000000"/>
              </a:solidFill>
              <a:latin typeface="Arial" charset="0"/>
            </a:endParaRPr>
          </a:p>
        </p:txBody>
      </p:sp>
      <p:grpSp>
        <p:nvGrpSpPr>
          <p:cNvPr id="153" name="Group 167">
            <a:extLst>
              <a:ext uri="{FF2B5EF4-FFF2-40B4-BE49-F238E27FC236}">
                <a16:creationId xmlns:a16="http://schemas.microsoft.com/office/drawing/2014/main" id="{F5EB6B7E-CF56-1D40-9A5F-78A0D7F7527F}"/>
              </a:ext>
            </a:extLst>
          </p:cNvPr>
          <p:cNvGrpSpPr>
            <a:grpSpLocks/>
          </p:cNvGrpSpPr>
          <p:nvPr/>
        </p:nvGrpSpPr>
        <p:grpSpPr bwMode="auto">
          <a:xfrm flipH="1">
            <a:off x="5635438" y="3627064"/>
            <a:ext cx="400050" cy="152400"/>
            <a:chOff x="3228" y="1776"/>
            <a:chExt cx="252" cy="96"/>
          </a:xfrm>
        </p:grpSpPr>
        <p:sp>
          <p:nvSpPr>
            <p:cNvPr id="154" name="Line 168">
              <a:extLst>
                <a:ext uri="{FF2B5EF4-FFF2-40B4-BE49-F238E27FC236}">
                  <a16:creationId xmlns:a16="http://schemas.microsoft.com/office/drawing/2014/main" id="{1802CB0D-BD6D-D74F-A9D8-5BACFFCCBC0F}"/>
                </a:ext>
              </a:extLst>
            </p:cNvPr>
            <p:cNvSpPr>
              <a:spLocks noChangeShapeType="1"/>
            </p:cNvSpPr>
            <p:nvPr/>
          </p:nvSpPr>
          <p:spPr bwMode="auto">
            <a:xfrm flipV="1">
              <a:off x="3339" y="1776"/>
              <a:ext cx="141" cy="51"/>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lstStyle/>
            <a:p>
              <a:pPr eaLnBrk="0" fontAlgn="base" hangingPunct="0">
                <a:spcBef>
                  <a:spcPct val="0"/>
                </a:spcBef>
                <a:spcAft>
                  <a:spcPct val="0"/>
                </a:spcAft>
              </a:pPr>
              <a:endParaRPr lang="en-US" dirty="0">
                <a:solidFill>
                  <a:srgbClr val="000000"/>
                </a:solidFill>
                <a:latin typeface="Arial" charset="0"/>
                <a:ea typeface="ＭＳ Ｐゴシック" charset="0"/>
              </a:endParaRPr>
            </a:p>
          </p:txBody>
        </p:sp>
        <p:sp>
          <p:nvSpPr>
            <p:cNvPr id="155" name="Line 169">
              <a:extLst>
                <a:ext uri="{FF2B5EF4-FFF2-40B4-BE49-F238E27FC236}">
                  <a16:creationId xmlns:a16="http://schemas.microsoft.com/office/drawing/2014/main" id="{BC8A6DEC-D893-BC48-A065-216616CA78D6}"/>
                </a:ext>
              </a:extLst>
            </p:cNvPr>
            <p:cNvSpPr>
              <a:spLocks noChangeShapeType="1"/>
            </p:cNvSpPr>
            <p:nvPr/>
          </p:nvSpPr>
          <p:spPr bwMode="auto">
            <a:xfrm flipV="1">
              <a:off x="3228" y="1833"/>
              <a:ext cx="102" cy="39"/>
            </a:xfrm>
            <a:prstGeom prst="line">
              <a:avLst/>
            </a:prstGeom>
            <a:noFill/>
            <a:ln w="9525">
              <a:solidFill>
                <a:srgbClr val="000000"/>
              </a:solidFill>
              <a:prstDash val="dash"/>
              <a:round/>
              <a:headEnd/>
              <a:tailEnd/>
            </a:ln>
            <a:extLst>
              <a:ext uri="{909E8E84-426E-40dd-AFC4-6F175D3DCCD1}">
                <a14:hiddenFill xmlns:a14="http://schemas.microsoft.com/office/drawing/2010/main" xmlns="">
                  <a:noFill/>
                </a14:hiddenFill>
              </a:ext>
            </a:extLst>
          </p:spPr>
          <p:txBody>
            <a:bodyPr/>
            <a:lstStyle/>
            <a:p>
              <a:pPr eaLnBrk="0" fontAlgn="base" hangingPunct="0">
                <a:spcBef>
                  <a:spcPct val="0"/>
                </a:spcBef>
                <a:spcAft>
                  <a:spcPct val="0"/>
                </a:spcAft>
              </a:pPr>
              <a:endParaRPr lang="en-US" dirty="0">
                <a:solidFill>
                  <a:srgbClr val="000000"/>
                </a:solidFill>
                <a:latin typeface="Arial" charset="0"/>
                <a:ea typeface="ＭＳ Ｐゴシック" charset="0"/>
              </a:endParaRPr>
            </a:p>
          </p:txBody>
        </p:sp>
      </p:grpSp>
      <p:grpSp>
        <p:nvGrpSpPr>
          <p:cNvPr id="156" name="Group 170">
            <a:extLst>
              <a:ext uri="{FF2B5EF4-FFF2-40B4-BE49-F238E27FC236}">
                <a16:creationId xmlns:a16="http://schemas.microsoft.com/office/drawing/2014/main" id="{926875FC-494C-BB45-B7F8-8827688CC13F}"/>
              </a:ext>
            </a:extLst>
          </p:cNvPr>
          <p:cNvGrpSpPr>
            <a:grpSpLocks/>
          </p:cNvGrpSpPr>
          <p:nvPr/>
        </p:nvGrpSpPr>
        <p:grpSpPr bwMode="auto">
          <a:xfrm flipH="1" flipV="1">
            <a:off x="5787838" y="3103189"/>
            <a:ext cx="400050" cy="152400"/>
            <a:chOff x="3228" y="1776"/>
            <a:chExt cx="252" cy="96"/>
          </a:xfrm>
        </p:grpSpPr>
        <p:sp>
          <p:nvSpPr>
            <p:cNvPr id="157" name="Line 171">
              <a:extLst>
                <a:ext uri="{FF2B5EF4-FFF2-40B4-BE49-F238E27FC236}">
                  <a16:creationId xmlns:a16="http://schemas.microsoft.com/office/drawing/2014/main" id="{36C97ACA-ADA8-6C4D-918D-B9A573ADEE61}"/>
                </a:ext>
              </a:extLst>
            </p:cNvPr>
            <p:cNvSpPr>
              <a:spLocks noChangeShapeType="1"/>
            </p:cNvSpPr>
            <p:nvPr/>
          </p:nvSpPr>
          <p:spPr bwMode="auto">
            <a:xfrm flipV="1">
              <a:off x="3339" y="1776"/>
              <a:ext cx="141" cy="51"/>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lstStyle/>
            <a:p>
              <a:pPr eaLnBrk="0" fontAlgn="base" hangingPunct="0">
                <a:spcBef>
                  <a:spcPct val="0"/>
                </a:spcBef>
                <a:spcAft>
                  <a:spcPct val="0"/>
                </a:spcAft>
              </a:pPr>
              <a:endParaRPr lang="en-US" dirty="0">
                <a:solidFill>
                  <a:srgbClr val="000000"/>
                </a:solidFill>
                <a:latin typeface="Arial" charset="0"/>
                <a:ea typeface="ＭＳ Ｐゴシック" charset="0"/>
              </a:endParaRPr>
            </a:p>
          </p:txBody>
        </p:sp>
        <p:sp>
          <p:nvSpPr>
            <p:cNvPr id="158" name="Line 172">
              <a:extLst>
                <a:ext uri="{FF2B5EF4-FFF2-40B4-BE49-F238E27FC236}">
                  <a16:creationId xmlns:a16="http://schemas.microsoft.com/office/drawing/2014/main" id="{BAFF6B07-8046-764A-BBC9-29723059062E}"/>
                </a:ext>
              </a:extLst>
            </p:cNvPr>
            <p:cNvSpPr>
              <a:spLocks noChangeShapeType="1"/>
            </p:cNvSpPr>
            <p:nvPr/>
          </p:nvSpPr>
          <p:spPr bwMode="auto">
            <a:xfrm flipV="1">
              <a:off x="3228" y="1833"/>
              <a:ext cx="102" cy="39"/>
            </a:xfrm>
            <a:prstGeom prst="line">
              <a:avLst/>
            </a:prstGeom>
            <a:noFill/>
            <a:ln w="9525">
              <a:solidFill>
                <a:srgbClr val="000000"/>
              </a:solidFill>
              <a:prstDash val="dash"/>
              <a:round/>
              <a:headEnd/>
              <a:tailEnd/>
            </a:ln>
            <a:extLst>
              <a:ext uri="{909E8E84-426E-40dd-AFC4-6F175D3DCCD1}">
                <a14:hiddenFill xmlns:a14="http://schemas.microsoft.com/office/drawing/2010/main" xmlns="">
                  <a:noFill/>
                </a14:hiddenFill>
              </a:ext>
            </a:extLst>
          </p:spPr>
          <p:txBody>
            <a:bodyPr/>
            <a:lstStyle/>
            <a:p>
              <a:pPr eaLnBrk="0" fontAlgn="base" hangingPunct="0">
                <a:spcBef>
                  <a:spcPct val="0"/>
                </a:spcBef>
                <a:spcAft>
                  <a:spcPct val="0"/>
                </a:spcAft>
              </a:pPr>
              <a:endParaRPr lang="en-US" dirty="0">
                <a:solidFill>
                  <a:srgbClr val="000000"/>
                </a:solidFill>
                <a:latin typeface="Arial" charset="0"/>
                <a:ea typeface="ＭＳ Ｐゴシック" charset="0"/>
              </a:endParaRPr>
            </a:p>
          </p:txBody>
        </p:sp>
      </p:grpSp>
      <p:grpSp>
        <p:nvGrpSpPr>
          <p:cNvPr id="159" name="Group 173">
            <a:extLst>
              <a:ext uri="{FF2B5EF4-FFF2-40B4-BE49-F238E27FC236}">
                <a16:creationId xmlns:a16="http://schemas.microsoft.com/office/drawing/2014/main" id="{FD9B7ECC-8F8F-8B4A-85D5-2A868F36C505}"/>
              </a:ext>
            </a:extLst>
          </p:cNvPr>
          <p:cNvGrpSpPr>
            <a:grpSpLocks/>
          </p:cNvGrpSpPr>
          <p:nvPr/>
        </p:nvGrpSpPr>
        <p:grpSpPr bwMode="auto">
          <a:xfrm flipH="1" flipV="1">
            <a:off x="7888101" y="3793751"/>
            <a:ext cx="400050" cy="152400"/>
            <a:chOff x="3228" y="1776"/>
            <a:chExt cx="252" cy="96"/>
          </a:xfrm>
        </p:grpSpPr>
        <p:sp>
          <p:nvSpPr>
            <p:cNvPr id="160" name="Line 174">
              <a:extLst>
                <a:ext uri="{FF2B5EF4-FFF2-40B4-BE49-F238E27FC236}">
                  <a16:creationId xmlns:a16="http://schemas.microsoft.com/office/drawing/2014/main" id="{E4C9DD3C-343B-B043-9CF6-10B42EAC66D1}"/>
                </a:ext>
              </a:extLst>
            </p:cNvPr>
            <p:cNvSpPr>
              <a:spLocks noChangeShapeType="1"/>
            </p:cNvSpPr>
            <p:nvPr/>
          </p:nvSpPr>
          <p:spPr bwMode="auto">
            <a:xfrm flipV="1">
              <a:off x="3339" y="1776"/>
              <a:ext cx="141" cy="51"/>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lstStyle/>
            <a:p>
              <a:pPr eaLnBrk="0" fontAlgn="base" hangingPunct="0">
                <a:spcBef>
                  <a:spcPct val="0"/>
                </a:spcBef>
                <a:spcAft>
                  <a:spcPct val="0"/>
                </a:spcAft>
              </a:pPr>
              <a:endParaRPr lang="en-US" dirty="0">
                <a:solidFill>
                  <a:srgbClr val="000000"/>
                </a:solidFill>
                <a:latin typeface="Arial" charset="0"/>
                <a:ea typeface="ＭＳ Ｐゴシック" charset="0"/>
              </a:endParaRPr>
            </a:p>
          </p:txBody>
        </p:sp>
        <p:sp>
          <p:nvSpPr>
            <p:cNvPr id="161" name="Line 175">
              <a:extLst>
                <a:ext uri="{FF2B5EF4-FFF2-40B4-BE49-F238E27FC236}">
                  <a16:creationId xmlns:a16="http://schemas.microsoft.com/office/drawing/2014/main" id="{343368E1-A457-5D48-A3F0-A3B53D5B05C1}"/>
                </a:ext>
              </a:extLst>
            </p:cNvPr>
            <p:cNvSpPr>
              <a:spLocks noChangeShapeType="1"/>
            </p:cNvSpPr>
            <p:nvPr/>
          </p:nvSpPr>
          <p:spPr bwMode="auto">
            <a:xfrm flipV="1">
              <a:off x="3228" y="1833"/>
              <a:ext cx="102" cy="39"/>
            </a:xfrm>
            <a:prstGeom prst="line">
              <a:avLst/>
            </a:prstGeom>
            <a:noFill/>
            <a:ln w="9525">
              <a:solidFill>
                <a:srgbClr val="000000"/>
              </a:solidFill>
              <a:prstDash val="dash"/>
              <a:round/>
              <a:headEnd/>
              <a:tailEnd/>
            </a:ln>
            <a:extLst>
              <a:ext uri="{909E8E84-426E-40dd-AFC4-6F175D3DCCD1}">
                <a14:hiddenFill xmlns:a14="http://schemas.microsoft.com/office/drawing/2010/main" xmlns="">
                  <a:noFill/>
                </a14:hiddenFill>
              </a:ext>
            </a:extLst>
          </p:spPr>
          <p:txBody>
            <a:bodyPr/>
            <a:lstStyle/>
            <a:p>
              <a:pPr eaLnBrk="0" fontAlgn="base" hangingPunct="0">
                <a:spcBef>
                  <a:spcPct val="0"/>
                </a:spcBef>
                <a:spcAft>
                  <a:spcPct val="0"/>
                </a:spcAft>
              </a:pPr>
              <a:endParaRPr lang="en-US" dirty="0">
                <a:solidFill>
                  <a:srgbClr val="000000"/>
                </a:solidFill>
                <a:latin typeface="Arial" charset="0"/>
                <a:ea typeface="ＭＳ Ｐゴシック" charset="0"/>
              </a:endParaRPr>
            </a:p>
          </p:txBody>
        </p:sp>
      </p:grpSp>
      <p:grpSp>
        <p:nvGrpSpPr>
          <p:cNvPr id="162" name="Group 176">
            <a:extLst>
              <a:ext uri="{FF2B5EF4-FFF2-40B4-BE49-F238E27FC236}">
                <a16:creationId xmlns:a16="http://schemas.microsoft.com/office/drawing/2014/main" id="{592F8EA2-6661-5445-8C3D-825FD532EE61}"/>
              </a:ext>
            </a:extLst>
          </p:cNvPr>
          <p:cNvGrpSpPr>
            <a:grpSpLocks/>
          </p:cNvGrpSpPr>
          <p:nvPr/>
        </p:nvGrpSpPr>
        <p:grpSpPr bwMode="auto">
          <a:xfrm flipV="1">
            <a:off x="7064188" y="3812801"/>
            <a:ext cx="295275" cy="114300"/>
            <a:chOff x="3228" y="1776"/>
            <a:chExt cx="252" cy="96"/>
          </a:xfrm>
        </p:grpSpPr>
        <p:sp>
          <p:nvSpPr>
            <p:cNvPr id="163" name="Line 177">
              <a:extLst>
                <a:ext uri="{FF2B5EF4-FFF2-40B4-BE49-F238E27FC236}">
                  <a16:creationId xmlns:a16="http://schemas.microsoft.com/office/drawing/2014/main" id="{C81F7411-7489-D040-A6B8-B4BBD27EC700}"/>
                </a:ext>
              </a:extLst>
            </p:cNvPr>
            <p:cNvSpPr>
              <a:spLocks noChangeShapeType="1"/>
            </p:cNvSpPr>
            <p:nvPr/>
          </p:nvSpPr>
          <p:spPr bwMode="auto">
            <a:xfrm flipV="1">
              <a:off x="3339" y="1776"/>
              <a:ext cx="141" cy="51"/>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lstStyle/>
            <a:p>
              <a:pPr eaLnBrk="0" fontAlgn="base" hangingPunct="0">
                <a:spcBef>
                  <a:spcPct val="0"/>
                </a:spcBef>
                <a:spcAft>
                  <a:spcPct val="0"/>
                </a:spcAft>
              </a:pPr>
              <a:endParaRPr lang="en-US" dirty="0">
                <a:solidFill>
                  <a:srgbClr val="000000"/>
                </a:solidFill>
                <a:latin typeface="Arial" charset="0"/>
                <a:ea typeface="ＭＳ Ｐゴシック" charset="0"/>
              </a:endParaRPr>
            </a:p>
          </p:txBody>
        </p:sp>
        <p:sp>
          <p:nvSpPr>
            <p:cNvPr id="164" name="Line 178">
              <a:extLst>
                <a:ext uri="{FF2B5EF4-FFF2-40B4-BE49-F238E27FC236}">
                  <a16:creationId xmlns:a16="http://schemas.microsoft.com/office/drawing/2014/main" id="{FE32B4AA-D33A-6545-A3C1-DDC1B9A51BA3}"/>
                </a:ext>
              </a:extLst>
            </p:cNvPr>
            <p:cNvSpPr>
              <a:spLocks noChangeShapeType="1"/>
            </p:cNvSpPr>
            <p:nvPr/>
          </p:nvSpPr>
          <p:spPr bwMode="auto">
            <a:xfrm flipV="1">
              <a:off x="3228" y="1833"/>
              <a:ext cx="102" cy="39"/>
            </a:xfrm>
            <a:prstGeom prst="line">
              <a:avLst/>
            </a:prstGeom>
            <a:noFill/>
            <a:ln w="9525">
              <a:solidFill>
                <a:srgbClr val="000000"/>
              </a:solidFill>
              <a:prstDash val="dash"/>
              <a:round/>
              <a:headEnd/>
              <a:tailEnd/>
            </a:ln>
            <a:extLst>
              <a:ext uri="{909E8E84-426E-40dd-AFC4-6F175D3DCCD1}">
                <a14:hiddenFill xmlns:a14="http://schemas.microsoft.com/office/drawing/2010/main" xmlns="">
                  <a:noFill/>
                </a14:hiddenFill>
              </a:ext>
            </a:extLst>
          </p:spPr>
          <p:txBody>
            <a:bodyPr/>
            <a:lstStyle/>
            <a:p>
              <a:pPr eaLnBrk="0" fontAlgn="base" hangingPunct="0">
                <a:spcBef>
                  <a:spcPct val="0"/>
                </a:spcBef>
                <a:spcAft>
                  <a:spcPct val="0"/>
                </a:spcAft>
              </a:pPr>
              <a:endParaRPr lang="en-US" dirty="0">
                <a:solidFill>
                  <a:srgbClr val="000000"/>
                </a:solidFill>
                <a:latin typeface="Arial" charset="0"/>
                <a:ea typeface="ＭＳ Ｐゴシック" charset="0"/>
              </a:endParaRPr>
            </a:p>
          </p:txBody>
        </p:sp>
      </p:grpSp>
      <p:grpSp>
        <p:nvGrpSpPr>
          <p:cNvPr id="165" name="Group 179">
            <a:extLst>
              <a:ext uri="{FF2B5EF4-FFF2-40B4-BE49-F238E27FC236}">
                <a16:creationId xmlns:a16="http://schemas.microsoft.com/office/drawing/2014/main" id="{CC82D047-4926-4B42-8EC3-A5ACCDE16B9C}"/>
              </a:ext>
            </a:extLst>
          </p:cNvPr>
          <p:cNvGrpSpPr>
            <a:grpSpLocks/>
          </p:cNvGrpSpPr>
          <p:nvPr/>
        </p:nvGrpSpPr>
        <p:grpSpPr bwMode="auto">
          <a:xfrm rot="409689" flipH="1" flipV="1">
            <a:off x="7335651" y="3155576"/>
            <a:ext cx="452437" cy="57150"/>
            <a:chOff x="3228" y="1776"/>
            <a:chExt cx="252" cy="96"/>
          </a:xfrm>
        </p:grpSpPr>
        <p:sp>
          <p:nvSpPr>
            <p:cNvPr id="166" name="Line 180">
              <a:extLst>
                <a:ext uri="{FF2B5EF4-FFF2-40B4-BE49-F238E27FC236}">
                  <a16:creationId xmlns:a16="http://schemas.microsoft.com/office/drawing/2014/main" id="{0C3E47A6-9D40-F446-B950-E19DB4AE8210}"/>
                </a:ext>
              </a:extLst>
            </p:cNvPr>
            <p:cNvSpPr>
              <a:spLocks noChangeShapeType="1"/>
            </p:cNvSpPr>
            <p:nvPr/>
          </p:nvSpPr>
          <p:spPr bwMode="auto">
            <a:xfrm flipV="1">
              <a:off x="3339" y="1776"/>
              <a:ext cx="141" cy="51"/>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lstStyle/>
            <a:p>
              <a:pPr eaLnBrk="0" fontAlgn="base" hangingPunct="0">
                <a:spcBef>
                  <a:spcPct val="0"/>
                </a:spcBef>
                <a:spcAft>
                  <a:spcPct val="0"/>
                </a:spcAft>
              </a:pPr>
              <a:endParaRPr lang="en-US" dirty="0">
                <a:solidFill>
                  <a:srgbClr val="000000"/>
                </a:solidFill>
                <a:latin typeface="Arial" charset="0"/>
                <a:ea typeface="ＭＳ Ｐゴシック" charset="0"/>
              </a:endParaRPr>
            </a:p>
          </p:txBody>
        </p:sp>
        <p:sp>
          <p:nvSpPr>
            <p:cNvPr id="167" name="Line 181">
              <a:extLst>
                <a:ext uri="{FF2B5EF4-FFF2-40B4-BE49-F238E27FC236}">
                  <a16:creationId xmlns:a16="http://schemas.microsoft.com/office/drawing/2014/main" id="{97B34EB4-6DFA-1D49-AE95-1E8C335D97C7}"/>
                </a:ext>
              </a:extLst>
            </p:cNvPr>
            <p:cNvSpPr>
              <a:spLocks noChangeShapeType="1"/>
            </p:cNvSpPr>
            <p:nvPr/>
          </p:nvSpPr>
          <p:spPr bwMode="auto">
            <a:xfrm flipV="1">
              <a:off x="3228" y="1833"/>
              <a:ext cx="102" cy="39"/>
            </a:xfrm>
            <a:prstGeom prst="line">
              <a:avLst/>
            </a:prstGeom>
            <a:noFill/>
            <a:ln w="9525">
              <a:solidFill>
                <a:srgbClr val="000000"/>
              </a:solidFill>
              <a:prstDash val="dash"/>
              <a:round/>
              <a:headEnd/>
              <a:tailEnd/>
            </a:ln>
            <a:extLst>
              <a:ext uri="{909E8E84-426E-40dd-AFC4-6F175D3DCCD1}">
                <a14:hiddenFill xmlns:a14="http://schemas.microsoft.com/office/drawing/2010/main" xmlns="">
                  <a:noFill/>
                </a14:hiddenFill>
              </a:ext>
            </a:extLst>
          </p:spPr>
          <p:txBody>
            <a:bodyPr/>
            <a:lstStyle/>
            <a:p>
              <a:pPr eaLnBrk="0" fontAlgn="base" hangingPunct="0">
                <a:spcBef>
                  <a:spcPct val="0"/>
                </a:spcBef>
                <a:spcAft>
                  <a:spcPct val="0"/>
                </a:spcAft>
              </a:pPr>
              <a:endParaRPr lang="en-US" dirty="0">
                <a:solidFill>
                  <a:srgbClr val="000000"/>
                </a:solidFill>
                <a:latin typeface="Arial" charset="0"/>
                <a:ea typeface="ＭＳ Ｐゴシック" charset="0"/>
              </a:endParaRPr>
            </a:p>
          </p:txBody>
        </p:sp>
      </p:grpSp>
      <p:grpSp>
        <p:nvGrpSpPr>
          <p:cNvPr id="168" name="Group 182">
            <a:extLst>
              <a:ext uri="{FF2B5EF4-FFF2-40B4-BE49-F238E27FC236}">
                <a16:creationId xmlns:a16="http://schemas.microsoft.com/office/drawing/2014/main" id="{1BDD731C-4A33-B447-95B4-B36A72034B1F}"/>
              </a:ext>
            </a:extLst>
          </p:cNvPr>
          <p:cNvGrpSpPr>
            <a:grpSpLocks/>
          </p:cNvGrpSpPr>
          <p:nvPr/>
        </p:nvGrpSpPr>
        <p:grpSpPr bwMode="auto">
          <a:xfrm>
            <a:off x="6478401" y="3360364"/>
            <a:ext cx="295275" cy="114300"/>
            <a:chOff x="3228" y="1776"/>
            <a:chExt cx="252" cy="96"/>
          </a:xfrm>
        </p:grpSpPr>
        <p:sp>
          <p:nvSpPr>
            <p:cNvPr id="169" name="Line 183">
              <a:extLst>
                <a:ext uri="{FF2B5EF4-FFF2-40B4-BE49-F238E27FC236}">
                  <a16:creationId xmlns:a16="http://schemas.microsoft.com/office/drawing/2014/main" id="{366216FC-944A-0D49-BBD1-3FEF1FF828C4}"/>
                </a:ext>
              </a:extLst>
            </p:cNvPr>
            <p:cNvSpPr>
              <a:spLocks noChangeShapeType="1"/>
            </p:cNvSpPr>
            <p:nvPr/>
          </p:nvSpPr>
          <p:spPr bwMode="auto">
            <a:xfrm flipV="1">
              <a:off x="3339" y="1776"/>
              <a:ext cx="141" cy="51"/>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lstStyle/>
            <a:p>
              <a:pPr eaLnBrk="0" fontAlgn="base" hangingPunct="0">
                <a:spcBef>
                  <a:spcPct val="0"/>
                </a:spcBef>
                <a:spcAft>
                  <a:spcPct val="0"/>
                </a:spcAft>
              </a:pPr>
              <a:endParaRPr lang="en-US" dirty="0">
                <a:solidFill>
                  <a:srgbClr val="000000"/>
                </a:solidFill>
                <a:latin typeface="Arial" charset="0"/>
                <a:ea typeface="ＭＳ Ｐゴシック" charset="0"/>
              </a:endParaRPr>
            </a:p>
          </p:txBody>
        </p:sp>
        <p:sp>
          <p:nvSpPr>
            <p:cNvPr id="170" name="Line 184">
              <a:extLst>
                <a:ext uri="{FF2B5EF4-FFF2-40B4-BE49-F238E27FC236}">
                  <a16:creationId xmlns:a16="http://schemas.microsoft.com/office/drawing/2014/main" id="{2EA25562-C312-A440-ACDF-79E1C923B0A7}"/>
                </a:ext>
              </a:extLst>
            </p:cNvPr>
            <p:cNvSpPr>
              <a:spLocks noChangeShapeType="1"/>
            </p:cNvSpPr>
            <p:nvPr/>
          </p:nvSpPr>
          <p:spPr bwMode="auto">
            <a:xfrm flipV="1">
              <a:off x="3228" y="1833"/>
              <a:ext cx="102" cy="39"/>
            </a:xfrm>
            <a:prstGeom prst="line">
              <a:avLst/>
            </a:prstGeom>
            <a:noFill/>
            <a:ln w="9525">
              <a:solidFill>
                <a:srgbClr val="000000"/>
              </a:solidFill>
              <a:prstDash val="dash"/>
              <a:round/>
              <a:headEnd/>
              <a:tailEnd/>
            </a:ln>
            <a:extLst>
              <a:ext uri="{909E8E84-426E-40dd-AFC4-6F175D3DCCD1}">
                <a14:hiddenFill xmlns:a14="http://schemas.microsoft.com/office/drawing/2010/main" xmlns="">
                  <a:noFill/>
                </a14:hiddenFill>
              </a:ext>
            </a:extLst>
          </p:spPr>
          <p:txBody>
            <a:bodyPr/>
            <a:lstStyle/>
            <a:p>
              <a:pPr eaLnBrk="0" fontAlgn="base" hangingPunct="0">
                <a:spcBef>
                  <a:spcPct val="0"/>
                </a:spcBef>
                <a:spcAft>
                  <a:spcPct val="0"/>
                </a:spcAft>
              </a:pPr>
              <a:endParaRPr lang="en-US" dirty="0">
                <a:solidFill>
                  <a:srgbClr val="000000"/>
                </a:solidFill>
                <a:latin typeface="Arial" charset="0"/>
                <a:ea typeface="ＭＳ Ｐゴシック" charset="0"/>
              </a:endParaRPr>
            </a:p>
          </p:txBody>
        </p:sp>
      </p:grpSp>
      <p:grpSp>
        <p:nvGrpSpPr>
          <p:cNvPr id="171" name="Group 185">
            <a:extLst>
              <a:ext uri="{FF2B5EF4-FFF2-40B4-BE49-F238E27FC236}">
                <a16:creationId xmlns:a16="http://schemas.microsoft.com/office/drawing/2014/main" id="{B85300C2-B57F-2740-9176-B263E29ECFCB}"/>
              </a:ext>
            </a:extLst>
          </p:cNvPr>
          <p:cNvGrpSpPr>
            <a:grpSpLocks/>
          </p:cNvGrpSpPr>
          <p:nvPr/>
        </p:nvGrpSpPr>
        <p:grpSpPr bwMode="auto">
          <a:xfrm flipH="1">
            <a:off x="7116576" y="3360364"/>
            <a:ext cx="295275" cy="114300"/>
            <a:chOff x="3228" y="1776"/>
            <a:chExt cx="252" cy="96"/>
          </a:xfrm>
        </p:grpSpPr>
        <p:sp>
          <p:nvSpPr>
            <p:cNvPr id="172" name="Line 186">
              <a:extLst>
                <a:ext uri="{FF2B5EF4-FFF2-40B4-BE49-F238E27FC236}">
                  <a16:creationId xmlns:a16="http://schemas.microsoft.com/office/drawing/2014/main" id="{7EE5A1A6-FF75-2A4F-91EF-CC4086E0733D}"/>
                </a:ext>
              </a:extLst>
            </p:cNvPr>
            <p:cNvSpPr>
              <a:spLocks noChangeShapeType="1"/>
            </p:cNvSpPr>
            <p:nvPr/>
          </p:nvSpPr>
          <p:spPr bwMode="auto">
            <a:xfrm flipV="1">
              <a:off x="3339" y="1776"/>
              <a:ext cx="141" cy="51"/>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lstStyle/>
            <a:p>
              <a:pPr eaLnBrk="0" fontAlgn="base" hangingPunct="0">
                <a:spcBef>
                  <a:spcPct val="0"/>
                </a:spcBef>
                <a:spcAft>
                  <a:spcPct val="0"/>
                </a:spcAft>
              </a:pPr>
              <a:endParaRPr lang="en-US" dirty="0">
                <a:solidFill>
                  <a:srgbClr val="000000"/>
                </a:solidFill>
                <a:latin typeface="Arial" charset="0"/>
                <a:ea typeface="ＭＳ Ｐゴシック" charset="0"/>
              </a:endParaRPr>
            </a:p>
          </p:txBody>
        </p:sp>
        <p:sp>
          <p:nvSpPr>
            <p:cNvPr id="173" name="Line 187">
              <a:extLst>
                <a:ext uri="{FF2B5EF4-FFF2-40B4-BE49-F238E27FC236}">
                  <a16:creationId xmlns:a16="http://schemas.microsoft.com/office/drawing/2014/main" id="{A29381E6-C25F-3941-829A-5C20D09EC9AB}"/>
                </a:ext>
              </a:extLst>
            </p:cNvPr>
            <p:cNvSpPr>
              <a:spLocks noChangeShapeType="1"/>
            </p:cNvSpPr>
            <p:nvPr/>
          </p:nvSpPr>
          <p:spPr bwMode="auto">
            <a:xfrm flipV="1">
              <a:off x="3228" y="1833"/>
              <a:ext cx="102" cy="39"/>
            </a:xfrm>
            <a:prstGeom prst="line">
              <a:avLst/>
            </a:prstGeom>
            <a:noFill/>
            <a:ln w="9525">
              <a:solidFill>
                <a:srgbClr val="000000"/>
              </a:solidFill>
              <a:prstDash val="dash"/>
              <a:round/>
              <a:headEnd/>
              <a:tailEnd/>
            </a:ln>
            <a:extLst>
              <a:ext uri="{909E8E84-426E-40dd-AFC4-6F175D3DCCD1}">
                <a14:hiddenFill xmlns:a14="http://schemas.microsoft.com/office/drawing/2010/main" xmlns="">
                  <a:noFill/>
                </a14:hiddenFill>
              </a:ext>
            </a:extLst>
          </p:spPr>
          <p:txBody>
            <a:bodyPr/>
            <a:lstStyle/>
            <a:p>
              <a:pPr eaLnBrk="0" fontAlgn="base" hangingPunct="0">
                <a:spcBef>
                  <a:spcPct val="0"/>
                </a:spcBef>
                <a:spcAft>
                  <a:spcPct val="0"/>
                </a:spcAft>
              </a:pPr>
              <a:endParaRPr lang="en-US" dirty="0">
                <a:solidFill>
                  <a:srgbClr val="000000"/>
                </a:solidFill>
                <a:latin typeface="Arial" charset="0"/>
                <a:ea typeface="ＭＳ Ｐゴシック" charset="0"/>
              </a:endParaRPr>
            </a:p>
          </p:txBody>
        </p:sp>
      </p:grpSp>
      <p:grpSp>
        <p:nvGrpSpPr>
          <p:cNvPr id="210" name="Group 209">
            <a:extLst>
              <a:ext uri="{FF2B5EF4-FFF2-40B4-BE49-F238E27FC236}">
                <a16:creationId xmlns:a16="http://schemas.microsoft.com/office/drawing/2014/main" id="{83E8644E-9ABF-8D40-91C1-3E38F4EEBD93}"/>
              </a:ext>
            </a:extLst>
          </p:cNvPr>
          <p:cNvGrpSpPr/>
          <p:nvPr/>
        </p:nvGrpSpPr>
        <p:grpSpPr>
          <a:xfrm>
            <a:off x="5174932" y="3229968"/>
            <a:ext cx="853832" cy="472456"/>
            <a:chOff x="7493876" y="2774731"/>
            <a:chExt cx="1481958" cy="894622"/>
          </a:xfrm>
        </p:grpSpPr>
        <p:sp>
          <p:nvSpPr>
            <p:cNvPr id="211" name="Freeform 210">
              <a:extLst>
                <a:ext uri="{FF2B5EF4-FFF2-40B4-BE49-F238E27FC236}">
                  <a16:creationId xmlns:a16="http://schemas.microsoft.com/office/drawing/2014/main" id="{E07DE3FA-8AF6-194D-A476-AEA1B09F7B09}"/>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212" name="Oval 211">
              <a:extLst>
                <a:ext uri="{FF2B5EF4-FFF2-40B4-BE49-F238E27FC236}">
                  <a16:creationId xmlns:a16="http://schemas.microsoft.com/office/drawing/2014/main" id="{34A4F16A-CB62-4A41-9419-62CD9E0C5919}"/>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213" name="Group 212">
              <a:extLst>
                <a:ext uri="{FF2B5EF4-FFF2-40B4-BE49-F238E27FC236}">
                  <a16:creationId xmlns:a16="http://schemas.microsoft.com/office/drawing/2014/main" id="{7BEB6CE9-D98E-F84D-A398-B92F19578A78}"/>
                </a:ext>
              </a:extLst>
            </p:cNvPr>
            <p:cNvGrpSpPr/>
            <p:nvPr/>
          </p:nvGrpSpPr>
          <p:grpSpPr>
            <a:xfrm>
              <a:off x="7713663" y="2848339"/>
              <a:ext cx="1042107" cy="425543"/>
              <a:chOff x="7786941" y="2884917"/>
              <a:chExt cx="897649" cy="353919"/>
            </a:xfrm>
          </p:grpSpPr>
          <p:sp>
            <p:nvSpPr>
              <p:cNvPr id="214" name="Freeform 213">
                <a:extLst>
                  <a:ext uri="{FF2B5EF4-FFF2-40B4-BE49-F238E27FC236}">
                    <a16:creationId xmlns:a16="http://schemas.microsoft.com/office/drawing/2014/main" id="{5500E3F7-C826-414F-8AB9-A8131E41A9A7}"/>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15" name="Freeform 214">
                <a:extLst>
                  <a:ext uri="{FF2B5EF4-FFF2-40B4-BE49-F238E27FC236}">
                    <a16:creationId xmlns:a16="http://schemas.microsoft.com/office/drawing/2014/main" id="{273829F3-5B2A-3D43-B4EF-DDBF4450431B}"/>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16" name="Freeform 215">
                <a:extLst>
                  <a:ext uri="{FF2B5EF4-FFF2-40B4-BE49-F238E27FC236}">
                    <a16:creationId xmlns:a16="http://schemas.microsoft.com/office/drawing/2014/main" id="{16BC6710-FF10-F94F-B985-0B24DE112FE9}"/>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17" name="Freeform 216">
                <a:extLst>
                  <a:ext uri="{FF2B5EF4-FFF2-40B4-BE49-F238E27FC236}">
                    <a16:creationId xmlns:a16="http://schemas.microsoft.com/office/drawing/2014/main" id="{B4D233B4-AC73-4C4F-B219-7217862D8F1F}"/>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218" name="Group 217">
            <a:extLst>
              <a:ext uri="{FF2B5EF4-FFF2-40B4-BE49-F238E27FC236}">
                <a16:creationId xmlns:a16="http://schemas.microsoft.com/office/drawing/2014/main" id="{3CDC88CA-73F6-2A4E-A5B8-07F9CE6EB356}"/>
              </a:ext>
            </a:extLst>
          </p:cNvPr>
          <p:cNvGrpSpPr/>
          <p:nvPr/>
        </p:nvGrpSpPr>
        <p:grpSpPr>
          <a:xfrm>
            <a:off x="6497225" y="2978957"/>
            <a:ext cx="853832" cy="472456"/>
            <a:chOff x="7493876" y="2774731"/>
            <a:chExt cx="1481958" cy="894622"/>
          </a:xfrm>
        </p:grpSpPr>
        <p:sp>
          <p:nvSpPr>
            <p:cNvPr id="219" name="Freeform 218">
              <a:extLst>
                <a:ext uri="{FF2B5EF4-FFF2-40B4-BE49-F238E27FC236}">
                  <a16:creationId xmlns:a16="http://schemas.microsoft.com/office/drawing/2014/main" id="{76662FEE-416B-4241-A864-32CEE22908B3}"/>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220" name="Oval 219">
              <a:extLst>
                <a:ext uri="{FF2B5EF4-FFF2-40B4-BE49-F238E27FC236}">
                  <a16:creationId xmlns:a16="http://schemas.microsoft.com/office/drawing/2014/main" id="{BF854949-8588-4043-8969-4FC76142F833}"/>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221" name="Group 220">
              <a:extLst>
                <a:ext uri="{FF2B5EF4-FFF2-40B4-BE49-F238E27FC236}">
                  <a16:creationId xmlns:a16="http://schemas.microsoft.com/office/drawing/2014/main" id="{D7A98B50-6531-6143-A56B-A0078198E209}"/>
                </a:ext>
              </a:extLst>
            </p:cNvPr>
            <p:cNvGrpSpPr/>
            <p:nvPr/>
          </p:nvGrpSpPr>
          <p:grpSpPr>
            <a:xfrm>
              <a:off x="7713663" y="2848339"/>
              <a:ext cx="1042107" cy="425543"/>
              <a:chOff x="7786941" y="2884917"/>
              <a:chExt cx="897649" cy="353919"/>
            </a:xfrm>
          </p:grpSpPr>
          <p:sp>
            <p:nvSpPr>
              <p:cNvPr id="222" name="Freeform 221">
                <a:extLst>
                  <a:ext uri="{FF2B5EF4-FFF2-40B4-BE49-F238E27FC236}">
                    <a16:creationId xmlns:a16="http://schemas.microsoft.com/office/drawing/2014/main" id="{8EF0E65E-1BE5-3640-B843-535E698DCED6}"/>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23" name="Freeform 222">
                <a:extLst>
                  <a:ext uri="{FF2B5EF4-FFF2-40B4-BE49-F238E27FC236}">
                    <a16:creationId xmlns:a16="http://schemas.microsoft.com/office/drawing/2014/main" id="{8B3135FD-22F2-1745-85CC-4BD5AD2C9942}"/>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24" name="Freeform 223">
                <a:extLst>
                  <a:ext uri="{FF2B5EF4-FFF2-40B4-BE49-F238E27FC236}">
                    <a16:creationId xmlns:a16="http://schemas.microsoft.com/office/drawing/2014/main" id="{CBF8CAA5-2F9E-6F4F-B932-2A9A9FA6FB3C}"/>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25" name="Freeform 224">
                <a:extLst>
                  <a:ext uri="{FF2B5EF4-FFF2-40B4-BE49-F238E27FC236}">
                    <a16:creationId xmlns:a16="http://schemas.microsoft.com/office/drawing/2014/main" id="{BAC7EA6A-1F82-BE41-ABF4-1F0EFC4511C4}"/>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226" name="Group 225">
            <a:extLst>
              <a:ext uri="{FF2B5EF4-FFF2-40B4-BE49-F238E27FC236}">
                <a16:creationId xmlns:a16="http://schemas.microsoft.com/office/drawing/2014/main" id="{3FE2CB04-538F-224A-AF22-DA95DCBB0B6E}"/>
              </a:ext>
            </a:extLst>
          </p:cNvPr>
          <p:cNvGrpSpPr/>
          <p:nvPr/>
        </p:nvGrpSpPr>
        <p:grpSpPr>
          <a:xfrm>
            <a:off x="7241295" y="3709582"/>
            <a:ext cx="853832" cy="472456"/>
            <a:chOff x="7493876" y="2774731"/>
            <a:chExt cx="1481958" cy="894622"/>
          </a:xfrm>
        </p:grpSpPr>
        <p:sp>
          <p:nvSpPr>
            <p:cNvPr id="227" name="Freeform 226">
              <a:extLst>
                <a:ext uri="{FF2B5EF4-FFF2-40B4-BE49-F238E27FC236}">
                  <a16:creationId xmlns:a16="http://schemas.microsoft.com/office/drawing/2014/main" id="{554365BE-E9A1-B147-927A-2FEA0E686FAF}"/>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228" name="Oval 227">
              <a:extLst>
                <a:ext uri="{FF2B5EF4-FFF2-40B4-BE49-F238E27FC236}">
                  <a16:creationId xmlns:a16="http://schemas.microsoft.com/office/drawing/2014/main" id="{41069F9B-234B-AF4D-9BE6-991F3EE817BD}"/>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229" name="Group 228">
              <a:extLst>
                <a:ext uri="{FF2B5EF4-FFF2-40B4-BE49-F238E27FC236}">
                  <a16:creationId xmlns:a16="http://schemas.microsoft.com/office/drawing/2014/main" id="{78215878-BF48-DA4D-86CB-2D4407EC3A5D}"/>
                </a:ext>
              </a:extLst>
            </p:cNvPr>
            <p:cNvGrpSpPr/>
            <p:nvPr/>
          </p:nvGrpSpPr>
          <p:grpSpPr>
            <a:xfrm>
              <a:off x="7713663" y="2848339"/>
              <a:ext cx="1042107" cy="425543"/>
              <a:chOff x="7786941" y="2884917"/>
              <a:chExt cx="897649" cy="353919"/>
            </a:xfrm>
          </p:grpSpPr>
          <p:sp>
            <p:nvSpPr>
              <p:cNvPr id="230" name="Freeform 229">
                <a:extLst>
                  <a:ext uri="{FF2B5EF4-FFF2-40B4-BE49-F238E27FC236}">
                    <a16:creationId xmlns:a16="http://schemas.microsoft.com/office/drawing/2014/main" id="{230159EF-EC94-2C46-8E32-C44AE9FFF3D8}"/>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31" name="Freeform 230">
                <a:extLst>
                  <a:ext uri="{FF2B5EF4-FFF2-40B4-BE49-F238E27FC236}">
                    <a16:creationId xmlns:a16="http://schemas.microsoft.com/office/drawing/2014/main" id="{7342E9BF-DE69-4845-BD2D-B9FB0C05B298}"/>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32" name="Freeform 231">
                <a:extLst>
                  <a:ext uri="{FF2B5EF4-FFF2-40B4-BE49-F238E27FC236}">
                    <a16:creationId xmlns:a16="http://schemas.microsoft.com/office/drawing/2014/main" id="{9857134D-B0E3-0741-A4BB-E37AC2713E45}"/>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33" name="Freeform 232">
                <a:extLst>
                  <a:ext uri="{FF2B5EF4-FFF2-40B4-BE49-F238E27FC236}">
                    <a16:creationId xmlns:a16="http://schemas.microsoft.com/office/drawing/2014/main" id="{DAC16FA5-30B2-9A4A-B1B4-A15CCF467D22}"/>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577" name="Group 53">
            <a:extLst>
              <a:ext uri="{FF2B5EF4-FFF2-40B4-BE49-F238E27FC236}">
                <a16:creationId xmlns:a16="http://schemas.microsoft.com/office/drawing/2014/main" id="{A72EC927-0C95-E645-8775-84E1A80FD737}"/>
              </a:ext>
            </a:extLst>
          </p:cNvPr>
          <p:cNvGrpSpPr>
            <a:grpSpLocks/>
          </p:cNvGrpSpPr>
          <p:nvPr/>
        </p:nvGrpSpPr>
        <p:grpSpPr bwMode="auto">
          <a:xfrm>
            <a:off x="605761" y="1183316"/>
            <a:ext cx="460375" cy="244475"/>
            <a:chOff x="844" y="3337"/>
            <a:chExt cx="290" cy="154"/>
          </a:xfrm>
        </p:grpSpPr>
        <p:sp>
          <p:nvSpPr>
            <p:cNvPr id="578" name="Rectangle 54">
              <a:extLst>
                <a:ext uri="{FF2B5EF4-FFF2-40B4-BE49-F238E27FC236}">
                  <a16:creationId xmlns:a16="http://schemas.microsoft.com/office/drawing/2014/main" id="{DB540962-D523-B049-9978-FD6CEDB13505}"/>
                </a:ext>
              </a:extLst>
            </p:cNvPr>
            <p:cNvSpPr>
              <a:spLocks noChangeArrowheads="1"/>
            </p:cNvSpPr>
            <p:nvPr/>
          </p:nvSpPr>
          <p:spPr bwMode="auto">
            <a:xfrm>
              <a:off x="889" y="3370"/>
              <a:ext cx="245" cy="86"/>
            </a:xfrm>
            <a:prstGeom prst="rect">
              <a:avLst/>
            </a:prstGeom>
            <a:solidFill>
              <a:srgbClr val="FF0000"/>
            </a:solidFill>
            <a:ln w="9525">
              <a:solidFill>
                <a:srgbClr val="FFFFFF"/>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579" name="Text Box 55">
              <a:extLst>
                <a:ext uri="{FF2B5EF4-FFF2-40B4-BE49-F238E27FC236}">
                  <a16:creationId xmlns:a16="http://schemas.microsoft.com/office/drawing/2014/main" id="{A671B148-0EBD-CE4C-A7BE-F05C67A79374}"/>
                </a:ext>
              </a:extLst>
            </p:cNvPr>
            <p:cNvSpPr txBox="1">
              <a:spLocks noChangeArrowheads="1"/>
            </p:cNvSpPr>
            <p:nvPr/>
          </p:nvSpPr>
          <p:spPr bwMode="auto">
            <a:xfrm>
              <a:off x="844" y="3337"/>
              <a:ext cx="285" cy="1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srgbClr val="FFFFFF"/>
                  </a:solidFill>
                  <a:effectLst/>
                  <a:uLnTx/>
                  <a:uFillTx/>
                  <a:latin typeface="Arial" charset="0"/>
                  <a:ea typeface="ＭＳ Ｐゴシック" charset="0"/>
                </a:rPr>
                <a:t>DNS</a:t>
              </a:r>
            </a:p>
          </p:txBody>
        </p:sp>
      </p:grpSp>
      <p:grpSp>
        <p:nvGrpSpPr>
          <p:cNvPr id="580" name="Group 58">
            <a:extLst>
              <a:ext uri="{FF2B5EF4-FFF2-40B4-BE49-F238E27FC236}">
                <a16:creationId xmlns:a16="http://schemas.microsoft.com/office/drawing/2014/main" id="{FFB657E9-A85D-134E-ADB3-005972A3CE32}"/>
              </a:ext>
            </a:extLst>
          </p:cNvPr>
          <p:cNvGrpSpPr>
            <a:grpSpLocks/>
          </p:cNvGrpSpPr>
          <p:nvPr/>
        </p:nvGrpSpPr>
        <p:grpSpPr bwMode="auto">
          <a:xfrm>
            <a:off x="545436" y="1408741"/>
            <a:ext cx="561975" cy="244475"/>
            <a:chOff x="740" y="3209"/>
            <a:chExt cx="354" cy="154"/>
          </a:xfrm>
        </p:grpSpPr>
        <p:grpSp>
          <p:nvGrpSpPr>
            <p:cNvPr id="597" name="Group 59">
              <a:extLst>
                <a:ext uri="{FF2B5EF4-FFF2-40B4-BE49-F238E27FC236}">
                  <a16:creationId xmlns:a16="http://schemas.microsoft.com/office/drawing/2014/main" id="{554D2BDB-333B-E345-B92C-BC3E4A984E62}"/>
                </a:ext>
              </a:extLst>
            </p:cNvPr>
            <p:cNvGrpSpPr>
              <a:grpSpLocks/>
            </p:cNvGrpSpPr>
            <p:nvPr/>
          </p:nvGrpSpPr>
          <p:grpSpPr bwMode="auto">
            <a:xfrm>
              <a:off x="794" y="3209"/>
              <a:ext cx="290" cy="154"/>
              <a:chOff x="844" y="3337"/>
              <a:chExt cx="290" cy="154"/>
            </a:xfrm>
          </p:grpSpPr>
          <p:sp>
            <p:nvSpPr>
              <p:cNvPr id="600" name="Rectangle 60">
                <a:extLst>
                  <a:ext uri="{FF2B5EF4-FFF2-40B4-BE49-F238E27FC236}">
                    <a16:creationId xmlns:a16="http://schemas.microsoft.com/office/drawing/2014/main" id="{E15A9A2D-77B5-474A-B586-F25A2E4EFCFD}"/>
                  </a:ext>
                </a:extLst>
              </p:cNvPr>
              <p:cNvSpPr>
                <a:spLocks noChangeArrowheads="1"/>
              </p:cNvSpPr>
              <p:nvPr/>
            </p:nvSpPr>
            <p:spPr bwMode="auto">
              <a:xfrm>
                <a:off x="889" y="3370"/>
                <a:ext cx="245" cy="86"/>
              </a:xfrm>
              <a:prstGeom prst="rect">
                <a:avLst/>
              </a:prstGeom>
              <a:solidFill>
                <a:srgbClr val="FF0000"/>
              </a:solidFill>
              <a:ln w="9525">
                <a:solidFill>
                  <a:srgbClr val="FFFFFF"/>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601" name="Text Box 61">
                <a:extLst>
                  <a:ext uri="{FF2B5EF4-FFF2-40B4-BE49-F238E27FC236}">
                    <a16:creationId xmlns:a16="http://schemas.microsoft.com/office/drawing/2014/main" id="{CF5ECB89-933F-2D4C-94B5-EA4941F6761D}"/>
                  </a:ext>
                </a:extLst>
              </p:cNvPr>
              <p:cNvSpPr txBox="1">
                <a:spLocks noChangeArrowheads="1"/>
              </p:cNvSpPr>
              <p:nvPr/>
            </p:nvSpPr>
            <p:spPr bwMode="auto">
              <a:xfrm>
                <a:off x="844" y="3337"/>
                <a:ext cx="285" cy="1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srgbClr val="FFFFFF"/>
                    </a:solidFill>
                    <a:effectLst/>
                    <a:uLnTx/>
                    <a:uFillTx/>
                    <a:latin typeface="Arial" charset="0"/>
                    <a:ea typeface="ＭＳ Ｐゴシック" charset="0"/>
                  </a:rPr>
                  <a:t>DNS</a:t>
                </a:r>
              </a:p>
            </p:txBody>
          </p:sp>
        </p:grpSp>
        <p:sp>
          <p:nvSpPr>
            <p:cNvPr id="598" name="Rectangle 62">
              <a:extLst>
                <a:ext uri="{FF2B5EF4-FFF2-40B4-BE49-F238E27FC236}">
                  <a16:creationId xmlns:a16="http://schemas.microsoft.com/office/drawing/2014/main" id="{33C66E75-40B4-5B4E-AC62-94491E0226A1}"/>
                </a:ext>
              </a:extLst>
            </p:cNvPr>
            <p:cNvSpPr>
              <a:spLocks noChangeArrowheads="1"/>
            </p:cNvSpPr>
            <p:nvPr/>
          </p:nvSpPr>
          <p:spPr bwMode="auto">
            <a:xfrm>
              <a:off x="750" y="3244"/>
              <a:ext cx="88" cy="82"/>
            </a:xfrm>
            <a:prstGeom prst="rect">
              <a:avLst/>
            </a:prstGeom>
            <a:solidFill>
              <a:srgbClr val="00CC99"/>
            </a:solidFill>
            <a:ln w="9525">
              <a:solidFill>
                <a:srgbClr val="FFFFFF"/>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599" name="Rectangle 63">
              <a:extLst>
                <a:ext uri="{FF2B5EF4-FFF2-40B4-BE49-F238E27FC236}">
                  <a16:creationId xmlns:a16="http://schemas.microsoft.com/office/drawing/2014/main" id="{47B4C203-AC10-904B-B43F-659A64228C6F}"/>
                </a:ext>
              </a:extLst>
            </p:cNvPr>
            <p:cNvSpPr>
              <a:spLocks noChangeArrowheads="1"/>
            </p:cNvSpPr>
            <p:nvPr/>
          </p:nvSpPr>
          <p:spPr bwMode="auto">
            <a:xfrm>
              <a:off x="740" y="3238"/>
              <a:ext cx="354" cy="94"/>
            </a:xfrm>
            <a:prstGeom prst="rect">
              <a:avLst/>
            </a:prstGeom>
            <a:noFill/>
            <a:ln w="9525">
              <a:solidFill>
                <a:srgbClr val="00CC99"/>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grpSp>
        <p:nvGrpSpPr>
          <p:cNvPr id="602" name="Group 64">
            <a:extLst>
              <a:ext uri="{FF2B5EF4-FFF2-40B4-BE49-F238E27FC236}">
                <a16:creationId xmlns:a16="http://schemas.microsoft.com/office/drawing/2014/main" id="{DCA10A8F-0364-4B44-B765-6D34363A4894}"/>
              </a:ext>
            </a:extLst>
          </p:cNvPr>
          <p:cNvGrpSpPr>
            <a:grpSpLocks/>
          </p:cNvGrpSpPr>
          <p:nvPr/>
        </p:nvGrpSpPr>
        <p:grpSpPr bwMode="auto">
          <a:xfrm>
            <a:off x="545436" y="1643691"/>
            <a:ext cx="561975" cy="244475"/>
            <a:chOff x="836" y="3305"/>
            <a:chExt cx="354" cy="154"/>
          </a:xfrm>
        </p:grpSpPr>
        <p:grpSp>
          <p:nvGrpSpPr>
            <p:cNvPr id="603" name="Group 65">
              <a:extLst>
                <a:ext uri="{FF2B5EF4-FFF2-40B4-BE49-F238E27FC236}">
                  <a16:creationId xmlns:a16="http://schemas.microsoft.com/office/drawing/2014/main" id="{464D5627-EF2F-604D-89D6-5C5B9F7BAFDE}"/>
                </a:ext>
              </a:extLst>
            </p:cNvPr>
            <p:cNvGrpSpPr>
              <a:grpSpLocks/>
            </p:cNvGrpSpPr>
            <p:nvPr/>
          </p:nvGrpSpPr>
          <p:grpSpPr bwMode="auto">
            <a:xfrm>
              <a:off x="890" y="3305"/>
              <a:ext cx="290" cy="154"/>
              <a:chOff x="844" y="3337"/>
              <a:chExt cx="290" cy="154"/>
            </a:xfrm>
          </p:grpSpPr>
          <p:sp>
            <p:nvSpPr>
              <p:cNvPr id="607" name="Rectangle 66">
                <a:extLst>
                  <a:ext uri="{FF2B5EF4-FFF2-40B4-BE49-F238E27FC236}">
                    <a16:creationId xmlns:a16="http://schemas.microsoft.com/office/drawing/2014/main" id="{0E8BAB2D-962C-DB42-8CFB-361719985292}"/>
                  </a:ext>
                </a:extLst>
              </p:cNvPr>
              <p:cNvSpPr>
                <a:spLocks noChangeArrowheads="1"/>
              </p:cNvSpPr>
              <p:nvPr/>
            </p:nvSpPr>
            <p:spPr bwMode="auto">
              <a:xfrm>
                <a:off x="889" y="3370"/>
                <a:ext cx="245" cy="86"/>
              </a:xfrm>
              <a:prstGeom prst="rect">
                <a:avLst/>
              </a:prstGeom>
              <a:solidFill>
                <a:srgbClr val="FF0000"/>
              </a:solidFill>
              <a:ln w="9525">
                <a:solidFill>
                  <a:srgbClr val="FFFFFF"/>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608" name="Text Box 67">
                <a:extLst>
                  <a:ext uri="{FF2B5EF4-FFF2-40B4-BE49-F238E27FC236}">
                    <a16:creationId xmlns:a16="http://schemas.microsoft.com/office/drawing/2014/main" id="{207611A9-15A8-004A-8780-651D63CB2DE1}"/>
                  </a:ext>
                </a:extLst>
              </p:cNvPr>
              <p:cNvSpPr txBox="1">
                <a:spLocks noChangeArrowheads="1"/>
              </p:cNvSpPr>
              <p:nvPr/>
            </p:nvSpPr>
            <p:spPr bwMode="auto">
              <a:xfrm>
                <a:off x="844" y="3337"/>
                <a:ext cx="285" cy="1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srgbClr val="FFFFFF"/>
                    </a:solidFill>
                    <a:effectLst/>
                    <a:uLnTx/>
                    <a:uFillTx/>
                    <a:latin typeface="Arial" charset="0"/>
                    <a:ea typeface="ＭＳ Ｐゴシック" charset="0"/>
                  </a:rPr>
                  <a:t>DNS</a:t>
                </a:r>
              </a:p>
            </p:txBody>
          </p:sp>
        </p:grpSp>
        <p:grpSp>
          <p:nvGrpSpPr>
            <p:cNvPr id="604" name="Group 68">
              <a:extLst>
                <a:ext uri="{FF2B5EF4-FFF2-40B4-BE49-F238E27FC236}">
                  <a16:creationId xmlns:a16="http://schemas.microsoft.com/office/drawing/2014/main" id="{0350647D-B9CB-F44C-A3BB-4911E53B44C1}"/>
                </a:ext>
              </a:extLst>
            </p:cNvPr>
            <p:cNvGrpSpPr>
              <a:grpSpLocks/>
            </p:cNvGrpSpPr>
            <p:nvPr/>
          </p:nvGrpSpPr>
          <p:grpSpPr bwMode="auto">
            <a:xfrm>
              <a:off x="836" y="3334"/>
              <a:ext cx="354" cy="94"/>
              <a:chOff x="836" y="3334"/>
              <a:chExt cx="354" cy="94"/>
            </a:xfrm>
          </p:grpSpPr>
          <p:sp>
            <p:nvSpPr>
              <p:cNvPr id="605" name="Rectangle 69">
                <a:extLst>
                  <a:ext uri="{FF2B5EF4-FFF2-40B4-BE49-F238E27FC236}">
                    <a16:creationId xmlns:a16="http://schemas.microsoft.com/office/drawing/2014/main" id="{D6D06566-8FDC-1049-9915-F0119E1E0822}"/>
                  </a:ext>
                </a:extLst>
              </p:cNvPr>
              <p:cNvSpPr>
                <a:spLocks noChangeArrowheads="1"/>
              </p:cNvSpPr>
              <p:nvPr/>
            </p:nvSpPr>
            <p:spPr bwMode="auto">
              <a:xfrm>
                <a:off x="846" y="3340"/>
                <a:ext cx="88" cy="82"/>
              </a:xfrm>
              <a:prstGeom prst="rect">
                <a:avLst/>
              </a:prstGeom>
              <a:solidFill>
                <a:srgbClr val="00CC99"/>
              </a:solidFill>
              <a:ln w="9525">
                <a:solidFill>
                  <a:srgbClr val="FFFFFF"/>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606" name="Rectangle 70">
                <a:extLst>
                  <a:ext uri="{FF2B5EF4-FFF2-40B4-BE49-F238E27FC236}">
                    <a16:creationId xmlns:a16="http://schemas.microsoft.com/office/drawing/2014/main" id="{C642603C-03C1-BF49-A5FF-7101DC51C82D}"/>
                  </a:ext>
                </a:extLst>
              </p:cNvPr>
              <p:cNvSpPr>
                <a:spLocks noChangeArrowheads="1"/>
              </p:cNvSpPr>
              <p:nvPr/>
            </p:nvSpPr>
            <p:spPr bwMode="auto">
              <a:xfrm>
                <a:off x="836" y="3334"/>
                <a:ext cx="354" cy="94"/>
              </a:xfrm>
              <a:prstGeom prst="rect">
                <a:avLst/>
              </a:prstGeom>
              <a:noFill/>
              <a:ln w="9525">
                <a:solidFill>
                  <a:srgbClr val="00CC99"/>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grpSp>
      <p:grpSp>
        <p:nvGrpSpPr>
          <p:cNvPr id="609" name="Group 71">
            <a:extLst>
              <a:ext uri="{FF2B5EF4-FFF2-40B4-BE49-F238E27FC236}">
                <a16:creationId xmlns:a16="http://schemas.microsoft.com/office/drawing/2014/main" id="{66AFA242-11CE-7D44-B7FD-065E7607A538}"/>
              </a:ext>
            </a:extLst>
          </p:cNvPr>
          <p:cNvGrpSpPr>
            <a:grpSpLocks/>
          </p:cNvGrpSpPr>
          <p:nvPr/>
        </p:nvGrpSpPr>
        <p:grpSpPr bwMode="auto">
          <a:xfrm>
            <a:off x="366049" y="1675441"/>
            <a:ext cx="762000" cy="177800"/>
            <a:chOff x="627" y="3377"/>
            <a:chExt cx="480" cy="112"/>
          </a:xfrm>
        </p:grpSpPr>
        <p:sp>
          <p:nvSpPr>
            <p:cNvPr id="610" name="Rectangle 72">
              <a:extLst>
                <a:ext uri="{FF2B5EF4-FFF2-40B4-BE49-F238E27FC236}">
                  <a16:creationId xmlns:a16="http://schemas.microsoft.com/office/drawing/2014/main" id="{3B194A0B-DB59-884F-9A9C-0367A34DF870}"/>
                </a:ext>
              </a:extLst>
            </p:cNvPr>
            <p:cNvSpPr>
              <a:spLocks noChangeArrowheads="1"/>
            </p:cNvSpPr>
            <p:nvPr/>
          </p:nvSpPr>
          <p:spPr bwMode="auto">
            <a:xfrm>
              <a:off x="636" y="3388"/>
              <a:ext cx="96" cy="93"/>
            </a:xfrm>
            <a:prstGeom prst="rect">
              <a:avLst/>
            </a:prstGeom>
            <a:solidFill>
              <a:srgbClr val="3333CC"/>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611" name="Rectangle 73">
              <a:extLst>
                <a:ext uri="{FF2B5EF4-FFF2-40B4-BE49-F238E27FC236}">
                  <a16:creationId xmlns:a16="http://schemas.microsoft.com/office/drawing/2014/main" id="{C81F721E-1CF4-B64A-95E4-0ADFE4A253D5}"/>
                </a:ext>
              </a:extLst>
            </p:cNvPr>
            <p:cNvSpPr>
              <a:spLocks noChangeArrowheads="1"/>
            </p:cNvSpPr>
            <p:nvPr/>
          </p:nvSpPr>
          <p:spPr bwMode="auto">
            <a:xfrm>
              <a:off x="627" y="3377"/>
              <a:ext cx="480" cy="112"/>
            </a:xfrm>
            <a:prstGeom prst="rect">
              <a:avLst/>
            </a:prstGeom>
            <a:noFill/>
            <a:ln w="9525">
              <a:solidFill>
                <a:srgbClr val="3333CC"/>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grpSp>
        <p:nvGrpSpPr>
          <p:cNvPr id="612" name="Group 74">
            <a:extLst>
              <a:ext uri="{FF2B5EF4-FFF2-40B4-BE49-F238E27FC236}">
                <a16:creationId xmlns:a16="http://schemas.microsoft.com/office/drawing/2014/main" id="{30108D55-C6E3-8A47-B5DA-F1FCD41B77C2}"/>
              </a:ext>
            </a:extLst>
          </p:cNvPr>
          <p:cNvGrpSpPr>
            <a:grpSpLocks/>
          </p:cNvGrpSpPr>
          <p:nvPr/>
        </p:nvGrpSpPr>
        <p:grpSpPr bwMode="auto">
          <a:xfrm>
            <a:off x="170786" y="1907216"/>
            <a:ext cx="1081088" cy="244475"/>
            <a:chOff x="504" y="3523"/>
            <a:chExt cx="681" cy="154"/>
          </a:xfrm>
        </p:grpSpPr>
        <p:grpSp>
          <p:nvGrpSpPr>
            <p:cNvPr id="613" name="Group 75">
              <a:extLst>
                <a:ext uri="{FF2B5EF4-FFF2-40B4-BE49-F238E27FC236}">
                  <a16:creationId xmlns:a16="http://schemas.microsoft.com/office/drawing/2014/main" id="{662C3101-9651-794A-8982-A5212E0B98C0}"/>
                </a:ext>
              </a:extLst>
            </p:cNvPr>
            <p:cNvGrpSpPr>
              <a:grpSpLocks/>
            </p:cNvGrpSpPr>
            <p:nvPr/>
          </p:nvGrpSpPr>
          <p:grpSpPr bwMode="auto">
            <a:xfrm>
              <a:off x="623" y="3523"/>
              <a:ext cx="480" cy="154"/>
              <a:chOff x="723" y="3453"/>
              <a:chExt cx="480" cy="154"/>
            </a:xfrm>
          </p:grpSpPr>
          <p:grpSp>
            <p:nvGrpSpPr>
              <p:cNvPr id="617" name="Group 76">
                <a:extLst>
                  <a:ext uri="{FF2B5EF4-FFF2-40B4-BE49-F238E27FC236}">
                    <a16:creationId xmlns:a16="http://schemas.microsoft.com/office/drawing/2014/main" id="{79F2BE77-0F5A-6146-812E-AB85DDAC3EB2}"/>
                  </a:ext>
                </a:extLst>
              </p:cNvPr>
              <p:cNvGrpSpPr>
                <a:grpSpLocks/>
              </p:cNvGrpSpPr>
              <p:nvPr/>
            </p:nvGrpSpPr>
            <p:grpSpPr bwMode="auto">
              <a:xfrm>
                <a:off x="836" y="3453"/>
                <a:ext cx="354" cy="154"/>
                <a:chOff x="836" y="3305"/>
                <a:chExt cx="354" cy="154"/>
              </a:xfrm>
            </p:grpSpPr>
            <p:grpSp>
              <p:nvGrpSpPr>
                <p:cNvPr id="620" name="Group 77">
                  <a:extLst>
                    <a:ext uri="{FF2B5EF4-FFF2-40B4-BE49-F238E27FC236}">
                      <a16:creationId xmlns:a16="http://schemas.microsoft.com/office/drawing/2014/main" id="{B6CD1476-BAF9-C740-93F0-6C99E4E6B38E}"/>
                    </a:ext>
                  </a:extLst>
                </p:cNvPr>
                <p:cNvGrpSpPr>
                  <a:grpSpLocks/>
                </p:cNvGrpSpPr>
                <p:nvPr/>
              </p:nvGrpSpPr>
              <p:grpSpPr bwMode="auto">
                <a:xfrm>
                  <a:off x="890" y="3305"/>
                  <a:ext cx="290" cy="154"/>
                  <a:chOff x="844" y="3337"/>
                  <a:chExt cx="290" cy="154"/>
                </a:xfrm>
              </p:grpSpPr>
              <p:sp>
                <p:nvSpPr>
                  <p:cNvPr id="624" name="Rectangle 78">
                    <a:extLst>
                      <a:ext uri="{FF2B5EF4-FFF2-40B4-BE49-F238E27FC236}">
                        <a16:creationId xmlns:a16="http://schemas.microsoft.com/office/drawing/2014/main" id="{B578C0B1-B81E-AA41-810D-12A3F1BF8C09}"/>
                      </a:ext>
                    </a:extLst>
                  </p:cNvPr>
                  <p:cNvSpPr>
                    <a:spLocks noChangeArrowheads="1"/>
                  </p:cNvSpPr>
                  <p:nvPr/>
                </p:nvSpPr>
                <p:spPr bwMode="auto">
                  <a:xfrm>
                    <a:off x="889" y="3370"/>
                    <a:ext cx="245" cy="86"/>
                  </a:xfrm>
                  <a:prstGeom prst="rect">
                    <a:avLst/>
                  </a:prstGeom>
                  <a:solidFill>
                    <a:srgbClr val="FF0000"/>
                  </a:solidFill>
                  <a:ln w="9525">
                    <a:solidFill>
                      <a:srgbClr val="FFFFFF"/>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625" name="Text Box 79">
                    <a:extLst>
                      <a:ext uri="{FF2B5EF4-FFF2-40B4-BE49-F238E27FC236}">
                        <a16:creationId xmlns:a16="http://schemas.microsoft.com/office/drawing/2014/main" id="{1B07ACFB-219C-864C-9976-F2AF1C53A8F1}"/>
                      </a:ext>
                    </a:extLst>
                  </p:cNvPr>
                  <p:cNvSpPr txBox="1">
                    <a:spLocks noChangeArrowheads="1"/>
                  </p:cNvSpPr>
                  <p:nvPr/>
                </p:nvSpPr>
                <p:spPr bwMode="auto">
                  <a:xfrm>
                    <a:off x="844" y="3337"/>
                    <a:ext cx="285" cy="1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srgbClr val="FFFFFF"/>
                        </a:solidFill>
                        <a:effectLst/>
                        <a:uLnTx/>
                        <a:uFillTx/>
                        <a:latin typeface="Arial" charset="0"/>
                        <a:ea typeface="ＭＳ Ｐゴシック" charset="0"/>
                      </a:rPr>
                      <a:t>DNS</a:t>
                    </a:r>
                  </a:p>
                </p:txBody>
              </p:sp>
            </p:grpSp>
            <p:grpSp>
              <p:nvGrpSpPr>
                <p:cNvPr id="621" name="Group 80">
                  <a:extLst>
                    <a:ext uri="{FF2B5EF4-FFF2-40B4-BE49-F238E27FC236}">
                      <a16:creationId xmlns:a16="http://schemas.microsoft.com/office/drawing/2014/main" id="{EA66BCF1-7483-AD4C-BB6B-0066AA69776F}"/>
                    </a:ext>
                  </a:extLst>
                </p:cNvPr>
                <p:cNvGrpSpPr>
                  <a:grpSpLocks/>
                </p:cNvGrpSpPr>
                <p:nvPr/>
              </p:nvGrpSpPr>
              <p:grpSpPr bwMode="auto">
                <a:xfrm>
                  <a:off x="836" y="3334"/>
                  <a:ext cx="354" cy="94"/>
                  <a:chOff x="836" y="3334"/>
                  <a:chExt cx="354" cy="94"/>
                </a:xfrm>
              </p:grpSpPr>
              <p:sp>
                <p:nvSpPr>
                  <p:cNvPr id="622" name="Rectangle 81">
                    <a:extLst>
                      <a:ext uri="{FF2B5EF4-FFF2-40B4-BE49-F238E27FC236}">
                        <a16:creationId xmlns:a16="http://schemas.microsoft.com/office/drawing/2014/main" id="{FC8C8F27-84EE-1E4F-86DF-7CEEA38BE1A9}"/>
                      </a:ext>
                    </a:extLst>
                  </p:cNvPr>
                  <p:cNvSpPr>
                    <a:spLocks noChangeArrowheads="1"/>
                  </p:cNvSpPr>
                  <p:nvPr/>
                </p:nvSpPr>
                <p:spPr bwMode="auto">
                  <a:xfrm>
                    <a:off x="846" y="3340"/>
                    <a:ext cx="88" cy="82"/>
                  </a:xfrm>
                  <a:prstGeom prst="rect">
                    <a:avLst/>
                  </a:prstGeom>
                  <a:solidFill>
                    <a:srgbClr val="00CC99"/>
                  </a:solidFill>
                  <a:ln w="9525">
                    <a:solidFill>
                      <a:srgbClr val="FFFFFF"/>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623" name="Rectangle 82">
                    <a:extLst>
                      <a:ext uri="{FF2B5EF4-FFF2-40B4-BE49-F238E27FC236}">
                        <a16:creationId xmlns:a16="http://schemas.microsoft.com/office/drawing/2014/main" id="{226E5629-190E-FA4E-A28E-286B97828653}"/>
                      </a:ext>
                    </a:extLst>
                  </p:cNvPr>
                  <p:cNvSpPr>
                    <a:spLocks noChangeArrowheads="1"/>
                  </p:cNvSpPr>
                  <p:nvPr/>
                </p:nvSpPr>
                <p:spPr bwMode="auto">
                  <a:xfrm>
                    <a:off x="836" y="3334"/>
                    <a:ext cx="354" cy="94"/>
                  </a:xfrm>
                  <a:prstGeom prst="rect">
                    <a:avLst/>
                  </a:prstGeom>
                  <a:noFill/>
                  <a:ln w="9525">
                    <a:solidFill>
                      <a:srgbClr val="00CC99"/>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grpSp>
          <p:sp>
            <p:nvSpPr>
              <p:cNvPr id="618" name="Rectangle 83">
                <a:extLst>
                  <a:ext uri="{FF2B5EF4-FFF2-40B4-BE49-F238E27FC236}">
                    <a16:creationId xmlns:a16="http://schemas.microsoft.com/office/drawing/2014/main" id="{61B8A8D0-55FD-834A-9434-D3CB23CC1376}"/>
                  </a:ext>
                </a:extLst>
              </p:cNvPr>
              <p:cNvSpPr>
                <a:spLocks noChangeArrowheads="1"/>
              </p:cNvSpPr>
              <p:nvPr/>
            </p:nvSpPr>
            <p:spPr bwMode="auto">
              <a:xfrm>
                <a:off x="732" y="3484"/>
                <a:ext cx="96" cy="93"/>
              </a:xfrm>
              <a:prstGeom prst="rect">
                <a:avLst/>
              </a:prstGeom>
              <a:solidFill>
                <a:srgbClr val="3333CC"/>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619" name="Rectangle 84">
                <a:extLst>
                  <a:ext uri="{FF2B5EF4-FFF2-40B4-BE49-F238E27FC236}">
                    <a16:creationId xmlns:a16="http://schemas.microsoft.com/office/drawing/2014/main" id="{EFC22242-4FA1-BD40-9546-D33F919B5779}"/>
                  </a:ext>
                </a:extLst>
              </p:cNvPr>
              <p:cNvSpPr>
                <a:spLocks noChangeArrowheads="1"/>
              </p:cNvSpPr>
              <p:nvPr/>
            </p:nvSpPr>
            <p:spPr bwMode="auto">
              <a:xfrm>
                <a:off x="723" y="3473"/>
                <a:ext cx="480" cy="112"/>
              </a:xfrm>
              <a:prstGeom prst="rect">
                <a:avLst/>
              </a:prstGeom>
              <a:noFill/>
              <a:ln w="9525">
                <a:solidFill>
                  <a:srgbClr val="3333CC"/>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sp>
          <p:nvSpPr>
            <p:cNvPr id="614" name="Rectangle 85">
              <a:extLst>
                <a:ext uri="{FF2B5EF4-FFF2-40B4-BE49-F238E27FC236}">
                  <a16:creationId xmlns:a16="http://schemas.microsoft.com/office/drawing/2014/main" id="{F78B0DE0-60EC-6E4A-9779-CCE2139AC140}"/>
                </a:ext>
              </a:extLst>
            </p:cNvPr>
            <p:cNvSpPr>
              <a:spLocks noChangeArrowheads="1"/>
            </p:cNvSpPr>
            <p:nvPr/>
          </p:nvSpPr>
          <p:spPr bwMode="auto">
            <a:xfrm>
              <a:off x="517" y="3545"/>
              <a:ext cx="94" cy="108"/>
            </a:xfrm>
            <a:prstGeom prst="rect">
              <a:avLst/>
            </a:prstGeom>
            <a:solidFill>
              <a:srgbClr val="000000"/>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615" name="Rectangle 86">
              <a:extLst>
                <a:ext uri="{FF2B5EF4-FFF2-40B4-BE49-F238E27FC236}">
                  <a16:creationId xmlns:a16="http://schemas.microsoft.com/office/drawing/2014/main" id="{DDCCFF6A-7B2A-DD4E-819E-E38A0553AF7C}"/>
                </a:ext>
              </a:extLst>
            </p:cNvPr>
            <p:cNvSpPr>
              <a:spLocks noChangeArrowheads="1"/>
            </p:cNvSpPr>
            <p:nvPr/>
          </p:nvSpPr>
          <p:spPr bwMode="auto">
            <a:xfrm>
              <a:off x="1115" y="3544"/>
              <a:ext cx="60" cy="108"/>
            </a:xfrm>
            <a:prstGeom prst="rect">
              <a:avLst/>
            </a:prstGeom>
            <a:solidFill>
              <a:srgbClr val="000000"/>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616" name="Rectangle 87">
              <a:extLst>
                <a:ext uri="{FF2B5EF4-FFF2-40B4-BE49-F238E27FC236}">
                  <a16:creationId xmlns:a16="http://schemas.microsoft.com/office/drawing/2014/main" id="{E8EC758B-CD76-4B49-A7CD-627808E88EB0}"/>
                </a:ext>
              </a:extLst>
            </p:cNvPr>
            <p:cNvSpPr>
              <a:spLocks noChangeArrowheads="1"/>
            </p:cNvSpPr>
            <p:nvPr/>
          </p:nvSpPr>
          <p:spPr bwMode="auto">
            <a:xfrm>
              <a:off x="504" y="3529"/>
              <a:ext cx="681" cy="138"/>
            </a:xfrm>
            <a:prstGeom prst="rect">
              <a:avLst/>
            </a:prstGeom>
            <a:noFill/>
            <a:ln w="9525">
              <a:solidFill>
                <a:srgbClr val="000000"/>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sp>
        <p:nvSpPr>
          <p:cNvPr id="626" name="AutoShape 88">
            <a:extLst>
              <a:ext uri="{FF2B5EF4-FFF2-40B4-BE49-F238E27FC236}">
                <a16:creationId xmlns:a16="http://schemas.microsoft.com/office/drawing/2014/main" id="{373F1512-8CA6-B644-A978-61C53EA11648}"/>
              </a:ext>
            </a:extLst>
          </p:cNvPr>
          <p:cNvSpPr>
            <a:spLocks noChangeArrowheads="1"/>
          </p:cNvSpPr>
          <p:nvPr/>
        </p:nvSpPr>
        <p:spPr bwMode="auto">
          <a:xfrm>
            <a:off x="713711" y="1183316"/>
            <a:ext cx="381000" cy="1166813"/>
          </a:xfrm>
          <a:prstGeom prst="downArrow">
            <a:avLst>
              <a:gd name="adj1" fmla="val 54167"/>
              <a:gd name="adj2" fmla="val 49170"/>
            </a:avLst>
          </a:prstGeom>
          <a:gradFill rotWithShape="1">
            <a:gsLst>
              <a:gs pos="0">
                <a:srgbClr val="FF0000">
                  <a:alpha val="25000"/>
                </a:srgbClr>
              </a:gs>
              <a:gs pos="100000">
                <a:srgbClr val="FF0000">
                  <a:alpha val="25000"/>
                </a:srgbClr>
              </a:gs>
            </a:gsLst>
            <a:lin ang="540000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eaLnBrk="0" fontAlgn="base" hangingPunct="0">
              <a:spcBef>
                <a:spcPct val="0"/>
              </a:spcBef>
              <a:spcAft>
                <a:spcPct val="0"/>
              </a:spcAft>
              <a:defRPr/>
            </a:pPr>
            <a:endParaRPr lang="en-US" dirty="0">
              <a:solidFill>
                <a:srgbClr val="000000"/>
              </a:solidFill>
              <a:latin typeface="Arial" charset="0"/>
              <a:ea typeface="ＭＳ Ｐゴシック" charset="0"/>
            </a:endParaRPr>
          </a:p>
        </p:txBody>
      </p:sp>
      <p:grpSp>
        <p:nvGrpSpPr>
          <p:cNvPr id="627" name="Group 89">
            <a:extLst>
              <a:ext uri="{FF2B5EF4-FFF2-40B4-BE49-F238E27FC236}">
                <a16:creationId xmlns:a16="http://schemas.microsoft.com/office/drawing/2014/main" id="{7F4ADFB9-C1B4-DC48-9014-BD3FC3E5A35E}"/>
              </a:ext>
            </a:extLst>
          </p:cNvPr>
          <p:cNvGrpSpPr>
            <a:grpSpLocks/>
          </p:cNvGrpSpPr>
          <p:nvPr/>
        </p:nvGrpSpPr>
        <p:grpSpPr bwMode="auto">
          <a:xfrm>
            <a:off x="185921" y="2355452"/>
            <a:ext cx="1081088" cy="244475"/>
            <a:chOff x="504" y="3523"/>
            <a:chExt cx="681" cy="154"/>
          </a:xfrm>
        </p:grpSpPr>
        <p:grpSp>
          <p:nvGrpSpPr>
            <p:cNvPr id="628" name="Group 90">
              <a:extLst>
                <a:ext uri="{FF2B5EF4-FFF2-40B4-BE49-F238E27FC236}">
                  <a16:creationId xmlns:a16="http://schemas.microsoft.com/office/drawing/2014/main" id="{99123354-1166-3747-8416-6765BD917F2F}"/>
                </a:ext>
              </a:extLst>
            </p:cNvPr>
            <p:cNvGrpSpPr>
              <a:grpSpLocks/>
            </p:cNvGrpSpPr>
            <p:nvPr/>
          </p:nvGrpSpPr>
          <p:grpSpPr bwMode="auto">
            <a:xfrm>
              <a:off x="623" y="3523"/>
              <a:ext cx="480" cy="154"/>
              <a:chOff x="723" y="3453"/>
              <a:chExt cx="480" cy="154"/>
            </a:xfrm>
          </p:grpSpPr>
          <p:grpSp>
            <p:nvGrpSpPr>
              <p:cNvPr id="632" name="Group 91">
                <a:extLst>
                  <a:ext uri="{FF2B5EF4-FFF2-40B4-BE49-F238E27FC236}">
                    <a16:creationId xmlns:a16="http://schemas.microsoft.com/office/drawing/2014/main" id="{2521277A-E4D1-7B47-8E5E-B1EEBE5C5AE9}"/>
                  </a:ext>
                </a:extLst>
              </p:cNvPr>
              <p:cNvGrpSpPr>
                <a:grpSpLocks/>
              </p:cNvGrpSpPr>
              <p:nvPr/>
            </p:nvGrpSpPr>
            <p:grpSpPr bwMode="auto">
              <a:xfrm>
                <a:off x="836" y="3453"/>
                <a:ext cx="354" cy="154"/>
                <a:chOff x="836" y="3305"/>
                <a:chExt cx="354" cy="154"/>
              </a:xfrm>
            </p:grpSpPr>
            <p:grpSp>
              <p:nvGrpSpPr>
                <p:cNvPr id="635" name="Group 92">
                  <a:extLst>
                    <a:ext uri="{FF2B5EF4-FFF2-40B4-BE49-F238E27FC236}">
                      <a16:creationId xmlns:a16="http://schemas.microsoft.com/office/drawing/2014/main" id="{482F7D40-F1F7-AC47-B312-160F387D75E7}"/>
                    </a:ext>
                  </a:extLst>
                </p:cNvPr>
                <p:cNvGrpSpPr>
                  <a:grpSpLocks/>
                </p:cNvGrpSpPr>
                <p:nvPr/>
              </p:nvGrpSpPr>
              <p:grpSpPr bwMode="auto">
                <a:xfrm>
                  <a:off x="890" y="3305"/>
                  <a:ext cx="290" cy="154"/>
                  <a:chOff x="844" y="3337"/>
                  <a:chExt cx="290" cy="154"/>
                </a:xfrm>
              </p:grpSpPr>
              <p:sp>
                <p:nvSpPr>
                  <p:cNvPr id="641" name="Rectangle 93">
                    <a:extLst>
                      <a:ext uri="{FF2B5EF4-FFF2-40B4-BE49-F238E27FC236}">
                        <a16:creationId xmlns:a16="http://schemas.microsoft.com/office/drawing/2014/main" id="{5A5D4DA1-5358-E74E-9DDB-8F5EDD1F12BE}"/>
                      </a:ext>
                    </a:extLst>
                  </p:cNvPr>
                  <p:cNvSpPr>
                    <a:spLocks noChangeArrowheads="1"/>
                  </p:cNvSpPr>
                  <p:nvPr/>
                </p:nvSpPr>
                <p:spPr bwMode="auto">
                  <a:xfrm>
                    <a:off x="889" y="3370"/>
                    <a:ext cx="245" cy="86"/>
                  </a:xfrm>
                  <a:prstGeom prst="rect">
                    <a:avLst/>
                  </a:prstGeom>
                  <a:solidFill>
                    <a:srgbClr val="FF0000"/>
                  </a:solidFill>
                  <a:ln w="9525">
                    <a:solidFill>
                      <a:srgbClr val="FFFFFF"/>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642" name="Text Box 94">
                    <a:extLst>
                      <a:ext uri="{FF2B5EF4-FFF2-40B4-BE49-F238E27FC236}">
                        <a16:creationId xmlns:a16="http://schemas.microsoft.com/office/drawing/2014/main" id="{711DD1D0-1145-B045-A8D5-3C7E6F8EA5AF}"/>
                      </a:ext>
                    </a:extLst>
                  </p:cNvPr>
                  <p:cNvSpPr txBox="1">
                    <a:spLocks noChangeArrowheads="1"/>
                  </p:cNvSpPr>
                  <p:nvPr/>
                </p:nvSpPr>
                <p:spPr bwMode="auto">
                  <a:xfrm>
                    <a:off x="844" y="3337"/>
                    <a:ext cx="285" cy="1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srgbClr val="FFFFFF"/>
                        </a:solidFill>
                        <a:effectLst/>
                        <a:uLnTx/>
                        <a:uFillTx/>
                        <a:latin typeface="Arial" charset="0"/>
                        <a:ea typeface="ＭＳ Ｐゴシック" charset="0"/>
                      </a:rPr>
                      <a:t>DNS</a:t>
                    </a:r>
                  </a:p>
                </p:txBody>
              </p:sp>
            </p:grpSp>
            <p:grpSp>
              <p:nvGrpSpPr>
                <p:cNvPr id="636" name="Group 95">
                  <a:extLst>
                    <a:ext uri="{FF2B5EF4-FFF2-40B4-BE49-F238E27FC236}">
                      <a16:creationId xmlns:a16="http://schemas.microsoft.com/office/drawing/2014/main" id="{E35BB6C0-63F2-C74C-8B63-A1833C18FE6E}"/>
                    </a:ext>
                  </a:extLst>
                </p:cNvPr>
                <p:cNvGrpSpPr>
                  <a:grpSpLocks/>
                </p:cNvGrpSpPr>
                <p:nvPr/>
              </p:nvGrpSpPr>
              <p:grpSpPr bwMode="auto">
                <a:xfrm>
                  <a:off x="836" y="3334"/>
                  <a:ext cx="354" cy="94"/>
                  <a:chOff x="836" y="3334"/>
                  <a:chExt cx="354" cy="94"/>
                </a:xfrm>
              </p:grpSpPr>
              <p:sp>
                <p:nvSpPr>
                  <p:cNvPr id="637" name="Rectangle 96">
                    <a:extLst>
                      <a:ext uri="{FF2B5EF4-FFF2-40B4-BE49-F238E27FC236}">
                        <a16:creationId xmlns:a16="http://schemas.microsoft.com/office/drawing/2014/main" id="{A7AA138E-6F9F-7149-B237-FE8DDE68D5E0}"/>
                      </a:ext>
                    </a:extLst>
                  </p:cNvPr>
                  <p:cNvSpPr>
                    <a:spLocks noChangeArrowheads="1"/>
                  </p:cNvSpPr>
                  <p:nvPr/>
                </p:nvSpPr>
                <p:spPr bwMode="auto">
                  <a:xfrm>
                    <a:off x="846" y="3340"/>
                    <a:ext cx="88" cy="82"/>
                  </a:xfrm>
                  <a:prstGeom prst="rect">
                    <a:avLst/>
                  </a:prstGeom>
                  <a:solidFill>
                    <a:srgbClr val="00CC99"/>
                  </a:solidFill>
                  <a:ln w="9525">
                    <a:solidFill>
                      <a:srgbClr val="FFFFFF"/>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640" name="Rectangle 97">
                    <a:extLst>
                      <a:ext uri="{FF2B5EF4-FFF2-40B4-BE49-F238E27FC236}">
                        <a16:creationId xmlns:a16="http://schemas.microsoft.com/office/drawing/2014/main" id="{E5B09828-1A27-6F41-983D-85215354D2B0}"/>
                      </a:ext>
                    </a:extLst>
                  </p:cNvPr>
                  <p:cNvSpPr>
                    <a:spLocks noChangeArrowheads="1"/>
                  </p:cNvSpPr>
                  <p:nvPr/>
                </p:nvSpPr>
                <p:spPr bwMode="auto">
                  <a:xfrm>
                    <a:off x="836" y="3334"/>
                    <a:ext cx="354" cy="94"/>
                  </a:xfrm>
                  <a:prstGeom prst="rect">
                    <a:avLst/>
                  </a:prstGeom>
                  <a:noFill/>
                  <a:ln w="9525">
                    <a:solidFill>
                      <a:srgbClr val="00CC99"/>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grpSp>
          <p:sp>
            <p:nvSpPr>
              <p:cNvPr id="633" name="Rectangle 98">
                <a:extLst>
                  <a:ext uri="{FF2B5EF4-FFF2-40B4-BE49-F238E27FC236}">
                    <a16:creationId xmlns:a16="http://schemas.microsoft.com/office/drawing/2014/main" id="{80D83DCD-C9ED-4D4A-BEA7-FDC543327919}"/>
                  </a:ext>
                </a:extLst>
              </p:cNvPr>
              <p:cNvSpPr>
                <a:spLocks noChangeArrowheads="1"/>
              </p:cNvSpPr>
              <p:nvPr/>
            </p:nvSpPr>
            <p:spPr bwMode="auto">
              <a:xfrm>
                <a:off x="732" y="3484"/>
                <a:ext cx="96" cy="93"/>
              </a:xfrm>
              <a:prstGeom prst="rect">
                <a:avLst/>
              </a:prstGeom>
              <a:solidFill>
                <a:srgbClr val="3333CC"/>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634" name="Rectangle 99">
                <a:extLst>
                  <a:ext uri="{FF2B5EF4-FFF2-40B4-BE49-F238E27FC236}">
                    <a16:creationId xmlns:a16="http://schemas.microsoft.com/office/drawing/2014/main" id="{5936CB08-2138-904D-A399-85EB9305E5CC}"/>
                  </a:ext>
                </a:extLst>
              </p:cNvPr>
              <p:cNvSpPr>
                <a:spLocks noChangeArrowheads="1"/>
              </p:cNvSpPr>
              <p:nvPr/>
            </p:nvSpPr>
            <p:spPr bwMode="auto">
              <a:xfrm>
                <a:off x="723" y="3473"/>
                <a:ext cx="480" cy="112"/>
              </a:xfrm>
              <a:prstGeom prst="rect">
                <a:avLst/>
              </a:prstGeom>
              <a:noFill/>
              <a:ln w="9525">
                <a:solidFill>
                  <a:srgbClr val="3333CC"/>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sp>
          <p:nvSpPr>
            <p:cNvPr id="629" name="Rectangle 100">
              <a:extLst>
                <a:ext uri="{FF2B5EF4-FFF2-40B4-BE49-F238E27FC236}">
                  <a16:creationId xmlns:a16="http://schemas.microsoft.com/office/drawing/2014/main" id="{500C95BF-E7E2-2F40-B2D0-4616E5711982}"/>
                </a:ext>
              </a:extLst>
            </p:cNvPr>
            <p:cNvSpPr>
              <a:spLocks noChangeArrowheads="1"/>
            </p:cNvSpPr>
            <p:nvPr/>
          </p:nvSpPr>
          <p:spPr bwMode="auto">
            <a:xfrm>
              <a:off x="517" y="3545"/>
              <a:ext cx="94" cy="108"/>
            </a:xfrm>
            <a:prstGeom prst="rect">
              <a:avLst/>
            </a:prstGeom>
            <a:solidFill>
              <a:srgbClr val="000000"/>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630" name="Rectangle 101">
              <a:extLst>
                <a:ext uri="{FF2B5EF4-FFF2-40B4-BE49-F238E27FC236}">
                  <a16:creationId xmlns:a16="http://schemas.microsoft.com/office/drawing/2014/main" id="{7348B440-180E-2544-8C19-3C8D8CF28C69}"/>
                </a:ext>
              </a:extLst>
            </p:cNvPr>
            <p:cNvSpPr>
              <a:spLocks noChangeArrowheads="1"/>
            </p:cNvSpPr>
            <p:nvPr/>
          </p:nvSpPr>
          <p:spPr bwMode="auto">
            <a:xfrm>
              <a:off x="1115" y="3544"/>
              <a:ext cx="60" cy="108"/>
            </a:xfrm>
            <a:prstGeom prst="rect">
              <a:avLst/>
            </a:prstGeom>
            <a:solidFill>
              <a:srgbClr val="000000"/>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631" name="Rectangle 102">
              <a:extLst>
                <a:ext uri="{FF2B5EF4-FFF2-40B4-BE49-F238E27FC236}">
                  <a16:creationId xmlns:a16="http://schemas.microsoft.com/office/drawing/2014/main" id="{D6AA62D3-51AB-8841-A908-73564AFB573C}"/>
                </a:ext>
              </a:extLst>
            </p:cNvPr>
            <p:cNvSpPr>
              <a:spLocks noChangeArrowheads="1"/>
            </p:cNvSpPr>
            <p:nvPr/>
          </p:nvSpPr>
          <p:spPr bwMode="auto">
            <a:xfrm>
              <a:off x="504" y="3529"/>
              <a:ext cx="681" cy="138"/>
            </a:xfrm>
            <a:prstGeom prst="rect">
              <a:avLst/>
            </a:prstGeom>
            <a:noFill/>
            <a:ln w="9525">
              <a:solidFill>
                <a:srgbClr val="000000"/>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sp>
        <p:nvSpPr>
          <p:cNvPr id="643" name="Rectangle 103">
            <a:extLst>
              <a:ext uri="{FF2B5EF4-FFF2-40B4-BE49-F238E27FC236}">
                <a16:creationId xmlns:a16="http://schemas.microsoft.com/office/drawing/2014/main" id="{873E501C-73D5-B048-BF0B-B7FBD524BBD9}"/>
              </a:ext>
            </a:extLst>
          </p:cNvPr>
          <p:cNvSpPr>
            <a:spLocks noChangeArrowheads="1"/>
          </p:cNvSpPr>
          <p:nvPr/>
        </p:nvSpPr>
        <p:spPr bwMode="auto">
          <a:xfrm>
            <a:off x="402783" y="4451462"/>
            <a:ext cx="3216717" cy="13065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342900" indent="-342900" eaLnBrk="0" fontAlgn="base" hangingPunct="0">
              <a:lnSpc>
                <a:spcPct val="90000"/>
              </a:lnSpc>
              <a:spcBef>
                <a:spcPct val="20000"/>
              </a:spcBef>
              <a:spcAft>
                <a:spcPct val="0"/>
              </a:spcAft>
              <a:buClr>
                <a:srgbClr val="000099"/>
              </a:buClr>
              <a:buSzPct val="100000"/>
              <a:buFont typeface="Wingdings" charset="2"/>
              <a:buChar char="§"/>
              <a:defRPr/>
            </a:pPr>
            <a:r>
              <a:rPr lang="en-US" sz="2400" dirty="0">
                <a:solidFill>
                  <a:srgbClr val="000000"/>
                </a:solidFill>
                <a:ea typeface="ＭＳ Ｐゴシック" charset="0"/>
              </a:rPr>
              <a:t>IP datagram containing DNS query forwarded via LAN switch from client to 1</a:t>
            </a:r>
            <a:r>
              <a:rPr lang="en-US" sz="2400" baseline="30000" dirty="0">
                <a:solidFill>
                  <a:srgbClr val="000000"/>
                </a:solidFill>
                <a:ea typeface="ＭＳ Ｐゴシック" charset="0"/>
              </a:rPr>
              <a:t>st</a:t>
            </a:r>
            <a:r>
              <a:rPr lang="en-US" sz="2400" dirty="0">
                <a:solidFill>
                  <a:srgbClr val="000000"/>
                </a:solidFill>
                <a:ea typeface="ＭＳ Ｐゴシック" charset="0"/>
              </a:rPr>
              <a:t> hop router</a:t>
            </a:r>
          </a:p>
        </p:txBody>
      </p:sp>
      <p:sp>
        <p:nvSpPr>
          <p:cNvPr id="644" name="Rectangle 104">
            <a:extLst>
              <a:ext uri="{FF2B5EF4-FFF2-40B4-BE49-F238E27FC236}">
                <a16:creationId xmlns:a16="http://schemas.microsoft.com/office/drawing/2014/main" id="{B78EC689-D545-8441-B61E-769A0D79005E}"/>
              </a:ext>
            </a:extLst>
          </p:cNvPr>
          <p:cNvSpPr>
            <a:spLocks noChangeArrowheads="1"/>
          </p:cNvSpPr>
          <p:nvPr/>
        </p:nvSpPr>
        <p:spPr bwMode="auto">
          <a:xfrm>
            <a:off x="4396562" y="4626361"/>
            <a:ext cx="5141138" cy="148233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342900" indent="-342900" eaLnBrk="0" fontAlgn="base" hangingPunct="0">
              <a:lnSpc>
                <a:spcPct val="90000"/>
              </a:lnSpc>
              <a:spcBef>
                <a:spcPct val="20000"/>
              </a:spcBef>
              <a:spcAft>
                <a:spcPct val="0"/>
              </a:spcAft>
              <a:buClr>
                <a:srgbClr val="000090"/>
              </a:buClr>
              <a:buSzPct val="100000"/>
              <a:buFont typeface="Wingdings" charset="2"/>
              <a:buChar char="§"/>
              <a:defRPr/>
            </a:pPr>
            <a:r>
              <a:rPr lang="en-US" sz="2400" dirty="0">
                <a:solidFill>
                  <a:srgbClr val="000000"/>
                </a:solidFill>
                <a:ea typeface="ＭＳ Ｐゴシック" charset="0"/>
              </a:rPr>
              <a:t>IP datagram forwarded from campus network into Comcast network, routed (tables created by </a:t>
            </a:r>
            <a:r>
              <a:rPr lang="en-US" sz="2400" dirty="0">
                <a:solidFill>
                  <a:srgbClr val="C00000"/>
                </a:solidFill>
                <a:ea typeface="ＭＳ Ｐゴシック" charset="0"/>
              </a:rPr>
              <a:t>RIP, OSPF, IS-IS </a:t>
            </a:r>
            <a:r>
              <a:rPr lang="en-US" sz="2400" dirty="0">
                <a:solidFill>
                  <a:srgbClr val="000000"/>
                </a:solidFill>
                <a:ea typeface="ＭＳ Ｐゴシック" charset="0"/>
              </a:rPr>
              <a:t>and/or </a:t>
            </a:r>
            <a:r>
              <a:rPr lang="en-US" sz="2400" dirty="0">
                <a:solidFill>
                  <a:srgbClr val="C00000"/>
                </a:solidFill>
                <a:ea typeface="ＭＳ Ｐゴシック" charset="0"/>
              </a:rPr>
              <a:t>BGP</a:t>
            </a:r>
            <a:r>
              <a:rPr lang="en-US" sz="2400" dirty="0">
                <a:solidFill>
                  <a:srgbClr val="000000"/>
                </a:solidFill>
                <a:ea typeface="ＭＳ Ｐゴシック" charset="0"/>
              </a:rPr>
              <a:t> routing protocols) to DNS server</a:t>
            </a:r>
          </a:p>
        </p:txBody>
      </p:sp>
      <p:sp>
        <p:nvSpPr>
          <p:cNvPr id="645" name="Rectangle 105">
            <a:extLst>
              <a:ext uri="{FF2B5EF4-FFF2-40B4-BE49-F238E27FC236}">
                <a16:creationId xmlns:a16="http://schemas.microsoft.com/office/drawing/2014/main" id="{90E95EE5-FC39-E148-8B00-785F719BD993}"/>
              </a:ext>
            </a:extLst>
          </p:cNvPr>
          <p:cNvSpPr>
            <a:spLocks noChangeArrowheads="1"/>
          </p:cNvSpPr>
          <p:nvPr/>
        </p:nvSpPr>
        <p:spPr bwMode="auto">
          <a:xfrm>
            <a:off x="8631237" y="1456182"/>
            <a:ext cx="3230563" cy="12922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342900" indent="-342900" eaLnBrk="0" fontAlgn="base" hangingPunct="0">
              <a:lnSpc>
                <a:spcPct val="90000"/>
              </a:lnSpc>
              <a:spcBef>
                <a:spcPct val="20000"/>
              </a:spcBef>
              <a:spcAft>
                <a:spcPct val="0"/>
              </a:spcAft>
              <a:buClr>
                <a:srgbClr val="000090"/>
              </a:buClr>
              <a:buSzPct val="100000"/>
              <a:buFont typeface="Wingdings" charset="2"/>
              <a:buChar char="§"/>
            </a:pPr>
            <a:r>
              <a:rPr lang="en-US" sz="2400" dirty="0">
                <a:solidFill>
                  <a:srgbClr val="000000"/>
                </a:solidFill>
                <a:ea typeface="ＭＳ Ｐゴシック" charset="0"/>
              </a:rPr>
              <a:t>de-mux</a:t>
            </a:r>
            <a:r>
              <a:rPr lang="en-US" altLang="ja-JP" sz="2400" dirty="0">
                <a:solidFill>
                  <a:srgbClr val="000000"/>
                </a:solidFill>
                <a:ea typeface="ＭＳ Ｐゴシック" charset="0"/>
              </a:rPr>
              <a:t>ed to DNS</a:t>
            </a:r>
          </a:p>
          <a:p>
            <a:pPr marL="342900" indent="-342900" eaLnBrk="0" fontAlgn="base" hangingPunct="0">
              <a:lnSpc>
                <a:spcPct val="90000"/>
              </a:lnSpc>
              <a:spcBef>
                <a:spcPct val="20000"/>
              </a:spcBef>
              <a:spcAft>
                <a:spcPct val="0"/>
              </a:spcAft>
              <a:buClr>
                <a:srgbClr val="000090"/>
              </a:buClr>
              <a:buSzPct val="100000"/>
              <a:buFont typeface="Wingdings" charset="2"/>
              <a:buChar char="§"/>
            </a:pPr>
            <a:r>
              <a:rPr lang="en-US" sz="2400" dirty="0">
                <a:solidFill>
                  <a:srgbClr val="000000"/>
                </a:solidFill>
                <a:ea typeface="ＭＳ Ｐゴシック" charset="0"/>
              </a:rPr>
              <a:t>DNS replies to client with IP address of www.google.com </a:t>
            </a:r>
          </a:p>
        </p:txBody>
      </p:sp>
      <p:grpSp>
        <p:nvGrpSpPr>
          <p:cNvPr id="674" name="Group 187">
            <a:extLst>
              <a:ext uri="{FF2B5EF4-FFF2-40B4-BE49-F238E27FC236}">
                <a16:creationId xmlns:a16="http://schemas.microsoft.com/office/drawing/2014/main" id="{C785CCCA-8BB4-6A4D-B52C-2CD9521BF4DD}"/>
              </a:ext>
            </a:extLst>
          </p:cNvPr>
          <p:cNvGrpSpPr>
            <a:grpSpLocks/>
          </p:cNvGrpSpPr>
          <p:nvPr/>
        </p:nvGrpSpPr>
        <p:grpSpPr bwMode="auto">
          <a:xfrm>
            <a:off x="5809991" y="1480142"/>
            <a:ext cx="1317624" cy="1314450"/>
            <a:chOff x="931" y="1941"/>
            <a:chExt cx="830" cy="828"/>
          </a:xfrm>
        </p:grpSpPr>
        <p:sp>
          <p:nvSpPr>
            <p:cNvPr id="675" name="Freeform 188">
              <a:extLst>
                <a:ext uri="{FF2B5EF4-FFF2-40B4-BE49-F238E27FC236}">
                  <a16:creationId xmlns:a16="http://schemas.microsoft.com/office/drawing/2014/main" id="{8003B93D-94BD-9E42-B9C2-58440DC85241}"/>
                </a:ext>
              </a:extLst>
            </p:cNvPr>
            <p:cNvSpPr>
              <a:spLocks/>
            </p:cNvSpPr>
            <p:nvPr/>
          </p:nvSpPr>
          <p:spPr bwMode="auto">
            <a:xfrm>
              <a:off x="1424" y="1965"/>
              <a:ext cx="337" cy="801"/>
            </a:xfrm>
            <a:custGeom>
              <a:avLst/>
              <a:gdLst>
                <a:gd name="T0" fmla="*/ 1 w 551"/>
                <a:gd name="T1" fmla="*/ 0 h 801"/>
                <a:gd name="T2" fmla="*/ 46 w 551"/>
                <a:gd name="T3" fmla="*/ 402 h 801"/>
                <a:gd name="T4" fmla="*/ 1 w 551"/>
                <a:gd name="T5" fmla="*/ 801 h 801"/>
                <a:gd name="T6" fmla="*/ 1 w 551"/>
                <a:gd name="T7" fmla="*/ 535 h 801"/>
                <a:gd name="T8" fmla="*/ 0 w 551"/>
                <a:gd name="T9" fmla="*/ 371 h 801"/>
                <a:gd name="T10" fmla="*/ 1 w 551"/>
                <a:gd name="T11" fmla="*/ 0 h 801"/>
                <a:gd name="T12" fmla="*/ 0 60000 65536"/>
                <a:gd name="T13" fmla="*/ 0 60000 65536"/>
                <a:gd name="T14" fmla="*/ 0 60000 65536"/>
                <a:gd name="T15" fmla="*/ 0 60000 65536"/>
                <a:gd name="T16" fmla="*/ 0 60000 65536"/>
                <a:gd name="T17" fmla="*/ 0 60000 65536"/>
                <a:gd name="connsiteX0" fmla="*/ 254 w 10000"/>
                <a:gd name="connsiteY0" fmla="*/ 0 h 10000"/>
                <a:gd name="connsiteX1" fmla="*/ 10000 w 10000"/>
                <a:gd name="connsiteY1" fmla="*/ 5019 h 10000"/>
                <a:gd name="connsiteX2" fmla="*/ 5720 w 10000"/>
                <a:gd name="connsiteY2" fmla="*/ 7201 h 10000"/>
                <a:gd name="connsiteX3" fmla="*/ 109 w 10000"/>
                <a:gd name="connsiteY3" fmla="*/ 10000 h 10000"/>
                <a:gd name="connsiteX4" fmla="*/ 236 w 10000"/>
                <a:gd name="connsiteY4" fmla="*/ 6679 h 10000"/>
                <a:gd name="connsiteX5" fmla="*/ 0 w 10000"/>
                <a:gd name="connsiteY5" fmla="*/ 4632 h 10000"/>
                <a:gd name="connsiteX6" fmla="*/ 254 w 10000"/>
                <a:gd name="connsiteY6" fmla="*/ 0 h 10000"/>
                <a:gd name="connsiteX0" fmla="*/ 254 w 10024"/>
                <a:gd name="connsiteY0" fmla="*/ 0 h 10000"/>
                <a:gd name="connsiteX1" fmla="*/ 10000 w 10024"/>
                <a:gd name="connsiteY1" fmla="*/ 5019 h 10000"/>
                <a:gd name="connsiteX2" fmla="*/ 10024 w 10024"/>
                <a:gd name="connsiteY2" fmla="*/ 6921 h 10000"/>
                <a:gd name="connsiteX3" fmla="*/ 109 w 10024"/>
                <a:gd name="connsiteY3" fmla="*/ 10000 h 10000"/>
                <a:gd name="connsiteX4" fmla="*/ 236 w 10024"/>
                <a:gd name="connsiteY4" fmla="*/ 6679 h 10000"/>
                <a:gd name="connsiteX5" fmla="*/ 0 w 10024"/>
                <a:gd name="connsiteY5" fmla="*/ 4632 h 10000"/>
                <a:gd name="connsiteX6" fmla="*/ 254 w 10024"/>
                <a:gd name="connsiteY6" fmla="*/ 0 h 10000"/>
                <a:gd name="connsiteX0" fmla="*/ 254 w 10024"/>
                <a:gd name="connsiteY0" fmla="*/ 0 h 10000"/>
                <a:gd name="connsiteX1" fmla="*/ 10000 w 10024"/>
                <a:gd name="connsiteY1" fmla="*/ 5019 h 10000"/>
                <a:gd name="connsiteX2" fmla="*/ 10024 w 10024"/>
                <a:gd name="connsiteY2" fmla="*/ 6921 h 10000"/>
                <a:gd name="connsiteX3" fmla="*/ 109 w 10024"/>
                <a:gd name="connsiteY3" fmla="*/ 10000 h 10000"/>
                <a:gd name="connsiteX4" fmla="*/ 236 w 10024"/>
                <a:gd name="connsiteY4" fmla="*/ 6679 h 10000"/>
                <a:gd name="connsiteX5" fmla="*/ 0 w 10024"/>
                <a:gd name="connsiteY5" fmla="*/ 4632 h 10000"/>
                <a:gd name="connsiteX6" fmla="*/ 254 w 10024"/>
                <a:gd name="connsiteY6" fmla="*/ 0 h 10000"/>
                <a:gd name="connsiteX0" fmla="*/ 254 w 10024"/>
                <a:gd name="connsiteY0" fmla="*/ 0 h 10000"/>
                <a:gd name="connsiteX1" fmla="*/ 10000 w 10024"/>
                <a:gd name="connsiteY1" fmla="*/ 5019 h 10000"/>
                <a:gd name="connsiteX2" fmla="*/ 10024 w 10024"/>
                <a:gd name="connsiteY2" fmla="*/ 6921 h 10000"/>
                <a:gd name="connsiteX3" fmla="*/ 109 w 10024"/>
                <a:gd name="connsiteY3" fmla="*/ 10000 h 10000"/>
                <a:gd name="connsiteX4" fmla="*/ 236 w 10024"/>
                <a:gd name="connsiteY4" fmla="*/ 6679 h 10000"/>
                <a:gd name="connsiteX5" fmla="*/ 0 w 10024"/>
                <a:gd name="connsiteY5" fmla="*/ 4632 h 10000"/>
                <a:gd name="connsiteX6" fmla="*/ 254 w 10024"/>
                <a:gd name="connsiteY6" fmla="*/ 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24" h="10000">
                  <a:moveTo>
                    <a:pt x="254" y="0"/>
                  </a:moveTo>
                  <a:cubicBezTo>
                    <a:pt x="3503" y="1673"/>
                    <a:pt x="6158" y="3657"/>
                    <a:pt x="10000" y="5019"/>
                  </a:cubicBezTo>
                  <a:lnTo>
                    <a:pt x="10024" y="6921"/>
                  </a:lnTo>
                  <a:cubicBezTo>
                    <a:pt x="4939" y="8134"/>
                    <a:pt x="3414" y="8974"/>
                    <a:pt x="109" y="10000"/>
                  </a:cubicBezTo>
                  <a:cubicBezTo>
                    <a:pt x="151" y="8893"/>
                    <a:pt x="194" y="7786"/>
                    <a:pt x="236" y="6679"/>
                  </a:cubicBezTo>
                  <a:cubicBezTo>
                    <a:pt x="157" y="5997"/>
                    <a:pt x="79" y="5314"/>
                    <a:pt x="0" y="4632"/>
                  </a:cubicBezTo>
                  <a:cubicBezTo>
                    <a:pt x="85" y="3088"/>
                    <a:pt x="169" y="1544"/>
                    <a:pt x="254" y="0"/>
                  </a:cubicBezTo>
                  <a:close/>
                </a:path>
              </a:pathLst>
            </a:custGeom>
            <a:gradFill rotWithShape="1">
              <a:gsLst>
                <a:gs pos="0">
                  <a:schemeClr val="bg1">
                    <a:lumMod val="85000"/>
                  </a:schemeClr>
                </a:gs>
                <a:gs pos="99000">
                  <a:schemeClr val="bg1"/>
                </a:gs>
              </a:gsLst>
              <a:lin ang="0" scaled="0"/>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nvGrpSpPr>
            <p:cNvPr id="676" name="Group 189">
              <a:extLst>
                <a:ext uri="{FF2B5EF4-FFF2-40B4-BE49-F238E27FC236}">
                  <a16:creationId xmlns:a16="http://schemas.microsoft.com/office/drawing/2014/main" id="{143562C0-5361-6240-B520-1E19C24C9DD9}"/>
                </a:ext>
              </a:extLst>
            </p:cNvPr>
            <p:cNvGrpSpPr>
              <a:grpSpLocks/>
            </p:cNvGrpSpPr>
            <p:nvPr/>
          </p:nvGrpSpPr>
          <p:grpSpPr bwMode="auto">
            <a:xfrm>
              <a:off x="931" y="1941"/>
              <a:ext cx="500" cy="828"/>
              <a:chOff x="569" y="2954"/>
              <a:chExt cx="500" cy="828"/>
            </a:xfrm>
          </p:grpSpPr>
          <p:sp>
            <p:nvSpPr>
              <p:cNvPr id="677" name="Rectangle 190">
                <a:extLst>
                  <a:ext uri="{FF2B5EF4-FFF2-40B4-BE49-F238E27FC236}">
                    <a16:creationId xmlns:a16="http://schemas.microsoft.com/office/drawing/2014/main" id="{349F8EC0-27D5-4349-907D-BB3017AE3D82}"/>
                  </a:ext>
                </a:extLst>
              </p:cNvPr>
              <p:cNvSpPr>
                <a:spLocks noChangeArrowheads="1"/>
              </p:cNvSpPr>
              <p:nvPr/>
            </p:nvSpPr>
            <p:spPr bwMode="auto">
              <a:xfrm>
                <a:off x="576" y="2973"/>
                <a:ext cx="493" cy="790"/>
              </a:xfrm>
              <a:prstGeom prst="rect">
                <a:avLst/>
              </a:prstGeom>
              <a:solidFill>
                <a:srgbClr val="FFFFFF"/>
              </a:solidFill>
              <a:ln w="9525">
                <a:solidFill>
                  <a:srgbClr val="000000"/>
                </a:solidFill>
                <a:miter lim="800000"/>
                <a:headEnd/>
                <a:tailEnd/>
              </a:ln>
              <a:effectLst>
                <a:outerShdw blurRad="50800" dist="38100" dir="18900000" algn="bl" rotWithShape="0">
                  <a:prstClr val="black">
                    <a:alpha val="40000"/>
                  </a:prstClr>
                </a:outerShdw>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678" name="Text Box 191">
                <a:extLst>
                  <a:ext uri="{FF2B5EF4-FFF2-40B4-BE49-F238E27FC236}">
                    <a16:creationId xmlns:a16="http://schemas.microsoft.com/office/drawing/2014/main" id="{23467518-4906-8A41-B8C2-35FFEA3442EB}"/>
                  </a:ext>
                </a:extLst>
              </p:cNvPr>
              <p:cNvSpPr txBox="1">
                <a:spLocks noChangeArrowheads="1"/>
              </p:cNvSpPr>
              <p:nvPr/>
            </p:nvSpPr>
            <p:spPr bwMode="auto">
              <a:xfrm>
                <a:off x="639" y="2954"/>
                <a:ext cx="385" cy="82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Arial" charset="0"/>
                    <a:ea typeface="ＭＳ Ｐゴシック" charset="0"/>
                  </a:rPr>
                  <a:t>DNS</a:t>
                </a:r>
              </a:p>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Arial" charset="0"/>
                    <a:ea typeface="ＭＳ Ｐゴシック" charset="0"/>
                  </a:rPr>
                  <a:t>UDP</a:t>
                </a:r>
              </a:p>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Arial" charset="0"/>
                    <a:ea typeface="ＭＳ Ｐゴシック" charset="0"/>
                  </a:rPr>
                  <a:t>IP</a:t>
                </a:r>
              </a:p>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Arial" charset="0"/>
                    <a:ea typeface="ＭＳ Ｐゴシック" charset="0"/>
                  </a:rPr>
                  <a:t>Eth</a:t>
                </a:r>
              </a:p>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Arial" charset="0"/>
                    <a:ea typeface="ＭＳ Ｐゴシック" charset="0"/>
                  </a:rPr>
                  <a:t>Phy</a:t>
                </a:r>
              </a:p>
            </p:txBody>
          </p:sp>
          <p:sp>
            <p:nvSpPr>
              <p:cNvPr id="679" name="Line 192">
                <a:extLst>
                  <a:ext uri="{FF2B5EF4-FFF2-40B4-BE49-F238E27FC236}">
                    <a16:creationId xmlns:a16="http://schemas.microsoft.com/office/drawing/2014/main" id="{23801BE2-040C-9B4B-A8F3-7264AE3E5BE7}"/>
                  </a:ext>
                </a:extLst>
              </p:cNvPr>
              <p:cNvSpPr>
                <a:spLocks noChangeShapeType="1"/>
              </p:cNvSpPr>
              <p:nvPr/>
            </p:nvSpPr>
            <p:spPr bwMode="auto">
              <a:xfrm>
                <a:off x="578" y="3130"/>
                <a:ext cx="489"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680" name="Line 193">
                <a:extLst>
                  <a:ext uri="{FF2B5EF4-FFF2-40B4-BE49-F238E27FC236}">
                    <a16:creationId xmlns:a16="http://schemas.microsoft.com/office/drawing/2014/main" id="{4FC79998-5D20-F94B-94C6-EBEBEE39CF61}"/>
                  </a:ext>
                </a:extLst>
              </p:cNvPr>
              <p:cNvSpPr>
                <a:spLocks noChangeShapeType="1"/>
              </p:cNvSpPr>
              <p:nvPr/>
            </p:nvSpPr>
            <p:spPr bwMode="auto">
              <a:xfrm>
                <a:off x="575" y="3289"/>
                <a:ext cx="489"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681" name="Line 194">
                <a:extLst>
                  <a:ext uri="{FF2B5EF4-FFF2-40B4-BE49-F238E27FC236}">
                    <a16:creationId xmlns:a16="http://schemas.microsoft.com/office/drawing/2014/main" id="{7C075311-BBA4-5843-8E33-8C979CED9609}"/>
                  </a:ext>
                </a:extLst>
              </p:cNvPr>
              <p:cNvSpPr>
                <a:spLocks noChangeShapeType="1"/>
              </p:cNvSpPr>
              <p:nvPr/>
            </p:nvSpPr>
            <p:spPr bwMode="auto">
              <a:xfrm>
                <a:off x="572" y="3448"/>
                <a:ext cx="489"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682" name="Line 195">
                <a:extLst>
                  <a:ext uri="{FF2B5EF4-FFF2-40B4-BE49-F238E27FC236}">
                    <a16:creationId xmlns:a16="http://schemas.microsoft.com/office/drawing/2014/main" id="{BF18DFB8-D1BE-E041-A803-4A29C63E135C}"/>
                  </a:ext>
                </a:extLst>
              </p:cNvPr>
              <p:cNvSpPr>
                <a:spLocks noChangeShapeType="1"/>
              </p:cNvSpPr>
              <p:nvPr/>
            </p:nvSpPr>
            <p:spPr bwMode="auto">
              <a:xfrm>
                <a:off x="569" y="3607"/>
                <a:ext cx="489"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grpSp>
      <p:grpSp>
        <p:nvGrpSpPr>
          <p:cNvPr id="683" name="Group 196">
            <a:extLst>
              <a:ext uri="{FF2B5EF4-FFF2-40B4-BE49-F238E27FC236}">
                <a16:creationId xmlns:a16="http://schemas.microsoft.com/office/drawing/2014/main" id="{7BA78456-746C-CE4E-A8FB-AF29B4878EAE}"/>
              </a:ext>
            </a:extLst>
          </p:cNvPr>
          <p:cNvGrpSpPr>
            <a:grpSpLocks/>
          </p:cNvGrpSpPr>
          <p:nvPr/>
        </p:nvGrpSpPr>
        <p:grpSpPr bwMode="auto">
          <a:xfrm>
            <a:off x="4711442" y="1600792"/>
            <a:ext cx="1081087" cy="1217613"/>
            <a:chOff x="1404" y="3105"/>
            <a:chExt cx="681" cy="767"/>
          </a:xfrm>
        </p:grpSpPr>
        <p:grpSp>
          <p:nvGrpSpPr>
            <p:cNvPr id="684" name="Group 197">
              <a:extLst>
                <a:ext uri="{FF2B5EF4-FFF2-40B4-BE49-F238E27FC236}">
                  <a16:creationId xmlns:a16="http://schemas.microsoft.com/office/drawing/2014/main" id="{EB43FE30-2E4F-284B-84EC-888E4698531E}"/>
                </a:ext>
              </a:extLst>
            </p:cNvPr>
            <p:cNvGrpSpPr>
              <a:grpSpLocks/>
            </p:cNvGrpSpPr>
            <p:nvPr/>
          </p:nvGrpSpPr>
          <p:grpSpPr bwMode="auto">
            <a:xfrm>
              <a:off x="1404" y="3355"/>
              <a:ext cx="681" cy="468"/>
              <a:chOff x="42" y="886"/>
              <a:chExt cx="681" cy="468"/>
            </a:xfrm>
          </p:grpSpPr>
          <p:grpSp>
            <p:nvGrpSpPr>
              <p:cNvPr id="689" name="Group 198">
                <a:extLst>
                  <a:ext uri="{FF2B5EF4-FFF2-40B4-BE49-F238E27FC236}">
                    <a16:creationId xmlns:a16="http://schemas.microsoft.com/office/drawing/2014/main" id="{ECA7DA69-5BBB-A046-A422-FA189BF9E68A}"/>
                  </a:ext>
                </a:extLst>
              </p:cNvPr>
              <p:cNvGrpSpPr>
                <a:grpSpLocks/>
              </p:cNvGrpSpPr>
              <p:nvPr/>
            </p:nvGrpSpPr>
            <p:grpSpPr bwMode="auto">
              <a:xfrm>
                <a:off x="278" y="886"/>
                <a:ext cx="354" cy="154"/>
                <a:chOff x="740" y="3209"/>
                <a:chExt cx="354" cy="154"/>
              </a:xfrm>
            </p:grpSpPr>
            <p:grpSp>
              <p:nvGrpSpPr>
                <p:cNvPr id="714" name="Group 199">
                  <a:extLst>
                    <a:ext uri="{FF2B5EF4-FFF2-40B4-BE49-F238E27FC236}">
                      <a16:creationId xmlns:a16="http://schemas.microsoft.com/office/drawing/2014/main" id="{932D35F8-BEDB-1844-B106-804B50CBECB5}"/>
                    </a:ext>
                  </a:extLst>
                </p:cNvPr>
                <p:cNvGrpSpPr>
                  <a:grpSpLocks/>
                </p:cNvGrpSpPr>
                <p:nvPr/>
              </p:nvGrpSpPr>
              <p:grpSpPr bwMode="auto">
                <a:xfrm>
                  <a:off x="794" y="3209"/>
                  <a:ext cx="290" cy="154"/>
                  <a:chOff x="844" y="3337"/>
                  <a:chExt cx="290" cy="154"/>
                </a:xfrm>
              </p:grpSpPr>
              <p:sp>
                <p:nvSpPr>
                  <p:cNvPr id="717" name="Rectangle 200">
                    <a:extLst>
                      <a:ext uri="{FF2B5EF4-FFF2-40B4-BE49-F238E27FC236}">
                        <a16:creationId xmlns:a16="http://schemas.microsoft.com/office/drawing/2014/main" id="{D685F722-E345-AA41-8A63-787012D34B44}"/>
                      </a:ext>
                    </a:extLst>
                  </p:cNvPr>
                  <p:cNvSpPr>
                    <a:spLocks noChangeArrowheads="1"/>
                  </p:cNvSpPr>
                  <p:nvPr/>
                </p:nvSpPr>
                <p:spPr bwMode="auto">
                  <a:xfrm>
                    <a:off x="889" y="3370"/>
                    <a:ext cx="245" cy="86"/>
                  </a:xfrm>
                  <a:prstGeom prst="rect">
                    <a:avLst/>
                  </a:prstGeom>
                  <a:solidFill>
                    <a:srgbClr val="FF0000"/>
                  </a:solidFill>
                  <a:ln w="9525">
                    <a:solidFill>
                      <a:srgbClr val="FFFFFF"/>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718" name="Text Box 201">
                    <a:extLst>
                      <a:ext uri="{FF2B5EF4-FFF2-40B4-BE49-F238E27FC236}">
                        <a16:creationId xmlns:a16="http://schemas.microsoft.com/office/drawing/2014/main" id="{ABA1ADB3-7EDA-D641-B2AE-3069634DA2AD}"/>
                      </a:ext>
                    </a:extLst>
                  </p:cNvPr>
                  <p:cNvSpPr txBox="1">
                    <a:spLocks noChangeArrowheads="1"/>
                  </p:cNvSpPr>
                  <p:nvPr/>
                </p:nvSpPr>
                <p:spPr bwMode="auto">
                  <a:xfrm>
                    <a:off x="844" y="3337"/>
                    <a:ext cx="285" cy="1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srgbClr val="FFFFFF"/>
                        </a:solidFill>
                        <a:effectLst/>
                        <a:uLnTx/>
                        <a:uFillTx/>
                        <a:latin typeface="Arial" charset="0"/>
                        <a:ea typeface="ＭＳ Ｐゴシック" charset="0"/>
                      </a:rPr>
                      <a:t>DNS</a:t>
                    </a:r>
                  </a:p>
                </p:txBody>
              </p:sp>
            </p:grpSp>
            <p:sp>
              <p:nvSpPr>
                <p:cNvPr id="715" name="Rectangle 202">
                  <a:extLst>
                    <a:ext uri="{FF2B5EF4-FFF2-40B4-BE49-F238E27FC236}">
                      <a16:creationId xmlns:a16="http://schemas.microsoft.com/office/drawing/2014/main" id="{46765DC8-A2C9-9E4A-B7A9-218058CA8DC5}"/>
                    </a:ext>
                  </a:extLst>
                </p:cNvPr>
                <p:cNvSpPr>
                  <a:spLocks noChangeArrowheads="1"/>
                </p:cNvSpPr>
                <p:nvPr/>
              </p:nvSpPr>
              <p:spPr bwMode="auto">
                <a:xfrm>
                  <a:off x="750" y="3244"/>
                  <a:ext cx="88" cy="82"/>
                </a:xfrm>
                <a:prstGeom prst="rect">
                  <a:avLst/>
                </a:prstGeom>
                <a:solidFill>
                  <a:srgbClr val="00CC99"/>
                </a:solidFill>
                <a:ln w="9525">
                  <a:solidFill>
                    <a:srgbClr val="FFFFFF"/>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716" name="Rectangle 203">
                  <a:extLst>
                    <a:ext uri="{FF2B5EF4-FFF2-40B4-BE49-F238E27FC236}">
                      <a16:creationId xmlns:a16="http://schemas.microsoft.com/office/drawing/2014/main" id="{CAAAD386-0C50-F945-B03D-048CA16D7792}"/>
                    </a:ext>
                  </a:extLst>
                </p:cNvPr>
                <p:cNvSpPr>
                  <a:spLocks noChangeArrowheads="1"/>
                </p:cNvSpPr>
                <p:nvPr/>
              </p:nvSpPr>
              <p:spPr bwMode="auto">
                <a:xfrm>
                  <a:off x="740" y="3238"/>
                  <a:ext cx="354" cy="94"/>
                </a:xfrm>
                <a:prstGeom prst="rect">
                  <a:avLst/>
                </a:prstGeom>
                <a:noFill/>
                <a:ln w="9525">
                  <a:solidFill>
                    <a:srgbClr val="00CC99"/>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grpSp>
            <p:nvGrpSpPr>
              <p:cNvPr id="690" name="Group 204">
                <a:extLst>
                  <a:ext uri="{FF2B5EF4-FFF2-40B4-BE49-F238E27FC236}">
                    <a16:creationId xmlns:a16="http://schemas.microsoft.com/office/drawing/2014/main" id="{25BAA23E-EA3F-0F4C-A11D-B93B5829C52B}"/>
                  </a:ext>
                </a:extLst>
              </p:cNvPr>
              <p:cNvGrpSpPr>
                <a:grpSpLocks/>
              </p:cNvGrpSpPr>
              <p:nvPr/>
            </p:nvGrpSpPr>
            <p:grpSpPr bwMode="auto">
              <a:xfrm>
                <a:off x="278" y="1034"/>
                <a:ext cx="354" cy="154"/>
                <a:chOff x="836" y="3305"/>
                <a:chExt cx="354" cy="154"/>
              </a:xfrm>
            </p:grpSpPr>
            <p:grpSp>
              <p:nvGrpSpPr>
                <p:cNvPr id="708" name="Group 205">
                  <a:extLst>
                    <a:ext uri="{FF2B5EF4-FFF2-40B4-BE49-F238E27FC236}">
                      <a16:creationId xmlns:a16="http://schemas.microsoft.com/office/drawing/2014/main" id="{373C402E-6ACA-8E47-B786-CE64B796CE3F}"/>
                    </a:ext>
                  </a:extLst>
                </p:cNvPr>
                <p:cNvGrpSpPr>
                  <a:grpSpLocks/>
                </p:cNvGrpSpPr>
                <p:nvPr/>
              </p:nvGrpSpPr>
              <p:grpSpPr bwMode="auto">
                <a:xfrm>
                  <a:off x="890" y="3305"/>
                  <a:ext cx="290" cy="154"/>
                  <a:chOff x="844" y="3337"/>
                  <a:chExt cx="290" cy="154"/>
                </a:xfrm>
              </p:grpSpPr>
              <p:sp>
                <p:nvSpPr>
                  <p:cNvPr id="712" name="Rectangle 206">
                    <a:extLst>
                      <a:ext uri="{FF2B5EF4-FFF2-40B4-BE49-F238E27FC236}">
                        <a16:creationId xmlns:a16="http://schemas.microsoft.com/office/drawing/2014/main" id="{B51D004E-AE15-F64F-B261-E1ECCF0AAAC5}"/>
                      </a:ext>
                    </a:extLst>
                  </p:cNvPr>
                  <p:cNvSpPr>
                    <a:spLocks noChangeArrowheads="1"/>
                  </p:cNvSpPr>
                  <p:nvPr/>
                </p:nvSpPr>
                <p:spPr bwMode="auto">
                  <a:xfrm>
                    <a:off x="889" y="3370"/>
                    <a:ext cx="245" cy="86"/>
                  </a:xfrm>
                  <a:prstGeom prst="rect">
                    <a:avLst/>
                  </a:prstGeom>
                  <a:solidFill>
                    <a:srgbClr val="FF0000"/>
                  </a:solidFill>
                  <a:ln w="9525">
                    <a:solidFill>
                      <a:srgbClr val="FFFFFF"/>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713" name="Text Box 207">
                    <a:extLst>
                      <a:ext uri="{FF2B5EF4-FFF2-40B4-BE49-F238E27FC236}">
                        <a16:creationId xmlns:a16="http://schemas.microsoft.com/office/drawing/2014/main" id="{3C6E7598-D15F-BA43-B537-042BE31648A0}"/>
                      </a:ext>
                    </a:extLst>
                  </p:cNvPr>
                  <p:cNvSpPr txBox="1">
                    <a:spLocks noChangeArrowheads="1"/>
                  </p:cNvSpPr>
                  <p:nvPr/>
                </p:nvSpPr>
                <p:spPr bwMode="auto">
                  <a:xfrm>
                    <a:off x="844" y="3337"/>
                    <a:ext cx="285" cy="1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srgbClr val="FFFFFF"/>
                        </a:solidFill>
                        <a:effectLst/>
                        <a:uLnTx/>
                        <a:uFillTx/>
                        <a:latin typeface="Arial" charset="0"/>
                        <a:ea typeface="ＭＳ Ｐゴシック" charset="0"/>
                      </a:rPr>
                      <a:t>DNS</a:t>
                    </a:r>
                  </a:p>
                </p:txBody>
              </p:sp>
            </p:grpSp>
            <p:grpSp>
              <p:nvGrpSpPr>
                <p:cNvPr id="709" name="Group 208">
                  <a:extLst>
                    <a:ext uri="{FF2B5EF4-FFF2-40B4-BE49-F238E27FC236}">
                      <a16:creationId xmlns:a16="http://schemas.microsoft.com/office/drawing/2014/main" id="{29BF291F-B4D5-1D4C-913D-86A482741F09}"/>
                    </a:ext>
                  </a:extLst>
                </p:cNvPr>
                <p:cNvGrpSpPr>
                  <a:grpSpLocks/>
                </p:cNvGrpSpPr>
                <p:nvPr/>
              </p:nvGrpSpPr>
              <p:grpSpPr bwMode="auto">
                <a:xfrm>
                  <a:off x="836" y="3334"/>
                  <a:ext cx="354" cy="94"/>
                  <a:chOff x="836" y="3334"/>
                  <a:chExt cx="354" cy="94"/>
                </a:xfrm>
              </p:grpSpPr>
              <p:sp>
                <p:nvSpPr>
                  <p:cNvPr id="710" name="Rectangle 209">
                    <a:extLst>
                      <a:ext uri="{FF2B5EF4-FFF2-40B4-BE49-F238E27FC236}">
                        <a16:creationId xmlns:a16="http://schemas.microsoft.com/office/drawing/2014/main" id="{61FBF84B-CE50-B643-AE79-9D89AE733F9A}"/>
                      </a:ext>
                    </a:extLst>
                  </p:cNvPr>
                  <p:cNvSpPr>
                    <a:spLocks noChangeArrowheads="1"/>
                  </p:cNvSpPr>
                  <p:nvPr/>
                </p:nvSpPr>
                <p:spPr bwMode="auto">
                  <a:xfrm>
                    <a:off x="846" y="3340"/>
                    <a:ext cx="88" cy="82"/>
                  </a:xfrm>
                  <a:prstGeom prst="rect">
                    <a:avLst/>
                  </a:prstGeom>
                  <a:solidFill>
                    <a:srgbClr val="00CC99"/>
                  </a:solidFill>
                  <a:ln w="9525">
                    <a:solidFill>
                      <a:srgbClr val="FFFFFF"/>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711" name="Rectangle 210">
                    <a:extLst>
                      <a:ext uri="{FF2B5EF4-FFF2-40B4-BE49-F238E27FC236}">
                        <a16:creationId xmlns:a16="http://schemas.microsoft.com/office/drawing/2014/main" id="{E5121B12-FBF0-4342-BF6D-87B9B283F26E}"/>
                      </a:ext>
                    </a:extLst>
                  </p:cNvPr>
                  <p:cNvSpPr>
                    <a:spLocks noChangeArrowheads="1"/>
                  </p:cNvSpPr>
                  <p:nvPr/>
                </p:nvSpPr>
                <p:spPr bwMode="auto">
                  <a:xfrm>
                    <a:off x="836" y="3334"/>
                    <a:ext cx="354" cy="94"/>
                  </a:xfrm>
                  <a:prstGeom prst="rect">
                    <a:avLst/>
                  </a:prstGeom>
                  <a:noFill/>
                  <a:ln w="9525">
                    <a:solidFill>
                      <a:srgbClr val="00CC99"/>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grpSp>
          <p:grpSp>
            <p:nvGrpSpPr>
              <p:cNvPr id="691" name="Group 211">
                <a:extLst>
                  <a:ext uri="{FF2B5EF4-FFF2-40B4-BE49-F238E27FC236}">
                    <a16:creationId xmlns:a16="http://schemas.microsoft.com/office/drawing/2014/main" id="{B0E7ACA9-2CF6-1243-9F9A-0D709EE0700A}"/>
                  </a:ext>
                </a:extLst>
              </p:cNvPr>
              <p:cNvGrpSpPr>
                <a:grpSpLocks/>
              </p:cNvGrpSpPr>
              <p:nvPr/>
            </p:nvGrpSpPr>
            <p:grpSpPr bwMode="auto">
              <a:xfrm>
                <a:off x="165" y="1054"/>
                <a:ext cx="480" cy="112"/>
                <a:chOff x="627" y="3377"/>
                <a:chExt cx="480" cy="112"/>
              </a:xfrm>
            </p:grpSpPr>
            <p:sp>
              <p:nvSpPr>
                <p:cNvPr id="706" name="Rectangle 212">
                  <a:extLst>
                    <a:ext uri="{FF2B5EF4-FFF2-40B4-BE49-F238E27FC236}">
                      <a16:creationId xmlns:a16="http://schemas.microsoft.com/office/drawing/2014/main" id="{CB0204CB-AB58-C940-B731-04091AC260E3}"/>
                    </a:ext>
                  </a:extLst>
                </p:cNvPr>
                <p:cNvSpPr>
                  <a:spLocks noChangeArrowheads="1"/>
                </p:cNvSpPr>
                <p:nvPr/>
              </p:nvSpPr>
              <p:spPr bwMode="auto">
                <a:xfrm>
                  <a:off x="636" y="3388"/>
                  <a:ext cx="96" cy="93"/>
                </a:xfrm>
                <a:prstGeom prst="rect">
                  <a:avLst/>
                </a:prstGeom>
                <a:solidFill>
                  <a:srgbClr val="3333CC"/>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707" name="Rectangle 213">
                  <a:extLst>
                    <a:ext uri="{FF2B5EF4-FFF2-40B4-BE49-F238E27FC236}">
                      <a16:creationId xmlns:a16="http://schemas.microsoft.com/office/drawing/2014/main" id="{0B38DAE2-5553-E244-8B07-8FC2A67359E9}"/>
                    </a:ext>
                  </a:extLst>
                </p:cNvPr>
                <p:cNvSpPr>
                  <a:spLocks noChangeArrowheads="1"/>
                </p:cNvSpPr>
                <p:nvPr/>
              </p:nvSpPr>
              <p:spPr bwMode="auto">
                <a:xfrm>
                  <a:off x="627" y="3377"/>
                  <a:ext cx="480" cy="112"/>
                </a:xfrm>
                <a:prstGeom prst="rect">
                  <a:avLst/>
                </a:prstGeom>
                <a:noFill/>
                <a:ln w="9525">
                  <a:solidFill>
                    <a:srgbClr val="3333CC"/>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grpSp>
            <p:nvGrpSpPr>
              <p:cNvPr id="692" name="Group 214">
                <a:extLst>
                  <a:ext uri="{FF2B5EF4-FFF2-40B4-BE49-F238E27FC236}">
                    <a16:creationId xmlns:a16="http://schemas.microsoft.com/office/drawing/2014/main" id="{4A68C375-1CEB-0845-95BA-B239F6E62260}"/>
                  </a:ext>
                </a:extLst>
              </p:cNvPr>
              <p:cNvGrpSpPr>
                <a:grpSpLocks/>
              </p:cNvGrpSpPr>
              <p:nvPr/>
            </p:nvGrpSpPr>
            <p:grpSpPr bwMode="auto">
              <a:xfrm>
                <a:off x="42" y="1200"/>
                <a:ext cx="681" cy="154"/>
                <a:chOff x="504" y="3523"/>
                <a:chExt cx="681" cy="154"/>
              </a:xfrm>
            </p:grpSpPr>
            <p:grpSp>
              <p:nvGrpSpPr>
                <p:cNvPr id="693" name="Group 215">
                  <a:extLst>
                    <a:ext uri="{FF2B5EF4-FFF2-40B4-BE49-F238E27FC236}">
                      <a16:creationId xmlns:a16="http://schemas.microsoft.com/office/drawing/2014/main" id="{9E6C3DE1-7976-6F45-8A25-72AB746BD473}"/>
                    </a:ext>
                  </a:extLst>
                </p:cNvPr>
                <p:cNvGrpSpPr>
                  <a:grpSpLocks/>
                </p:cNvGrpSpPr>
                <p:nvPr/>
              </p:nvGrpSpPr>
              <p:grpSpPr bwMode="auto">
                <a:xfrm>
                  <a:off x="623" y="3523"/>
                  <a:ext cx="480" cy="154"/>
                  <a:chOff x="723" y="3453"/>
                  <a:chExt cx="480" cy="154"/>
                </a:xfrm>
              </p:grpSpPr>
              <p:grpSp>
                <p:nvGrpSpPr>
                  <p:cNvPr id="697" name="Group 216">
                    <a:extLst>
                      <a:ext uri="{FF2B5EF4-FFF2-40B4-BE49-F238E27FC236}">
                        <a16:creationId xmlns:a16="http://schemas.microsoft.com/office/drawing/2014/main" id="{CCA61FE2-639D-B541-A0E1-D867961882D7}"/>
                      </a:ext>
                    </a:extLst>
                  </p:cNvPr>
                  <p:cNvGrpSpPr>
                    <a:grpSpLocks/>
                  </p:cNvGrpSpPr>
                  <p:nvPr/>
                </p:nvGrpSpPr>
                <p:grpSpPr bwMode="auto">
                  <a:xfrm>
                    <a:off x="836" y="3453"/>
                    <a:ext cx="354" cy="154"/>
                    <a:chOff x="836" y="3305"/>
                    <a:chExt cx="354" cy="154"/>
                  </a:xfrm>
                </p:grpSpPr>
                <p:grpSp>
                  <p:nvGrpSpPr>
                    <p:cNvPr id="700" name="Group 217">
                      <a:extLst>
                        <a:ext uri="{FF2B5EF4-FFF2-40B4-BE49-F238E27FC236}">
                          <a16:creationId xmlns:a16="http://schemas.microsoft.com/office/drawing/2014/main" id="{5E34812B-E977-C349-A338-24FA55985209}"/>
                        </a:ext>
                      </a:extLst>
                    </p:cNvPr>
                    <p:cNvGrpSpPr>
                      <a:grpSpLocks/>
                    </p:cNvGrpSpPr>
                    <p:nvPr/>
                  </p:nvGrpSpPr>
                  <p:grpSpPr bwMode="auto">
                    <a:xfrm>
                      <a:off x="890" y="3305"/>
                      <a:ext cx="290" cy="154"/>
                      <a:chOff x="844" y="3337"/>
                      <a:chExt cx="290" cy="154"/>
                    </a:xfrm>
                  </p:grpSpPr>
                  <p:sp>
                    <p:nvSpPr>
                      <p:cNvPr id="704" name="Rectangle 218">
                        <a:extLst>
                          <a:ext uri="{FF2B5EF4-FFF2-40B4-BE49-F238E27FC236}">
                            <a16:creationId xmlns:a16="http://schemas.microsoft.com/office/drawing/2014/main" id="{D0619781-83D7-AA45-8ACB-511E9E48B73A}"/>
                          </a:ext>
                        </a:extLst>
                      </p:cNvPr>
                      <p:cNvSpPr>
                        <a:spLocks noChangeArrowheads="1"/>
                      </p:cNvSpPr>
                      <p:nvPr/>
                    </p:nvSpPr>
                    <p:spPr bwMode="auto">
                      <a:xfrm>
                        <a:off x="889" y="3370"/>
                        <a:ext cx="245" cy="86"/>
                      </a:xfrm>
                      <a:prstGeom prst="rect">
                        <a:avLst/>
                      </a:prstGeom>
                      <a:solidFill>
                        <a:srgbClr val="FF0000"/>
                      </a:solidFill>
                      <a:ln w="9525">
                        <a:solidFill>
                          <a:srgbClr val="FFFFFF"/>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705" name="Text Box 219">
                        <a:extLst>
                          <a:ext uri="{FF2B5EF4-FFF2-40B4-BE49-F238E27FC236}">
                            <a16:creationId xmlns:a16="http://schemas.microsoft.com/office/drawing/2014/main" id="{E98FBF2F-723D-B747-8B9B-86363B2AC118}"/>
                          </a:ext>
                        </a:extLst>
                      </p:cNvPr>
                      <p:cNvSpPr txBox="1">
                        <a:spLocks noChangeArrowheads="1"/>
                      </p:cNvSpPr>
                      <p:nvPr/>
                    </p:nvSpPr>
                    <p:spPr bwMode="auto">
                      <a:xfrm>
                        <a:off x="844" y="3337"/>
                        <a:ext cx="285" cy="1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srgbClr val="FFFFFF"/>
                            </a:solidFill>
                            <a:effectLst/>
                            <a:uLnTx/>
                            <a:uFillTx/>
                            <a:latin typeface="Arial" charset="0"/>
                            <a:ea typeface="ＭＳ Ｐゴシック" charset="0"/>
                          </a:rPr>
                          <a:t>DNS</a:t>
                        </a:r>
                      </a:p>
                    </p:txBody>
                  </p:sp>
                </p:grpSp>
                <p:grpSp>
                  <p:nvGrpSpPr>
                    <p:cNvPr id="701" name="Group 220">
                      <a:extLst>
                        <a:ext uri="{FF2B5EF4-FFF2-40B4-BE49-F238E27FC236}">
                          <a16:creationId xmlns:a16="http://schemas.microsoft.com/office/drawing/2014/main" id="{831B80DD-C2F6-264E-98EA-E1865CB81EDC}"/>
                        </a:ext>
                      </a:extLst>
                    </p:cNvPr>
                    <p:cNvGrpSpPr>
                      <a:grpSpLocks/>
                    </p:cNvGrpSpPr>
                    <p:nvPr/>
                  </p:nvGrpSpPr>
                  <p:grpSpPr bwMode="auto">
                    <a:xfrm>
                      <a:off x="836" y="3334"/>
                      <a:ext cx="354" cy="94"/>
                      <a:chOff x="836" y="3334"/>
                      <a:chExt cx="354" cy="94"/>
                    </a:xfrm>
                  </p:grpSpPr>
                  <p:sp>
                    <p:nvSpPr>
                      <p:cNvPr id="702" name="Rectangle 221">
                        <a:extLst>
                          <a:ext uri="{FF2B5EF4-FFF2-40B4-BE49-F238E27FC236}">
                            <a16:creationId xmlns:a16="http://schemas.microsoft.com/office/drawing/2014/main" id="{8EA783A9-E38D-4042-9805-1ECF12F5B742}"/>
                          </a:ext>
                        </a:extLst>
                      </p:cNvPr>
                      <p:cNvSpPr>
                        <a:spLocks noChangeArrowheads="1"/>
                      </p:cNvSpPr>
                      <p:nvPr/>
                    </p:nvSpPr>
                    <p:spPr bwMode="auto">
                      <a:xfrm>
                        <a:off x="846" y="3340"/>
                        <a:ext cx="88" cy="82"/>
                      </a:xfrm>
                      <a:prstGeom prst="rect">
                        <a:avLst/>
                      </a:prstGeom>
                      <a:solidFill>
                        <a:srgbClr val="00CC99"/>
                      </a:solidFill>
                      <a:ln w="9525">
                        <a:solidFill>
                          <a:srgbClr val="FFFFFF"/>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703" name="Rectangle 222">
                        <a:extLst>
                          <a:ext uri="{FF2B5EF4-FFF2-40B4-BE49-F238E27FC236}">
                            <a16:creationId xmlns:a16="http://schemas.microsoft.com/office/drawing/2014/main" id="{8711C814-64CC-D441-8472-85CBD1B30A7A}"/>
                          </a:ext>
                        </a:extLst>
                      </p:cNvPr>
                      <p:cNvSpPr>
                        <a:spLocks noChangeArrowheads="1"/>
                      </p:cNvSpPr>
                      <p:nvPr/>
                    </p:nvSpPr>
                    <p:spPr bwMode="auto">
                      <a:xfrm>
                        <a:off x="836" y="3334"/>
                        <a:ext cx="354" cy="94"/>
                      </a:xfrm>
                      <a:prstGeom prst="rect">
                        <a:avLst/>
                      </a:prstGeom>
                      <a:noFill/>
                      <a:ln w="9525">
                        <a:solidFill>
                          <a:srgbClr val="00CC99"/>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grpSp>
              <p:sp>
                <p:nvSpPr>
                  <p:cNvPr id="698" name="Rectangle 223">
                    <a:extLst>
                      <a:ext uri="{FF2B5EF4-FFF2-40B4-BE49-F238E27FC236}">
                        <a16:creationId xmlns:a16="http://schemas.microsoft.com/office/drawing/2014/main" id="{2A58AC39-92ED-B846-A308-8A8B1485C7A5}"/>
                      </a:ext>
                    </a:extLst>
                  </p:cNvPr>
                  <p:cNvSpPr>
                    <a:spLocks noChangeArrowheads="1"/>
                  </p:cNvSpPr>
                  <p:nvPr/>
                </p:nvSpPr>
                <p:spPr bwMode="auto">
                  <a:xfrm>
                    <a:off x="732" y="3484"/>
                    <a:ext cx="96" cy="93"/>
                  </a:xfrm>
                  <a:prstGeom prst="rect">
                    <a:avLst/>
                  </a:prstGeom>
                  <a:solidFill>
                    <a:srgbClr val="3333CC"/>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699" name="Rectangle 224">
                    <a:extLst>
                      <a:ext uri="{FF2B5EF4-FFF2-40B4-BE49-F238E27FC236}">
                        <a16:creationId xmlns:a16="http://schemas.microsoft.com/office/drawing/2014/main" id="{A393CD03-293E-A74B-B8CE-1F9571B66F8D}"/>
                      </a:ext>
                    </a:extLst>
                  </p:cNvPr>
                  <p:cNvSpPr>
                    <a:spLocks noChangeArrowheads="1"/>
                  </p:cNvSpPr>
                  <p:nvPr/>
                </p:nvSpPr>
                <p:spPr bwMode="auto">
                  <a:xfrm>
                    <a:off x="723" y="3473"/>
                    <a:ext cx="480" cy="112"/>
                  </a:xfrm>
                  <a:prstGeom prst="rect">
                    <a:avLst/>
                  </a:prstGeom>
                  <a:noFill/>
                  <a:ln w="9525">
                    <a:solidFill>
                      <a:srgbClr val="3333CC"/>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sp>
              <p:nvSpPr>
                <p:cNvPr id="694" name="Rectangle 225">
                  <a:extLst>
                    <a:ext uri="{FF2B5EF4-FFF2-40B4-BE49-F238E27FC236}">
                      <a16:creationId xmlns:a16="http://schemas.microsoft.com/office/drawing/2014/main" id="{77E35D46-4F7B-6745-AE76-82EF8774B936}"/>
                    </a:ext>
                  </a:extLst>
                </p:cNvPr>
                <p:cNvSpPr>
                  <a:spLocks noChangeArrowheads="1"/>
                </p:cNvSpPr>
                <p:nvPr/>
              </p:nvSpPr>
              <p:spPr bwMode="auto">
                <a:xfrm>
                  <a:off x="517" y="3545"/>
                  <a:ext cx="94" cy="108"/>
                </a:xfrm>
                <a:prstGeom prst="rect">
                  <a:avLst/>
                </a:prstGeom>
                <a:solidFill>
                  <a:srgbClr val="000000"/>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695" name="Rectangle 226">
                  <a:extLst>
                    <a:ext uri="{FF2B5EF4-FFF2-40B4-BE49-F238E27FC236}">
                      <a16:creationId xmlns:a16="http://schemas.microsoft.com/office/drawing/2014/main" id="{326A96ED-AB23-384C-A796-7D2AB9337D69}"/>
                    </a:ext>
                  </a:extLst>
                </p:cNvPr>
                <p:cNvSpPr>
                  <a:spLocks noChangeArrowheads="1"/>
                </p:cNvSpPr>
                <p:nvPr/>
              </p:nvSpPr>
              <p:spPr bwMode="auto">
                <a:xfrm>
                  <a:off x="1115" y="3544"/>
                  <a:ext cx="60" cy="108"/>
                </a:xfrm>
                <a:prstGeom prst="rect">
                  <a:avLst/>
                </a:prstGeom>
                <a:solidFill>
                  <a:srgbClr val="000000"/>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696" name="Rectangle 227">
                  <a:extLst>
                    <a:ext uri="{FF2B5EF4-FFF2-40B4-BE49-F238E27FC236}">
                      <a16:creationId xmlns:a16="http://schemas.microsoft.com/office/drawing/2014/main" id="{FEDE95BD-327A-B34F-A164-D7395B700F72}"/>
                    </a:ext>
                  </a:extLst>
                </p:cNvPr>
                <p:cNvSpPr>
                  <a:spLocks noChangeArrowheads="1"/>
                </p:cNvSpPr>
                <p:nvPr/>
              </p:nvSpPr>
              <p:spPr bwMode="auto">
                <a:xfrm>
                  <a:off x="504" y="3529"/>
                  <a:ext cx="681" cy="138"/>
                </a:xfrm>
                <a:prstGeom prst="rect">
                  <a:avLst/>
                </a:prstGeom>
                <a:noFill/>
                <a:ln w="9525">
                  <a:solidFill>
                    <a:srgbClr val="000000"/>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grpSp>
        <p:sp>
          <p:nvSpPr>
            <p:cNvPr id="685" name="AutoShape 228">
              <a:extLst>
                <a:ext uri="{FF2B5EF4-FFF2-40B4-BE49-F238E27FC236}">
                  <a16:creationId xmlns:a16="http://schemas.microsoft.com/office/drawing/2014/main" id="{7E540946-B645-6F49-8239-C8D7D6C5839E}"/>
                </a:ext>
              </a:extLst>
            </p:cNvPr>
            <p:cNvSpPr>
              <a:spLocks noChangeArrowheads="1"/>
            </p:cNvSpPr>
            <p:nvPr/>
          </p:nvSpPr>
          <p:spPr bwMode="auto">
            <a:xfrm rot="10800000">
              <a:off x="1727" y="3105"/>
              <a:ext cx="240" cy="767"/>
            </a:xfrm>
            <a:prstGeom prst="downArrow">
              <a:avLst>
                <a:gd name="adj1" fmla="val 54167"/>
                <a:gd name="adj2" fmla="val 51311"/>
              </a:avLst>
            </a:prstGeom>
            <a:gradFill rotWithShape="1">
              <a:gsLst>
                <a:gs pos="0">
                  <a:srgbClr val="FF0000">
                    <a:alpha val="25000"/>
                  </a:srgbClr>
                </a:gs>
                <a:gs pos="100000">
                  <a:srgbClr val="FF0000">
                    <a:alpha val="25000"/>
                  </a:srgbClr>
                </a:gs>
              </a:gsLst>
              <a:lin ang="540000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nvGrpSpPr>
            <p:cNvPr id="686" name="Group 229">
              <a:extLst>
                <a:ext uri="{FF2B5EF4-FFF2-40B4-BE49-F238E27FC236}">
                  <a16:creationId xmlns:a16="http://schemas.microsoft.com/office/drawing/2014/main" id="{6BA61DA2-A413-E44B-AEFA-AA547DAB252D}"/>
                </a:ext>
              </a:extLst>
            </p:cNvPr>
            <p:cNvGrpSpPr>
              <a:grpSpLocks/>
            </p:cNvGrpSpPr>
            <p:nvPr/>
          </p:nvGrpSpPr>
          <p:grpSpPr bwMode="auto">
            <a:xfrm>
              <a:off x="1695" y="3227"/>
              <a:ext cx="290" cy="154"/>
              <a:chOff x="844" y="3337"/>
              <a:chExt cx="290" cy="154"/>
            </a:xfrm>
          </p:grpSpPr>
          <p:sp>
            <p:nvSpPr>
              <p:cNvPr id="687" name="Rectangle 230">
                <a:extLst>
                  <a:ext uri="{FF2B5EF4-FFF2-40B4-BE49-F238E27FC236}">
                    <a16:creationId xmlns:a16="http://schemas.microsoft.com/office/drawing/2014/main" id="{4298490A-8079-374C-9608-987C5F6BA4A6}"/>
                  </a:ext>
                </a:extLst>
              </p:cNvPr>
              <p:cNvSpPr>
                <a:spLocks noChangeArrowheads="1"/>
              </p:cNvSpPr>
              <p:nvPr/>
            </p:nvSpPr>
            <p:spPr bwMode="auto">
              <a:xfrm>
                <a:off x="889" y="3370"/>
                <a:ext cx="245" cy="86"/>
              </a:xfrm>
              <a:prstGeom prst="rect">
                <a:avLst/>
              </a:prstGeom>
              <a:solidFill>
                <a:srgbClr val="FF0000"/>
              </a:solidFill>
              <a:ln w="9525">
                <a:solidFill>
                  <a:srgbClr val="FFFFFF"/>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688" name="Text Box 231">
                <a:extLst>
                  <a:ext uri="{FF2B5EF4-FFF2-40B4-BE49-F238E27FC236}">
                    <a16:creationId xmlns:a16="http://schemas.microsoft.com/office/drawing/2014/main" id="{DFCFF247-06AF-C44C-8721-8E3FAA97F1B2}"/>
                  </a:ext>
                </a:extLst>
              </p:cNvPr>
              <p:cNvSpPr txBox="1">
                <a:spLocks noChangeArrowheads="1"/>
              </p:cNvSpPr>
              <p:nvPr/>
            </p:nvSpPr>
            <p:spPr bwMode="auto">
              <a:xfrm>
                <a:off x="844" y="3337"/>
                <a:ext cx="285" cy="1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srgbClr val="FFFFFF"/>
                    </a:solidFill>
                    <a:effectLst/>
                    <a:uLnTx/>
                    <a:uFillTx/>
                    <a:latin typeface="Arial" charset="0"/>
                    <a:ea typeface="ＭＳ Ｐゴシック" charset="0"/>
                  </a:rPr>
                  <a:t>DNS</a:t>
                </a:r>
              </a:p>
            </p:txBody>
          </p:sp>
        </p:grpSp>
      </p:grpSp>
      <p:grpSp>
        <p:nvGrpSpPr>
          <p:cNvPr id="174" name="Group 248">
            <a:extLst>
              <a:ext uri="{FF2B5EF4-FFF2-40B4-BE49-F238E27FC236}">
                <a16:creationId xmlns:a16="http://schemas.microsoft.com/office/drawing/2014/main" id="{BA24EA86-E609-CE4E-99CD-C3F5EEC98D5E}"/>
              </a:ext>
            </a:extLst>
          </p:cNvPr>
          <p:cNvGrpSpPr>
            <a:grpSpLocks/>
          </p:cNvGrpSpPr>
          <p:nvPr/>
        </p:nvGrpSpPr>
        <p:grpSpPr bwMode="auto">
          <a:xfrm>
            <a:off x="7043551" y="2123701"/>
            <a:ext cx="358775" cy="623888"/>
            <a:chOff x="4140" y="429"/>
            <a:chExt cx="1425" cy="2396"/>
          </a:xfrm>
        </p:grpSpPr>
        <p:sp>
          <p:nvSpPr>
            <p:cNvPr id="175" name="Freeform 148">
              <a:extLst>
                <a:ext uri="{FF2B5EF4-FFF2-40B4-BE49-F238E27FC236}">
                  <a16:creationId xmlns:a16="http://schemas.microsoft.com/office/drawing/2014/main" id="{8350240D-86DF-D14A-AE97-8866B95BD0EA}"/>
                </a:ext>
              </a:extLst>
            </p:cNvPr>
            <p:cNvSpPr>
              <a:spLocks/>
            </p:cNvSpPr>
            <p:nvPr/>
          </p:nvSpPr>
          <p:spPr bwMode="auto">
            <a:xfrm>
              <a:off x="5268" y="433"/>
              <a:ext cx="283" cy="2286"/>
            </a:xfrm>
            <a:custGeom>
              <a:avLst/>
              <a:gdLst>
                <a:gd name="T0" fmla="*/ 21 w 354"/>
                <a:gd name="T1" fmla="*/ 0 h 2742"/>
                <a:gd name="T2" fmla="*/ 116 w 354"/>
                <a:gd name="T3" fmla="*/ 137 h 2742"/>
                <a:gd name="T4" fmla="*/ 114 w 354"/>
                <a:gd name="T5" fmla="*/ 1057 h 2742"/>
                <a:gd name="T6" fmla="*/ 0 w 354"/>
                <a:gd name="T7" fmla="*/ 1105 h 2742"/>
                <a:gd name="T8" fmla="*/ 21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176" name="Rectangle 149">
              <a:extLst>
                <a:ext uri="{FF2B5EF4-FFF2-40B4-BE49-F238E27FC236}">
                  <a16:creationId xmlns:a16="http://schemas.microsoft.com/office/drawing/2014/main" id="{2E95E385-ED1A-2B4D-BD18-2501FD76B35A}"/>
                </a:ext>
              </a:extLst>
            </p:cNvPr>
            <p:cNvSpPr>
              <a:spLocks noChangeArrowheads="1"/>
            </p:cNvSpPr>
            <p:nvPr/>
          </p:nvSpPr>
          <p:spPr bwMode="auto">
            <a:xfrm>
              <a:off x="4203" y="429"/>
              <a:ext cx="1053" cy="2286"/>
            </a:xfrm>
            <a:prstGeom prst="rect">
              <a:avLst/>
            </a:pr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177" name="Freeform 150">
              <a:extLst>
                <a:ext uri="{FF2B5EF4-FFF2-40B4-BE49-F238E27FC236}">
                  <a16:creationId xmlns:a16="http://schemas.microsoft.com/office/drawing/2014/main" id="{C1BAE21E-7184-3C47-BD21-0D357950D623}"/>
                </a:ext>
              </a:extLst>
            </p:cNvPr>
            <p:cNvSpPr>
              <a:spLocks/>
            </p:cNvSpPr>
            <p:nvPr/>
          </p:nvSpPr>
          <p:spPr bwMode="auto">
            <a:xfrm>
              <a:off x="5321" y="570"/>
              <a:ext cx="169" cy="2115"/>
            </a:xfrm>
            <a:custGeom>
              <a:avLst/>
              <a:gdLst>
                <a:gd name="T0" fmla="*/ 2 w 211"/>
                <a:gd name="T1" fmla="*/ 0 h 2537"/>
                <a:gd name="T2" fmla="*/ 70 w 211"/>
                <a:gd name="T3" fmla="*/ 88 h 2537"/>
                <a:gd name="T4" fmla="*/ 2 w 211"/>
                <a:gd name="T5" fmla="*/ 1007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178" name="Freeform 151">
              <a:extLst>
                <a:ext uri="{FF2B5EF4-FFF2-40B4-BE49-F238E27FC236}">
                  <a16:creationId xmlns:a16="http://schemas.microsoft.com/office/drawing/2014/main" id="{90457001-FC0D-0E41-A13D-0BDA9154AFFB}"/>
                </a:ext>
              </a:extLst>
            </p:cNvPr>
            <p:cNvSpPr>
              <a:spLocks/>
            </p:cNvSpPr>
            <p:nvPr/>
          </p:nvSpPr>
          <p:spPr bwMode="auto">
            <a:xfrm>
              <a:off x="5284" y="1640"/>
              <a:ext cx="263" cy="189"/>
            </a:xfrm>
            <a:custGeom>
              <a:avLst/>
              <a:gdLst>
                <a:gd name="T0" fmla="*/ 2 w 328"/>
                <a:gd name="T1" fmla="*/ 0 h 226"/>
                <a:gd name="T2" fmla="*/ 109 w 328"/>
                <a:gd name="T3" fmla="*/ 52 h 226"/>
                <a:gd name="T4" fmla="*/ 108 w 328"/>
                <a:gd name="T5" fmla="*/ 92 h 226"/>
                <a:gd name="T6" fmla="*/ 0 w 328"/>
                <a:gd name="T7" fmla="*/ 41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179" name="Rectangle 152">
              <a:extLst>
                <a:ext uri="{FF2B5EF4-FFF2-40B4-BE49-F238E27FC236}">
                  <a16:creationId xmlns:a16="http://schemas.microsoft.com/office/drawing/2014/main" id="{E7330E90-9DD8-0A4A-8C05-BCE03E9BE19D}"/>
                </a:ext>
              </a:extLst>
            </p:cNvPr>
            <p:cNvSpPr>
              <a:spLocks noChangeArrowheads="1"/>
            </p:cNvSpPr>
            <p:nvPr/>
          </p:nvSpPr>
          <p:spPr bwMode="auto">
            <a:xfrm>
              <a:off x="4209" y="691"/>
              <a:ext cx="599"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nvGrpSpPr>
            <p:cNvPr id="180" name="Group 153">
              <a:extLst>
                <a:ext uri="{FF2B5EF4-FFF2-40B4-BE49-F238E27FC236}">
                  <a16:creationId xmlns:a16="http://schemas.microsoft.com/office/drawing/2014/main" id="{9B69857C-D710-6442-BB78-8153EE3EB083}"/>
                </a:ext>
              </a:extLst>
            </p:cNvPr>
            <p:cNvGrpSpPr>
              <a:grpSpLocks/>
            </p:cNvGrpSpPr>
            <p:nvPr/>
          </p:nvGrpSpPr>
          <p:grpSpPr bwMode="auto">
            <a:xfrm>
              <a:off x="4749" y="668"/>
              <a:ext cx="581" cy="145"/>
              <a:chOff x="614" y="2568"/>
              <a:chExt cx="725" cy="139"/>
            </a:xfrm>
          </p:grpSpPr>
          <p:sp>
            <p:nvSpPr>
              <p:cNvPr id="208" name="AutoShape 154">
                <a:extLst>
                  <a:ext uri="{FF2B5EF4-FFF2-40B4-BE49-F238E27FC236}">
                    <a16:creationId xmlns:a16="http://schemas.microsoft.com/office/drawing/2014/main" id="{6270511B-D2F9-294E-AEB5-29C1A2B52857}"/>
                  </a:ext>
                </a:extLst>
              </p:cNvPr>
              <p:cNvSpPr>
                <a:spLocks noChangeArrowheads="1"/>
              </p:cNvSpPr>
              <p:nvPr/>
            </p:nvSpPr>
            <p:spPr bwMode="auto">
              <a:xfrm>
                <a:off x="617" y="2567"/>
                <a:ext cx="724" cy="140"/>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209" name="AutoShape 155">
                <a:extLst>
                  <a:ext uri="{FF2B5EF4-FFF2-40B4-BE49-F238E27FC236}">
                    <a16:creationId xmlns:a16="http://schemas.microsoft.com/office/drawing/2014/main" id="{98DF3608-E392-6D43-AAB6-C4A3AD78A2B3}"/>
                  </a:ext>
                </a:extLst>
              </p:cNvPr>
              <p:cNvSpPr>
                <a:spLocks noChangeArrowheads="1"/>
              </p:cNvSpPr>
              <p:nvPr/>
            </p:nvSpPr>
            <p:spPr bwMode="auto">
              <a:xfrm>
                <a:off x="633" y="2584"/>
                <a:ext cx="692" cy="105"/>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sp>
          <p:nvSpPr>
            <p:cNvPr id="181" name="Rectangle 156">
              <a:extLst>
                <a:ext uri="{FF2B5EF4-FFF2-40B4-BE49-F238E27FC236}">
                  <a16:creationId xmlns:a16="http://schemas.microsoft.com/office/drawing/2014/main" id="{F815B378-AF9E-EE4F-A309-282DA3E41AB2}"/>
                </a:ext>
              </a:extLst>
            </p:cNvPr>
            <p:cNvSpPr>
              <a:spLocks noChangeArrowheads="1"/>
            </p:cNvSpPr>
            <p:nvPr/>
          </p:nvSpPr>
          <p:spPr bwMode="auto">
            <a:xfrm>
              <a:off x="4222" y="1020"/>
              <a:ext cx="599" cy="43"/>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nvGrpSpPr>
            <p:cNvPr id="182" name="Group 157">
              <a:extLst>
                <a:ext uri="{FF2B5EF4-FFF2-40B4-BE49-F238E27FC236}">
                  <a16:creationId xmlns:a16="http://schemas.microsoft.com/office/drawing/2014/main" id="{67E01184-334F-3545-AB40-BB314E4F9B8D}"/>
                </a:ext>
              </a:extLst>
            </p:cNvPr>
            <p:cNvGrpSpPr>
              <a:grpSpLocks/>
            </p:cNvGrpSpPr>
            <p:nvPr/>
          </p:nvGrpSpPr>
          <p:grpSpPr bwMode="auto">
            <a:xfrm>
              <a:off x="4747" y="994"/>
              <a:ext cx="581" cy="134"/>
              <a:chOff x="614" y="2568"/>
              <a:chExt cx="725" cy="139"/>
            </a:xfrm>
          </p:grpSpPr>
          <p:sp>
            <p:nvSpPr>
              <p:cNvPr id="206" name="AutoShape 158">
                <a:extLst>
                  <a:ext uri="{FF2B5EF4-FFF2-40B4-BE49-F238E27FC236}">
                    <a16:creationId xmlns:a16="http://schemas.microsoft.com/office/drawing/2014/main" id="{2BBCFBE6-69B0-A846-B264-B4F74AEC56CB}"/>
                  </a:ext>
                </a:extLst>
              </p:cNvPr>
              <p:cNvSpPr>
                <a:spLocks noChangeArrowheads="1"/>
              </p:cNvSpPr>
              <p:nvPr/>
            </p:nvSpPr>
            <p:spPr bwMode="auto">
              <a:xfrm>
                <a:off x="612" y="2570"/>
                <a:ext cx="724" cy="139"/>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207" name="AutoShape 159">
                <a:extLst>
                  <a:ext uri="{FF2B5EF4-FFF2-40B4-BE49-F238E27FC236}">
                    <a16:creationId xmlns:a16="http://schemas.microsoft.com/office/drawing/2014/main" id="{B46CC4E6-97C8-E346-BA88-4BE5F3D10103}"/>
                  </a:ext>
                </a:extLst>
              </p:cNvPr>
              <p:cNvSpPr>
                <a:spLocks noChangeArrowheads="1"/>
              </p:cNvSpPr>
              <p:nvPr/>
            </p:nvSpPr>
            <p:spPr bwMode="auto">
              <a:xfrm>
                <a:off x="628" y="2589"/>
                <a:ext cx="692" cy="101"/>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sp>
          <p:nvSpPr>
            <p:cNvPr id="183" name="Rectangle 160">
              <a:extLst>
                <a:ext uri="{FF2B5EF4-FFF2-40B4-BE49-F238E27FC236}">
                  <a16:creationId xmlns:a16="http://schemas.microsoft.com/office/drawing/2014/main" id="{3A68D5E8-E8F5-6941-AA7A-DB4724A1AF91}"/>
                </a:ext>
              </a:extLst>
            </p:cNvPr>
            <p:cNvSpPr>
              <a:spLocks noChangeArrowheads="1"/>
            </p:cNvSpPr>
            <p:nvPr/>
          </p:nvSpPr>
          <p:spPr bwMode="auto">
            <a:xfrm>
              <a:off x="4216" y="1356"/>
              <a:ext cx="599"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184" name="Rectangle 161">
              <a:extLst>
                <a:ext uri="{FF2B5EF4-FFF2-40B4-BE49-F238E27FC236}">
                  <a16:creationId xmlns:a16="http://schemas.microsoft.com/office/drawing/2014/main" id="{C85FE9F8-AB9B-DC49-B969-5A8909D916A1}"/>
                </a:ext>
              </a:extLst>
            </p:cNvPr>
            <p:cNvSpPr>
              <a:spLocks noChangeArrowheads="1"/>
            </p:cNvSpPr>
            <p:nvPr/>
          </p:nvSpPr>
          <p:spPr bwMode="auto">
            <a:xfrm>
              <a:off x="4228" y="1654"/>
              <a:ext cx="593"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nvGrpSpPr>
            <p:cNvPr id="185" name="Group 162">
              <a:extLst>
                <a:ext uri="{FF2B5EF4-FFF2-40B4-BE49-F238E27FC236}">
                  <a16:creationId xmlns:a16="http://schemas.microsoft.com/office/drawing/2014/main" id="{83136C62-1CD4-8B40-839F-A7EEC2777C07}"/>
                </a:ext>
              </a:extLst>
            </p:cNvPr>
            <p:cNvGrpSpPr>
              <a:grpSpLocks/>
            </p:cNvGrpSpPr>
            <p:nvPr/>
          </p:nvGrpSpPr>
          <p:grpSpPr bwMode="auto">
            <a:xfrm>
              <a:off x="4735" y="1627"/>
              <a:ext cx="582" cy="151"/>
              <a:chOff x="614" y="2568"/>
              <a:chExt cx="725" cy="139"/>
            </a:xfrm>
          </p:grpSpPr>
          <p:sp>
            <p:nvSpPr>
              <p:cNvPr id="201" name="AutoShape 163">
                <a:extLst>
                  <a:ext uri="{FF2B5EF4-FFF2-40B4-BE49-F238E27FC236}">
                    <a16:creationId xmlns:a16="http://schemas.microsoft.com/office/drawing/2014/main" id="{EB609148-CFB5-2A44-949A-AA2E8B42E827}"/>
                  </a:ext>
                </a:extLst>
              </p:cNvPr>
              <p:cNvSpPr>
                <a:spLocks noChangeArrowheads="1"/>
              </p:cNvSpPr>
              <p:nvPr/>
            </p:nvSpPr>
            <p:spPr bwMode="auto">
              <a:xfrm>
                <a:off x="611" y="2576"/>
                <a:ext cx="730" cy="129"/>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205" name="AutoShape 164">
                <a:extLst>
                  <a:ext uri="{FF2B5EF4-FFF2-40B4-BE49-F238E27FC236}">
                    <a16:creationId xmlns:a16="http://schemas.microsoft.com/office/drawing/2014/main" id="{A2E1E84C-7141-1743-B35A-4172B2D67194}"/>
                  </a:ext>
                </a:extLst>
              </p:cNvPr>
              <p:cNvSpPr>
                <a:spLocks noChangeArrowheads="1"/>
              </p:cNvSpPr>
              <p:nvPr/>
            </p:nvSpPr>
            <p:spPr bwMode="auto">
              <a:xfrm>
                <a:off x="627" y="2588"/>
                <a:ext cx="699" cy="101"/>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sp>
          <p:nvSpPr>
            <p:cNvPr id="186" name="Freeform 165">
              <a:extLst>
                <a:ext uri="{FF2B5EF4-FFF2-40B4-BE49-F238E27FC236}">
                  <a16:creationId xmlns:a16="http://schemas.microsoft.com/office/drawing/2014/main" id="{43050567-31E9-244B-93D9-5A67D078833A}"/>
                </a:ext>
              </a:extLst>
            </p:cNvPr>
            <p:cNvSpPr>
              <a:spLocks/>
            </p:cNvSpPr>
            <p:nvPr/>
          </p:nvSpPr>
          <p:spPr bwMode="auto">
            <a:xfrm>
              <a:off x="5288" y="1354"/>
              <a:ext cx="263" cy="188"/>
            </a:xfrm>
            <a:custGeom>
              <a:avLst/>
              <a:gdLst>
                <a:gd name="T0" fmla="*/ 2 w 328"/>
                <a:gd name="T1" fmla="*/ 0 h 226"/>
                <a:gd name="T2" fmla="*/ 109 w 328"/>
                <a:gd name="T3" fmla="*/ 51 h 226"/>
                <a:gd name="T4" fmla="*/ 108 w 328"/>
                <a:gd name="T5" fmla="*/ 90 h 226"/>
                <a:gd name="T6" fmla="*/ 0 w 328"/>
                <a:gd name="T7" fmla="*/ 39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nvGrpSpPr>
            <p:cNvPr id="187" name="Group 166">
              <a:extLst>
                <a:ext uri="{FF2B5EF4-FFF2-40B4-BE49-F238E27FC236}">
                  <a16:creationId xmlns:a16="http://schemas.microsoft.com/office/drawing/2014/main" id="{30BC8383-936E-0243-A67E-87F464BD031E}"/>
                </a:ext>
              </a:extLst>
            </p:cNvPr>
            <p:cNvGrpSpPr>
              <a:grpSpLocks/>
            </p:cNvGrpSpPr>
            <p:nvPr/>
          </p:nvGrpSpPr>
          <p:grpSpPr bwMode="auto">
            <a:xfrm>
              <a:off x="4739" y="1327"/>
              <a:ext cx="582" cy="139"/>
              <a:chOff x="614" y="2568"/>
              <a:chExt cx="725" cy="139"/>
            </a:xfrm>
          </p:grpSpPr>
          <p:sp>
            <p:nvSpPr>
              <p:cNvPr id="199" name="AutoShape 167">
                <a:extLst>
                  <a:ext uri="{FF2B5EF4-FFF2-40B4-BE49-F238E27FC236}">
                    <a16:creationId xmlns:a16="http://schemas.microsoft.com/office/drawing/2014/main" id="{36E98FE5-C685-5F4F-9812-01F5B196A182}"/>
                  </a:ext>
                </a:extLst>
              </p:cNvPr>
              <p:cNvSpPr>
                <a:spLocks noChangeArrowheads="1"/>
              </p:cNvSpPr>
              <p:nvPr/>
            </p:nvSpPr>
            <p:spPr bwMode="auto">
              <a:xfrm>
                <a:off x="614" y="2566"/>
                <a:ext cx="723" cy="140"/>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200" name="AutoShape 168">
                <a:extLst>
                  <a:ext uri="{FF2B5EF4-FFF2-40B4-BE49-F238E27FC236}">
                    <a16:creationId xmlns:a16="http://schemas.microsoft.com/office/drawing/2014/main" id="{62A48F7A-763D-F94A-B670-67B97F409D47}"/>
                  </a:ext>
                </a:extLst>
              </p:cNvPr>
              <p:cNvSpPr>
                <a:spLocks noChangeArrowheads="1"/>
              </p:cNvSpPr>
              <p:nvPr/>
            </p:nvSpPr>
            <p:spPr bwMode="auto">
              <a:xfrm>
                <a:off x="630" y="2585"/>
                <a:ext cx="691" cy="104"/>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sp>
          <p:nvSpPr>
            <p:cNvPr id="188" name="Rectangle 169">
              <a:extLst>
                <a:ext uri="{FF2B5EF4-FFF2-40B4-BE49-F238E27FC236}">
                  <a16:creationId xmlns:a16="http://schemas.microsoft.com/office/drawing/2014/main" id="{98A2D58B-8610-0049-9824-1E1CCFB815CC}"/>
                </a:ext>
              </a:extLst>
            </p:cNvPr>
            <p:cNvSpPr>
              <a:spLocks noChangeArrowheads="1"/>
            </p:cNvSpPr>
            <p:nvPr/>
          </p:nvSpPr>
          <p:spPr bwMode="auto">
            <a:xfrm>
              <a:off x="5250" y="429"/>
              <a:ext cx="69" cy="2286"/>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189" name="Freeform 170">
              <a:extLst>
                <a:ext uri="{FF2B5EF4-FFF2-40B4-BE49-F238E27FC236}">
                  <a16:creationId xmlns:a16="http://schemas.microsoft.com/office/drawing/2014/main" id="{11AF6B7E-B658-0E42-B146-B4505BFC8648}"/>
                </a:ext>
              </a:extLst>
            </p:cNvPr>
            <p:cNvSpPr>
              <a:spLocks/>
            </p:cNvSpPr>
            <p:nvPr/>
          </p:nvSpPr>
          <p:spPr bwMode="auto">
            <a:xfrm>
              <a:off x="5312" y="1007"/>
              <a:ext cx="237" cy="213"/>
            </a:xfrm>
            <a:custGeom>
              <a:avLst/>
              <a:gdLst>
                <a:gd name="T0" fmla="*/ 2 w 296"/>
                <a:gd name="T1" fmla="*/ 0 h 256"/>
                <a:gd name="T2" fmla="*/ 96 w 296"/>
                <a:gd name="T3" fmla="*/ 57 h 256"/>
                <a:gd name="T4" fmla="*/ 98 w 296"/>
                <a:gd name="T5" fmla="*/ 102 h 256"/>
                <a:gd name="T6" fmla="*/ 0 w 296"/>
                <a:gd name="T7" fmla="*/ 39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190" name="Freeform 171">
              <a:extLst>
                <a:ext uri="{FF2B5EF4-FFF2-40B4-BE49-F238E27FC236}">
                  <a16:creationId xmlns:a16="http://schemas.microsoft.com/office/drawing/2014/main" id="{6617EE11-1A08-B148-9C6E-2B115F7DACED}"/>
                </a:ext>
              </a:extLst>
            </p:cNvPr>
            <p:cNvSpPr>
              <a:spLocks/>
            </p:cNvSpPr>
            <p:nvPr/>
          </p:nvSpPr>
          <p:spPr bwMode="auto">
            <a:xfrm>
              <a:off x="5315" y="680"/>
              <a:ext cx="244" cy="240"/>
            </a:xfrm>
            <a:custGeom>
              <a:avLst/>
              <a:gdLst>
                <a:gd name="T0" fmla="*/ 0 w 304"/>
                <a:gd name="T1" fmla="*/ 0 h 288"/>
                <a:gd name="T2" fmla="*/ 101 w 304"/>
                <a:gd name="T3" fmla="*/ 66 h 288"/>
                <a:gd name="T4" fmla="*/ 95 w 304"/>
                <a:gd name="T5" fmla="*/ 116 h 288"/>
                <a:gd name="T6" fmla="*/ 2 w 304"/>
                <a:gd name="T7" fmla="*/ 5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191" name="Oval 172">
              <a:extLst>
                <a:ext uri="{FF2B5EF4-FFF2-40B4-BE49-F238E27FC236}">
                  <a16:creationId xmlns:a16="http://schemas.microsoft.com/office/drawing/2014/main" id="{EC8F463F-0BDA-0F45-9F76-2C41270B4C84}"/>
                </a:ext>
              </a:extLst>
            </p:cNvPr>
            <p:cNvSpPr>
              <a:spLocks noChangeArrowheads="1"/>
            </p:cNvSpPr>
            <p:nvPr/>
          </p:nvSpPr>
          <p:spPr bwMode="auto">
            <a:xfrm>
              <a:off x="5515" y="2612"/>
              <a:ext cx="50" cy="98"/>
            </a:xfrm>
            <a:prstGeom prst="ellipse">
              <a:avLst/>
            </a:prstGeom>
            <a:solidFill>
              <a:srgbClr val="3333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192" name="Freeform 173">
              <a:extLst>
                <a:ext uri="{FF2B5EF4-FFF2-40B4-BE49-F238E27FC236}">
                  <a16:creationId xmlns:a16="http://schemas.microsoft.com/office/drawing/2014/main" id="{029218AA-C435-EC48-972D-7D279AA97025}"/>
                </a:ext>
              </a:extLst>
            </p:cNvPr>
            <p:cNvSpPr>
              <a:spLocks/>
            </p:cNvSpPr>
            <p:nvPr/>
          </p:nvSpPr>
          <p:spPr bwMode="auto">
            <a:xfrm>
              <a:off x="5302" y="2614"/>
              <a:ext cx="245" cy="200"/>
            </a:xfrm>
            <a:custGeom>
              <a:avLst/>
              <a:gdLst>
                <a:gd name="T0" fmla="*/ 0 w 306"/>
                <a:gd name="T1" fmla="*/ 43 h 240"/>
                <a:gd name="T2" fmla="*/ 2 w 306"/>
                <a:gd name="T3" fmla="*/ 97 h 240"/>
                <a:gd name="T4" fmla="*/ 101 w 306"/>
                <a:gd name="T5" fmla="*/ 44 h 240"/>
                <a:gd name="T6" fmla="*/ 98 w 306"/>
                <a:gd name="T7" fmla="*/ 0 h 240"/>
                <a:gd name="T8" fmla="*/ 0 w 306"/>
                <a:gd name="T9" fmla="*/ 43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193" name="AutoShape 174">
              <a:extLst>
                <a:ext uri="{FF2B5EF4-FFF2-40B4-BE49-F238E27FC236}">
                  <a16:creationId xmlns:a16="http://schemas.microsoft.com/office/drawing/2014/main" id="{004AF6A9-08DC-4C40-BD6A-E99AA1ED3A68}"/>
                </a:ext>
              </a:extLst>
            </p:cNvPr>
            <p:cNvSpPr>
              <a:spLocks noChangeArrowheads="1"/>
            </p:cNvSpPr>
            <p:nvPr/>
          </p:nvSpPr>
          <p:spPr bwMode="auto">
            <a:xfrm>
              <a:off x="4140" y="2679"/>
              <a:ext cx="1198" cy="146"/>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194" name="AutoShape 175">
              <a:extLst>
                <a:ext uri="{FF2B5EF4-FFF2-40B4-BE49-F238E27FC236}">
                  <a16:creationId xmlns:a16="http://schemas.microsoft.com/office/drawing/2014/main" id="{58FF6008-68B1-1F41-A35F-1814BE389950}"/>
                </a:ext>
              </a:extLst>
            </p:cNvPr>
            <p:cNvSpPr>
              <a:spLocks noChangeArrowheads="1"/>
            </p:cNvSpPr>
            <p:nvPr/>
          </p:nvSpPr>
          <p:spPr bwMode="auto">
            <a:xfrm>
              <a:off x="4203" y="2709"/>
              <a:ext cx="1072" cy="85"/>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195" name="Oval 176">
              <a:extLst>
                <a:ext uri="{FF2B5EF4-FFF2-40B4-BE49-F238E27FC236}">
                  <a16:creationId xmlns:a16="http://schemas.microsoft.com/office/drawing/2014/main" id="{D3C587EC-E48C-E842-BC9C-FF13CB39E71F}"/>
                </a:ext>
              </a:extLst>
            </p:cNvPr>
            <p:cNvSpPr>
              <a:spLocks noChangeArrowheads="1"/>
            </p:cNvSpPr>
            <p:nvPr/>
          </p:nvSpPr>
          <p:spPr bwMode="auto">
            <a:xfrm>
              <a:off x="4310" y="2386"/>
              <a:ext cx="158" cy="140"/>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196" name="Oval 177">
              <a:extLst>
                <a:ext uri="{FF2B5EF4-FFF2-40B4-BE49-F238E27FC236}">
                  <a16:creationId xmlns:a16="http://schemas.microsoft.com/office/drawing/2014/main" id="{012B9197-2851-C241-AF64-90AEA8FD0636}"/>
                </a:ext>
              </a:extLst>
            </p:cNvPr>
            <p:cNvSpPr>
              <a:spLocks noChangeArrowheads="1"/>
            </p:cNvSpPr>
            <p:nvPr/>
          </p:nvSpPr>
          <p:spPr bwMode="auto">
            <a:xfrm>
              <a:off x="4487" y="2386"/>
              <a:ext cx="158" cy="140"/>
            </a:xfrm>
            <a:prstGeom prst="ellipse">
              <a:avLst/>
            </a:prstGeom>
            <a:solidFill>
              <a:srgbClr val="FF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0000"/>
                </a:solidFill>
                <a:effectLst/>
                <a:uLnTx/>
                <a:uFillTx/>
                <a:latin typeface="Arial" charset="0"/>
                <a:ea typeface="ＭＳ Ｐゴシック" charset="0"/>
              </a:endParaRPr>
            </a:p>
          </p:txBody>
        </p:sp>
        <p:sp>
          <p:nvSpPr>
            <p:cNvPr id="197" name="Oval 178">
              <a:extLst>
                <a:ext uri="{FF2B5EF4-FFF2-40B4-BE49-F238E27FC236}">
                  <a16:creationId xmlns:a16="http://schemas.microsoft.com/office/drawing/2014/main" id="{1016A314-384F-CB4F-B077-543DA4A2FBF3}"/>
                </a:ext>
              </a:extLst>
            </p:cNvPr>
            <p:cNvSpPr>
              <a:spLocks noChangeArrowheads="1"/>
            </p:cNvSpPr>
            <p:nvPr/>
          </p:nvSpPr>
          <p:spPr bwMode="auto">
            <a:xfrm>
              <a:off x="4663" y="2380"/>
              <a:ext cx="158" cy="140"/>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198" name="Rectangle 179">
              <a:extLst>
                <a:ext uri="{FF2B5EF4-FFF2-40B4-BE49-F238E27FC236}">
                  <a16:creationId xmlns:a16="http://schemas.microsoft.com/office/drawing/2014/main" id="{5922B0DF-34CC-0949-8A0A-5B645EA4174C}"/>
                </a:ext>
              </a:extLst>
            </p:cNvPr>
            <p:cNvSpPr>
              <a:spLocks noChangeArrowheads="1"/>
            </p:cNvSpPr>
            <p:nvPr/>
          </p:nvSpPr>
          <p:spPr bwMode="auto">
            <a:xfrm>
              <a:off x="5061" y="1837"/>
              <a:ext cx="88" cy="756"/>
            </a:xfrm>
            <a:prstGeom prst="rect">
              <a:avLst/>
            </a:prstGeom>
            <a:solidFill>
              <a:srgbClr val="292929"/>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grpSp>
        <p:nvGrpSpPr>
          <p:cNvPr id="7" name="Group 6">
            <a:extLst>
              <a:ext uri="{FF2B5EF4-FFF2-40B4-BE49-F238E27FC236}">
                <a16:creationId xmlns:a16="http://schemas.microsoft.com/office/drawing/2014/main" id="{ACA6F153-E77E-2C42-832A-3394AC9B48B8}"/>
              </a:ext>
            </a:extLst>
          </p:cNvPr>
          <p:cNvGrpSpPr/>
          <p:nvPr/>
        </p:nvGrpSpPr>
        <p:grpSpPr>
          <a:xfrm>
            <a:off x="4395993" y="1490721"/>
            <a:ext cx="460375" cy="487292"/>
            <a:chOff x="4568161" y="1475417"/>
            <a:chExt cx="460375" cy="487292"/>
          </a:xfrm>
        </p:grpSpPr>
        <p:grpSp>
          <p:nvGrpSpPr>
            <p:cNvPr id="719" name="Group 53">
              <a:extLst>
                <a:ext uri="{FF2B5EF4-FFF2-40B4-BE49-F238E27FC236}">
                  <a16:creationId xmlns:a16="http://schemas.microsoft.com/office/drawing/2014/main" id="{8B05B42C-C438-E24D-AFA2-29848597833D}"/>
                </a:ext>
              </a:extLst>
            </p:cNvPr>
            <p:cNvGrpSpPr>
              <a:grpSpLocks/>
            </p:cNvGrpSpPr>
            <p:nvPr/>
          </p:nvGrpSpPr>
          <p:grpSpPr bwMode="auto">
            <a:xfrm>
              <a:off x="4568161" y="1500816"/>
              <a:ext cx="460375" cy="244475"/>
              <a:chOff x="844" y="3337"/>
              <a:chExt cx="290" cy="154"/>
            </a:xfrm>
          </p:grpSpPr>
          <p:sp>
            <p:nvSpPr>
              <p:cNvPr id="720" name="Rectangle 54">
                <a:extLst>
                  <a:ext uri="{FF2B5EF4-FFF2-40B4-BE49-F238E27FC236}">
                    <a16:creationId xmlns:a16="http://schemas.microsoft.com/office/drawing/2014/main" id="{D126321D-B0DA-3244-AC5F-32642BCEE36C}"/>
                  </a:ext>
                </a:extLst>
              </p:cNvPr>
              <p:cNvSpPr>
                <a:spLocks noChangeArrowheads="1"/>
              </p:cNvSpPr>
              <p:nvPr/>
            </p:nvSpPr>
            <p:spPr bwMode="auto">
              <a:xfrm>
                <a:off x="889" y="3370"/>
                <a:ext cx="245" cy="86"/>
              </a:xfrm>
              <a:prstGeom prst="rect">
                <a:avLst/>
              </a:prstGeom>
              <a:solidFill>
                <a:srgbClr val="FF0000"/>
              </a:solidFill>
              <a:ln w="9525">
                <a:solidFill>
                  <a:srgbClr val="FFFFFF"/>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721" name="Text Box 55">
                <a:extLst>
                  <a:ext uri="{FF2B5EF4-FFF2-40B4-BE49-F238E27FC236}">
                    <a16:creationId xmlns:a16="http://schemas.microsoft.com/office/drawing/2014/main" id="{BC8AD8C6-CCDE-A54B-8E07-A6320750AFDC}"/>
                  </a:ext>
                </a:extLst>
              </p:cNvPr>
              <p:cNvSpPr txBox="1">
                <a:spLocks noChangeArrowheads="1"/>
              </p:cNvSpPr>
              <p:nvPr/>
            </p:nvSpPr>
            <p:spPr bwMode="auto">
              <a:xfrm>
                <a:off x="844" y="3337"/>
                <a:ext cx="285" cy="1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srgbClr val="FFFFFF"/>
                    </a:solidFill>
                    <a:effectLst/>
                    <a:uLnTx/>
                    <a:uFillTx/>
                    <a:latin typeface="Arial" charset="0"/>
                    <a:ea typeface="ＭＳ Ｐゴシック" charset="0"/>
                  </a:rPr>
                  <a:t>DNS</a:t>
                </a:r>
              </a:p>
            </p:txBody>
          </p:sp>
        </p:grpSp>
        <p:sp>
          <p:nvSpPr>
            <p:cNvPr id="722" name="AutoShape 88">
              <a:extLst>
                <a:ext uri="{FF2B5EF4-FFF2-40B4-BE49-F238E27FC236}">
                  <a16:creationId xmlns:a16="http://schemas.microsoft.com/office/drawing/2014/main" id="{0C51A2FB-6AD3-AF4D-BF7E-5FC96D20D960}"/>
                </a:ext>
              </a:extLst>
            </p:cNvPr>
            <p:cNvSpPr>
              <a:spLocks noChangeArrowheads="1"/>
            </p:cNvSpPr>
            <p:nvPr/>
          </p:nvSpPr>
          <p:spPr bwMode="auto">
            <a:xfrm>
              <a:off x="4627915" y="1475417"/>
              <a:ext cx="381000" cy="487292"/>
            </a:xfrm>
            <a:prstGeom prst="downArrow">
              <a:avLst>
                <a:gd name="adj1" fmla="val 54167"/>
                <a:gd name="adj2" fmla="val 49170"/>
              </a:avLst>
            </a:prstGeom>
            <a:gradFill rotWithShape="1">
              <a:gsLst>
                <a:gs pos="0">
                  <a:srgbClr val="FF0000">
                    <a:alpha val="25000"/>
                  </a:srgbClr>
                </a:gs>
                <a:gs pos="100000">
                  <a:srgbClr val="FF0000">
                    <a:alpha val="25000"/>
                  </a:srgbClr>
                </a:gs>
              </a:gsLst>
              <a:lin ang="540000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eaLnBrk="0" fontAlgn="base" hangingPunct="0">
                <a:spcBef>
                  <a:spcPct val="0"/>
                </a:spcBef>
                <a:spcAft>
                  <a:spcPct val="0"/>
                </a:spcAft>
                <a:defRPr/>
              </a:pPr>
              <a:endParaRPr lang="en-US" dirty="0">
                <a:solidFill>
                  <a:srgbClr val="000000"/>
                </a:solidFill>
                <a:latin typeface="Arial" charset="0"/>
                <a:ea typeface="ＭＳ Ｐゴシック" charset="0"/>
              </a:endParaRPr>
            </a:p>
          </p:txBody>
        </p:sp>
      </p:grpSp>
    </p:spTree>
    <p:extLst>
      <p:ext uri="{BB962C8B-B14F-4D97-AF65-F5344CB8AC3E}">
        <p14:creationId xmlns:p14="http://schemas.microsoft.com/office/powerpoint/2010/main" val="24486699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577"/>
                                        </p:tgtEl>
                                        <p:attrNameLst>
                                          <p:attrName>style.visibility</p:attrName>
                                        </p:attrNameLst>
                                      </p:cBhvr>
                                      <p:to>
                                        <p:strVal val="hidden"/>
                                      </p:to>
                                    </p:set>
                                  </p:childTnLst>
                                </p:cTn>
                              </p:par>
                            </p:childTnLst>
                          </p:cTn>
                        </p:par>
                        <p:par>
                          <p:cTn id="7" fill="hold">
                            <p:stCondLst>
                              <p:cond delay="0"/>
                            </p:stCondLst>
                            <p:childTnLst>
                              <p:par>
                                <p:cTn id="8" presetID="1" presetClass="entr" presetSubtype="0" fill="hold" nodeType="afterEffect">
                                  <p:stCondLst>
                                    <p:cond delay="0"/>
                                  </p:stCondLst>
                                  <p:childTnLst>
                                    <p:set>
                                      <p:cBhvr>
                                        <p:cTn id="9" dur="1" fill="hold">
                                          <p:stCondLst>
                                            <p:cond delay="0"/>
                                          </p:stCondLst>
                                        </p:cTn>
                                        <p:tgtEl>
                                          <p:spTgt spid="627"/>
                                        </p:tgtEl>
                                        <p:attrNameLst>
                                          <p:attrName>style.visibility</p:attrName>
                                        </p:attrNameLst>
                                      </p:cBhvr>
                                      <p:to>
                                        <p:strVal val="visible"/>
                                      </p:to>
                                    </p:set>
                                  </p:childTnLst>
                                </p:cTn>
                              </p:par>
                            </p:childTnLst>
                          </p:cTn>
                        </p:par>
                        <p:par>
                          <p:cTn id="10" fill="hold">
                            <p:stCondLst>
                              <p:cond delay="0"/>
                            </p:stCondLst>
                            <p:childTnLst>
                              <p:par>
                                <p:cTn id="11" presetID="0" presetClass="path" presetSubtype="0" accel="50000" decel="50000" fill="hold" nodeType="afterEffect">
                                  <p:stCondLst>
                                    <p:cond delay="0"/>
                                  </p:stCondLst>
                                  <p:childTnLst>
                                    <p:animMotion origin="layout" path="M 4.375E-6 -2.96296E-6 L 0.30208 0.00047 C 0.26822 0.07408 0.22513 0.17477 0.19544 0.24746 " pathEditMode="relative" rAng="0" ptsTypes="AAA">
                                      <p:cBhvr>
                                        <p:cTn id="12" dur="2000" fill="hold"/>
                                        <p:tgtEl>
                                          <p:spTgt spid="627"/>
                                        </p:tgtEl>
                                        <p:attrNameLst>
                                          <p:attrName>ppt_x</p:attrName>
                                          <p:attrName>ppt_y</p:attrName>
                                        </p:attrNameLst>
                                      </p:cBhvr>
                                      <p:rCtr x="15104" y="12361"/>
                                    </p:animMotion>
                                  </p:childTnLst>
                                </p:cTn>
                              </p:par>
                              <p:par>
                                <p:cTn id="13" presetID="9" presetClass="entr" presetSubtype="0" fill="hold" grpId="0" nodeType="withEffect">
                                  <p:stCondLst>
                                    <p:cond delay="0"/>
                                  </p:stCondLst>
                                  <p:childTnLst>
                                    <p:set>
                                      <p:cBhvr>
                                        <p:cTn id="14" dur="1" fill="hold">
                                          <p:stCondLst>
                                            <p:cond delay="0"/>
                                          </p:stCondLst>
                                        </p:cTn>
                                        <p:tgtEl>
                                          <p:spTgt spid="643"/>
                                        </p:tgtEl>
                                        <p:attrNameLst>
                                          <p:attrName>style.visibility</p:attrName>
                                        </p:attrNameLst>
                                      </p:cBhvr>
                                      <p:to>
                                        <p:strVal val="visible"/>
                                      </p:to>
                                    </p:set>
                                    <p:animEffect transition="in" filter="dissolve">
                                      <p:cBhvr>
                                        <p:cTn id="15" dur="1000"/>
                                        <p:tgtEl>
                                          <p:spTgt spid="643"/>
                                        </p:tgtEl>
                                      </p:cBhvr>
                                    </p:animEffect>
                                  </p:childTnLst>
                                </p:cTn>
                              </p:par>
                            </p:childTnLst>
                          </p:cTn>
                        </p:par>
                      </p:childTnLst>
                    </p:cTn>
                  </p:par>
                  <p:par>
                    <p:cTn id="16" fill="hold">
                      <p:stCondLst>
                        <p:cond delay="indefinite"/>
                      </p:stCondLst>
                      <p:childTnLst>
                        <p:par>
                          <p:cTn id="17" fill="hold">
                            <p:stCondLst>
                              <p:cond delay="0"/>
                            </p:stCondLst>
                            <p:childTnLst>
                              <p:par>
                                <p:cTn id="18" presetID="0" presetClass="path" presetSubtype="0" accel="50000" decel="50000" fill="hold" nodeType="clickEffect">
                                  <p:stCondLst>
                                    <p:cond delay="0"/>
                                  </p:stCondLst>
                                  <p:childTnLst>
                                    <p:animMotion origin="layout" path="M 0.19544 0.24746 C 0.22916 0.21204 0.2526 0.20463 0.31184 0.16389 C 0.37122 0.12315 0.45169 0.08102 0.50768 0.0206 C 0.48984 0.02084 0.39205 0.01922 0.37057 0.02037 " pathEditMode="relative" rAng="0" ptsTypes="AAAA">
                                      <p:cBhvr>
                                        <p:cTn id="19" dur="2000" fill="hold"/>
                                        <p:tgtEl>
                                          <p:spTgt spid="627"/>
                                        </p:tgtEl>
                                        <p:attrNameLst>
                                          <p:attrName>ppt_x</p:attrName>
                                          <p:attrName>ppt_y</p:attrName>
                                        </p:attrNameLst>
                                      </p:cBhvr>
                                      <p:rCtr x="15612" y="-11366"/>
                                    </p:animMotion>
                                  </p:childTnLst>
                                </p:cTn>
                              </p:par>
                              <p:par>
                                <p:cTn id="20" presetID="22" presetClass="entr" presetSubtype="2" fill="hold" nodeType="withEffect">
                                  <p:stCondLst>
                                    <p:cond delay="0"/>
                                  </p:stCondLst>
                                  <p:childTnLst>
                                    <p:set>
                                      <p:cBhvr>
                                        <p:cTn id="21" dur="1" fill="hold">
                                          <p:stCondLst>
                                            <p:cond delay="0"/>
                                          </p:stCondLst>
                                        </p:cTn>
                                        <p:tgtEl>
                                          <p:spTgt spid="674"/>
                                        </p:tgtEl>
                                        <p:attrNameLst>
                                          <p:attrName>style.visibility</p:attrName>
                                        </p:attrNameLst>
                                      </p:cBhvr>
                                      <p:to>
                                        <p:strVal val="visible"/>
                                      </p:to>
                                    </p:set>
                                    <p:animEffect transition="in" filter="wipe(right)">
                                      <p:cBhvr>
                                        <p:cTn id="22" dur="500"/>
                                        <p:tgtEl>
                                          <p:spTgt spid="674"/>
                                        </p:tgtEl>
                                      </p:cBhvr>
                                    </p:animEffect>
                                  </p:childTnLst>
                                </p:cTn>
                              </p:par>
                              <p:par>
                                <p:cTn id="23" presetID="9" presetClass="entr" presetSubtype="0" fill="hold" grpId="0" nodeType="withEffect">
                                  <p:stCondLst>
                                    <p:cond delay="0"/>
                                  </p:stCondLst>
                                  <p:childTnLst>
                                    <p:set>
                                      <p:cBhvr>
                                        <p:cTn id="24" dur="1" fill="hold">
                                          <p:stCondLst>
                                            <p:cond delay="0"/>
                                          </p:stCondLst>
                                        </p:cTn>
                                        <p:tgtEl>
                                          <p:spTgt spid="644"/>
                                        </p:tgtEl>
                                        <p:attrNameLst>
                                          <p:attrName>style.visibility</p:attrName>
                                        </p:attrNameLst>
                                      </p:cBhvr>
                                      <p:to>
                                        <p:strVal val="visible"/>
                                      </p:to>
                                    </p:set>
                                    <p:animEffect transition="in" filter="dissolve">
                                      <p:cBhvr>
                                        <p:cTn id="25" dur="1000"/>
                                        <p:tgtEl>
                                          <p:spTgt spid="644"/>
                                        </p:tgtEl>
                                      </p:cBhvr>
                                    </p:animEffect>
                                  </p:childTnLst>
                                </p:cTn>
                              </p:par>
                            </p:childTnLst>
                          </p:cTn>
                        </p:par>
                      </p:childTnLst>
                    </p:cTn>
                  </p:par>
                  <p:par>
                    <p:cTn id="26" fill="hold">
                      <p:stCondLst>
                        <p:cond delay="indefinite"/>
                      </p:stCondLst>
                      <p:childTnLst>
                        <p:par>
                          <p:cTn id="27" fill="hold">
                            <p:stCondLst>
                              <p:cond delay="0"/>
                            </p:stCondLst>
                            <p:childTnLst>
                              <p:par>
                                <p:cTn id="28" presetID="1" presetClass="exit" presetSubtype="0" fill="hold" nodeType="clickEffect">
                                  <p:stCondLst>
                                    <p:cond delay="0"/>
                                  </p:stCondLst>
                                  <p:childTnLst>
                                    <p:set>
                                      <p:cBhvr>
                                        <p:cTn id="29" dur="1" fill="hold">
                                          <p:stCondLst>
                                            <p:cond delay="0"/>
                                          </p:stCondLst>
                                        </p:cTn>
                                        <p:tgtEl>
                                          <p:spTgt spid="627"/>
                                        </p:tgtEl>
                                        <p:attrNameLst>
                                          <p:attrName>style.visibility</p:attrName>
                                        </p:attrNameLst>
                                      </p:cBhvr>
                                      <p:to>
                                        <p:strVal val="hidden"/>
                                      </p:to>
                                    </p:set>
                                  </p:childTnLst>
                                </p:cTn>
                              </p:par>
                            </p:childTnLst>
                          </p:cTn>
                        </p:par>
                        <p:par>
                          <p:cTn id="30" fill="hold">
                            <p:stCondLst>
                              <p:cond delay="0"/>
                            </p:stCondLst>
                            <p:childTnLst>
                              <p:par>
                                <p:cTn id="31" presetID="22" presetClass="entr" presetSubtype="4" fill="hold" nodeType="afterEffect">
                                  <p:stCondLst>
                                    <p:cond delay="0"/>
                                  </p:stCondLst>
                                  <p:childTnLst>
                                    <p:set>
                                      <p:cBhvr>
                                        <p:cTn id="32" dur="1" fill="hold">
                                          <p:stCondLst>
                                            <p:cond delay="0"/>
                                          </p:stCondLst>
                                        </p:cTn>
                                        <p:tgtEl>
                                          <p:spTgt spid="683"/>
                                        </p:tgtEl>
                                        <p:attrNameLst>
                                          <p:attrName>style.visibility</p:attrName>
                                        </p:attrNameLst>
                                      </p:cBhvr>
                                      <p:to>
                                        <p:strVal val="visible"/>
                                      </p:to>
                                    </p:set>
                                    <p:animEffect transition="in" filter="wipe(down)">
                                      <p:cBhvr>
                                        <p:cTn id="33" dur="1000"/>
                                        <p:tgtEl>
                                          <p:spTgt spid="683"/>
                                        </p:tgtEl>
                                      </p:cBhvr>
                                    </p:animEffect>
                                  </p:childTnLst>
                                </p:cTn>
                              </p:par>
                              <p:par>
                                <p:cTn id="34" presetID="9" presetClass="entr" presetSubtype="0" fill="hold" nodeType="withEffect">
                                  <p:stCondLst>
                                    <p:cond delay="0"/>
                                  </p:stCondLst>
                                  <p:childTnLst>
                                    <p:set>
                                      <p:cBhvr>
                                        <p:cTn id="35" dur="1" fill="hold">
                                          <p:stCondLst>
                                            <p:cond delay="0"/>
                                          </p:stCondLst>
                                        </p:cTn>
                                        <p:tgtEl>
                                          <p:spTgt spid="645">
                                            <p:txEl>
                                              <p:pRg st="0" end="0"/>
                                            </p:txEl>
                                          </p:spTgt>
                                        </p:tgtEl>
                                        <p:attrNameLst>
                                          <p:attrName>style.visibility</p:attrName>
                                        </p:attrNameLst>
                                      </p:cBhvr>
                                      <p:to>
                                        <p:strVal val="visible"/>
                                      </p:to>
                                    </p:set>
                                    <p:animEffect transition="in" filter="dissolve">
                                      <p:cBhvr>
                                        <p:cTn id="36" dur="1000"/>
                                        <p:tgtEl>
                                          <p:spTgt spid="645">
                                            <p:txEl>
                                              <p:pRg st="0" end="0"/>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9" presetClass="entr" presetSubtype="0" fill="hold" nodeType="clickEffect">
                                  <p:stCondLst>
                                    <p:cond delay="0"/>
                                  </p:stCondLst>
                                  <p:childTnLst>
                                    <p:set>
                                      <p:cBhvr>
                                        <p:cTn id="40" dur="1" fill="hold">
                                          <p:stCondLst>
                                            <p:cond delay="0"/>
                                          </p:stCondLst>
                                        </p:cTn>
                                        <p:tgtEl>
                                          <p:spTgt spid="645">
                                            <p:txEl>
                                              <p:pRg st="1" end="1"/>
                                            </p:txEl>
                                          </p:spTgt>
                                        </p:tgtEl>
                                        <p:attrNameLst>
                                          <p:attrName>style.visibility</p:attrName>
                                        </p:attrNameLst>
                                      </p:cBhvr>
                                      <p:to>
                                        <p:strVal val="visible"/>
                                      </p:to>
                                    </p:set>
                                    <p:animEffect transition="in" filter="dissolve">
                                      <p:cBhvr>
                                        <p:cTn id="41" dur="1000"/>
                                        <p:tgtEl>
                                          <p:spTgt spid="645">
                                            <p:txEl>
                                              <p:pRg st="1" end="1"/>
                                            </p:txEl>
                                          </p:spTgt>
                                        </p:tgtEl>
                                      </p:cBhvr>
                                    </p:animEffect>
                                  </p:childTnLst>
                                </p:cTn>
                              </p:par>
                              <p:par>
                                <p:cTn id="42" presetID="22" presetClass="entr" presetSubtype="1" fill="hold" nodeType="withEffect">
                                  <p:stCondLst>
                                    <p:cond delay="0"/>
                                  </p:stCondLst>
                                  <p:childTnLst>
                                    <p:set>
                                      <p:cBhvr>
                                        <p:cTn id="43" dur="1" fill="hold">
                                          <p:stCondLst>
                                            <p:cond delay="0"/>
                                          </p:stCondLst>
                                        </p:cTn>
                                        <p:tgtEl>
                                          <p:spTgt spid="7"/>
                                        </p:tgtEl>
                                        <p:attrNameLst>
                                          <p:attrName>style.visibility</p:attrName>
                                        </p:attrNameLst>
                                      </p:cBhvr>
                                      <p:to>
                                        <p:strVal val="visible"/>
                                      </p:to>
                                    </p:set>
                                    <p:animEffect transition="in" filter="wipe(up)">
                                      <p:cBhvr>
                                        <p:cTn id="44"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3" grpId="0"/>
      <p:bldP spid="644"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FAC08B47-1C0E-5D48-A9ED-A80A9C43504C}"/>
              </a:ext>
            </a:extLst>
          </p:cNvPr>
          <p:cNvSpPr>
            <a:spLocks noGrp="1"/>
          </p:cNvSpPr>
          <p:nvPr>
            <p:ph type="title"/>
          </p:nvPr>
        </p:nvSpPr>
        <p:spPr>
          <a:xfrm>
            <a:off x="811306" y="303903"/>
            <a:ext cx="10999694" cy="894622"/>
          </a:xfrm>
        </p:spPr>
        <p:txBody>
          <a:bodyPr>
            <a:noAutofit/>
          </a:bodyPr>
          <a:lstStyle/>
          <a:p>
            <a:r>
              <a:rPr lang="en-US" b="0" dirty="0">
                <a:latin typeface="+mn-lt"/>
              </a:rPr>
              <a:t>A day in the life…TCP connection carrying HTTP</a:t>
            </a:r>
            <a:endParaRPr lang="en-US" sz="3200" b="0" dirty="0">
              <a:latin typeface="+mn-lt"/>
            </a:endParaRPr>
          </a:p>
        </p:txBody>
      </p:sp>
      <p:sp>
        <p:nvSpPr>
          <p:cNvPr id="5" name="Slide Number Placeholder 4">
            <a:extLst>
              <a:ext uri="{FF2B5EF4-FFF2-40B4-BE49-F238E27FC236}">
                <a16:creationId xmlns:a16="http://schemas.microsoft.com/office/drawing/2014/main" id="{818B350A-665A-4B4E-8611-F7A0C3B2DC51}"/>
              </a:ext>
            </a:extLst>
          </p:cNvPr>
          <p:cNvSpPr>
            <a:spLocks noGrp="1"/>
          </p:cNvSpPr>
          <p:nvPr>
            <p:ph type="sldNum" sz="quarter" idx="4"/>
          </p:nvPr>
        </p:nvSpPr>
        <p:spPr/>
        <p:txBody>
          <a:bodyPr/>
          <a:lstStyle/>
          <a:p>
            <a:r>
              <a:rPr lang="en-US" dirty="0"/>
              <a:t>Link Layer: 6-</a:t>
            </a:r>
            <a:fld id="{C4204591-24BD-A542-B9D5-F8D8A88D2FEE}" type="slidenum">
              <a:rPr lang="en-US" smtClean="0"/>
              <a:pPr/>
              <a:t>32</a:t>
            </a:fld>
            <a:endParaRPr lang="en-US" dirty="0"/>
          </a:p>
        </p:txBody>
      </p:sp>
      <p:sp>
        <p:nvSpPr>
          <p:cNvPr id="295" name="Freeform 3">
            <a:extLst>
              <a:ext uri="{FF2B5EF4-FFF2-40B4-BE49-F238E27FC236}">
                <a16:creationId xmlns:a16="http://schemas.microsoft.com/office/drawing/2014/main" id="{DF7BB4DC-D674-5D48-AD3D-92259D4E8719}"/>
              </a:ext>
            </a:extLst>
          </p:cNvPr>
          <p:cNvSpPr>
            <a:spLocks/>
          </p:cNvSpPr>
          <p:nvPr/>
        </p:nvSpPr>
        <p:spPr bwMode="auto">
          <a:xfrm>
            <a:off x="691870" y="1878292"/>
            <a:ext cx="3554412" cy="2754313"/>
          </a:xfrm>
          <a:custGeom>
            <a:avLst/>
            <a:gdLst>
              <a:gd name="T0" fmla="*/ 2147483647 w 2406"/>
              <a:gd name="T1" fmla="*/ 2147483647 h 958"/>
              <a:gd name="T2" fmla="*/ 2147483647 w 2406"/>
              <a:gd name="T3" fmla="*/ 2147483647 h 958"/>
              <a:gd name="T4" fmla="*/ 2147483647 w 2406"/>
              <a:gd name="T5" fmla="*/ 2147483647 h 958"/>
              <a:gd name="T6" fmla="*/ 2147483647 w 2406"/>
              <a:gd name="T7" fmla="*/ 2147483647 h 958"/>
              <a:gd name="T8" fmla="*/ 2147483647 w 2406"/>
              <a:gd name="T9" fmla="*/ 2147483647 h 958"/>
              <a:gd name="T10" fmla="*/ 2147483647 w 2406"/>
              <a:gd name="T11" fmla="*/ 2147483647 h 958"/>
              <a:gd name="T12" fmla="*/ 2147483647 w 2406"/>
              <a:gd name="T13" fmla="*/ 2147483647 h 958"/>
              <a:gd name="T14" fmla="*/ 2147483647 w 2406"/>
              <a:gd name="T15" fmla="*/ 2147483647 h 958"/>
              <a:gd name="T16" fmla="*/ 2147483647 w 2406"/>
              <a:gd name="T17" fmla="*/ 2147483647 h 958"/>
              <a:gd name="T18" fmla="*/ 2147483647 w 2406"/>
              <a:gd name="T19" fmla="*/ 2147483647 h 958"/>
              <a:gd name="T20" fmla="*/ 2147483647 w 2406"/>
              <a:gd name="T21" fmla="*/ 2147483647 h 958"/>
              <a:gd name="T22" fmla="*/ 2147483647 w 2406"/>
              <a:gd name="T23" fmla="*/ 2147483647 h 958"/>
              <a:gd name="T24" fmla="*/ 2147483647 w 2406"/>
              <a:gd name="T25" fmla="*/ 2147483647 h 95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406"/>
              <a:gd name="T40" fmla="*/ 0 h 958"/>
              <a:gd name="T41" fmla="*/ 2406 w 2406"/>
              <a:gd name="T42" fmla="*/ 958 h 95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406" h="958">
                <a:moveTo>
                  <a:pt x="2192" y="274"/>
                </a:moveTo>
                <a:cubicBezTo>
                  <a:pt x="1978" y="94"/>
                  <a:pt x="1990" y="122"/>
                  <a:pt x="1857" y="77"/>
                </a:cubicBezTo>
                <a:cubicBezTo>
                  <a:pt x="1724" y="32"/>
                  <a:pt x="1584" y="0"/>
                  <a:pt x="1393" y="7"/>
                </a:cubicBezTo>
                <a:cubicBezTo>
                  <a:pt x="1202" y="14"/>
                  <a:pt x="898" y="84"/>
                  <a:pt x="713" y="122"/>
                </a:cubicBezTo>
                <a:cubicBezTo>
                  <a:pt x="528" y="160"/>
                  <a:pt x="395" y="168"/>
                  <a:pt x="280" y="234"/>
                </a:cubicBezTo>
                <a:cubicBezTo>
                  <a:pt x="166" y="301"/>
                  <a:pt x="52" y="432"/>
                  <a:pt x="26" y="522"/>
                </a:cubicBezTo>
                <a:cubicBezTo>
                  <a:pt x="0" y="612"/>
                  <a:pt x="81" y="711"/>
                  <a:pt x="122" y="773"/>
                </a:cubicBezTo>
                <a:cubicBezTo>
                  <a:pt x="163" y="835"/>
                  <a:pt x="99" y="877"/>
                  <a:pt x="273" y="894"/>
                </a:cubicBezTo>
                <a:cubicBezTo>
                  <a:pt x="447" y="911"/>
                  <a:pt x="938" y="866"/>
                  <a:pt x="1169" y="876"/>
                </a:cubicBezTo>
                <a:cubicBezTo>
                  <a:pt x="1400" y="886"/>
                  <a:pt x="1499" y="950"/>
                  <a:pt x="1659" y="954"/>
                </a:cubicBezTo>
                <a:cubicBezTo>
                  <a:pt x="1819" y="958"/>
                  <a:pt x="2014" y="958"/>
                  <a:pt x="2129" y="897"/>
                </a:cubicBezTo>
                <a:cubicBezTo>
                  <a:pt x="2244" y="836"/>
                  <a:pt x="2327" y="856"/>
                  <a:pt x="2350" y="591"/>
                </a:cubicBezTo>
                <a:cubicBezTo>
                  <a:pt x="2373" y="326"/>
                  <a:pt x="2406" y="454"/>
                  <a:pt x="2192" y="274"/>
                </a:cubicBezTo>
                <a:close/>
              </a:path>
            </a:pathLst>
          </a:custGeom>
          <a:solidFill>
            <a:srgbClr val="9CE0FA"/>
          </a:soli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p>
            <a:pPr eaLnBrk="0" fontAlgn="base" hangingPunct="0">
              <a:spcBef>
                <a:spcPct val="0"/>
              </a:spcBef>
              <a:spcAft>
                <a:spcPct val="0"/>
              </a:spcAft>
            </a:pPr>
            <a:endParaRPr lang="en-US" dirty="0">
              <a:solidFill>
                <a:srgbClr val="000000"/>
              </a:solidFill>
              <a:latin typeface="Arial" charset="0"/>
              <a:ea typeface="ＭＳ Ｐゴシック" charset="0"/>
            </a:endParaRPr>
          </a:p>
        </p:txBody>
      </p:sp>
      <p:sp>
        <p:nvSpPr>
          <p:cNvPr id="327" name="Line 36">
            <a:extLst>
              <a:ext uri="{FF2B5EF4-FFF2-40B4-BE49-F238E27FC236}">
                <a16:creationId xmlns:a16="http://schemas.microsoft.com/office/drawing/2014/main" id="{57A4B698-E5A9-CC49-A803-B00E5B0F4E5B}"/>
              </a:ext>
            </a:extLst>
          </p:cNvPr>
          <p:cNvSpPr>
            <a:spLocks noChangeShapeType="1"/>
          </p:cNvSpPr>
          <p:nvPr/>
        </p:nvSpPr>
        <p:spPr bwMode="auto">
          <a:xfrm flipV="1">
            <a:off x="3693832" y="2949855"/>
            <a:ext cx="155575" cy="142875"/>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lstStyle/>
          <a:p>
            <a:pPr eaLnBrk="0" fontAlgn="base" hangingPunct="0">
              <a:spcBef>
                <a:spcPct val="0"/>
              </a:spcBef>
              <a:spcAft>
                <a:spcPct val="0"/>
              </a:spcAft>
            </a:pPr>
            <a:endParaRPr lang="en-US" dirty="0">
              <a:solidFill>
                <a:srgbClr val="000000"/>
              </a:solidFill>
              <a:latin typeface="Arial" charset="0"/>
              <a:ea typeface="ＭＳ Ｐゴシック" charset="0"/>
            </a:endParaRPr>
          </a:p>
        </p:txBody>
      </p:sp>
      <p:sp>
        <p:nvSpPr>
          <p:cNvPr id="328" name="Line 43">
            <a:extLst>
              <a:ext uri="{FF2B5EF4-FFF2-40B4-BE49-F238E27FC236}">
                <a16:creationId xmlns:a16="http://schemas.microsoft.com/office/drawing/2014/main" id="{4299F198-F6BC-D84B-A132-247DE12D88BC}"/>
              </a:ext>
            </a:extLst>
          </p:cNvPr>
          <p:cNvSpPr>
            <a:spLocks noChangeShapeType="1"/>
          </p:cNvSpPr>
          <p:nvPr/>
        </p:nvSpPr>
        <p:spPr bwMode="auto">
          <a:xfrm flipV="1">
            <a:off x="2584170" y="3122892"/>
            <a:ext cx="695325" cy="0"/>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lstStyle/>
          <a:p>
            <a:pPr eaLnBrk="0" fontAlgn="base" hangingPunct="0">
              <a:spcBef>
                <a:spcPct val="0"/>
              </a:spcBef>
              <a:spcAft>
                <a:spcPct val="0"/>
              </a:spcAft>
            </a:pPr>
            <a:endParaRPr lang="en-US" dirty="0">
              <a:solidFill>
                <a:srgbClr val="000000"/>
              </a:solidFill>
              <a:latin typeface="Arial" charset="0"/>
              <a:ea typeface="ＭＳ Ｐゴシック" charset="0"/>
            </a:endParaRPr>
          </a:p>
        </p:txBody>
      </p:sp>
      <p:sp>
        <p:nvSpPr>
          <p:cNvPr id="329" name="Line 44">
            <a:extLst>
              <a:ext uri="{FF2B5EF4-FFF2-40B4-BE49-F238E27FC236}">
                <a16:creationId xmlns:a16="http://schemas.microsoft.com/office/drawing/2014/main" id="{DC9B9DDD-57B4-5C47-B709-CC1E60CA572F}"/>
              </a:ext>
            </a:extLst>
          </p:cNvPr>
          <p:cNvSpPr>
            <a:spLocks noChangeShapeType="1"/>
          </p:cNvSpPr>
          <p:nvPr/>
        </p:nvSpPr>
        <p:spPr bwMode="auto">
          <a:xfrm flipV="1">
            <a:off x="3843057" y="2806980"/>
            <a:ext cx="138113" cy="142875"/>
          </a:xfrm>
          <a:prstGeom prst="line">
            <a:avLst/>
          </a:prstGeom>
          <a:noFill/>
          <a:ln w="9525">
            <a:solidFill>
              <a:srgbClr val="000000"/>
            </a:solidFill>
            <a:prstDash val="dash"/>
            <a:round/>
            <a:headEnd/>
            <a:tailEnd/>
          </a:ln>
          <a:extLst>
            <a:ext uri="{909E8E84-426E-40dd-AFC4-6F175D3DCCD1}">
              <a14:hiddenFill xmlns:a14="http://schemas.microsoft.com/office/drawing/2010/main" xmlns="">
                <a:noFill/>
              </a14:hiddenFill>
            </a:ext>
          </a:extLst>
        </p:spPr>
        <p:txBody>
          <a:bodyPr/>
          <a:lstStyle/>
          <a:p>
            <a:pPr eaLnBrk="0" fontAlgn="base" hangingPunct="0">
              <a:spcBef>
                <a:spcPct val="0"/>
              </a:spcBef>
              <a:spcAft>
                <a:spcPct val="0"/>
              </a:spcAft>
            </a:pPr>
            <a:endParaRPr lang="en-US" dirty="0">
              <a:solidFill>
                <a:srgbClr val="000000"/>
              </a:solidFill>
              <a:latin typeface="Arial" charset="0"/>
              <a:ea typeface="ＭＳ Ｐゴシック" charset="0"/>
            </a:endParaRPr>
          </a:p>
        </p:txBody>
      </p:sp>
      <p:sp>
        <p:nvSpPr>
          <p:cNvPr id="330" name="Line 48">
            <a:extLst>
              <a:ext uri="{FF2B5EF4-FFF2-40B4-BE49-F238E27FC236}">
                <a16:creationId xmlns:a16="http://schemas.microsoft.com/office/drawing/2014/main" id="{4DEE8A35-1100-9F4E-9ADC-43B2758E16DA}"/>
              </a:ext>
            </a:extLst>
          </p:cNvPr>
          <p:cNvSpPr>
            <a:spLocks noChangeShapeType="1"/>
          </p:cNvSpPr>
          <p:nvPr/>
        </p:nvSpPr>
        <p:spPr bwMode="auto">
          <a:xfrm flipV="1">
            <a:off x="3198532" y="3341967"/>
            <a:ext cx="512763" cy="612775"/>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lstStyle/>
          <a:p>
            <a:pPr eaLnBrk="0" fontAlgn="base" hangingPunct="0">
              <a:spcBef>
                <a:spcPct val="0"/>
              </a:spcBef>
              <a:spcAft>
                <a:spcPct val="0"/>
              </a:spcAft>
            </a:pPr>
            <a:endParaRPr lang="en-US" dirty="0">
              <a:solidFill>
                <a:srgbClr val="000000"/>
              </a:solidFill>
              <a:latin typeface="Arial" charset="0"/>
              <a:ea typeface="ＭＳ Ｐゴシック" charset="0"/>
            </a:endParaRPr>
          </a:p>
        </p:txBody>
      </p:sp>
      <p:grpSp>
        <p:nvGrpSpPr>
          <p:cNvPr id="581" name="Group 580">
            <a:extLst>
              <a:ext uri="{FF2B5EF4-FFF2-40B4-BE49-F238E27FC236}">
                <a16:creationId xmlns:a16="http://schemas.microsoft.com/office/drawing/2014/main" id="{4D6B2B90-1080-3C45-8723-93F56B08E56C}"/>
              </a:ext>
            </a:extLst>
          </p:cNvPr>
          <p:cNvGrpSpPr/>
          <p:nvPr/>
        </p:nvGrpSpPr>
        <p:grpSpPr>
          <a:xfrm>
            <a:off x="3087416" y="2965438"/>
            <a:ext cx="960147" cy="436668"/>
            <a:chOff x="3668110" y="2448910"/>
            <a:chExt cx="3794234" cy="2165130"/>
          </a:xfrm>
        </p:grpSpPr>
        <p:sp>
          <p:nvSpPr>
            <p:cNvPr id="582" name="Rectangle 581">
              <a:extLst>
                <a:ext uri="{FF2B5EF4-FFF2-40B4-BE49-F238E27FC236}">
                  <a16:creationId xmlns:a16="http://schemas.microsoft.com/office/drawing/2014/main" id="{B1476A90-F591-974E-B11C-39A30B0F987B}"/>
                </a:ext>
              </a:extLst>
            </p:cNvPr>
            <p:cNvSpPr/>
            <p:nvPr/>
          </p:nvSpPr>
          <p:spPr>
            <a:xfrm>
              <a:off x="3668110" y="3741409"/>
              <a:ext cx="3780587" cy="872631"/>
            </a:xfrm>
            <a:prstGeom prst="rect">
              <a:avLst/>
            </a:prstGeom>
            <a:gradFill>
              <a:gsLst>
                <a:gs pos="0">
                  <a:srgbClr val="B8C2C9"/>
                </a:gs>
                <a:gs pos="21000">
                  <a:schemeClr val="bg1"/>
                </a:gs>
                <a:gs pos="60000">
                  <a:srgbClr val="D6DCE0"/>
                </a:gs>
                <a:gs pos="100000">
                  <a:srgbClr val="B8C2C9"/>
                </a:gs>
              </a:gsLst>
              <a:lin ang="0" scaled="0"/>
            </a:gra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83" name="Freeform 582">
              <a:extLst>
                <a:ext uri="{FF2B5EF4-FFF2-40B4-BE49-F238E27FC236}">
                  <a16:creationId xmlns:a16="http://schemas.microsoft.com/office/drawing/2014/main" id="{FAF65266-E375-3A4E-8042-0B0D6B8CFA60}"/>
                </a:ext>
              </a:extLst>
            </p:cNvPr>
            <p:cNvSpPr/>
            <p:nvPr/>
          </p:nvSpPr>
          <p:spPr>
            <a:xfrm>
              <a:off x="3678620" y="2448910"/>
              <a:ext cx="3783724" cy="1324303"/>
            </a:xfrm>
            <a:custGeom>
              <a:avLst/>
              <a:gdLst>
                <a:gd name="connsiteX0" fmla="*/ 0 w 3783724"/>
                <a:gd name="connsiteY0" fmla="*/ 1313793 h 1324303"/>
                <a:gd name="connsiteX1" fmla="*/ 0 w 3783724"/>
                <a:gd name="connsiteY1" fmla="*/ 1313793 h 1324303"/>
                <a:gd name="connsiteX2" fmla="*/ 252248 w 3783724"/>
                <a:gd name="connsiteY2" fmla="*/ 0 h 1324303"/>
                <a:gd name="connsiteX3" fmla="*/ 3415862 w 3783724"/>
                <a:gd name="connsiteY3" fmla="*/ 21020 h 1324303"/>
                <a:gd name="connsiteX4" fmla="*/ 3783724 w 3783724"/>
                <a:gd name="connsiteY4" fmla="*/ 1324303 h 1324303"/>
                <a:gd name="connsiteX5" fmla="*/ 0 w 3783724"/>
                <a:gd name="connsiteY5" fmla="*/ 1313793 h 1324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83724" h="1324303">
                  <a:moveTo>
                    <a:pt x="0" y="1313793"/>
                  </a:moveTo>
                  <a:lnTo>
                    <a:pt x="0" y="1313793"/>
                  </a:lnTo>
                  <a:lnTo>
                    <a:pt x="252248" y="0"/>
                  </a:lnTo>
                  <a:lnTo>
                    <a:pt x="3415862" y="21020"/>
                  </a:lnTo>
                  <a:lnTo>
                    <a:pt x="3783724" y="1324303"/>
                  </a:lnTo>
                  <a:lnTo>
                    <a:pt x="0" y="1313793"/>
                  </a:lnTo>
                  <a:close/>
                </a:path>
              </a:pathLst>
            </a:cu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nvGrpSpPr>
            <p:cNvPr id="584" name="Group 583">
              <a:extLst>
                <a:ext uri="{FF2B5EF4-FFF2-40B4-BE49-F238E27FC236}">
                  <a16:creationId xmlns:a16="http://schemas.microsoft.com/office/drawing/2014/main" id="{A1FA9C68-339B-614C-9E34-CDEAC150A5DD}"/>
                </a:ext>
              </a:extLst>
            </p:cNvPr>
            <p:cNvGrpSpPr/>
            <p:nvPr/>
          </p:nvGrpSpPr>
          <p:grpSpPr>
            <a:xfrm>
              <a:off x="3941378" y="2603243"/>
              <a:ext cx="3202061" cy="1066110"/>
              <a:chOff x="7939341" y="3037317"/>
              <a:chExt cx="897649" cy="353919"/>
            </a:xfrm>
          </p:grpSpPr>
          <p:sp>
            <p:nvSpPr>
              <p:cNvPr id="585" name="Freeform 584">
                <a:extLst>
                  <a:ext uri="{FF2B5EF4-FFF2-40B4-BE49-F238E27FC236}">
                    <a16:creationId xmlns:a16="http://schemas.microsoft.com/office/drawing/2014/main" id="{D8C9439F-A149-D942-929A-18B7B9A8DCF4}"/>
                  </a:ext>
                </a:extLst>
              </p:cNvPr>
              <p:cNvSpPr/>
              <p:nvPr/>
            </p:nvSpPr>
            <p:spPr>
              <a:xfrm>
                <a:off x="7964170" y="30373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86" name="Freeform 585">
                <a:extLst>
                  <a:ext uri="{FF2B5EF4-FFF2-40B4-BE49-F238E27FC236}">
                    <a16:creationId xmlns:a16="http://schemas.microsoft.com/office/drawing/2014/main" id="{0C0CC8C6-CE81-EF42-BA4E-3A45D13E6CD2}"/>
                  </a:ext>
                </a:extLst>
              </p:cNvPr>
              <p:cNvSpPr/>
              <p:nvPr/>
            </p:nvSpPr>
            <p:spPr>
              <a:xfrm>
                <a:off x="8519948" y="32067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87" name="Freeform 586">
                <a:extLst>
                  <a:ext uri="{FF2B5EF4-FFF2-40B4-BE49-F238E27FC236}">
                    <a16:creationId xmlns:a16="http://schemas.microsoft.com/office/drawing/2014/main" id="{3E8C4D08-870E-A742-950E-F94FEE119597}"/>
                  </a:ext>
                </a:extLst>
              </p:cNvPr>
              <p:cNvSpPr/>
              <p:nvPr/>
            </p:nvSpPr>
            <p:spPr>
              <a:xfrm>
                <a:off x="7939341" y="32067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88" name="Freeform 587">
                <a:extLst>
                  <a:ext uri="{FF2B5EF4-FFF2-40B4-BE49-F238E27FC236}">
                    <a16:creationId xmlns:a16="http://schemas.microsoft.com/office/drawing/2014/main" id="{AF1A2733-0B79-E940-8171-436600A9A36D}"/>
                  </a:ext>
                </a:extLst>
              </p:cNvPr>
              <p:cNvSpPr/>
              <p:nvPr/>
            </p:nvSpPr>
            <p:spPr>
              <a:xfrm>
                <a:off x="8047413" y="31234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sp>
        <p:nvSpPr>
          <p:cNvPr id="638" name="Rectangle 37">
            <a:extLst>
              <a:ext uri="{FF2B5EF4-FFF2-40B4-BE49-F238E27FC236}">
                <a16:creationId xmlns:a16="http://schemas.microsoft.com/office/drawing/2014/main" id="{6E62C662-849A-5546-97FB-27C419E31ED7}"/>
              </a:ext>
            </a:extLst>
          </p:cNvPr>
          <p:cNvSpPr>
            <a:spLocks noChangeArrowheads="1"/>
          </p:cNvSpPr>
          <p:nvPr/>
        </p:nvSpPr>
        <p:spPr bwMode="auto">
          <a:xfrm rot="5400000">
            <a:off x="2648281" y="3003260"/>
            <a:ext cx="134168" cy="255587"/>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Comic Sans MS" pitchFamily="66" charset="0"/>
              <a:ea typeface="ＭＳ Ｐゴシック" charset="0"/>
            </a:endParaRPr>
          </a:p>
        </p:txBody>
      </p:sp>
      <p:sp>
        <p:nvSpPr>
          <p:cNvPr id="639" name="Rectangle 37">
            <a:extLst>
              <a:ext uri="{FF2B5EF4-FFF2-40B4-BE49-F238E27FC236}">
                <a16:creationId xmlns:a16="http://schemas.microsoft.com/office/drawing/2014/main" id="{CE5D4DD5-02BB-9C42-86C9-F0B5A6635376}"/>
              </a:ext>
            </a:extLst>
          </p:cNvPr>
          <p:cNvSpPr>
            <a:spLocks noChangeArrowheads="1"/>
          </p:cNvSpPr>
          <p:nvPr/>
        </p:nvSpPr>
        <p:spPr bwMode="auto">
          <a:xfrm rot="5400000">
            <a:off x="3522564" y="4176324"/>
            <a:ext cx="140795" cy="179874"/>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Comic Sans MS" pitchFamily="66" charset="0"/>
              <a:ea typeface="ＭＳ Ｐゴシック" charset="0"/>
            </a:endParaRPr>
          </a:p>
        </p:txBody>
      </p:sp>
      <p:sp>
        <p:nvSpPr>
          <p:cNvPr id="672" name="Rectangle 37">
            <a:extLst>
              <a:ext uri="{FF2B5EF4-FFF2-40B4-BE49-F238E27FC236}">
                <a16:creationId xmlns:a16="http://schemas.microsoft.com/office/drawing/2014/main" id="{9481655E-53B9-E148-87BB-DA888D40383A}"/>
              </a:ext>
            </a:extLst>
          </p:cNvPr>
          <p:cNvSpPr>
            <a:spLocks noChangeArrowheads="1"/>
          </p:cNvSpPr>
          <p:nvPr/>
        </p:nvSpPr>
        <p:spPr bwMode="auto">
          <a:xfrm rot="2603620">
            <a:off x="3123075" y="3881648"/>
            <a:ext cx="140795" cy="235527"/>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Comic Sans MS" pitchFamily="66" charset="0"/>
              <a:ea typeface="ＭＳ Ｐゴシック" charset="0"/>
            </a:endParaRPr>
          </a:p>
        </p:txBody>
      </p:sp>
      <p:grpSp>
        <p:nvGrpSpPr>
          <p:cNvPr id="589" name="Group 588">
            <a:extLst>
              <a:ext uri="{FF2B5EF4-FFF2-40B4-BE49-F238E27FC236}">
                <a16:creationId xmlns:a16="http://schemas.microsoft.com/office/drawing/2014/main" id="{E25D2C38-52A6-D74C-B8F5-760511B66010}"/>
              </a:ext>
            </a:extLst>
          </p:cNvPr>
          <p:cNvGrpSpPr/>
          <p:nvPr/>
        </p:nvGrpSpPr>
        <p:grpSpPr>
          <a:xfrm>
            <a:off x="2647027" y="4019872"/>
            <a:ext cx="853832" cy="472456"/>
            <a:chOff x="7493876" y="2774731"/>
            <a:chExt cx="1481958" cy="894622"/>
          </a:xfrm>
        </p:grpSpPr>
        <p:sp>
          <p:nvSpPr>
            <p:cNvPr id="590" name="Freeform 589">
              <a:extLst>
                <a:ext uri="{FF2B5EF4-FFF2-40B4-BE49-F238E27FC236}">
                  <a16:creationId xmlns:a16="http://schemas.microsoft.com/office/drawing/2014/main" id="{B0A245DD-4B67-F546-BF8C-E3D0A2C89B58}"/>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591" name="Oval 590">
              <a:extLst>
                <a:ext uri="{FF2B5EF4-FFF2-40B4-BE49-F238E27FC236}">
                  <a16:creationId xmlns:a16="http://schemas.microsoft.com/office/drawing/2014/main" id="{70CB17FC-C529-3648-AFDA-8721418A5095}"/>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592" name="Group 591">
              <a:extLst>
                <a:ext uri="{FF2B5EF4-FFF2-40B4-BE49-F238E27FC236}">
                  <a16:creationId xmlns:a16="http://schemas.microsoft.com/office/drawing/2014/main" id="{D413B80D-C7DB-534C-8DA8-F00D300DBC88}"/>
                </a:ext>
              </a:extLst>
            </p:cNvPr>
            <p:cNvGrpSpPr/>
            <p:nvPr/>
          </p:nvGrpSpPr>
          <p:grpSpPr>
            <a:xfrm>
              <a:off x="7713663" y="2848339"/>
              <a:ext cx="1042107" cy="425543"/>
              <a:chOff x="7786941" y="2884917"/>
              <a:chExt cx="897649" cy="353919"/>
            </a:xfrm>
          </p:grpSpPr>
          <p:sp>
            <p:nvSpPr>
              <p:cNvPr id="593" name="Freeform 592">
                <a:extLst>
                  <a:ext uri="{FF2B5EF4-FFF2-40B4-BE49-F238E27FC236}">
                    <a16:creationId xmlns:a16="http://schemas.microsoft.com/office/drawing/2014/main" id="{18E03FC9-7974-9640-9835-27B0131CD76F}"/>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94" name="Freeform 593">
                <a:extLst>
                  <a:ext uri="{FF2B5EF4-FFF2-40B4-BE49-F238E27FC236}">
                    <a16:creationId xmlns:a16="http://schemas.microsoft.com/office/drawing/2014/main" id="{B02F09FE-2B85-5F4C-B1D3-7285C2B56BB5}"/>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95" name="Freeform 594">
                <a:extLst>
                  <a:ext uri="{FF2B5EF4-FFF2-40B4-BE49-F238E27FC236}">
                    <a16:creationId xmlns:a16="http://schemas.microsoft.com/office/drawing/2014/main" id="{1154C3FD-FF9C-E343-A60C-430A6B3F38A5}"/>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96" name="Freeform 595">
                <a:extLst>
                  <a:ext uri="{FF2B5EF4-FFF2-40B4-BE49-F238E27FC236}">
                    <a16:creationId xmlns:a16="http://schemas.microsoft.com/office/drawing/2014/main" id="{978879B9-5CF4-0C42-8D6C-4676831E90D5}"/>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767" name="Group 248">
            <a:extLst>
              <a:ext uri="{FF2B5EF4-FFF2-40B4-BE49-F238E27FC236}">
                <a16:creationId xmlns:a16="http://schemas.microsoft.com/office/drawing/2014/main" id="{BBC0582A-3E28-C146-B822-8892A6C507A6}"/>
              </a:ext>
            </a:extLst>
          </p:cNvPr>
          <p:cNvGrpSpPr>
            <a:grpSpLocks/>
          </p:cNvGrpSpPr>
          <p:nvPr/>
        </p:nvGrpSpPr>
        <p:grpSpPr bwMode="auto">
          <a:xfrm>
            <a:off x="2606022" y="3858371"/>
            <a:ext cx="358775" cy="623888"/>
            <a:chOff x="4140" y="429"/>
            <a:chExt cx="1425" cy="2396"/>
          </a:xfrm>
        </p:grpSpPr>
        <p:sp>
          <p:nvSpPr>
            <p:cNvPr id="768" name="Freeform 148">
              <a:extLst>
                <a:ext uri="{FF2B5EF4-FFF2-40B4-BE49-F238E27FC236}">
                  <a16:creationId xmlns:a16="http://schemas.microsoft.com/office/drawing/2014/main" id="{3CCCBBB4-63BD-EA43-A39D-906E833ADC8D}"/>
                </a:ext>
              </a:extLst>
            </p:cNvPr>
            <p:cNvSpPr>
              <a:spLocks/>
            </p:cNvSpPr>
            <p:nvPr/>
          </p:nvSpPr>
          <p:spPr bwMode="auto">
            <a:xfrm>
              <a:off x="5268" y="433"/>
              <a:ext cx="283" cy="2286"/>
            </a:xfrm>
            <a:custGeom>
              <a:avLst/>
              <a:gdLst>
                <a:gd name="T0" fmla="*/ 21 w 354"/>
                <a:gd name="T1" fmla="*/ 0 h 2742"/>
                <a:gd name="T2" fmla="*/ 116 w 354"/>
                <a:gd name="T3" fmla="*/ 137 h 2742"/>
                <a:gd name="T4" fmla="*/ 114 w 354"/>
                <a:gd name="T5" fmla="*/ 1057 h 2742"/>
                <a:gd name="T6" fmla="*/ 0 w 354"/>
                <a:gd name="T7" fmla="*/ 1105 h 2742"/>
                <a:gd name="T8" fmla="*/ 21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769" name="Rectangle 149">
              <a:extLst>
                <a:ext uri="{FF2B5EF4-FFF2-40B4-BE49-F238E27FC236}">
                  <a16:creationId xmlns:a16="http://schemas.microsoft.com/office/drawing/2014/main" id="{0974CB1E-EE6F-9F45-B007-E10FFC92A669}"/>
                </a:ext>
              </a:extLst>
            </p:cNvPr>
            <p:cNvSpPr>
              <a:spLocks noChangeArrowheads="1"/>
            </p:cNvSpPr>
            <p:nvPr/>
          </p:nvSpPr>
          <p:spPr bwMode="auto">
            <a:xfrm>
              <a:off x="4203" y="429"/>
              <a:ext cx="1053" cy="2286"/>
            </a:xfrm>
            <a:prstGeom prst="rect">
              <a:avLst/>
            </a:pr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770" name="Freeform 150">
              <a:extLst>
                <a:ext uri="{FF2B5EF4-FFF2-40B4-BE49-F238E27FC236}">
                  <a16:creationId xmlns:a16="http://schemas.microsoft.com/office/drawing/2014/main" id="{D1A9E57E-DC2A-1D4B-BD1F-082302E9764B}"/>
                </a:ext>
              </a:extLst>
            </p:cNvPr>
            <p:cNvSpPr>
              <a:spLocks/>
            </p:cNvSpPr>
            <p:nvPr/>
          </p:nvSpPr>
          <p:spPr bwMode="auto">
            <a:xfrm>
              <a:off x="5321" y="570"/>
              <a:ext cx="169" cy="2115"/>
            </a:xfrm>
            <a:custGeom>
              <a:avLst/>
              <a:gdLst>
                <a:gd name="T0" fmla="*/ 2 w 211"/>
                <a:gd name="T1" fmla="*/ 0 h 2537"/>
                <a:gd name="T2" fmla="*/ 70 w 211"/>
                <a:gd name="T3" fmla="*/ 88 h 2537"/>
                <a:gd name="T4" fmla="*/ 2 w 211"/>
                <a:gd name="T5" fmla="*/ 1007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771" name="Freeform 151">
              <a:extLst>
                <a:ext uri="{FF2B5EF4-FFF2-40B4-BE49-F238E27FC236}">
                  <a16:creationId xmlns:a16="http://schemas.microsoft.com/office/drawing/2014/main" id="{ECE9DDFF-83C2-2B4C-ABB2-610424C988C4}"/>
                </a:ext>
              </a:extLst>
            </p:cNvPr>
            <p:cNvSpPr>
              <a:spLocks/>
            </p:cNvSpPr>
            <p:nvPr/>
          </p:nvSpPr>
          <p:spPr bwMode="auto">
            <a:xfrm>
              <a:off x="5284" y="1640"/>
              <a:ext cx="263" cy="189"/>
            </a:xfrm>
            <a:custGeom>
              <a:avLst/>
              <a:gdLst>
                <a:gd name="T0" fmla="*/ 2 w 328"/>
                <a:gd name="T1" fmla="*/ 0 h 226"/>
                <a:gd name="T2" fmla="*/ 109 w 328"/>
                <a:gd name="T3" fmla="*/ 52 h 226"/>
                <a:gd name="T4" fmla="*/ 108 w 328"/>
                <a:gd name="T5" fmla="*/ 92 h 226"/>
                <a:gd name="T6" fmla="*/ 0 w 328"/>
                <a:gd name="T7" fmla="*/ 41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772" name="Rectangle 152">
              <a:extLst>
                <a:ext uri="{FF2B5EF4-FFF2-40B4-BE49-F238E27FC236}">
                  <a16:creationId xmlns:a16="http://schemas.microsoft.com/office/drawing/2014/main" id="{E6ECB8C9-90DF-DD48-ABC0-7756BD8AD9CF}"/>
                </a:ext>
              </a:extLst>
            </p:cNvPr>
            <p:cNvSpPr>
              <a:spLocks noChangeArrowheads="1"/>
            </p:cNvSpPr>
            <p:nvPr/>
          </p:nvSpPr>
          <p:spPr bwMode="auto">
            <a:xfrm>
              <a:off x="4209" y="691"/>
              <a:ext cx="599"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nvGrpSpPr>
            <p:cNvPr id="773" name="Group 153">
              <a:extLst>
                <a:ext uri="{FF2B5EF4-FFF2-40B4-BE49-F238E27FC236}">
                  <a16:creationId xmlns:a16="http://schemas.microsoft.com/office/drawing/2014/main" id="{DE8B4D5B-13BE-A642-8255-4AD348F07FF9}"/>
                </a:ext>
              </a:extLst>
            </p:cNvPr>
            <p:cNvGrpSpPr>
              <a:grpSpLocks/>
            </p:cNvGrpSpPr>
            <p:nvPr/>
          </p:nvGrpSpPr>
          <p:grpSpPr bwMode="auto">
            <a:xfrm>
              <a:off x="4749" y="668"/>
              <a:ext cx="581" cy="145"/>
              <a:chOff x="614" y="2568"/>
              <a:chExt cx="725" cy="139"/>
            </a:xfrm>
          </p:grpSpPr>
          <p:sp>
            <p:nvSpPr>
              <p:cNvPr id="798" name="AutoShape 154">
                <a:extLst>
                  <a:ext uri="{FF2B5EF4-FFF2-40B4-BE49-F238E27FC236}">
                    <a16:creationId xmlns:a16="http://schemas.microsoft.com/office/drawing/2014/main" id="{EBB08B72-91CC-634D-9721-24C2FA8C67C3}"/>
                  </a:ext>
                </a:extLst>
              </p:cNvPr>
              <p:cNvSpPr>
                <a:spLocks noChangeArrowheads="1"/>
              </p:cNvSpPr>
              <p:nvPr/>
            </p:nvSpPr>
            <p:spPr bwMode="auto">
              <a:xfrm>
                <a:off x="617" y="2567"/>
                <a:ext cx="724" cy="140"/>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799" name="AutoShape 155">
                <a:extLst>
                  <a:ext uri="{FF2B5EF4-FFF2-40B4-BE49-F238E27FC236}">
                    <a16:creationId xmlns:a16="http://schemas.microsoft.com/office/drawing/2014/main" id="{6232554D-4EC4-3A4E-BADD-0E979EDE086F}"/>
                  </a:ext>
                </a:extLst>
              </p:cNvPr>
              <p:cNvSpPr>
                <a:spLocks noChangeArrowheads="1"/>
              </p:cNvSpPr>
              <p:nvPr/>
            </p:nvSpPr>
            <p:spPr bwMode="auto">
              <a:xfrm>
                <a:off x="633" y="2584"/>
                <a:ext cx="692" cy="105"/>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sp>
          <p:nvSpPr>
            <p:cNvPr id="774" name="Rectangle 156">
              <a:extLst>
                <a:ext uri="{FF2B5EF4-FFF2-40B4-BE49-F238E27FC236}">
                  <a16:creationId xmlns:a16="http://schemas.microsoft.com/office/drawing/2014/main" id="{2546A6DD-1D0C-7842-9D41-F06F1C5381D4}"/>
                </a:ext>
              </a:extLst>
            </p:cNvPr>
            <p:cNvSpPr>
              <a:spLocks noChangeArrowheads="1"/>
            </p:cNvSpPr>
            <p:nvPr/>
          </p:nvSpPr>
          <p:spPr bwMode="auto">
            <a:xfrm>
              <a:off x="4222" y="1020"/>
              <a:ext cx="599" cy="43"/>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nvGrpSpPr>
            <p:cNvPr id="775" name="Group 157">
              <a:extLst>
                <a:ext uri="{FF2B5EF4-FFF2-40B4-BE49-F238E27FC236}">
                  <a16:creationId xmlns:a16="http://schemas.microsoft.com/office/drawing/2014/main" id="{34703394-632C-984A-A448-ECD8882A2A84}"/>
                </a:ext>
              </a:extLst>
            </p:cNvPr>
            <p:cNvGrpSpPr>
              <a:grpSpLocks/>
            </p:cNvGrpSpPr>
            <p:nvPr/>
          </p:nvGrpSpPr>
          <p:grpSpPr bwMode="auto">
            <a:xfrm>
              <a:off x="4747" y="994"/>
              <a:ext cx="581" cy="134"/>
              <a:chOff x="614" y="2568"/>
              <a:chExt cx="725" cy="139"/>
            </a:xfrm>
          </p:grpSpPr>
          <p:sp>
            <p:nvSpPr>
              <p:cNvPr id="796" name="AutoShape 158">
                <a:extLst>
                  <a:ext uri="{FF2B5EF4-FFF2-40B4-BE49-F238E27FC236}">
                    <a16:creationId xmlns:a16="http://schemas.microsoft.com/office/drawing/2014/main" id="{76033BA2-2C0A-D044-87F7-4C68D7CC33AA}"/>
                  </a:ext>
                </a:extLst>
              </p:cNvPr>
              <p:cNvSpPr>
                <a:spLocks noChangeArrowheads="1"/>
              </p:cNvSpPr>
              <p:nvPr/>
            </p:nvSpPr>
            <p:spPr bwMode="auto">
              <a:xfrm>
                <a:off x="612" y="2570"/>
                <a:ext cx="724" cy="139"/>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797" name="AutoShape 159">
                <a:extLst>
                  <a:ext uri="{FF2B5EF4-FFF2-40B4-BE49-F238E27FC236}">
                    <a16:creationId xmlns:a16="http://schemas.microsoft.com/office/drawing/2014/main" id="{51AF1619-376A-ED4A-B696-DEA3DCB639AE}"/>
                  </a:ext>
                </a:extLst>
              </p:cNvPr>
              <p:cNvSpPr>
                <a:spLocks noChangeArrowheads="1"/>
              </p:cNvSpPr>
              <p:nvPr/>
            </p:nvSpPr>
            <p:spPr bwMode="auto">
              <a:xfrm>
                <a:off x="628" y="2589"/>
                <a:ext cx="692" cy="101"/>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sp>
          <p:nvSpPr>
            <p:cNvPr id="776" name="Rectangle 160">
              <a:extLst>
                <a:ext uri="{FF2B5EF4-FFF2-40B4-BE49-F238E27FC236}">
                  <a16:creationId xmlns:a16="http://schemas.microsoft.com/office/drawing/2014/main" id="{8DF2F679-CA89-2342-9682-EB7F28F10DAF}"/>
                </a:ext>
              </a:extLst>
            </p:cNvPr>
            <p:cNvSpPr>
              <a:spLocks noChangeArrowheads="1"/>
            </p:cNvSpPr>
            <p:nvPr/>
          </p:nvSpPr>
          <p:spPr bwMode="auto">
            <a:xfrm>
              <a:off x="4216" y="1356"/>
              <a:ext cx="599"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777" name="Rectangle 161">
              <a:extLst>
                <a:ext uri="{FF2B5EF4-FFF2-40B4-BE49-F238E27FC236}">
                  <a16:creationId xmlns:a16="http://schemas.microsoft.com/office/drawing/2014/main" id="{8B243454-074D-8346-AFE1-3BB5C3E642B9}"/>
                </a:ext>
              </a:extLst>
            </p:cNvPr>
            <p:cNvSpPr>
              <a:spLocks noChangeArrowheads="1"/>
            </p:cNvSpPr>
            <p:nvPr/>
          </p:nvSpPr>
          <p:spPr bwMode="auto">
            <a:xfrm>
              <a:off x="4228" y="1654"/>
              <a:ext cx="593"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nvGrpSpPr>
            <p:cNvPr id="778" name="Group 162">
              <a:extLst>
                <a:ext uri="{FF2B5EF4-FFF2-40B4-BE49-F238E27FC236}">
                  <a16:creationId xmlns:a16="http://schemas.microsoft.com/office/drawing/2014/main" id="{F952B7CD-AD2D-9742-9EE1-E9F5E9B22929}"/>
                </a:ext>
              </a:extLst>
            </p:cNvPr>
            <p:cNvGrpSpPr>
              <a:grpSpLocks/>
            </p:cNvGrpSpPr>
            <p:nvPr/>
          </p:nvGrpSpPr>
          <p:grpSpPr bwMode="auto">
            <a:xfrm>
              <a:off x="4735" y="1627"/>
              <a:ext cx="582" cy="151"/>
              <a:chOff x="614" y="2568"/>
              <a:chExt cx="725" cy="139"/>
            </a:xfrm>
          </p:grpSpPr>
          <p:sp>
            <p:nvSpPr>
              <p:cNvPr id="794" name="AutoShape 163">
                <a:extLst>
                  <a:ext uri="{FF2B5EF4-FFF2-40B4-BE49-F238E27FC236}">
                    <a16:creationId xmlns:a16="http://schemas.microsoft.com/office/drawing/2014/main" id="{20016974-868C-BD4F-9665-1B53F78C8F7F}"/>
                  </a:ext>
                </a:extLst>
              </p:cNvPr>
              <p:cNvSpPr>
                <a:spLocks noChangeArrowheads="1"/>
              </p:cNvSpPr>
              <p:nvPr/>
            </p:nvSpPr>
            <p:spPr bwMode="auto">
              <a:xfrm>
                <a:off x="611" y="2576"/>
                <a:ext cx="730" cy="129"/>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795" name="AutoShape 164">
                <a:extLst>
                  <a:ext uri="{FF2B5EF4-FFF2-40B4-BE49-F238E27FC236}">
                    <a16:creationId xmlns:a16="http://schemas.microsoft.com/office/drawing/2014/main" id="{A88B0A1E-CC2B-3B46-B6A2-53F0C41204D2}"/>
                  </a:ext>
                </a:extLst>
              </p:cNvPr>
              <p:cNvSpPr>
                <a:spLocks noChangeArrowheads="1"/>
              </p:cNvSpPr>
              <p:nvPr/>
            </p:nvSpPr>
            <p:spPr bwMode="auto">
              <a:xfrm>
                <a:off x="627" y="2588"/>
                <a:ext cx="699" cy="101"/>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sp>
          <p:nvSpPr>
            <p:cNvPr id="779" name="Freeform 165">
              <a:extLst>
                <a:ext uri="{FF2B5EF4-FFF2-40B4-BE49-F238E27FC236}">
                  <a16:creationId xmlns:a16="http://schemas.microsoft.com/office/drawing/2014/main" id="{2D7267B4-3F73-B744-90B8-E9BCE3D682BB}"/>
                </a:ext>
              </a:extLst>
            </p:cNvPr>
            <p:cNvSpPr>
              <a:spLocks/>
            </p:cNvSpPr>
            <p:nvPr/>
          </p:nvSpPr>
          <p:spPr bwMode="auto">
            <a:xfrm>
              <a:off x="5288" y="1354"/>
              <a:ext cx="263" cy="188"/>
            </a:xfrm>
            <a:custGeom>
              <a:avLst/>
              <a:gdLst>
                <a:gd name="T0" fmla="*/ 2 w 328"/>
                <a:gd name="T1" fmla="*/ 0 h 226"/>
                <a:gd name="T2" fmla="*/ 109 w 328"/>
                <a:gd name="T3" fmla="*/ 51 h 226"/>
                <a:gd name="T4" fmla="*/ 108 w 328"/>
                <a:gd name="T5" fmla="*/ 90 h 226"/>
                <a:gd name="T6" fmla="*/ 0 w 328"/>
                <a:gd name="T7" fmla="*/ 39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nvGrpSpPr>
            <p:cNvPr id="780" name="Group 166">
              <a:extLst>
                <a:ext uri="{FF2B5EF4-FFF2-40B4-BE49-F238E27FC236}">
                  <a16:creationId xmlns:a16="http://schemas.microsoft.com/office/drawing/2014/main" id="{389A7FB0-2CC9-7D49-A293-D5C9D206E219}"/>
                </a:ext>
              </a:extLst>
            </p:cNvPr>
            <p:cNvGrpSpPr>
              <a:grpSpLocks/>
            </p:cNvGrpSpPr>
            <p:nvPr/>
          </p:nvGrpSpPr>
          <p:grpSpPr bwMode="auto">
            <a:xfrm>
              <a:off x="4739" y="1327"/>
              <a:ext cx="582" cy="139"/>
              <a:chOff x="614" y="2568"/>
              <a:chExt cx="725" cy="139"/>
            </a:xfrm>
          </p:grpSpPr>
          <p:sp>
            <p:nvSpPr>
              <p:cNvPr id="792" name="AutoShape 167">
                <a:extLst>
                  <a:ext uri="{FF2B5EF4-FFF2-40B4-BE49-F238E27FC236}">
                    <a16:creationId xmlns:a16="http://schemas.microsoft.com/office/drawing/2014/main" id="{1C60BF9E-DC7B-F846-9F0E-B2E13E4833FE}"/>
                  </a:ext>
                </a:extLst>
              </p:cNvPr>
              <p:cNvSpPr>
                <a:spLocks noChangeArrowheads="1"/>
              </p:cNvSpPr>
              <p:nvPr/>
            </p:nvSpPr>
            <p:spPr bwMode="auto">
              <a:xfrm>
                <a:off x="614" y="2566"/>
                <a:ext cx="723" cy="140"/>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793" name="AutoShape 168">
                <a:extLst>
                  <a:ext uri="{FF2B5EF4-FFF2-40B4-BE49-F238E27FC236}">
                    <a16:creationId xmlns:a16="http://schemas.microsoft.com/office/drawing/2014/main" id="{15DF1283-BAAE-5A42-AEA0-93EC39A2CC8C}"/>
                  </a:ext>
                </a:extLst>
              </p:cNvPr>
              <p:cNvSpPr>
                <a:spLocks noChangeArrowheads="1"/>
              </p:cNvSpPr>
              <p:nvPr/>
            </p:nvSpPr>
            <p:spPr bwMode="auto">
              <a:xfrm>
                <a:off x="630" y="2585"/>
                <a:ext cx="691" cy="104"/>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sp>
          <p:nvSpPr>
            <p:cNvPr id="781" name="Rectangle 169">
              <a:extLst>
                <a:ext uri="{FF2B5EF4-FFF2-40B4-BE49-F238E27FC236}">
                  <a16:creationId xmlns:a16="http://schemas.microsoft.com/office/drawing/2014/main" id="{B78E8FF1-3A93-F04F-8BBF-F7DC1ED65AED}"/>
                </a:ext>
              </a:extLst>
            </p:cNvPr>
            <p:cNvSpPr>
              <a:spLocks noChangeArrowheads="1"/>
            </p:cNvSpPr>
            <p:nvPr/>
          </p:nvSpPr>
          <p:spPr bwMode="auto">
            <a:xfrm>
              <a:off x="5250" y="429"/>
              <a:ext cx="69" cy="2286"/>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782" name="Freeform 170">
              <a:extLst>
                <a:ext uri="{FF2B5EF4-FFF2-40B4-BE49-F238E27FC236}">
                  <a16:creationId xmlns:a16="http://schemas.microsoft.com/office/drawing/2014/main" id="{8358E42F-2052-D34A-8961-6C954E823CA4}"/>
                </a:ext>
              </a:extLst>
            </p:cNvPr>
            <p:cNvSpPr>
              <a:spLocks/>
            </p:cNvSpPr>
            <p:nvPr/>
          </p:nvSpPr>
          <p:spPr bwMode="auto">
            <a:xfrm>
              <a:off x="5312" y="1007"/>
              <a:ext cx="237" cy="213"/>
            </a:xfrm>
            <a:custGeom>
              <a:avLst/>
              <a:gdLst>
                <a:gd name="T0" fmla="*/ 2 w 296"/>
                <a:gd name="T1" fmla="*/ 0 h 256"/>
                <a:gd name="T2" fmla="*/ 96 w 296"/>
                <a:gd name="T3" fmla="*/ 57 h 256"/>
                <a:gd name="T4" fmla="*/ 98 w 296"/>
                <a:gd name="T5" fmla="*/ 102 h 256"/>
                <a:gd name="T6" fmla="*/ 0 w 296"/>
                <a:gd name="T7" fmla="*/ 39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783" name="Freeform 171">
              <a:extLst>
                <a:ext uri="{FF2B5EF4-FFF2-40B4-BE49-F238E27FC236}">
                  <a16:creationId xmlns:a16="http://schemas.microsoft.com/office/drawing/2014/main" id="{E15908DC-3FEB-A24B-86BC-8C1DC62E3013}"/>
                </a:ext>
              </a:extLst>
            </p:cNvPr>
            <p:cNvSpPr>
              <a:spLocks/>
            </p:cNvSpPr>
            <p:nvPr/>
          </p:nvSpPr>
          <p:spPr bwMode="auto">
            <a:xfrm>
              <a:off x="5315" y="680"/>
              <a:ext cx="244" cy="240"/>
            </a:xfrm>
            <a:custGeom>
              <a:avLst/>
              <a:gdLst>
                <a:gd name="T0" fmla="*/ 0 w 304"/>
                <a:gd name="T1" fmla="*/ 0 h 288"/>
                <a:gd name="T2" fmla="*/ 101 w 304"/>
                <a:gd name="T3" fmla="*/ 66 h 288"/>
                <a:gd name="T4" fmla="*/ 95 w 304"/>
                <a:gd name="T5" fmla="*/ 116 h 288"/>
                <a:gd name="T6" fmla="*/ 2 w 304"/>
                <a:gd name="T7" fmla="*/ 5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784" name="Oval 172">
              <a:extLst>
                <a:ext uri="{FF2B5EF4-FFF2-40B4-BE49-F238E27FC236}">
                  <a16:creationId xmlns:a16="http://schemas.microsoft.com/office/drawing/2014/main" id="{55D3D4C7-0F27-7847-9BA6-976BE282CB1C}"/>
                </a:ext>
              </a:extLst>
            </p:cNvPr>
            <p:cNvSpPr>
              <a:spLocks noChangeArrowheads="1"/>
            </p:cNvSpPr>
            <p:nvPr/>
          </p:nvSpPr>
          <p:spPr bwMode="auto">
            <a:xfrm>
              <a:off x="5515" y="2612"/>
              <a:ext cx="50" cy="98"/>
            </a:xfrm>
            <a:prstGeom prst="ellipse">
              <a:avLst/>
            </a:prstGeom>
            <a:solidFill>
              <a:srgbClr val="3333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785" name="Freeform 173">
              <a:extLst>
                <a:ext uri="{FF2B5EF4-FFF2-40B4-BE49-F238E27FC236}">
                  <a16:creationId xmlns:a16="http://schemas.microsoft.com/office/drawing/2014/main" id="{F5D28E4C-64C9-9241-87AF-620E7F6916B1}"/>
                </a:ext>
              </a:extLst>
            </p:cNvPr>
            <p:cNvSpPr>
              <a:spLocks/>
            </p:cNvSpPr>
            <p:nvPr/>
          </p:nvSpPr>
          <p:spPr bwMode="auto">
            <a:xfrm>
              <a:off x="5302" y="2614"/>
              <a:ext cx="245" cy="200"/>
            </a:xfrm>
            <a:custGeom>
              <a:avLst/>
              <a:gdLst>
                <a:gd name="T0" fmla="*/ 0 w 306"/>
                <a:gd name="T1" fmla="*/ 43 h 240"/>
                <a:gd name="T2" fmla="*/ 2 w 306"/>
                <a:gd name="T3" fmla="*/ 97 h 240"/>
                <a:gd name="T4" fmla="*/ 101 w 306"/>
                <a:gd name="T5" fmla="*/ 44 h 240"/>
                <a:gd name="T6" fmla="*/ 98 w 306"/>
                <a:gd name="T7" fmla="*/ 0 h 240"/>
                <a:gd name="T8" fmla="*/ 0 w 306"/>
                <a:gd name="T9" fmla="*/ 43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786" name="AutoShape 174">
              <a:extLst>
                <a:ext uri="{FF2B5EF4-FFF2-40B4-BE49-F238E27FC236}">
                  <a16:creationId xmlns:a16="http://schemas.microsoft.com/office/drawing/2014/main" id="{426EB745-6167-D14B-A776-4448FAAB10D9}"/>
                </a:ext>
              </a:extLst>
            </p:cNvPr>
            <p:cNvSpPr>
              <a:spLocks noChangeArrowheads="1"/>
            </p:cNvSpPr>
            <p:nvPr/>
          </p:nvSpPr>
          <p:spPr bwMode="auto">
            <a:xfrm>
              <a:off x="4140" y="2679"/>
              <a:ext cx="1198" cy="146"/>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787" name="AutoShape 175">
              <a:extLst>
                <a:ext uri="{FF2B5EF4-FFF2-40B4-BE49-F238E27FC236}">
                  <a16:creationId xmlns:a16="http://schemas.microsoft.com/office/drawing/2014/main" id="{0292EAF2-9AF0-A84A-A39E-10D96929B9D5}"/>
                </a:ext>
              </a:extLst>
            </p:cNvPr>
            <p:cNvSpPr>
              <a:spLocks noChangeArrowheads="1"/>
            </p:cNvSpPr>
            <p:nvPr/>
          </p:nvSpPr>
          <p:spPr bwMode="auto">
            <a:xfrm>
              <a:off x="4203" y="2709"/>
              <a:ext cx="1072" cy="85"/>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788" name="Oval 176">
              <a:extLst>
                <a:ext uri="{FF2B5EF4-FFF2-40B4-BE49-F238E27FC236}">
                  <a16:creationId xmlns:a16="http://schemas.microsoft.com/office/drawing/2014/main" id="{CF51263E-374B-244C-8313-AC3747A055D9}"/>
                </a:ext>
              </a:extLst>
            </p:cNvPr>
            <p:cNvSpPr>
              <a:spLocks noChangeArrowheads="1"/>
            </p:cNvSpPr>
            <p:nvPr/>
          </p:nvSpPr>
          <p:spPr bwMode="auto">
            <a:xfrm>
              <a:off x="4310" y="2386"/>
              <a:ext cx="158" cy="140"/>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789" name="Oval 177">
              <a:extLst>
                <a:ext uri="{FF2B5EF4-FFF2-40B4-BE49-F238E27FC236}">
                  <a16:creationId xmlns:a16="http://schemas.microsoft.com/office/drawing/2014/main" id="{6084D4F4-9EA7-F048-99DE-9AD5FDE1E5C5}"/>
                </a:ext>
              </a:extLst>
            </p:cNvPr>
            <p:cNvSpPr>
              <a:spLocks noChangeArrowheads="1"/>
            </p:cNvSpPr>
            <p:nvPr/>
          </p:nvSpPr>
          <p:spPr bwMode="auto">
            <a:xfrm>
              <a:off x="4487" y="2386"/>
              <a:ext cx="158" cy="140"/>
            </a:xfrm>
            <a:prstGeom prst="ellipse">
              <a:avLst/>
            </a:prstGeom>
            <a:solidFill>
              <a:srgbClr val="FF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0000"/>
                </a:solidFill>
                <a:effectLst/>
                <a:uLnTx/>
                <a:uFillTx/>
                <a:latin typeface="Arial" charset="0"/>
                <a:ea typeface="ＭＳ Ｐゴシック" charset="0"/>
              </a:endParaRPr>
            </a:p>
          </p:txBody>
        </p:sp>
        <p:sp>
          <p:nvSpPr>
            <p:cNvPr id="790" name="Oval 178">
              <a:extLst>
                <a:ext uri="{FF2B5EF4-FFF2-40B4-BE49-F238E27FC236}">
                  <a16:creationId xmlns:a16="http://schemas.microsoft.com/office/drawing/2014/main" id="{D953B547-8892-2A44-B775-A5EE550E8E55}"/>
                </a:ext>
              </a:extLst>
            </p:cNvPr>
            <p:cNvSpPr>
              <a:spLocks noChangeArrowheads="1"/>
            </p:cNvSpPr>
            <p:nvPr/>
          </p:nvSpPr>
          <p:spPr bwMode="auto">
            <a:xfrm>
              <a:off x="4663" y="2380"/>
              <a:ext cx="158" cy="140"/>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791" name="Rectangle 179">
              <a:extLst>
                <a:ext uri="{FF2B5EF4-FFF2-40B4-BE49-F238E27FC236}">
                  <a16:creationId xmlns:a16="http://schemas.microsoft.com/office/drawing/2014/main" id="{326922C6-F013-6B47-915C-187F1C8FFA48}"/>
                </a:ext>
              </a:extLst>
            </p:cNvPr>
            <p:cNvSpPr>
              <a:spLocks noChangeArrowheads="1"/>
            </p:cNvSpPr>
            <p:nvPr/>
          </p:nvSpPr>
          <p:spPr bwMode="auto">
            <a:xfrm>
              <a:off x="5061" y="1837"/>
              <a:ext cx="88" cy="756"/>
            </a:xfrm>
            <a:prstGeom prst="rect">
              <a:avLst/>
            </a:prstGeom>
            <a:solidFill>
              <a:srgbClr val="292929"/>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grpSp>
        <p:nvGrpSpPr>
          <p:cNvPr id="404" name="Group 276">
            <a:extLst>
              <a:ext uri="{FF2B5EF4-FFF2-40B4-BE49-F238E27FC236}">
                <a16:creationId xmlns:a16="http://schemas.microsoft.com/office/drawing/2014/main" id="{51C6E466-A1A9-2A4E-92E4-8816C1F17376}"/>
              </a:ext>
            </a:extLst>
          </p:cNvPr>
          <p:cNvGrpSpPr>
            <a:grpSpLocks/>
          </p:cNvGrpSpPr>
          <p:nvPr/>
        </p:nvGrpSpPr>
        <p:grpSpPr bwMode="auto">
          <a:xfrm>
            <a:off x="0" y="-1181562"/>
            <a:ext cx="762000" cy="876300"/>
            <a:chOff x="177" y="729"/>
            <a:chExt cx="480" cy="552"/>
          </a:xfrm>
        </p:grpSpPr>
        <p:grpSp>
          <p:nvGrpSpPr>
            <p:cNvPr id="405" name="Group 54">
              <a:extLst>
                <a:ext uri="{FF2B5EF4-FFF2-40B4-BE49-F238E27FC236}">
                  <a16:creationId xmlns:a16="http://schemas.microsoft.com/office/drawing/2014/main" id="{AD9780B1-15CB-5543-B6E4-4E067E0AE818}"/>
                </a:ext>
              </a:extLst>
            </p:cNvPr>
            <p:cNvGrpSpPr>
              <a:grpSpLocks/>
            </p:cNvGrpSpPr>
            <p:nvPr/>
          </p:nvGrpSpPr>
          <p:grpSpPr bwMode="auto">
            <a:xfrm>
              <a:off x="343" y="732"/>
              <a:ext cx="290" cy="154"/>
              <a:chOff x="844" y="3337"/>
              <a:chExt cx="290" cy="154"/>
            </a:xfrm>
          </p:grpSpPr>
          <p:sp>
            <p:nvSpPr>
              <p:cNvPr id="423" name="Rectangle 55">
                <a:extLst>
                  <a:ext uri="{FF2B5EF4-FFF2-40B4-BE49-F238E27FC236}">
                    <a16:creationId xmlns:a16="http://schemas.microsoft.com/office/drawing/2014/main" id="{747308DA-08E3-F647-A4FE-F53AA331F1F0}"/>
                  </a:ext>
                </a:extLst>
              </p:cNvPr>
              <p:cNvSpPr>
                <a:spLocks noChangeArrowheads="1"/>
              </p:cNvSpPr>
              <p:nvPr/>
            </p:nvSpPr>
            <p:spPr bwMode="auto">
              <a:xfrm>
                <a:off x="889" y="3370"/>
                <a:ext cx="245" cy="86"/>
              </a:xfrm>
              <a:prstGeom prst="rect">
                <a:avLst/>
              </a:prstGeom>
              <a:solidFill>
                <a:srgbClr val="FF0000"/>
              </a:solidFill>
              <a:ln w="9525">
                <a:solidFill>
                  <a:srgbClr val="FFFFFF"/>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424" name="Text Box 56">
                <a:extLst>
                  <a:ext uri="{FF2B5EF4-FFF2-40B4-BE49-F238E27FC236}">
                    <a16:creationId xmlns:a16="http://schemas.microsoft.com/office/drawing/2014/main" id="{8DDA48C8-F1B8-3D4B-9243-90AD2C6DF4C9}"/>
                  </a:ext>
                </a:extLst>
              </p:cNvPr>
              <p:cNvSpPr txBox="1">
                <a:spLocks noChangeArrowheads="1"/>
              </p:cNvSpPr>
              <p:nvPr/>
            </p:nvSpPr>
            <p:spPr bwMode="auto">
              <a:xfrm>
                <a:off x="844" y="3337"/>
                <a:ext cx="285" cy="1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srgbClr val="FFFFFF"/>
                    </a:solidFill>
                    <a:effectLst/>
                    <a:uLnTx/>
                    <a:uFillTx/>
                    <a:latin typeface="Arial" charset="0"/>
                    <a:ea typeface="ＭＳ Ｐゴシック" charset="0"/>
                  </a:rPr>
                  <a:t>DNS</a:t>
                </a:r>
              </a:p>
            </p:txBody>
          </p:sp>
        </p:grpSp>
        <p:grpSp>
          <p:nvGrpSpPr>
            <p:cNvPr id="406" name="Group 59">
              <a:extLst>
                <a:ext uri="{FF2B5EF4-FFF2-40B4-BE49-F238E27FC236}">
                  <a16:creationId xmlns:a16="http://schemas.microsoft.com/office/drawing/2014/main" id="{4F8080DC-ECC7-B749-BDD0-FDD71938B426}"/>
                </a:ext>
              </a:extLst>
            </p:cNvPr>
            <p:cNvGrpSpPr>
              <a:grpSpLocks/>
            </p:cNvGrpSpPr>
            <p:nvPr/>
          </p:nvGrpSpPr>
          <p:grpSpPr bwMode="auto">
            <a:xfrm>
              <a:off x="290" y="874"/>
              <a:ext cx="354" cy="154"/>
              <a:chOff x="740" y="3209"/>
              <a:chExt cx="354" cy="154"/>
            </a:xfrm>
          </p:grpSpPr>
          <p:grpSp>
            <p:nvGrpSpPr>
              <p:cNvPr id="418" name="Group 60">
                <a:extLst>
                  <a:ext uri="{FF2B5EF4-FFF2-40B4-BE49-F238E27FC236}">
                    <a16:creationId xmlns:a16="http://schemas.microsoft.com/office/drawing/2014/main" id="{61E6282E-90CC-384D-965A-D5A439F939EF}"/>
                  </a:ext>
                </a:extLst>
              </p:cNvPr>
              <p:cNvGrpSpPr>
                <a:grpSpLocks/>
              </p:cNvGrpSpPr>
              <p:nvPr/>
            </p:nvGrpSpPr>
            <p:grpSpPr bwMode="auto">
              <a:xfrm>
                <a:off x="794" y="3209"/>
                <a:ext cx="290" cy="154"/>
                <a:chOff x="844" y="3337"/>
                <a:chExt cx="290" cy="154"/>
              </a:xfrm>
            </p:grpSpPr>
            <p:sp>
              <p:nvSpPr>
                <p:cNvPr id="421" name="Rectangle 61">
                  <a:extLst>
                    <a:ext uri="{FF2B5EF4-FFF2-40B4-BE49-F238E27FC236}">
                      <a16:creationId xmlns:a16="http://schemas.microsoft.com/office/drawing/2014/main" id="{ECB8DEAD-01C9-AB45-B72E-A484126572A6}"/>
                    </a:ext>
                  </a:extLst>
                </p:cNvPr>
                <p:cNvSpPr>
                  <a:spLocks noChangeArrowheads="1"/>
                </p:cNvSpPr>
                <p:nvPr/>
              </p:nvSpPr>
              <p:spPr bwMode="auto">
                <a:xfrm>
                  <a:off x="889" y="3370"/>
                  <a:ext cx="245" cy="86"/>
                </a:xfrm>
                <a:prstGeom prst="rect">
                  <a:avLst/>
                </a:prstGeom>
                <a:solidFill>
                  <a:srgbClr val="FF0000"/>
                </a:solidFill>
                <a:ln w="9525">
                  <a:solidFill>
                    <a:srgbClr val="FFFFFF"/>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422" name="Text Box 62">
                  <a:extLst>
                    <a:ext uri="{FF2B5EF4-FFF2-40B4-BE49-F238E27FC236}">
                      <a16:creationId xmlns:a16="http://schemas.microsoft.com/office/drawing/2014/main" id="{790558CC-63C0-D640-8147-A79BA4249F03}"/>
                    </a:ext>
                  </a:extLst>
                </p:cNvPr>
                <p:cNvSpPr txBox="1">
                  <a:spLocks noChangeArrowheads="1"/>
                </p:cNvSpPr>
                <p:nvPr/>
              </p:nvSpPr>
              <p:spPr bwMode="auto">
                <a:xfrm>
                  <a:off x="844" y="3337"/>
                  <a:ext cx="285" cy="1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srgbClr val="FFFFFF"/>
                      </a:solidFill>
                      <a:effectLst/>
                      <a:uLnTx/>
                      <a:uFillTx/>
                      <a:latin typeface="Arial" charset="0"/>
                      <a:ea typeface="ＭＳ Ｐゴシック" charset="0"/>
                    </a:rPr>
                    <a:t>DNS</a:t>
                  </a:r>
                </a:p>
              </p:txBody>
            </p:sp>
          </p:grpSp>
          <p:sp>
            <p:nvSpPr>
              <p:cNvPr id="419" name="Rectangle 63">
                <a:extLst>
                  <a:ext uri="{FF2B5EF4-FFF2-40B4-BE49-F238E27FC236}">
                    <a16:creationId xmlns:a16="http://schemas.microsoft.com/office/drawing/2014/main" id="{F5DC526A-59E3-654D-8A44-E4FD8EF5D6DB}"/>
                  </a:ext>
                </a:extLst>
              </p:cNvPr>
              <p:cNvSpPr>
                <a:spLocks noChangeArrowheads="1"/>
              </p:cNvSpPr>
              <p:nvPr/>
            </p:nvSpPr>
            <p:spPr bwMode="auto">
              <a:xfrm>
                <a:off x="750" y="3244"/>
                <a:ext cx="88" cy="82"/>
              </a:xfrm>
              <a:prstGeom prst="rect">
                <a:avLst/>
              </a:prstGeom>
              <a:solidFill>
                <a:srgbClr val="00CC99"/>
              </a:solidFill>
              <a:ln w="9525">
                <a:solidFill>
                  <a:srgbClr val="FFFFFF"/>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420" name="Rectangle 64">
                <a:extLst>
                  <a:ext uri="{FF2B5EF4-FFF2-40B4-BE49-F238E27FC236}">
                    <a16:creationId xmlns:a16="http://schemas.microsoft.com/office/drawing/2014/main" id="{245CE827-FBBA-0247-857D-C7827D072266}"/>
                  </a:ext>
                </a:extLst>
              </p:cNvPr>
              <p:cNvSpPr>
                <a:spLocks noChangeArrowheads="1"/>
              </p:cNvSpPr>
              <p:nvPr/>
            </p:nvSpPr>
            <p:spPr bwMode="auto">
              <a:xfrm>
                <a:off x="740" y="3238"/>
                <a:ext cx="354" cy="94"/>
              </a:xfrm>
              <a:prstGeom prst="rect">
                <a:avLst/>
              </a:prstGeom>
              <a:noFill/>
              <a:ln w="9525">
                <a:solidFill>
                  <a:srgbClr val="00CC99"/>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grpSp>
          <p:nvGrpSpPr>
            <p:cNvPr id="407" name="Group 65">
              <a:extLst>
                <a:ext uri="{FF2B5EF4-FFF2-40B4-BE49-F238E27FC236}">
                  <a16:creationId xmlns:a16="http://schemas.microsoft.com/office/drawing/2014/main" id="{15F4C111-5623-584F-913F-25611109636E}"/>
                </a:ext>
              </a:extLst>
            </p:cNvPr>
            <p:cNvGrpSpPr>
              <a:grpSpLocks/>
            </p:cNvGrpSpPr>
            <p:nvPr/>
          </p:nvGrpSpPr>
          <p:grpSpPr bwMode="auto">
            <a:xfrm>
              <a:off x="290" y="1022"/>
              <a:ext cx="354" cy="154"/>
              <a:chOff x="836" y="3305"/>
              <a:chExt cx="354" cy="154"/>
            </a:xfrm>
          </p:grpSpPr>
          <p:grpSp>
            <p:nvGrpSpPr>
              <p:cNvPr id="412" name="Group 66">
                <a:extLst>
                  <a:ext uri="{FF2B5EF4-FFF2-40B4-BE49-F238E27FC236}">
                    <a16:creationId xmlns:a16="http://schemas.microsoft.com/office/drawing/2014/main" id="{E087F74B-C76E-324D-BC2A-9DF19D12BFDB}"/>
                  </a:ext>
                </a:extLst>
              </p:cNvPr>
              <p:cNvGrpSpPr>
                <a:grpSpLocks/>
              </p:cNvGrpSpPr>
              <p:nvPr/>
            </p:nvGrpSpPr>
            <p:grpSpPr bwMode="auto">
              <a:xfrm>
                <a:off x="890" y="3305"/>
                <a:ext cx="290" cy="154"/>
                <a:chOff x="844" y="3337"/>
                <a:chExt cx="290" cy="154"/>
              </a:xfrm>
            </p:grpSpPr>
            <p:sp>
              <p:nvSpPr>
                <p:cNvPr id="416" name="Rectangle 67">
                  <a:extLst>
                    <a:ext uri="{FF2B5EF4-FFF2-40B4-BE49-F238E27FC236}">
                      <a16:creationId xmlns:a16="http://schemas.microsoft.com/office/drawing/2014/main" id="{79931AC2-B756-844F-8B0A-D4AE323FC9C7}"/>
                    </a:ext>
                  </a:extLst>
                </p:cNvPr>
                <p:cNvSpPr>
                  <a:spLocks noChangeArrowheads="1"/>
                </p:cNvSpPr>
                <p:nvPr/>
              </p:nvSpPr>
              <p:spPr bwMode="auto">
                <a:xfrm>
                  <a:off x="889" y="3370"/>
                  <a:ext cx="245" cy="86"/>
                </a:xfrm>
                <a:prstGeom prst="rect">
                  <a:avLst/>
                </a:prstGeom>
                <a:solidFill>
                  <a:srgbClr val="FF0000"/>
                </a:solidFill>
                <a:ln w="9525">
                  <a:solidFill>
                    <a:srgbClr val="FFFFFF"/>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417" name="Text Box 68">
                  <a:extLst>
                    <a:ext uri="{FF2B5EF4-FFF2-40B4-BE49-F238E27FC236}">
                      <a16:creationId xmlns:a16="http://schemas.microsoft.com/office/drawing/2014/main" id="{090733E3-62AE-8D4A-B199-3E54FE059479}"/>
                    </a:ext>
                  </a:extLst>
                </p:cNvPr>
                <p:cNvSpPr txBox="1">
                  <a:spLocks noChangeArrowheads="1"/>
                </p:cNvSpPr>
                <p:nvPr/>
              </p:nvSpPr>
              <p:spPr bwMode="auto">
                <a:xfrm>
                  <a:off x="844" y="3337"/>
                  <a:ext cx="285" cy="1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srgbClr val="FFFFFF"/>
                      </a:solidFill>
                      <a:effectLst/>
                      <a:uLnTx/>
                      <a:uFillTx/>
                      <a:latin typeface="Arial" charset="0"/>
                      <a:ea typeface="ＭＳ Ｐゴシック" charset="0"/>
                    </a:rPr>
                    <a:t>DNS</a:t>
                  </a:r>
                </a:p>
              </p:txBody>
            </p:sp>
          </p:grpSp>
          <p:grpSp>
            <p:nvGrpSpPr>
              <p:cNvPr id="413" name="Group 69">
                <a:extLst>
                  <a:ext uri="{FF2B5EF4-FFF2-40B4-BE49-F238E27FC236}">
                    <a16:creationId xmlns:a16="http://schemas.microsoft.com/office/drawing/2014/main" id="{66E9D74C-5677-6F4F-89BA-6D54E258B5A4}"/>
                  </a:ext>
                </a:extLst>
              </p:cNvPr>
              <p:cNvGrpSpPr>
                <a:grpSpLocks/>
              </p:cNvGrpSpPr>
              <p:nvPr/>
            </p:nvGrpSpPr>
            <p:grpSpPr bwMode="auto">
              <a:xfrm>
                <a:off x="836" y="3334"/>
                <a:ext cx="354" cy="94"/>
                <a:chOff x="836" y="3334"/>
                <a:chExt cx="354" cy="94"/>
              </a:xfrm>
            </p:grpSpPr>
            <p:sp>
              <p:nvSpPr>
                <p:cNvPr id="414" name="Rectangle 70">
                  <a:extLst>
                    <a:ext uri="{FF2B5EF4-FFF2-40B4-BE49-F238E27FC236}">
                      <a16:creationId xmlns:a16="http://schemas.microsoft.com/office/drawing/2014/main" id="{0161C2AA-FEFC-C041-9E7E-268E6DE5A8F1}"/>
                    </a:ext>
                  </a:extLst>
                </p:cNvPr>
                <p:cNvSpPr>
                  <a:spLocks noChangeArrowheads="1"/>
                </p:cNvSpPr>
                <p:nvPr/>
              </p:nvSpPr>
              <p:spPr bwMode="auto">
                <a:xfrm>
                  <a:off x="846" y="3340"/>
                  <a:ext cx="88" cy="82"/>
                </a:xfrm>
                <a:prstGeom prst="rect">
                  <a:avLst/>
                </a:prstGeom>
                <a:solidFill>
                  <a:srgbClr val="00CC99"/>
                </a:solidFill>
                <a:ln w="9525">
                  <a:solidFill>
                    <a:srgbClr val="FFFFFF"/>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415" name="Rectangle 71">
                  <a:extLst>
                    <a:ext uri="{FF2B5EF4-FFF2-40B4-BE49-F238E27FC236}">
                      <a16:creationId xmlns:a16="http://schemas.microsoft.com/office/drawing/2014/main" id="{3CD27586-D015-EA44-85D6-CD5CD84D1A10}"/>
                    </a:ext>
                  </a:extLst>
                </p:cNvPr>
                <p:cNvSpPr>
                  <a:spLocks noChangeArrowheads="1"/>
                </p:cNvSpPr>
                <p:nvPr/>
              </p:nvSpPr>
              <p:spPr bwMode="auto">
                <a:xfrm>
                  <a:off x="836" y="3334"/>
                  <a:ext cx="354" cy="94"/>
                </a:xfrm>
                <a:prstGeom prst="rect">
                  <a:avLst/>
                </a:prstGeom>
                <a:noFill/>
                <a:ln w="9525">
                  <a:solidFill>
                    <a:srgbClr val="00CC99"/>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grpSp>
        <p:grpSp>
          <p:nvGrpSpPr>
            <p:cNvPr id="408" name="Group 72">
              <a:extLst>
                <a:ext uri="{FF2B5EF4-FFF2-40B4-BE49-F238E27FC236}">
                  <a16:creationId xmlns:a16="http://schemas.microsoft.com/office/drawing/2014/main" id="{60AC4F1B-9923-B042-A804-547AE196E95C}"/>
                </a:ext>
              </a:extLst>
            </p:cNvPr>
            <p:cNvGrpSpPr>
              <a:grpSpLocks/>
            </p:cNvGrpSpPr>
            <p:nvPr/>
          </p:nvGrpSpPr>
          <p:grpSpPr bwMode="auto">
            <a:xfrm>
              <a:off x="177" y="1042"/>
              <a:ext cx="480" cy="112"/>
              <a:chOff x="627" y="3377"/>
              <a:chExt cx="480" cy="112"/>
            </a:xfrm>
          </p:grpSpPr>
          <p:sp>
            <p:nvSpPr>
              <p:cNvPr id="410" name="Rectangle 73">
                <a:extLst>
                  <a:ext uri="{FF2B5EF4-FFF2-40B4-BE49-F238E27FC236}">
                    <a16:creationId xmlns:a16="http://schemas.microsoft.com/office/drawing/2014/main" id="{6BFA39D2-A95F-1A42-AABE-822C47AB3E4E}"/>
                  </a:ext>
                </a:extLst>
              </p:cNvPr>
              <p:cNvSpPr>
                <a:spLocks noChangeArrowheads="1"/>
              </p:cNvSpPr>
              <p:nvPr/>
            </p:nvSpPr>
            <p:spPr bwMode="auto">
              <a:xfrm>
                <a:off x="636" y="3388"/>
                <a:ext cx="96" cy="93"/>
              </a:xfrm>
              <a:prstGeom prst="rect">
                <a:avLst/>
              </a:prstGeom>
              <a:solidFill>
                <a:srgbClr val="3333CC"/>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411" name="Rectangle 74">
                <a:extLst>
                  <a:ext uri="{FF2B5EF4-FFF2-40B4-BE49-F238E27FC236}">
                    <a16:creationId xmlns:a16="http://schemas.microsoft.com/office/drawing/2014/main" id="{7920D845-4AF7-1A4B-B83D-F6E5623129AB}"/>
                  </a:ext>
                </a:extLst>
              </p:cNvPr>
              <p:cNvSpPr>
                <a:spLocks noChangeArrowheads="1"/>
              </p:cNvSpPr>
              <p:nvPr/>
            </p:nvSpPr>
            <p:spPr bwMode="auto">
              <a:xfrm>
                <a:off x="627" y="3377"/>
                <a:ext cx="480" cy="112"/>
              </a:xfrm>
              <a:prstGeom prst="rect">
                <a:avLst/>
              </a:prstGeom>
              <a:noFill/>
              <a:ln w="9525">
                <a:solidFill>
                  <a:srgbClr val="3333CC"/>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sp>
          <p:nvSpPr>
            <p:cNvPr id="409" name="AutoShape 89">
              <a:extLst>
                <a:ext uri="{FF2B5EF4-FFF2-40B4-BE49-F238E27FC236}">
                  <a16:creationId xmlns:a16="http://schemas.microsoft.com/office/drawing/2014/main" id="{20655E62-4CCD-E046-A993-525D3A99931C}"/>
                </a:ext>
              </a:extLst>
            </p:cNvPr>
            <p:cNvSpPr>
              <a:spLocks noChangeArrowheads="1"/>
            </p:cNvSpPr>
            <p:nvPr/>
          </p:nvSpPr>
          <p:spPr bwMode="auto">
            <a:xfrm>
              <a:off x="393" y="729"/>
              <a:ext cx="240" cy="552"/>
            </a:xfrm>
            <a:prstGeom prst="downArrow">
              <a:avLst>
                <a:gd name="adj1" fmla="val 54167"/>
                <a:gd name="adj2" fmla="val 36928"/>
              </a:avLst>
            </a:prstGeom>
            <a:gradFill rotWithShape="1">
              <a:gsLst>
                <a:gs pos="0">
                  <a:srgbClr val="FF0000">
                    <a:alpha val="25000"/>
                  </a:srgbClr>
                </a:gs>
                <a:gs pos="100000">
                  <a:srgbClr val="FF0000">
                    <a:alpha val="25000"/>
                  </a:srgbClr>
                </a:gs>
              </a:gsLst>
              <a:lin ang="540000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sp>
        <p:nvSpPr>
          <p:cNvPr id="148" name="Freeform 406">
            <a:extLst>
              <a:ext uri="{FF2B5EF4-FFF2-40B4-BE49-F238E27FC236}">
                <a16:creationId xmlns:a16="http://schemas.microsoft.com/office/drawing/2014/main" id="{54BF1E4D-3404-E64B-B107-B9844493CA09}"/>
              </a:ext>
            </a:extLst>
          </p:cNvPr>
          <p:cNvSpPr>
            <a:spLocks/>
          </p:cNvSpPr>
          <p:nvPr/>
        </p:nvSpPr>
        <p:spPr bwMode="auto">
          <a:xfrm>
            <a:off x="4781673" y="1792392"/>
            <a:ext cx="3486028" cy="2590938"/>
          </a:xfrm>
          <a:custGeom>
            <a:avLst/>
            <a:gdLst>
              <a:gd name="T0" fmla="*/ 2147483647 w 2453"/>
              <a:gd name="T1" fmla="*/ 2147483647 h 2011"/>
              <a:gd name="T2" fmla="*/ 2147483647 w 2453"/>
              <a:gd name="T3" fmla="*/ 2147483647 h 2011"/>
              <a:gd name="T4" fmla="*/ 2147483647 w 2453"/>
              <a:gd name="T5" fmla="*/ 2147483647 h 2011"/>
              <a:gd name="T6" fmla="*/ 2147483647 w 2453"/>
              <a:gd name="T7" fmla="*/ 2147483647 h 2011"/>
              <a:gd name="T8" fmla="*/ 2147483647 w 2453"/>
              <a:gd name="T9" fmla="*/ 2147483647 h 2011"/>
              <a:gd name="T10" fmla="*/ 2147483647 w 2453"/>
              <a:gd name="T11" fmla="*/ 2147483647 h 2011"/>
              <a:gd name="T12" fmla="*/ 2147483647 w 2453"/>
              <a:gd name="T13" fmla="*/ 2147483647 h 2011"/>
              <a:gd name="T14" fmla="*/ 2147483647 w 2453"/>
              <a:gd name="T15" fmla="*/ 2147483647 h 2011"/>
              <a:gd name="T16" fmla="*/ 2147483647 w 2453"/>
              <a:gd name="T17" fmla="*/ 2147483647 h 2011"/>
              <a:gd name="T18" fmla="*/ 2147483647 w 2453"/>
              <a:gd name="T19" fmla="*/ 2147483647 h 2011"/>
              <a:gd name="T20" fmla="*/ 2147483647 w 2453"/>
              <a:gd name="T21" fmla="*/ 2147483647 h 2011"/>
              <a:gd name="T22" fmla="*/ 2147483647 w 2453"/>
              <a:gd name="T23" fmla="*/ 2147483647 h 2011"/>
              <a:gd name="T24" fmla="*/ 2147483647 w 2453"/>
              <a:gd name="T25" fmla="*/ 2147483647 h 2011"/>
              <a:gd name="T26" fmla="*/ 2147483647 w 2453"/>
              <a:gd name="T27" fmla="*/ 2147483647 h 2011"/>
              <a:gd name="T28" fmla="*/ 2147483647 w 2453"/>
              <a:gd name="T29" fmla="*/ 2147483647 h 2011"/>
              <a:gd name="T30" fmla="*/ 2147483647 w 2453"/>
              <a:gd name="T31" fmla="*/ 2147483647 h 2011"/>
              <a:gd name="T32" fmla="*/ 2147483647 w 2453"/>
              <a:gd name="T33" fmla="*/ 2147483647 h 2011"/>
              <a:gd name="T34" fmla="*/ 2147483647 w 2453"/>
              <a:gd name="T35" fmla="*/ 2147483647 h 2011"/>
              <a:gd name="T36" fmla="*/ 2147483647 w 2453"/>
              <a:gd name="T37" fmla="*/ 2147483647 h 2011"/>
              <a:gd name="T38" fmla="*/ 2147483647 w 2453"/>
              <a:gd name="T39" fmla="*/ 2147483647 h 2011"/>
              <a:gd name="T40" fmla="*/ 2147483647 w 2453"/>
              <a:gd name="T41" fmla="*/ 2147483647 h 2011"/>
              <a:gd name="T42" fmla="*/ 2147483647 w 2453"/>
              <a:gd name="T43" fmla="*/ 2147483647 h 2011"/>
              <a:gd name="T44" fmla="*/ 2147483647 w 2453"/>
              <a:gd name="T45" fmla="*/ 2147483647 h 2011"/>
              <a:gd name="T46" fmla="*/ 2147483647 w 2453"/>
              <a:gd name="T47" fmla="*/ 2147483647 h 2011"/>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connsiteX0" fmla="*/ 326 w 9852"/>
              <a:gd name="connsiteY0" fmla="*/ 3101 h 9830"/>
              <a:gd name="connsiteX1" fmla="*/ 49 w 9852"/>
              <a:gd name="connsiteY1" fmla="*/ 3981 h 9830"/>
              <a:gd name="connsiteX2" fmla="*/ 21 w 9852"/>
              <a:gd name="connsiteY2" fmla="*/ 4956 h 9830"/>
              <a:gd name="connsiteX3" fmla="*/ 269 w 9852"/>
              <a:gd name="connsiteY3" fmla="*/ 5662 h 9830"/>
              <a:gd name="connsiteX4" fmla="*/ 657 w 9852"/>
              <a:gd name="connsiteY4" fmla="*/ 6741 h 9830"/>
              <a:gd name="connsiteX5" fmla="*/ 1125 w 9852"/>
              <a:gd name="connsiteY5" fmla="*/ 7148 h 9830"/>
              <a:gd name="connsiteX6" fmla="*/ 2222 w 9852"/>
              <a:gd name="connsiteY6" fmla="*/ 8049 h 9830"/>
              <a:gd name="connsiteX7" fmla="*/ 4680 w 9852"/>
              <a:gd name="connsiteY7" fmla="*/ 8347 h 9830"/>
              <a:gd name="connsiteX8" fmla="*/ 6812 w 9852"/>
              <a:gd name="connsiteY8" fmla="*/ 9729 h 9830"/>
              <a:gd name="connsiteX9" fmla="*/ 7864 w 9852"/>
              <a:gd name="connsiteY9" fmla="*/ 9630 h 9830"/>
              <a:gd name="connsiteX10" fmla="*/ 9670 w 9852"/>
              <a:gd name="connsiteY10" fmla="*/ 8874 h 9830"/>
              <a:gd name="connsiteX11" fmla="*/ 9752 w 9852"/>
              <a:gd name="connsiteY11" fmla="*/ 7457 h 9830"/>
              <a:gd name="connsiteX12" fmla="*/ 9332 w 9852"/>
              <a:gd name="connsiteY12" fmla="*/ 6408 h 9830"/>
              <a:gd name="connsiteX13" fmla="*/ 9552 w 9852"/>
              <a:gd name="connsiteY13" fmla="*/ 4150 h 9830"/>
              <a:gd name="connsiteX14" fmla="*/ 9523 w 9852"/>
              <a:gd name="connsiteY14" fmla="*/ 3205 h 9830"/>
              <a:gd name="connsiteX15" fmla="*/ 8859 w 9852"/>
              <a:gd name="connsiteY15" fmla="*/ 2226 h 9830"/>
              <a:gd name="connsiteX16" fmla="*/ 7811 w 9852"/>
              <a:gd name="connsiteY16" fmla="*/ 778 h 9830"/>
              <a:gd name="connsiteX17" fmla="*/ 6511 w 9852"/>
              <a:gd name="connsiteY17" fmla="*/ 137 h 9830"/>
              <a:gd name="connsiteX18" fmla="*/ 4994 w 9852"/>
              <a:gd name="connsiteY18" fmla="*/ 38 h 9830"/>
              <a:gd name="connsiteX19" fmla="*/ 3722 w 9852"/>
              <a:gd name="connsiteY19" fmla="*/ 609 h 9830"/>
              <a:gd name="connsiteX20" fmla="*/ 1929 w 9852"/>
              <a:gd name="connsiteY20" fmla="*/ 1251 h 9830"/>
              <a:gd name="connsiteX21" fmla="*/ 848 w 9852"/>
              <a:gd name="connsiteY21" fmla="*/ 1823 h 9830"/>
              <a:gd name="connsiteX22" fmla="*/ 326 w 9852"/>
              <a:gd name="connsiteY22" fmla="*/ 3101 h 9830"/>
              <a:gd name="connsiteX0" fmla="*/ 331 w 9999"/>
              <a:gd name="connsiteY0" fmla="*/ 3155 h 9906"/>
              <a:gd name="connsiteX1" fmla="*/ 50 w 9999"/>
              <a:gd name="connsiteY1" fmla="*/ 4050 h 9906"/>
              <a:gd name="connsiteX2" fmla="*/ 21 w 9999"/>
              <a:gd name="connsiteY2" fmla="*/ 5042 h 9906"/>
              <a:gd name="connsiteX3" fmla="*/ 273 w 9999"/>
              <a:gd name="connsiteY3" fmla="*/ 5760 h 9906"/>
              <a:gd name="connsiteX4" fmla="*/ 667 w 9999"/>
              <a:gd name="connsiteY4" fmla="*/ 6858 h 9906"/>
              <a:gd name="connsiteX5" fmla="*/ 1142 w 9999"/>
              <a:gd name="connsiteY5" fmla="*/ 7272 h 9906"/>
              <a:gd name="connsiteX6" fmla="*/ 2255 w 9999"/>
              <a:gd name="connsiteY6" fmla="*/ 8188 h 9906"/>
              <a:gd name="connsiteX7" fmla="*/ 4750 w 9999"/>
              <a:gd name="connsiteY7" fmla="*/ 8491 h 9906"/>
              <a:gd name="connsiteX8" fmla="*/ 6914 w 9999"/>
              <a:gd name="connsiteY8" fmla="*/ 9897 h 9906"/>
              <a:gd name="connsiteX9" fmla="*/ 9815 w 9999"/>
              <a:gd name="connsiteY9" fmla="*/ 9027 h 9906"/>
              <a:gd name="connsiteX10" fmla="*/ 9898 w 9999"/>
              <a:gd name="connsiteY10" fmla="*/ 7586 h 9906"/>
              <a:gd name="connsiteX11" fmla="*/ 9472 w 9999"/>
              <a:gd name="connsiteY11" fmla="*/ 6519 h 9906"/>
              <a:gd name="connsiteX12" fmla="*/ 9695 w 9999"/>
              <a:gd name="connsiteY12" fmla="*/ 4222 h 9906"/>
              <a:gd name="connsiteX13" fmla="*/ 9666 w 9999"/>
              <a:gd name="connsiteY13" fmla="*/ 3260 h 9906"/>
              <a:gd name="connsiteX14" fmla="*/ 8992 w 9999"/>
              <a:gd name="connsiteY14" fmla="*/ 2264 h 9906"/>
              <a:gd name="connsiteX15" fmla="*/ 7928 w 9999"/>
              <a:gd name="connsiteY15" fmla="*/ 791 h 9906"/>
              <a:gd name="connsiteX16" fmla="*/ 6609 w 9999"/>
              <a:gd name="connsiteY16" fmla="*/ 139 h 9906"/>
              <a:gd name="connsiteX17" fmla="*/ 5069 w 9999"/>
              <a:gd name="connsiteY17" fmla="*/ 39 h 9906"/>
              <a:gd name="connsiteX18" fmla="*/ 3778 w 9999"/>
              <a:gd name="connsiteY18" fmla="*/ 620 h 9906"/>
              <a:gd name="connsiteX19" fmla="*/ 1958 w 9999"/>
              <a:gd name="connsiteY19" fmla="*/ 1273 h 9906"/>
              <a:gd name="connsiteX20" fmla="*/ 861 w 9999"/>
              <a:gd name="connsiteY20" fmla="*/ 1855 h 9906"/>
              <a:gd name="connsiteX21" fmla="*/ 331 w 9999"/>
              <a:gd name="connsiteY21" fmla="*/ 3155 h 9906"/>
              <a:gd name="connsiteX0" fmla="*/ 331 w 9946"/>
              <a:gd name="connsiteY0" fmla="*/ 3185 h 10000"/>
              <a:gd name="connsiteX1" fmla="*/ 50 w 9946"/>
              <a:gd name="connsiteY1" fmla="*/ 4088 h 10000"/>
              <a:gd name="connsiteX2" fmla="*/ 21 w 9946"/>
              <a:gd name="connsiteY2" fmla="*/ 5090 h 10000"/>
              <a:gd name="connsiteX3" fmla="*/ 273 w 9946"/>
              <a:gd name="connsiteY3" fmla="*/ 5815 h 10000"/>
              <a:gd name="connsiteX4" fmla="*/ 667 w 9946"/>
              <a:gd name="connsiteY4" fmla="*/ 6923 h 10000"/>
              <a:gd name="connsiteX5" fmla="*/ 1142 w 9946"/>
              <a:gd name="connsiteY5" fmla="*/ 7341 h 10000"/>
              <a:gd name="connsiteX6" fmla="*/ 2255 w 9946"/>
              <a:gd name="connsiteY6" fmla="*/ 8266 h 10000"/>
              <a:gd name="connsiteX7" fmla="*/ 4750 w 9946"/>
              <a:gd name="connsiteY7" fmla="*/ 8572 h 10000"/>
              <a:gd name="connsiteX8" fmla="*/ 6915 w 9946"/>
              <a:gd name="connsiteY8" fmla="*/ 9991 h 10000"/>
              <a:gd name="connsiteX9" fmla="*/ 9816 w 9946"/>
              <a:gd name="connsiteY9" fmla="*/ 9113 h 10000"/>
              <a:gd name="connsiteX10" fmla="*/ 9473 w 9946"/>
              <a:gd name="connsiteY10" fmla="*/ 6581 h 10000"/>
              <a:gd name="connsiteX11" fmla="*/ 9696 w 9946"/>
              <a:gd name="connsiteY11" fmla="*/ 4262 h 10000"/>
              <a:gd name="connsiteX12" fmla="*/ 9667 w 9946"/>
              <a:gd name="connsiteY12" fmla="*/ 3291 h 10000"/>
              <a:gd name="connsiteX13" fmla="*/ 8993 w 9946"/>
              <a:gd name="connsiteY13" fmla="*/ 2285 h 10000"/>
              <a:gd name="connsiteX14" fmla="*/ 7929 w 9946"/>
              <a:gd name="connsiteY14" fmla="*/ 799 h 10000"/>
              <a:gd name="connsiteX15" fmla="*/ 6610 w 9946"/>
              <a:gd name="connsiteY15" fmla="*/ 140 h 10000"/>
              <a:gd name="connsiteX16" fmla="*/ 5070 w 9946"/>
              <a:gd name="connsiteY16" fmla="*/ 39 h 10000"/>
              <a:gd name="connsiteX17" fmla="*/ 3778 w 9946"/>
              <a:gd name="connsiteY17" fmla="*/ 626 h 10000"/>
              <a:gd name="connsiteX18" fmla="*/ 1958 w 9946"/>
              <a:gd name="connsiteY18" fmla="*/ 1285 h 10000"/>
              <a:gd name="connsiteX19" fmla="*/ 861 w 9946"/>
              <a:gd name="connsiteY19" fmla="*/ 1873 h 10000"/>
              <a:gd name="connsiteX20" fmla="*/ 331 w 9946"/>
              <a:gd name="connsiteY20" fmla="*/ 3185 h 10000"/>
              <a:gd name="connsiteX0" fmla="*/ 333 w 10000"/>
              <a:gd name="connsiteY0" fmla="*/ 3185 h 10000"/>
              <a:gd name="connsiteX1" fmla="*/ 50 w 10000"/>
              <a:gd name="connsiteY1" fmla="*/ 4088 h 10000"/>
              <a:gd name="connsiteX2" fmla="*/ 21 w 10000"/>
              <a:gd name="connsiteY2" fmla="*/ 5090 h 10000"/>
              <a:gd name="connsiteX3" fmla="*/ 274 w 10000"/>
              <a:gd name="connsiteY3" fmla="*/ 5815 h 10000"/>
              <a:gd name="connsiteX4" fmla="*/ 671 w 10000"/>
              <a:gd name="connsiteY4" fmla="*/ 6923 h 10000"/>
              <a:gd name="connsiteX5" fmla="*/ 1148 w 10000"/>
              <a:gd name="connsiteY5" fmla="*/ 7341 h 10000"/>
              <a:gd name="connsiteX6" fmla="*/ 2267 w 10000"/>
              <a:gd name="connsiteY6" fmla="*/ 8266 h 10000"/>
              <a:gd name="connsiteX7" fmla="*/ 4776 w 10000"/>
              <a:gd name="connsiteY7" fmla="*/ 8572 h 10000"/>
              <a:gd name="connsiteX8" fmla="*/ 6953 w 10000"/>
              <a:gd name="connsiteY8" fmla="*/ 9991 h 10000"/>
              <a:gd name="connsiteX9" fmla="*/ 9869 w 10000"/>
              <a:gd name="connsiteY9" fmla="*/ 9113 h 10000"/>
              <a:gd name="connsiteX10" fmla="*/ 9524 w 10000"/>
              <a:gd name="connsiteY10" fmla="*/ 6581 h 10000"/>
              <a:gd name="connsiteX11" fmla="*/ 9749 w 10000"/>
              <a:gd name="connsiteY11" fmla="*/ 4262 h 10000"/>
              <a:gd name="connsiteX12" fmla="*/ 9042 w 10000"/>
              <a:gd name="connsiteY12" fmla="*/ 2285 h 10000"/>
              <a:gd name="connsiteX13" fmla="*/ 7972 w 10000"/>
              <a:gd name="connsiteY13" fmla="*/ 799 h 10000"/>
              <a:gd name="connsiteX14" fmla="*/ 6646 w 10000"/>
              <a:gd name="connsiteY14" fmla="*/ 140 h 10000"/>
              <a:gd name="connsiteX15" fmla="*/ 5098 w 10000"/>
              <a:gd name="connsiteY15" fmla="*/ 39 h 10000"/>
              <a:gd name="connsiteX16" fmla="*/ 3799 w 10000"/>
              <a:gd name="connsiteY16" fmla="*/ 626 h 10000"/>
              <a:gd name="connsiteX17" fmla="*/ 1969 w 10000"/>
              <a:gd name="connsiteY17" fmla="*/ 1285 h 10000"/>
              <a:gd name="connsiteX18" fmla="*/ 866 w 10000"/>
              <a:gd name="connsiteY18" fmla="*/ 1873 h 10000"/>
              <a:gd name="connsiteX19" fmla="*/ 333 w 10000"/>
              <a:gd name="connsiteY19" fmla="*/ 3185 h 10000"/>
              <a:gd name="connsiteX0" fmla="*/ 333 w 10000"/>
              <a:gd name="connsiteY0" fmla="*/ 3268 h 10083"/>
              <a:gd name="connsiteX1" fmla="*/ 50 w 10000"/>
              <a:gd name="connsiteY1" fmla="*/ 4171 h 10083"/>
              <a:gd name="connsiteX2" fmla="*/ 21 w 10000"/>
              <a:gd name="connsiteY2" fmla="*/ 5173 h 10083"/>
              <a:gd name="connsiteX3" fmla="*/ 274 w 10000"/>
              <a:gd name="connsiteY3" fmla="*/ 5898 h 10083"/>
              <a:gd name="connsiteX4" fmla="*/ 671 w 10000"/>
              <a:gd name="connsiteY4" fmla="*/ 7006 h 10083"/>
              <a:gd name="connsiteX5" fmla="*/ 1148 w 10000"/>
              <a:gd name="connsiteY5" fmla="*/ 7424 h 10083"/>
              <a:gd name="connsiteX6" fmla="*/ 2267 w 10000"/>
              <a:gd name="connsiteY6" fmla="*/ 8349 h 10083"/>
              <a:gd name="connsiteX7" fmla="*/ 4776 w 10000"/>
              <a:gd name="connsiteY7" fmla="*/ 8655 h 10083"/>
              <a:gd name="connsiteX8" fmla="*/ 6953 w 10000"/>
              <a:gd name="connsiteY8" fmla="*/ 10074 h 10083"/>
              <a:gd name="connsiteX9" fmla="*/ 9869 w 10000"/>
              <a:gd name="connsiteY9" fmla="*/ 9196 h 10083"/>
              <a:gd name="connsiteX10" fmla="*/ 9524 w 10000"/>
              <a:gd name="connsiteY10" fmla="*/ 6664 h 10083"/>
              <a:gd name="connsiteX11" fmla="*/ 9749 w 10000"/>
              <a:gd name="connsiteY11" fmla="*/ 4345 h 10083"/>
              <a:gd name="connsiteX12" fmla="*/ 9042 w 10000"/>
              <a:gd name="connsiteY12" fmla="*/ 2368 h 10083"/>
              <a:gd name="connsiteX13" fmla="*/ 6646 w 10000"/>
              <a:gd name="connsiteY13" fmla="*/ 223 h 10083"/>
              <a:gd name="connsiteX14" fmla="*/ 5098 w 10000"/>
              <a:gd name="connsiteY14" fmla="*/ 122 h 10083"/>
              <a:gd name="connsiteX15" fmla="*/ 3799 w 10000"/>
              <a:gd name="connsiteY15" fmla="*/ 709 h 10083"/>
              <a:gd name="connsiteX16" fmla="*/ 1969 w 10000"/>
              <a:gd name="connsiteY16" fmla="*/ 1368 h 10083"/>
              <a:gd name="connsiteX17" fmla="*/ 866 w 10000"/>
              <a:gd name="connsiteY17" fmla="*/ 1956 h 10083"/>
              <a:gd name="connsiteX18" fmla="*/ 333 w 10000"/>
              <a:gd name="connsiteY18" fmla="*/ 3268 h 10083"/>
              <a:gd name="connsiteX0" fmla="*/ 333 w 10000"/>
              <a:gd name="connsiteY0" fmla="*/ 3214 h 10029"/>
              <a:gd name="connsiteX1" fmla="*/ 50 w 10000"/>
              <a:gd name="connsiteY1" fmla="*/ 4117 h 10029"/>
              <a:gd name="connsiteX2" fmla="*/ 21 w 10000"/>
              <a:gd name="connsiteY2" fmla="*/ 5119 h 10029"/>
              <a:gd name="connsiteX3" fmla="*/ 274 w 10000"/>
              <a:gd name="connsiteY3" fmla="*/ 5844 h 10029"/>
              <a:gd name="connsiteX4" fmla="*/ 671 w 10000"/>
              <a:gd name="connsiteY4" fmla="*/ 6952 h 10029"/>
              <a:gd name="connsiteX5" fmla="*/ 1148 w 10000"/>
              <a:gd name="connsiteY5" fmla="*/ 7370 h 10029"/>
              <a:gd name="connsiteX6" fmla="*/ 2267 w 10000"/>
              <a:gd name="connsiteY6" fmla="*/ 8295 h 10029"/>
              <a:gd name="connsiteX7" fmla="*/ 4776 w 10000"/>
              <a:gd name="connsiteY7" fmla="*/ 8601 h 10029"/>
              <a:gd name="connsiteX8" fmla="*/ 6953 w 10000"/>
              <a:gd name="connsiteY8" fmla="*/ 10020 h 10029"/>
              <a:gd name="connsiteX9" fmla="*/ 9869 w 10000"/>
              <a:gd name="connsiteY9" fmla="*/ 9142 h 10029"/>
              <a:gd name="connsiteX10" fmla="*/ 9524 w 10000"/>
              <a:gd name="connsiteY10" fmla="*/ 6610 h 10029"/>
              <a:gd name="connsiteX11" fmla="*/ 9749 w 10000"/>
              <a:gd name="connsiteY11" fmla="*/ 4291 h 10029"/>
              <a:gd name="connsiteX12" fmla="*/ 9042 w 10000"/>
              <a:gd name="connsiteY12" fmla="*/ 2314 h 10029"/>
              <a:gd name="connsiteX13" fmla="*/ 5098 w 10000"/>
              <a:gd name="connsiteY13" fmla="*/ 68 h 10029"/>
              <a:gd name="connsiteX14" fmla="*/ 3799 w 10000"/>
              <a:gd name="connsiteY14" fmla="*/ 655 h 10029"/>
              <a:gd name="connsiteX15" fmla="*/ 1969 w 10000"/>
              <a:gd name="connsiteY15" fmla="*/ 1314 h 10029"/>
              <a:gd name="connsiteX16" fmla="*/ 866 w 10000"/>
              <a:gd name="connsiteY16" fmla="*/ 1902 h 10029"/>
              <a:gd name="connsiteX17" fmla="*/ 333 w 10000"/>
              <a:gd name="connsiteY17" fmla="*/ 3214 h 10029"/>
              <a:gd name="connsiteX0" fmla="*/ 333 w 10000"/>
              <a:gd name="connsiteY0" fmla="*/ 2561 h 9376"/>
              <a:gd name="connsiteX1" fmla="*/ 50 w 10000"/>
              <a:gd name="connsiteY1" fmla="*/ 3464 h 9376"/>
              <a:gd name="connsiteX2" fmla="*/ 21 w 10000"/>
              <a:gd name="connsiteY2" fmla="*/ 4466 h 9376"/>
              <a:gd name="connsiteX3" fmla="*/ 274 w 10000"/>
              <a:gd name="connsiteY3" fmla="*/ 5191 h 9376"/>
              <a:gd name="connsiteX4" fmla="*/ 671 w 10000"/>
              <a:gd name="connsiteY4" fmla="*/ 6299 h 9376"/>
              <a:gd name="connsiteX5" fmla="*/ 1148 w 10000"/>
              <a:gd name="connsiteY5" fmla="*/ 6717 h 9376"/>
              <a:gd name="connsiteX6" fmla="*/ 2267 w 10000"/>
              <a:gd name="connsiteY6" fmla="*/ 7642 h 9376"/>
              <a:gd name="connsiteX7" fmla="*/ 4776 w 10000"/>
              <a:gd name="connsiteY7" fmla="*/ 7948 h 9376"/>
              <a:gd name="connsiteX8" fmla="*/ 6953 w 10000"/>
              <a:gd name="connsiteY8" fmla="*/ 9367 h 9376"/>
              <a:gd name="connsiteX9" fmla="*/ 9869 w 10000"/>
              <a:gd name="connsiteY9" fmla="*/ 8489 h 9376"/>
              <a:gd name="connsiteX10" fmla="*/ 9524 w 10000"/>
              <a:gd name="connsiteY10" fmla="*/ 5957 h 9376"/>
              <a:gd name="connsiteX11" fmla="*/ 9749 w 10000"/>
              <a:gd name="connsiteY11" fmla="*/ 3638 h 9376"/>
              <a:gd name="connsiteX12" fmla="*/ 9042 w 10000"/>
              <a:gd name="connsiteY12" fmla="*/ 1661 h 9376"/>
              <a:gd name="connsiteX13" fmla="*/ 6085 w 10000"/>
              <a:gd name="connsiteY13" fmla="*/ 540 h 9376"/>
              <a:gd name="connsiteX14" fmla="*/ 3799 w 10000"/>
              <a:gd name="connsiteY14" fmla="*/ 2 h 9376"/>
              <a:gd name="connsiteX15" fmla="*/ 1969 w 10000"/>
              <a:gd name="connsiteY15" fmla="*/ 661 h 9376"/>
              <a:gd name="connsiteX16" fmla="*/ 866 w 10000"/>
              <a:gd name="connsiteY16" fmla="*/ 1249 h 9376"/>
              <a:gd name="connsiteX17" fmla="*/ 333 w 10000"/>
              <a:gd name="connsiteY17" fmla="*/ 2561 h 9376"/>
              <a:gd name="connsiteX0" fmla="*/ 333 w 10000"/>
              <a:gd name="connsiteY0" fmla="*/ 2230 h 9498"/>
              <a:gd name="connsiteX1" fmla="*/ 50 w 10000"/>
              <a:gd name="connsiteY1" fmla="*/ 3194 h 9498"/>
              <a:gd name="connsiteX2" fmla="*/ 21 w 10000"/>
              <a:gd name="connsiteY2" fmla="*/ 4262 h 9498"/>
              <a:gd name="connsiteX3" fmla="*/ 274 w 10000"/>
              <a:gd name="connsiteY3" fmla="*/ 5035 h 9498"/>
              <a:gd name="connsiteX4" fmla="*/ 671 w 10000"/>
              <a:gd name="connsiteY4" fmla="*/ 6217 h 9498"/>
              <a:gd name="connsiteX5" fmla="*/ 1148 w 10000"/>
              <a:gd name="connsiteY5" fmla="*/ 6663 h 9498"/>
              <a:gd name="connsiteX6" fmla="*/ 2267 w 10000"/>
              <a:gd name="connsiteY6" fmla="*/ 7650 h 9498"/>
              <a:gd name="connsiteX7" fmla="*/ 4776 w 10000"/>
              <a:gd name="connsiteY7" fmla="*/ 7976 h 9498"/>
              <a:gd name="connsiteX8" fmla="*/ 6953 w 10000"/>
              <a:gd name="connsiteY8" fmla="*/ 9489 h 9498"/>
              <a:gd name="connsiteX9" fmla="*/ 9869 w 10000"/>
              <a:gd name="connsiteY9" fmla="*/ 8553 h 9498"/>
              <a:gd name="connsiteX10" fmla="*/ 9524 w 10000"/>
              <a:gd name="connsiteY10" fmla="*/ 5852 h 9498"/>
              <a:gd name="connsiteX11" fmla="*/ 9749 w 10000"/>
              <a:gd name="connsiteY11" fmla="*/ 3379 h 9498"/>
              <a:gd name="connsiteX12" fmla="*/ 9042 w 10000"/>
              <a:gd name="connsiteY12" fmla="*/ 1271 h 9498"/>
              <a:gd name="connsiteX13" fmla="*/ 6085 w 10000"/>
              <a:gd name="connsiteY13" fmla="*/ 75 h 9498"/>
              <a:gd name="connsiteX14" fmla="*/ 1969 w 10000"/>
              <a:gd name="connsiteY14" fmla="*/ 204 h 9498"/>
              <a:gd name="connsiteX15" fmla="*/ 866 w 10000"/>
              <a:gd name="connsiteY15" fmla="*/ 831 h 9498"/>
              <a:gd name="connsiteX16" fmla="*/ 333 w 10000"/>
              <a:gd name="connsiteY16" fmla="*/ 2230 h 9498"/>
              <a:gd name="connsiteX0" fmla="*/ 333 w 10000"/>
              <a:gd name="connsiteY0" fmla="*/ 2316 h 9969"/>
              <a:gd name="connsiteX1" fmla="*/ 50 w 10000"/>
              <a:gd name="connsiteY1" fmla="*/ 3331 h 9969"/>
              <a:gd name="connsiteX2" fmla="*/ 21 w 10000"/>
              <a:gd name="connsiteY2" fmla="*/ 4455 h 9969"/>
              <a:gd name="connsiteX3" fmla="*/ 274 w 10000"/>
              <a:gd name="connsiteY3" fmla="*/ 5269 h 9969"/>
              <a:gd name="connsiteX4" fmla="*/ 671 w 10000"/>
              <a:gd name="connsiteY4" fmla="*/ 6514 h 9969"/>
              <a:gd name="connsiteX5" fmla="*/ 1148 w 10000"/>
              <a:gd name="connsiteY5" fmla="*/ 6983 h 9969"/>
              <a:gd name="connsiteX6" fmla="*/ 2267 w 10000"/>
              <a:gd name="connsiteY6" fmla="*/ 8022 h 9969"/>
              <a:gd name="connsiteX7" fmla="*/ 4776 w 10000"/>
              <a:gd name="connsiteY7" fmla="*/ 8366 h 9969"/>
              <a:gd name="connsiteX8" fmla="*/ 6953 w 10000"/>
              <a:gd name="connsiteY8" fmla="*/ 9959 h 9969"/>
              <a:gd name="connsiteX9" fmla="*/ 9869 w 10000"/>
              <a:gd name="connsiteY9" fmla="*/ 8973 h 9969"/>
              <a:gd name="connsiteX10" fmla="*/ 9524 w 10000"/>
              <a:gd name="connsiteY10" fmla="*/ 6129 h 9969"/>
              <a:gd name="connsiteX11" fmla="*/ 9749 w 10000"/>
              <a:gd name="connsiteY11" fmla="*/ 3526 h 9969"/>
              <a:gd name="connsiteX12" fmla="*/ 9042 w 10000"/>
              <a:gd name="connsiteY12" fmla="*/ 1306 h 9969"/>
              <a:gd name="connsiteX13" fmla="*/ 6085 w 10000"/>
              <a:gd name="connsiteY13" fmla="*/ 47 h 9969"/>
              <a:gd name="connsiteX14" fmla="*/ 2392 w 10000"/>
              <a:gd name="connsiteY14" fmla="*/ 329 h 9969"/>
              <a:gd name="connsiteX15" fmla="*/ 866 w 10000"/>
              <a:gd name="connsiteY15" fmla="*/ 843 h 9969"/>
              <a:gd name="connsiteX16" fmla="*/ 333 w 10000"/>
              <a:gd name="connsiteY16" fmla="*/ 2316 h 9969"/>
              <a:gd name="connsiteX0" fmla="*/ 333 w 10000"/>
              <a:gd name="connsiteY0" fmla="*/ 2322 h 9999"/>
              <a:gd name="connsiteX1" fmla="*/ 50 w 10000"/>
              <a:gd name="connsiteY1" fmla="*/ 3340 h 9999"/>
              <a:gd name="connsiteX2" fmla="*/ 21 w 10000"/>
              <a:gd name="connsiteY2" fmla="*/ 4468 h 9999"/>
              <a:gd name="connsiteX3" fmla="*/ 274 w 10000"/>
              <a:gd name="connsiteY3" fmla="*/ 5284 h 9999"/>
              <a:gd name="connsiteX4" fmla="*/ 671 w 10000"/>
              <a:gd name="connsiteY4" fmla="*/ 6533 h 9999"/>
              <a:gd name="connsiteX5" fmla="*/ 1148 w 10000"/>
              <a:gd name="connsiteY5" fmla="*/ 7004 h 9999"/>
              <a:gd name="connsiteX6" fmla="*/ 2267 w 10000"/>
              <a:gd name="connsiteY6" fmla="*/ 8046 h 9999"/>
              <a:gd name="connsiteX7" fmla="*/ 4776 w 10000"/>
              <a:gd name="connsiteY7" fmla="*/ 8391 h 9999"/>
              <a:gd name="connsiteX8" fmla="*/ 6953 w 10000"/>
              <a:gd name="connsiteY8" fmla="*/ 9989 h 9999"/>
              <a:gd name="connsiteX9" fmla="*/ 9869 w 10000"/>
              <a:gd name="connsiteY9" fmla="*/ 9000 h 9999"/>
              <a:gd name="connsiteX10" fmla="*/ 9524 w 10000"/>
              <a:gd name="connsiteY10" fmla="*/ 6147 h 9999"/>
              <a:gd name="connsiteX11" fmla="*/ 9749 w 10000"/>
              <a:gd name="connsiteY11" fmla="*/ 3536 h 9999"/>
              <a:gd name="connsiteX12" fmla="*/ 9042 w 10000"/>
              <a:gd name="connsiteY12" fmla="*/ 1309 h 9999"/>
              <a:gd name="connsiteX13" fmla="*/ 6085 w 10000"/>
              <a:gd name="connsiteY13" fmla="*/ 46 h 9999"/>
              <a:gd name="connsiteX14" fmla="*/ 2392 w 10000"/>
              <a:gd name="connsiteY14" fmla="*/ 329 h 9999"/>
              <a:gd name="connsiteX15" fmla="*/ 333 w 10000"/>
              <a:gd name="connsiteY15" fmla="*/ 2322 h 9999"/>
              <a:gd name="connsiteX0" fmla="*/ 315 w 9982"/>
              <a:gd name="connsiteY0" fmla="*/ 2322 h 10000"/>
              <a:gd name="connsiteX1" fmla="*/ 3 w 9982"/>
              <a:gd name="connsiteY1" fmla="*/ 4468 h 10000"/>
              <a:gd name="connsiteX2" fmla="*/ 256 w 9982"/>
              <a:gd name="connsiteY2" fmla="*/ 5285 h 10000"/>
              <a:gd name="connsiteX3" fmla="*/ 653 w 9982"/>
              <a:gd name="connsiteY3" fmla="*/ 6534 h 10000"/>
              <a:gd name="connsiteX4" fmla="*/ 1130 w 9982"/>
              <a:gd name="connsiteY4" fmla="*/ 7005 h 10000"/>
              <a:gd name="connsiteX5" fmla="*/ 2249 w 9982"/>
              <a:gd name="connsiteY5" fmla="*/ 8047 h 10000"/>
              <a:gd name="connsiteX6" fmla="*/ 4758 w 9982"/>
              <a:gd name="connsiteY6" fmla="*/ 8392 h 10000"/>
              <a:gd name="connsiteX7" fmla="*/ 6935 w 9982"/>
              <a:gd name="connsiteY7" fmla="*/ 9990 h 10000"/>
              <a:gd name="connsiteX8" fmla="*/ 9851 w 9982"/>
              <a:gd name="connsiteY8" fmla="*/ 9001 h 10000"/>
              <a:gd name="connsiteX9" fmla="*/ 9506 w 9982"/>
              <a:gd name="connsiteY9" fmla="*/ 6148 h 10000"/>
              <a:gd name="connsiteX10" fmla="*/ 9731 w 9982"/>
              <a:gd name="connsiteY10" fmla="*/ 3536 h 10000"/>
              <a:gd name="connsiteX11" fmla="*/ 9024 w 9982"/>
              <a:gd name="connsiteY11" fmla="*/ 1309 h 10000"/>
              <a:gd name="connsiteX12" fmla="*/ 6067 w 9982"/>
              <a:gd name="connsiteY12" fmla="*/ 46 h 10000"/>
              <a:gd name="connsiteX13" fmla="*/ 2374 w 9982"/>
              <a:gd name="connsiteY13" fmla="*/ 329 h 10000"/>
              <a:gd name="connsiteX14" fmla="*/ 315 w 9982"/>
              <a:gd name="connsiteY14" fmla="*/ 2322 h 10000"/>
              <a:gd name="connsiteX0" fmla="*/ 191 w 9876"/>
              <a:gd name="connsiteY0" fmla="*/ 2322 h 10000"/>
              <a:gd name="connsiteX1" fmla="*/ 131 w 9876"/>
              <a:gd name="connsiteY1" fmla="*/ 5285 h 10000"/>
              <a:gd name="connsiteX2" fmla="*/ 529 w 9876"/>
              <a:gd name="connsiteY2" fmla="*/ 6534 h 10000"/>
              <a:gd name="connsiteX3" fmla="*/ 1007 w 9876"/>
              <a:gd name="connsiteY3" fmla="*/ 7005 h 10000"/>
              <a:gd name="connsiteX4" fmla="*/ 2128 w 9876"/>
              <a:gd name="connsiteY4" fmla="*/ 8047 h 10000"/>
              <a:gd name="connsiteX5" fmla="*/ 4642 w 9876"/>
              <a:gd name="connsiteY5" fmla="*/ 8392 h 10000"/>
              <a:gd name="connsiteX6" fmla="*/ 6823 w 9876"/>
              <a:gd name="connsiteY6" fmla="*/ 9990 h 10000"/>
              <a:gd name="connsiteX7" fmla="*/ 9744 w 9876"/>
              <a:gd name="connsiteY7" fmla="*/ 9001 h 10000"/>
              <a:gd name="connsiteX8" fmla="*/ 9398 w 9876"/>
              <a:gd name="connsiteY8" fmla="*/ 6148 h 10000"/>
              <a:gd name="connsiteX9" fmla="*/ 9624 w 9876"/>
              <a:gd name="connsiteY9" fmla="*/ 3536 h 10000"/>
              <a:gd name="connsiteX10" fmla="*/ 8915 w 9876"/>
              <a:gd name="connsiteY10" fmla="*/ 1309 h 10000"/>
              <a:gd name="connsiteX11" fmla="*/ 5953 w 9876"/>
              <a:gd name="connsiteY11" fmla="*/ 46 h 10000"/>
              <a:gd name="connsiteX12" fmla="*/ 2253 w 9876"/>
              <a:gd name="connsiteY12" fmla="*/ 329 h 10000"/>
              <a:gd name="connsiteX13" fmla="*/ 191 w 9876"/>
              <a:gd name="connsiteY13" fmla="*/ 2322 h 10000"/>
              <a:gd name="connsiteX0" fmla="*/ 193 w 10000"/>
              <a:gd name="connsiteY0" fmla="*/ 2322 h 10000"/>
              <a:gd name="connsiteX1" fmla="*/ 133 w 10000"/>
              <a:gd name="connsiteY1" fmla="*/ 5285 h 10000"/>
              <a:gd name="connsiteX2" fmla="*/ 1020 w 10000"/>
              <a:gd name="connsiteY2" fmla="*/ 7005 h 10000"/>
              <a:gd name="connsiteX3" fmla="*/ 2155 w 10000"/>
              <a:gd name="connsiteY3" fmla="*/ 8047 h 10000"/>
              <a:gd name="connsiteX4" fmla="*/ 4700 w 10000"/>
              <a:gd name="connsiteY4" fmla="*/ 8392 h 10000"/>
              <a:gd name="connsiteX5" fmla="*/ 6909 w 10000"/>
              <a:gd name="connsiteY5" fmla="*/ 9990 h 10000"/>
              <a:gd name="connsiteX6" fmla="*/ 9866 w 10000"/>
              <a:gd name="connsiteY6" fmla="*/ 9001 h 10000"/>
              <a:gd name="connsiteX7" fmla="*/ 9516 w 10000"/>
              <a:gd name="connsiteY7" fmla="*/ 6148 h 10000"/>
              <a:gd name="connsiteX8" fmla="*/ 9745 w 10000"/>
              <a:gd name="connsiteY8" fmla="*/ 3536 h 10000"/>
              <a:gd name="connsiteX9" fmla="*/ 9027 w 10000"/>
              <a:gd name="connsiteY9" fmla="*/ 1309 h 10000"/>
              <a:gd name="connsiteX10" fmla="*/ 6028 w 10000"/>
              <a:gd name="connsiteY10" fmla="*/ 46 h 10000"/>
              <a:gd name="connsiteX11" fmla="*/ 2281 w 10000"/>
              <a:gd name="connsiteY11" fmla="*/ 329 h 10000"/>
              <a:gd name="connsiteX12" fmla="*/ 193 w 10000"/>
              <a:gd name="connsiteY12" fmla="*/ 2322 h 10000"/>
              <a:gd name="connsiteX0" fmla="*/ 535 w 9877"/>
              <a:gd name="connsiteY0" fmla="*/ 2468 h 10000"/>
              <a:gd name="connsiteX1" fmla="*/ 10 w 9877"/>
              <a:gd name="connsiteY1" fmla="*/ 5285 h 10000"/>
              <a:gd name="connsiteX2" fmla="*/ 897 w 9877"/>
              <a:gd name="connsiteY2" fmla="*/ 7005 h 10000"/>
              <a:gd name="connsiteX3" fmla="*/ 2032 w 9877"/>
              <a:gd name="connsiteY3" fmla="*/ 8047 h 10000"/>
              <a:gd name="connsiteX4" fmla="*/ 4577 w 9877"/>
              <a:gd name="connsiteY4" fmla="*/ 8392 h 10000"/>
              <a:gd name="connsiteX5" fmla="*/ 6786 w 9877"/>
              <a:gd name="connsiteY5" fmla="*/ 9990 h 10000"/>
              <a:gd name="connsiteX6" fmla="*/ 9743 w 9877"/>
              <a:gd name="connsiteY6" fmla="*/ 9001 h 10000"/>
              <a:gd name="connsiteX7" fmla="*/ 9393 w 9877"/>
              <a:gd name="connsiteY7" fmla="*/ 6148 h 10000"/>
              <a:gd name="connsiteX8" fmla="*/ 9622 w 9877"/>
              <a:gd name="connsiteY8" fmla="*/ 3536 h 10000"/>
              <a:gd name="connsiteX9" fmla="*/ 8904 w 9877"/>
              <a:gd name="connsiteY9" fmla="*/ 1309 h 10000"/>
              <a:gd name="connsiteX10" fmla="*/ 5905 w 9877"/>
              <a:gd name="connsiteY10" fmla="*/ 46 h 10000"/>
              <a:gd name="connsiteX11" fmla="*/ 2158 w 9877"/>
              <a:gd name="connsiteY11" fmla="*/ 329 h 10000"/>
              <a:gd name="connsiteX12" fmla="*/ 535 w 9877"/>
              <a:gd name="connsiteY12" fmla="*/ 2468 h 10000"/>
              <a:gd name="connsiteX0" fmla="*/ 224 w 9682"/>
              <a:gd name="connsiteY0" fmla="*/ 2468 h 10000"/>
              <a:gd name="connsiteX1" fmla="*/ 54 w 9682"/>
              <a:gd name="connsiteY1" fmla="*/ 5334 h 10000"/>
              <a:gd name="connsiteX2" fmla="*/ 590 w 9682"/>
              <a:gd name="connsiteY2" fmla="*/ 7005 h 10000"/>
              <a:gd name="connsiteX3" fmla="*/ 1739 w 9682"/>
              <a:gd name="connsiteY3" fmla="*/ 8047 h 10000"/>
              <a:gd name="connsiteX4" fmla="*/ 4316 w 9682"/>
              <a:gd name="connsiteY4" fmla="*/ 8392 h 10000"/>
              <a:gd name="connsiteX5" fmla="*/ 6553 w 9682"/>
              <a:gd name="connsiteY5" fmla="*/ 9990 h 10000"/>
              <a:gd name="connsiteX6" fmla="*/ 9546 w 9682"/>
              <a:gd name="connsiteY6" fmla="*/ 9001 h 10000"/>
              <a:gd name="connsiteX7" fmla="*/ 9192 w 9682"/>
              <a:gd name="connsiteY7" fmla="*/ 6148 h 10000"/>
              <a:gd name="connsiteX8" fmla="*/ 9424 w 9682"/>
              <a:gd name="connsiteY8" fmla="*/ 3536 h 10000"/>
              <a:gd name="connsiteX9" fmla="*/ 8697 w 9682"/>
              <a:gd name="connsiteY9" fmla="*/ 1309 h 10000"/>
              <a:gd name="connsiteX10" fmla="*/ 5661 w 9682"/>
              <a:gd name="connsiteY10" fmla="*/ 46 h 10000"/>
              <a:gd name="connsiteX11" fmla="*/ 1867 w 9682"/>
              <a:gd name="connsiteY11" fmla="*/ 329 h 10000"/>
              <a:gd name="connsiteX12" fmla="*/ 224 w 9682"/>
              <a:gd name="connsiteY12" fmla="*/ 2468 h 10000"/>
              <a:gd name="connsiteX0" fmla="*/ 369 w 9951"/>
              <a:gd name="connsiteY0" fmla="*/ 2078 h 10000"/>
              <a:gd name="connsiteX1" fmla="*/ 7 w 9951"/>
              <a:gd name="connsiteY1" fmla="*/ 5334 h 10000"/>
              <a:gd name="connsiteX2" fmla="*/ 560 w 9951"/>
              <a:gd name="connsiteY2" fmla="*/ 7005 h 10000"/>
              <a:gd name="connsiteX3" fmla="*/ 1747 w 9951"/>
              <a:gd name="connsiteY3" fmla="*/ 8047 h 10000"/>
              <a:gd name="connsiteX4" fmla="*/ 4409 w 9951"/>
              <a:gd name="connsiteY4" fmla="*/ 8392 h 10000"/>
              <a:gd name="connsiteX5" fmla="*/ 6719 w 9951"/>
              <a:gd name="connsiteY5" fmla="*/ 9990 h 10000"/>
              <a:gd name="connsiteX6" fmla="*/ 9811 w 9951"/>
              <a:gd name="connsiteY6" fmla="*/ 9001 h 10000"/>
              <a:gd name="connsiteX7" fmla="*/ 9445 w 9951"/>
              <a:gd name="connsiteY7" fmla="*/ 6148 h 10000"/>
              <a:gd name="connsiteX8" fmla="*/ 9685 w 9951"/>
              <a:gd name="connsiteY8" fmla="*/ 3536 h 10000"/>
              <a:gd name="connsiteX9" fmla="*/ 8934 w 9951"/>
              <a:gd name="connsiteY9" fmla="*/ 1309 h 10000"/>
              <a:gd name="connsiteX10" fmla="*/ 5798 w 9951"/>
              <a:gd name="connsiteY10" fmla="*/ 46 h 10000"/>
              <a:gd name="connsiteX11" fmla="*/ 1879 w 9951"/>
              <a:gd name="connsiteY11" fmla="*/ 329 h 10000"/>
              <a:gd name="connsiteX12" fmla="*/ 369 w 9951"/>
              <a:gd name="connsiteY12" fmla="*/ 2078 h 10000"/>
              <a:gd name="connsiteX0" fmla="*/ 378 w 10007"/>
              <a:gd name="connsiteY0" fmla="*/ 2035 h 9957"/>
              <a:gd name="connsiteX1" fmla="*/ 14 w 10007"/>
              <a:gd name="connsiteY1" fmla="*/ 5291 h 9957"/>
              <a:gd name="connsiteX2" fmla="*/ 570 w 10007"/>
              <a:gd name="connsiteY2" fmla="*/ 6962 h 9957"/>
              <a:gd name="connsiteX3" fmla="*/ 1763 w 10007"/>
              <a:gd name="connsiteY3" fmla="*/ 8004 h 9957"/>
              <a:gd name="connsiteX4" fmla="*/ 4438 w 10007"/>
              <a:gd name="connsiteY4" fmla="*/ 8349 h 9957"/>
              <a:gd name="connsiteX5" fmla="*/ 6759 w 10007"/>
              <a:gd name="connsiteY5" fmla="*/ 9947 h 9957"/>
              <a:gd name="connsiteX6" fmla="*/ 9866 w 10007"/>
              <a:gd name="connsiteY6" fmla="*/ 8958 h 9957"/>
              <a:gd name="connsiteX7" fmla="*/ 9499 w 10007"/>
              <a:gd name="connsiteY7" fmla="*/ 6105 h 9957"/>
              <a:gd name="connsiteX8" fmla="*/ 9740 w 10007"/>
              <a:gd name="connsiteY8" fmla="*/ 3493 h 9957"/>
              <a:gd name="connsiteX9" fmla="*/ 8985 w 10007"/>
              <a:gd name="connsiteY9" fmla="*/ 1266 h 9957"/>
              <a:gd name="connsiteX10" fmla="*/ 5834 w 10007"/>
              <a:gd name="connsiteY10" fmla="*/ 3 h 9957"/>
              <a:gd name="connsiteX11" fmla="*/ 2496 w 10007"/>
              <a:gd name="connsiteY11" fmla="*/ 1553 h 9957"/>
              <a:gd name="connsiteX12" fmla="*/ 378 w 10007"/>
              <a:gd name="connsiteY12" fmla="*/ 2035 h 9957"/>
              <a:gd name="connsiteX0" fmla="*/ 378 w 10000"/>
              <a:gd name="connsiteY0" fmla="*/ 2044 h 10000"/>
              <a:gd name="connsiteX1" fmla="*/ 14 w 10000"/>
              <a:gd name="connsiteY1" fmla="*/ 5314 h 10000"/>
              <a:gd name="connsiteX2" fmla="*/ 570 w 10000"/>
              <a:gd name="connsiteY2" fmla="*/ 6992 h 10000"/>
              <a:gd name="connsiteX3" fmla="*/ 1762 w 10000"/>
              <a:gd name="connsiteY3" fmla="*/ 8039 h 10000"/>
              <a:gd name="connsiteX4" fmla="*/ 4435 w 10000"/>
              <a:gd name="connsiteY4" fmla="*/ 8385 h 10000"/>
              <a:gd name="connsiteX5" fmla="*/ 6754 w 10000"/>
              <a:gd name="connsiteY5" fmla="*/ 9990 h 10000"/>
              <a:gd name="connsiteX6" fmla="*/ 9859 w 10000"/>
              <a:gd name="connsiteY6" fmla="*/ 8997 h 10000"/>
              <a:gd name="connsiteX7" fmla="*/ 9492 w 10000"/>
              <a:gd name="connsiteY7" fmla="*/ 6131 h 10000"/>
              <a:gd name="connsiteX8" fmla="*/ 9733 w 10000"/>
              <a:gd name="connsiteY8" fmla="*/ 3508 h 10000"/>
              <a:gd name="connsiteX9" fmla="*/ 8979 w 10000"/>
              <a:gd name="connsiteY9" fmla="*/ 1271 h 10000"/>
              <a:gd name="connsiteX10" fmla="*/ 5830 w 10000"/>
              <a:gd name="connsiteY10" fmla="*/ 3 h 10000"/>
              <a:gd name="connsiteX11" fmla="*/ 2494 w 10000"/>
              <a:gd name="connsiteY11" fmla="*/ 1560 h 10000"/>
              <a:gd name="connsiteX12" fmla="*/ 378 w 10000"/>
              <a:gd name="connsiteY12" fmla="*/ 2044 h 10000"/>
              <a:gd name="connsiteX0" fmla="*/ 326 w 10023"/>
              <a:gd name="connsiteY0" fmla="*/ 2533 h 10000"/>
              <a:gd name="connsiteX1" fmla="*/ 37 w 10023"/>
              <a:gd name="connsiteY1" fmla="*/ 5314 h 10000"/>
              <a:gd name="connsiteX2" fmla="*/ 593 w 10023"/>
              <a:gd name="connsiteY2" fmla="*/ 6992 h 10000"/>
              <a:gd name="connsiteX3" fmla="*/ 1785 w 10023"/>
              <a:gd name="connsiteY3" fmla="*/ 8039 h 10000"/>
              <a:gd name="connsiteX4" fmla="*/ 4458 w 10023"/>
              <a:gd name="connsiteY4" fmla="*/ 8385 h 10000"/>
              <a:gd name="connsiteX5" fmla="*/ 6777 w 10023"/>
              <a:gd name="connsiteY5" fmla="*/ 9990 h 10000"/>
              <a:gd name="connsiteX6" fmla="*/ 9882 w 10023"/>
              <a:gd name="connsiteY6" fmla="*/ 8997 h 10000"/>
              <a:gd name="connsiteX7" fmla="*/ 9515 w 10023"/>
              <a:gd name="connsiteY7" fmla="*/ 6131 h 10000"/>
              <a:gd name="connsiteX8" fmla="*/ 9756 w 10023"/>
              <a:gd name="connsiteY8" fmla="*/ 3508 h 10000"/>
              <a:gd name="connsiteX9" fmla="*/ 9002 w 10023"/>
              <a:gd name="connsiteY9" fmla="*/ 1271 h 10000"/>
              <a:gd name="connsiteX10" fmla="*/ 5853 w 10023"/>
              <a:gd name="connsiteY10" fmla="*/ 3 h 10000"/>
              <a:gd name="connsiteX11" fmla="*/ 2517 w 10023"/>
              <a:gd name="connsiteY11" fmla="*/ 1560 h 10000"/>
              <a:gd name="connsiteX12" fmla="*/ 326 w 10023"/>
              <a:gd name="connsiteY12" fmla="*/ 2533 h 10000"/>
              <a:gd name="connsiteX0" fmla="*/ 326 w 10023"/>
              <a:gd name="connsiteY0" fmla="*/ 1901 h 9368"/>
              <a:gd name="connsiteX1" fmla="*/ 37 w 10023"/>
              <a:gd name="connsiteY1" fmla="*/ 4682 h 9368"/>
              <a:gd name="connsiteX2" fmla="*/ 593 w 10023"/>
              <a:gd name="connsiteY2" fmla="*/ 6360 h 9368"/>
              <a:gd name="connsiteX3" fmla="*/ 1785 w 10023"/>
              <a:gd name="connsiteY3" fmla="*/ 7407 h 9368"/>
              <a:gd name="connsiteX4" fmla="*/ 4458 w 10023"/>
              <a:gd name="connsiteY4" fmla="*/ 7753 h 9368"/>
              <a:gd name="connsiteX5" fmla="*/ 6777 w 10023"/>
              <a:gd name="connsiteY5" fmla="*/ 9358 h 9368"/>
              <a:gd name="connsiteX6" fmla="*/ 9882 w 10023"/>
              <a:gd name="connsiteY6" fmla="*/ 8365 h 9368"/>
              <a:gd name="connsiteX7" fmla="*/ 9515 w 10023"/>
              <a:gd name="connsiteY7" fmla="*/ 5499 h 9368"/>
              <a:gd name="connsiteX8" fmla="*/ 9756 w 10023"/>
              <a:gd name="connsiteY8" fmla="*/ 2876 h 9368"/>
              <a:gd name="connsiteX9" fmla="*/ 9002 w 10023"/>
              <a:gd name="connsiteY9" fmla="*/ 639 h 9368"/>
              <a:gd name="connsiteX10" fmla="*/ 5628 w 10023"/>
              <a:gd name="connsiteY10" fmla="*/ 7 h 9368"/>
              <a:gd name="connsiteX11" fmla="*/ 2517 w 10023"/>
              <a:gd name="connsiteY11" fmla="*/ 928 h 9368"/>
              <a:gd name="connsiteX12" fmla="*/ 326 w 10023"/>
              <a:gd name="connsiteY12" fmla="*/ 1901 h 9368"/>
              <a:gd name="connsiteX0" fmla="*/ 325 w 9734"/>
              <a:gd name="connsiteY0" fmla="*/ 2029 h 10093"/>
              <a:gd name="connsiteX1" fmla="*/ 37 w 9734"/>
              <a:gd name="connsiteY1" fmla="*/ 4998 h 10093"/>
              <a:gd name="connsiteX2" fmla="*/ 592 w 9734"/>
              <a:gd name="connsiteY2" fmla="*/ 6789 h 10093"/>
              <a:gd name="connsiteX3" fmla="*/ 1781 w 9734"/>
              <a:gd name="connsiteY3" fmla="*/ 7907 h 10093"/>
              <a:gd name="connsiteX4" fmla="*/ 4448 w 9734"/>
              <a:gd name="connsiteY4" fmla="*/ 8276 h 10093"/>
              <a:gd name="connsiteX5" fmla="*/ 6761 w 9734"/>
              <a:gd name="connsiteY5" fmla="*/ 9989 h 10093"/>
              <a:gd name="connsiteX6" fmla="*/ 9484 w 9734"/>
              <a:gd name="connsiteY6" fmla="*/ 9608 h 10093"/>
              <a:gd name="connsiteX7" fmla="*/ 9493 w 9734"/>
              <a:gd name="connsiteY7" fmla="*/ 5870 h 10093"/>
              <a:gd name="connsiteX8" fmla="*/ 9734 w 9734"/>
              <a:gd name="connsiteY8" fmla="*/ 3070 h 10093"/>
              <a:gd name="connsiteX9" fmla="*/ 8981 w 9734"/>
              <a:gd name="connsiteY9" fmla="*/ 682 h 10093"/>
              <a:gd name="connsiteX10" fmla="*/ 5615 w 9734"/>
              <a:gd name="connsiteY10" fmla="*/ 7 h 10093"/>
              <a:gd name="connsiteX11" fmla="*/ 2511 w 9734"/>
              <a:gd name="connsiteY11" fmla="*/ 991 h 10093"/>
              <a:gd name="connsiteX12" fmla="*/ 325 w 9734"/>
              <a:gd name="connsiteY12" fmla="*/ 2029 h 10093"/>
              <a:gd name="connsiteX0" fmla="*/ 334 w 10000"/>
              <a:gd name="connsiteY0" fmla="*/ 2010 h 9973"/>
              <a:gd name="connsiteX1" fmla="*/ 38 w 10000"/>
              <a:gd name="connsiteY1" fmla="*/ 4952 h 9973"/>
              <a:gd name="connsiteX2" fmla="*/ 608 w 10000"/>
              <a:gd name="connsiteY2" fmla="*/ 6726 h 9973"/>
              <a:gd name="connsiteX3" fmla="*/ 1830 w 10000"/>
              <a:gd name="connsiteY3" fmla="*/ 7834 h 9973"/>
              <a:gd name="connsiteX4" fmla="*/ 4532 w 10000"/>
              <a:gd name="connsiteY4" fmla="*/ 8562 h 9973"/>
              <a:gd name="connsiteX5" fmla="*/ 6946 w 10000"/>
              <a:gd name="connsiteY5" fmla="*/ 9897 h 9973"/>
              <a:gd name="connsiteX6" fmla="*/ 9743 w 10000"/>
              <a:gd name="connsiteY6" fmla="*/ 9519 h 9973"/>
              <a:gd name="connsiteX7" fmla="*/ 9752 w 10000"/>
              <a:gd name="connsiteY7" fmla="*/ 5816 h 9973"/>
              <a:gd name="connsiteX8" fmla="*/ 10000 w 10000"/>
              <a:gd name="connsiteY8" fmla="*/ 3042 h 9973"/>
              <a:gd name="connsiteX9" fmla="*/ 9226 w 10000"/>
              <a:gd name="connsiteY9" fmla="*/ 676 h 9973"/>
              <a:gd name="connsiteX10" fmla="*/ 5768 w 10000"/>
              <a:gd name="connsiteY10" fmla="*/ 7 h 9973"/>
              <a:gd name="connsiteX11" fmla="*/ 2580 w 10000"/>
              <a:gd name="connsiteY11" fmla="*/ 982 h 9973"/>
              <a:gd name="connsiteX12" fmla="*/ 334 w 10000"/>
              <a:gd name="connsiteY12" fmla="*/ 2010 h 9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000" h="9973">
                <a:moveTo>
                  <a:pt x="334" y="2010"/>
                </a:moveTo>
                <a:cubicBezTo>
                  <a:pt x="-90" y="2671"/>
                  <a:pt x="-7" y="4166"/>
                  <a:pt x="38" y="4952"/>
                </a:cubicBezTo>
                <a:cubicBezTo>
                  <a:pt x="83" y="5738"/>
                  <a:pt x="308" y="6246"/>
                  <a:pt x="608" y="6726"/>
                </a:cubicBezTo>
                <a:cubicBezTo>
                  <a:pt x="906" y="7207"/>
                  <a:pt x="1176" y="7528"/>
                  <a:pt x="1830" y="7834"/>
                </a:cubicBezTo>
                <a:cubicBezTo>
                  <a:pt x="2484" y="8140"/>
                  <a:pt x="3678" y="8218"/>
                  <a:pt x="4532" y="8562"/>
                </a:cubicBezTo>
                <a:cubicBezTo>
                  <a:pt x="5384" y="8905"/>
                  <a:pt x="6078" y="9738"/>
                  <a:pt x="6946" y="9897"/>
                </a:cubicBezTo>
                <a:cubicBezTo>
                  <a:pt x="7814" y="10056"/>
                  <a:pt x="9200" y="9984"/>
                  <a:pt x="9743" y="9519"/>
                </a:cubicBezTo>
                <a:cubicBezTo>
                  <a:pt x="10214" y="8840"/>
                  <a:pt x="9709" y="6896"/>
                  <a:pt x="9752" y="5816"/>
                </a:cubicBezTo>
                <a:cubicBezTo>
                  <a:pt x="9796" y="4736"/>
                  <a:pt x="9959" y="3695"/>
                  <a:pt x="10000" y="3042"/>
                </a:cubicBezTo>
                <a:cubicBezTo>
                  <a:pt x="9911" y="2184"/>
                  <a:pt x="9932" y="1181"/>
                  <a:pt x="9226" y="676"/>
                </a:cubicBezTo>
                <a:cubicBezTo>
                  <a:pt x="8522" y="170"/>
                  <a:pt x="6876" y="-44"/>
                  <a:pt x="5768" y="7"/>
                </a:cubicBezTo>
                <a:cubicBezTo>
                  <a:pt x="4662" y="58"/>
                  <a:pt x="3493" y="270"/>
                  <a:pt x="2580" y="982"/>
                </a:cubicBezTo>
                <a:cubicBezTo>
                  <a:pt x="1535" y="1383"/>
                  <a:pt x="757" y="1348"/>
                  <a:pt x="334" y="2010"/>
                </a:cubicBezTo>
                <a:close/>
              </a:path>
            </a:pathLst>
          </a:custGeom>
          <a:gradFill>
            <a:gsLst>
              <a:gs pos="0">
                <a:srgbClr val="9CE0FA"/>
              </a:gs>
              <a:gs pos="65000">
                <a:schemeClr val="bg1"/>
              </a:gs>
              <a:gs pos="100000">
                <a:schemeClr val="bg1"/>
              </a:gs>
            </a:gsLst>
            <a:lin ang="0" scaled="0"/>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eaLnBrk="0" fontAlgn="base" hangingPunct="0">
              <a:spcBef>
                <a:spcPct val="0"/>
              </a:spcBef>
              <a:spcAft>
                <a:spcPct val="0"/>
              </a:spcAft>
            </a:pPr>
            <a:endParaRPr lang="en-US" dirty="0">
              <a:solidFill>
                <a:srgbClr val="000000"/>
              </a:solidFill>
              <a:latin typeface="Arial" charset="0"/>
              <a:ea typeface="ＭＳ Ｐゴシック" charset="0"/>
            </a:endParaRPr>
          </a:p>
        </p:txBody>
      </p:sp>
      <p:sp>
        <p:nvSpPr>
          <p:cNvPr id="149" name="Text Box 34">
            <a:extLst>
              <a:ext uri="{FF2B5EF4-FFF2-40B4-BE49-F238E27FC236}">
                <a16:creationId xmlns:a16="http://schemas.microsoft.com/office/drawing/2014/main" id="{8E3C4FE4-16B8-2E48-AAFC-131508FBCD63}"/>
              </a:ext>
            </a:extLst>
          </p:cNvPr>
          <p:cNvSpPr txBox="1">
            <a:spLocks noChangeArrowheads="1"/>
          </p:cNvSpPr>
          <p:nvPr/>
        </p:nvSpPr>
        <p:spPr bwMode="auto">
          <a:xfrm>
            <a:off x="4838700" y="2566706"/>
            <a:ext cx="1811337" cy="5810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pPr fontAlgn="base">
              <a:spcBef>
                <a:spcPct val="0"/>
              </a:spcBef>
              <a:spcAft>
                <a:spcPct val="0"/>
              </a:spcAft>
            </a:pPr>
            <a:r>
              <a:rPr lang="en-US" sz="1600" i="0" dirty="0">
                <a:solidFill>
                  <a:srgbClr val="000000"/>
                </a:solidFill>
                <a:latin typeface="Arial" charset="0"/>
              </a:rPr>
              <a:t>Comcast network </a:t>
            </a:r>
          </a:p>
          <a:p>
            <a:pPr fontAlgn="base">
              <a:spcBef>
                <a:spcPct val="0"/>
              </a:spcBef>
              <a:spcAft>
                <a:spcPct val="0"/>
              </a:spcAft>
            </a:pPr>
            <a:r>
              <a:rPr lang="en-US" sz="1600" i="0" dirty="0">
                <a:solidFill>
                  <a:srgbClr val="000000"/>
                </a:solidFill>
                <a:latin typeface="Arial" charset="0"/>
              </a:rPr>
              <a:t>68.80.0.0/13</a:t>
            </a:r>
          </a:p>
        </p:txBody>
      </p:sp>
      <p:sp>
        <p:nvSpPr>
          <p:cNvPr id="150" name="Line 68">
            <a:extLst>
              <a:ext uri="{FF2B5EF4-FFF2-40B4-BE49-F238E27FC236}">
                <a16:creationId xmlns:a16="http://schemas.microsoft.com/office/drawing/2014/main" id="{6703089F-58F3-E042-8B10-16A415A056F6}"/>
              </a:ext>
            </a:extLst>
          </p:cNvPr>
          <p:cNvSpPr>
            <a:spLocks noChangeShapeType="1"/>
          </p:cNvSpPr>
          <p:nvPr/>
        </p:nvSpPr>
        <p:spPr bwMode="auto">
          <a:xfrm flipV="1">
            <a:off x="3670020" y="3535642"/>
            <a:ext cx="1819275" cy="733425"/>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lstStyle/>
          <a:p>
            <a:pPr eaLnBrk="0" fontAlgn="base" hangingPunct="0">
              <a:spcBef>
                <a:spcPct val="0"/>
              </a:spcBef>
              <a:spcAft>
                <a:spcPct val="0"/>
              </a:spcAft>
            </a:pPr>
            <a:endParaRPr lang="en-US" dirty="0">
              <a:solidFill>
                <a:srgbClr val="000000"/>
              </a:solidFill>
              <a:latin typeface="Arial" charset="0"/>
              <a:ea typeface="ＭＳ Ｐゴシック" charset="0"/>
            </a:endParaRPr>
          </a:p>
        </p:txBody>
      </p:sp>
      <p:grpSp>
        <p:nvGrpSpPr>
          <p:cNvPr id="153" name="Group 167">
            <a:extLst>
              <a:ext uri="{FF2B5EF4-FFF2-40B4-BE49-F238E27FC236}">
                <a16:creationId xmlns:a16="http://schemas.microsoft.com/office/drawing/2014/main" id="{F5EB6B7E-CF56-1D40-9A5F-78A0D7F7527F}"/>
              </a:ext>
            </a:extLst>
          </p:cNvPr>
          <p:cNvGrpSpPr>
            <a:grpSpLocks/>
          </p:cNvGrpSpPr>
          <p:nvPr/>
        </p:nvGrpSpPr>
        <p:grpSpPr bwMode="auto">
          <a:xfrm flipH="1">
            <a:off x="5635438" y="3627064"/>
            <a:ext cx="400050" cy="152400"/>
            <a:chOff x="3228" y="1776"/>
            <a:chExt cx="252" cy="96"/>
          </a:xfrm>
        </p:grpSpPr>
        <p:sp>
          <p:nvSpPr>
            <p:cNvPr id="154" name="Line 168">
              <a:extLst>
                <a:ext uri="{FF2B5EF4-FFF2-40B4-BE49-F238E27FC236}">
                  <a16:creationId xmlns:a16="http://schemas.microsoft.com/office/drawing/2014/main" id="{1802CB0D-BD6D-D74F-A9D8-5BACFFCCBC0F}"/>
                </a:ext>
              </a:extLst>
            </p:cNvPr>
            <p:cNvSpPr>
              <a:spLocks noChangeShapeType="1"/>
            </p:cNvSpPr>
            <p:nvPr/>
          </p:nvSpPr>
          <p:spPr bwMode="auto">
            <a:xfrm flipV="1">
              <a:off x="3339" y="1776"/>
              <a:ext cx="141" cy="51"/>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lstStyle/>
            <a:p>
              <a:pPr eaLnBrk="0" fontAlgn="base" hangingPunct="0">
                <a:spcBef>
                  <a:spcPct val="0"/>
                </a:spcBef>
                <a:spcAft>
                  <a:spcPct val="0"/>
                </a:spcAft>
              </a:pPr>
              <a:endParaRPr lang="en-US" dirty="0">
                <a:solidFill>
                  <a:srgbClr val="000000"/>
                </a:solidFill>
                <a:latin typeface="Arial" charset="0"/>
                <a:ea typeface="ＭＳ Ｐゴシック" charset="0"/>
              </a:endParaRPr>
            </a:p>
          </p:txBody>
        </p:sp>
        <p:sp>
          <p:nvSpPr>
            <p:cNvPr id="155" name="Line 169">
              <a:extLst>
                <a:ext uri="{FF2B5EF4-FFF2-40B4-BE49-F238E27FC236}">
                  <a16:creationId xmlns:a16="http://schemas.microsoft.com/office/drawing/2014/main" id="{BC8A6DEC-D893-BC48-A065-216616CA78D6}"/>
                </a:ext>
              </a:extLst>
            </p:cNvPr>
            <p:cNvSpPr>
              <a:spLocks noChangeShapeType="1"/>
            </p:cNvSpPr>
            <p:nvPr/>
          </p:nvSpPr>
          <p:spPr bwMode="auto">
            <a:xfrm flipV="1">
              <a:off x="3228" y="1833"/>
              <a:ext cx="102" cy="39"/>
            </a:xfrm>
            <a:prstGeom prst="line">
              <a:avLst/>
            </a:prstGeom>
            <a:noFill/>
            <a:ln w="9525">
              <a:solidFill>
                <a:srgbClr val="000000"/>
              </a:solidFill>
              <a:prstDash val="dash"/>
              <a:round/>
              <a:headEnd/>
              <a:tailEnd/>
            </a:ln>
            <a:extLst>
              <a:ext uri="{909E8E84-426E-40dd-AFC4-6F175D3DCCD1}">
                <a14:hiddenFill xmlns:a14="http://schemas.microsoft.com/office/drawing/2010/main" xmlns="">
                  <a:noFill/>
                </a14:hiddenFill>
              </a:ext>
            </a:extLst>
          </p:spPr>
          <p:txBody>
            <a:bodyPr/>
            <a:lstStyle/>
            <a:p>
              <a:pPr eaLnBrk="0" fontAlgn="base" hangingPunct="0">
                <a:spcBef>
                  <a:spcPct val="0"/>
                </a:spcBef>
                <a:spcAft>
                  <a:spcPct val="0"/>
                </a:spcAft>
              </a:pPr>
              <a:endParaRPr lang="en-US" dirty="0">
                <a:solidFill>
                  <a:srgbClr val="000000"/>
                </a:solidFill>
                <a:latin typeface="Arial" charset="0"/>
                <a:ea typeface="ＭＳ Ｐゴシック" charset="0"/>
              </a:endParaRPr>
            </a:p>
          </p:txBody>
        </p:sp>
      </p:grpSp>
      <p:grpSp>
        <p:nvGrpSpPr>
          <p:cNvPr id="156" name="Group 170">
            <a:extLst>
              <a:ext uri="{FF2B5EF4-FFF2-40B4-BE49-F238E27FC236}">
                <a16:creationId xmlns:a16="http://schemas.microsoft.com/office/drawing/2014/main" id="{926875FC-494C-BB45-B7F8-8827688CC13F}"/>
              </a:ext>
            </a:extLst>
          </p:cNvPr>
          <p:cNvGrpSpPr>
            <a:grpSpLocks/>
          </p:cNvGrpSpPr>
          <p:nvPr/>
        </p:nvGrpSpPr>
        <p:grpSpPr bwMode="auto">
          <a:xfrm flipH="1" flipV="1">
            <a:off x="5787838" y="3103189"/>
            <a:ext cx="400050" cy="152400"/>
            <a:chOff x="3228" y="1776"/>
            <a:chExt cx="252" cy="96"/>
          </a:xfrm>
        </p:grpSpPr>
        <p:sp>
          <p:nvSpPr>
            <p:cNvPr id="157" name="Line 171">
              <a:extLst>
                <a:ext uri="{FF2B5EF4-FFF2-40B4-BE49-F238E27FC236}">
                  <a16:creationId xmlns:a16="http://schemas.microsoft.com/office/drawing/2014/main" id="{36C97ACA-ADA8-6C4D-918D-B9A573ADEE61}"/>
                </a:ext>
              </a:extLst>
            </p:cNvPr>
            <p:cNvSpPr>
              <a:spLocks noChangeShapeType="1"/>
            </p:cNvSpPr>
            <p:nvPr/>
          </p:nvSpPr>
          <p:spPr bwMode="auto">
            <a:xfrm flipV="1">
              <a:off x="3339" y="1776"/>
              <a:ext cx="141" cy="51"/>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lstStyle/>
            <a:p>
              <a:pPr eaLnBrk="0" fontAlgn="base" hangingPunct="0">
                <a:spcBef>
                  <a:spcPct val="0"/>
                </a:spcBef>
                <a:spcAft>
                  <a:spcPct val="0"/>
                </a:spcAft>
              </a:pPr>
              <a:endParaRPr lang="en-US" dirty="0">
                <a:solidFill>
                  <a:srgbClr val="000000"/>
                </a:solidFill>
                <a:latin typeface="Arial" charset="0"/>
                <a:ea typeface="ＭＳ Ｐゴシック" charset="0"/>
              </a:endParaRPr>
            </a:p>
          </p:txBody>
        </p:sp>
        <p:sp>
          <p:nvSpPr>
            <p:cNvPr id="158" name="Line 172">
              <a:extLst>
                <a:ext uri="{FF2B5EF4-FFF2-40B4-BE49-F238E27FC236}">
                  <a16:creationId xmlns:a16="http://schemas.microsoft.com/office/drawing/2014/main" id="{BAFF6B07-8046-764A-BBC9-29723059062E}"/>
                </a:ext>
              </a:extLst>
            </p:cNvPr>
            <p:cNvSpPr>
              <a:spLocks noChangeShapeType="1"/>
            </p:cNvSpPr>
            <p:nvPr/>
          </p:nvSpPr>
          <p:spPr bwMode="auto">
            <a:xfrm flipV="1">
              <a:off x="3228" y="1833"/>
              <a:ext cx="102" cy="39"/>
            </a:xfrm>
            <a:prstGeom prst="line">
              <a:avLst/>
            </a:prstGeom>
            <a:noFill/>
            <a:ln w="9525">
              <a:solidFill>
                <a:srgbClr val="000000"/>
              </a:solidFill>
              <a:prstDash val="dash"/>
              <a:round/>
              <a:headEnd/>
              <a:tailEnd/>
            </a:ln>
            <a:extLst>
              <a:ext uri="{909E8E84-426E-40dd-AFC4-6F175D3DCCD1}">
                <a14:hiddenFill xmlns:a14="http://schemas.microsoft.com/office/drawing/2010/main" xmlns="">
                  <a:noFill/>
                </a14:hiddenFill>
              </a:ext>
            </a:extLst>
          </p:spPr>
          <p:txBody>
            <a:bodyPr/>
            <a:lstStyle/>
            <a:p>
              <a:pPr eaLnBrk="0" fontAlgn="base" hangingPunct="0">
                <a:spcBef>
                  <a:spcPct val="0"/>
                </a:spcBef>
                <a:spcAft>
                  <a:spcPct val="0"/>
                </a:spcAft>
              </a:pPr>
              <a:endParaRPr lang="en-US" dirty="0">
                <a:solidFill>
                  <a:srgbClr val="000000"/>
                </a:solidFill>
                <a:latin typeface="Arial" charset="0"/>
                <a:ea typeface="ＭＳ Ｐゴシック" charset="0"/>
              </a:endParaRPr>
            </a:p>
          </p:txBody>
        </p:sp>
      </p:grpSp>
      <p:grpSp>
        <p:nvGrpSpPr>
          <p:cNvPr id="210" name="Group 209">
            <a:extLst>
              <a:ext uri="{FF2B5EF4-FFF2-40B4-BE49-F238E27FC236}">
                <a16:creationId xmlns:a16="http://schemas.microsoft.com/office/drawing/2014/main" id="{83E8644E-9ABF-8D40-91C1-3E38F4EEBD93}"/>
              </a:ext>
            </a:extLst>
          </p:cNvPr>
          <p:cNvGrpSpPr/>
          <p:nvPr/>
        </p:nvGrpSpPr>
        <p:grpSpPr>
          <a:xfrm>
            <a:off x="5174932" y="3229968"/>
            <a:ext cx="853832" cy="472456"/>
            <a:chOff x="7493876" y="2774731"/>
            <a:chExt cx="1481958" cy="894622"/>
          </a:xfrm>
        </p:grpSpPr>
        <p:sp>
          <p:nvSpPr>
            <p:cNvPr id="211" name="Freeform 210">
              <a:extLst>
                <a:ext uri="{FF2B5EF4-FFF2-40B4-BE49-F238E27FC236}">
                  <a16:creationId xmlns:a16="http://schemas.microsoft.com/office/drawing/2014/main" id="{E07DE3FA-8AF6-194D-A476-AEA1B09F7B09}"/>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212" name="Oval 211">
              <a:extLst>
                <a:ext uri="{FF2B5EF4-FFF2-40B4-BE49-F238E27FC236}">
                  <a16:creationId xmlns:a16="http://schemas.microsoft.com/office/drawing/2014/main" id="{34A4F16A-CB62-4A41-9419-62CD9E0C5919}"/>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213" name="Group 212">
              <a:extLst>
                <a:ext uri="{FF2B5EF4-FFF2-40B4-BE49-F238E27FC236}">
                  <a16:creationId xmlns:a16="http://schemas.microsoft.com/office/drawing/2014/main" id="{7BEB6CE9-D98E-F84D-A398-B92F19578A78}"/>
                </a:ext>
              </a:extLst>
            </p:cNvPr>
            <p:cNvGrpSpPr/>
            <p:nvPr/>
          </p:nvGrpSpPr>
          <p:grpSpPr>
            <a:xfrm>
              <a:off x="7713663" y="2848339"/>
              <a:ext cx="1042107" cy="425543"/>
              <a:chOff x="7786941" y="2884917"/>
              <a:chExt cx="897649" cy="353919"/>
            </a:xfrm>
          </p:grpSpPr>
          <p:sp>
            <p:nvSpPr>
              <p:cNvPr id="214" name="Freeform 213">
                <a:extLst>
                  <a:ext uri="{FF2B5EF4-FFF2-40B4-BE49-F238E27FC236}">
                    <a16:creationId xmlns:a16="http://schemas.microsoft.com/office/drawing/2014/main" id="{5500E3F7-C826-414F-8AB9-A8131E41A9A7}"/>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15" name="Freeform 214">
                <a:extLst>
                  <a:ext uri="{FF2B5EF4-FFF2-40B4-BE49-F238E27FC236}">
                    <a16:creationId xmlns:a16="http://schemas.microsoft.com/office/drawing/2014/main" id="{273829F3-5B2A-3D43-B4EF-DDBF4450431B}"/>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16" name="Freeform 215">
                <a:extLst>
                  <a:ext uri="{FF2B5EF4-FFF2-40B4-BE49-F238E27FC236}">
                    <a16:creationId xmlns:a16="http://schemas.microsoft.com/office/drawing/2014/main" id="{16BC6710-FF10-F94F-B985-0B24DE112FE9}"/>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17" name="Freeform 216">
                <a:extLst>
                  <a:ext uri="{FF2B5EF4-FFF2-40B4-BE49-F238E27FC236}">
                    <a16:creationId xmlns:a16="http://schemas.microsoft.com/office/drawing/2014/main" id="{B4D233B4-AC73-4C4F-B219-7217862D8F1F}"/>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sp>
        <p:nvSpPr>
          <p:cNvPr id="300" name="Freeform 94">
            <a:extLst>
              <a:ext uri="{FF2B5EF4-FFF2-40B4-BE49-F238E27FC236}">
                <a16:creationId xmlns:a16="http://schemas.microsoft.com/office/drawing/2014/main" id="{DB154763-7D17-3045-99D6-33E2B8DEBEF3}"/>
              </a:ext>
            </a:extLst>
          </p:cNvPr>
          <p:cNvSpPr>
            <a:spLocks/>
          </p:cNvSpPr>
          <p:nvPr/>
        </p:nvSpPr>
        <p:spPr bwMode="auto">
          <a:xfrm>
            <a:off x="915707" y="4764367"/>
            <a:ext cx="6419850" cy="1620838"/>
          </a:xfrm>
          <a:custGeom>
            <a:avLst/>
            <a:gdLst>
              <a:gd name="T0" fmla="*/ 2147483647 w 2406"/>
              <a:gd name="T1" fmla="*/ 2147483647 h 958"/>
              <a:gd name="T2" fmla="*/ 2147483647 w 2406"/>
              <a:gd name="T3" fmla="*/ 2147483647 h 958"/>
              <a:gd name="T4" fmla="*/ 2147483647 w 2406"/>
              <a:gd name="T5" fmla="*/ 2147483647 h 958"/>
              <a:gd name="T6" fmla="*/ 2147483647 w 2406"/>
              <a:gd name="T7" fmla="*/ 2147483647 h 958"/>
              <a:gd name="T8" fmla="*/ 2147483647 w 2406"/>
              <a:gd name="T9" fmla="*/ 2147483647 h 958"/>
              <a:gd name="T10" fmla="*/ 2147483647 w 2406"/>
              <a:gd name="T11" fmla="*/ 2147483647 h 958"/>
              <a:gd name="T12" fmla="*/ 2147483647 w 2406"/>
              <a:gd name="T13" fmla="*/ 2147483647 h 958"/>
              <a:gd name="T14" fmla="*/ 2147483647 w 2406"/>
              <a:gd name="T15" fmla="*/ 2147483647 h 958"/>
              <a:gd name="T16" fmla="*/ 2147483647 w 2406"/>
              <a:gd name="T17" fmla="*/ 2147483647 h 958"/>
              <a:gd name="T18" fmla="*/ 2147483647 w 2406"/>
              <a:gd name="T19" fmla="*/ 2147483647 h 958"/>
              <a:gd name="T20" fmla="*/ 2147483647 w 2406"/>
              <a:gd name="T21" fmla="*/ 2147483647 h 958"/>
              <a:gd name="T22" fmla="*/ 2147483647 w 2406"/>
              <a:gd name="T23" fmla="*/ 2147483647 h 958"/>
              <a:gd name="T24" fmla="*/ 2147483647 w 2406"/>
              <a:gd name="T25" fmla="*/ 2147483647 h 95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406"/>
              <a:gd name="T40" fmla="*/ 0 h 958"/>
              <a:gd name="T41" fmla="*/ 2406 w 2406"/>
              <a:gd name="T42" fmla="*/ 958 h 95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406" h="958">
                <a:moveTo>
                  <a:pt x="2192" y="274"/>
                </a:moveTo>
                <a:cubicBezTo>
                  <a:pt x="1978" y="94"/>
                  <a:pt x="1990" y="122"/>
                  <a:pt x="1857" y="77"/>
                </a:cubicBezTo>
                <a:cubicBezTo>
                  <a:pt x="1724" y="32"/>
                  <a:pt x="1584" y="0"/>
                  <a:pt x="1393" y="7"/>
                </a:cubicBezTo>
                <a:cubicBezTo>
                  <a:pt x="1202" y="14"/>
                  <a:pt x="898" y="84"/>
                  <a:pt x="713" y="122"/>
                </a:cubicBezTo>
                <a:cubicBezTo>
                  <a:pt x="528" y="160"/>
                  <a:pt x="395" y="168"/>
                  <a:pt x="280" y="234"/>
                </a:cubicBezTo>
                <a:cubicBezTo>
                  <a:pt x="166" y="301"/>
                  <a:pt x="52" y="432"/>
                  <a:pt x="26" y="522"/>
                </a:cubicBezTo>
                <a:cubicBezTo>
                  <a:pt x="0" y="612"/>
                  <a:pt x="81" y="711"/>
                  <a:pt x="122" y="773"/>
                </a:cubicBezTo>
                <a:cubicBezTo>
                  <a:pt x="163" y="835"/>
                  <a:pt x="99" y="877"/>
                  <a:pt x="273" y="894"/>
                </a:cubicBezTo>
                <a:cubicBezTo>
                  <a:pt x="447" y="911"/>
                  <a:pt x="938" y="866"/>
                  <a:pt x="1169" y="876"/>
                </a:cubicBezTo>
                <a:cubicBezTo>
                  <a:pt x="1400" y="886"/>
                  <a:pt x="1499" y="950"/>
                  <a:pt x="1659" y="954"/>
                </a:cubicBezTo>
                <a:cubicBezTo>
                  <a:pt x="1819" y="958"/>
                  <a:pt x="2014" y="958"/>
                  <a:pt x="2129" y="897"/>
                </a:cubicBezTo>
                <a:cubicBezTo>
                  <a:pt x="2244" y="836"/>
                  <a:pt x="2327" y="856"/>
                  <a:pt x="2350" y="591"/>
                </a:cubicBezTo>
                <a:cubicBezTo>
                  <a:pt x="2373" y="326"/>
                  <a:pt x="2406" y="454"/>
                  <a:pt x="2192" y="274"/>
                </a:cubicBezTo>
                <a:close/>
              </a:path>
            </a:pathLst>
          </a:custGeom>
          <a:gradFill>
            <a:gsLst>
              <a:gs pos="0">
                <a:srgbClr val="9CE0FA"/>
              </a:gs>
              <a:gs pos="65000">
                <a:schemeClr val="bg1"/>
              </a:gs>
              <a:gs pos="100000">
                <a:schemeClr val="bg1"/>
              </a:gs>
            </a:gsLst>
            <a:lin ang="0" scaled="0"/>
          </a:gra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p>
            <a:pPr eaLnBrk="0" fontAlgn="base" hangingPunct="0">
              <a:spcBef>
                <a:spcPct val="0"/>
              </a:spcBef>
              <a:spcAft>
                <a:spcPct val="0"/>
              </a:spcAft>
            </a:pPr>
            <a:endParaRPr lang="en-US" dirty="0">
              <a:solidFill>
                <a:srgbClr val="000000"/>
              </a:solidFill>
              <a:latin typeface="Arial" charset="0"/>
              <a:ea typeface="ＭＳ Ｐゴシック" charset="0"/>
            </a:endParaRPr>
          </a:p>
        </p:txBody>
      </p:sp>
      <p:sp>
        <p:nvSpPr>
          <p:cNvPr id="301" name="Line 134">
            <a:extLst>
              <a:ext uri="{FF2B5EF4-FFF2-40B4-BE49-F238E27FC236}">
                <a16:creationId xmlns:a16="http://schemas.microsoft.com/office/drawing/2014/main" id="{23269057-3E10-0842-B50F-AD9089B2147F}"/>
              </a:ext>
            </a:extLst>
          </p:cNvPr>
          <p:cNvSpPr>
            <a:spLocks noChangeShapeType="1"/>
          </p:cNvSpPr>
          <p:nvPr/>
        </p:nvSpPr>
        <p:spPr bwMode="auto">
          <a:xfrm flipV="1">
            <a:off x="4306607" y="3692805"/>
            <a:ext cx="1174750" cy="1651000"/>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lstStyle/>
          <a:p>
            <a:pPr eaLnBrk="0" fontAlgn="base" hangingPunct="0">
              <a:spcBef>
                <a:spcPct val="0"/>
              </a:spcBef>
              <a:spcAft>
                <a:spcPct val="0"/>
              </a:spcAft>
            </a:pPr>
            <a:endParaRPr lang="en-US" dirty="0">
              <a:solidFill>
                <a:srgbClr val="000000"/>
              </a:solidFill>
              <a:latin typeface="Arial" charset="0"/>
              <a:ea typeface="ＭＳ Ｐゴシック" charset="0"/>
            </a:endParaRPr>
          </a:p>
        </p:txBody>
      </p:sp>
      <p:sp>
        <p:nvSpPr>
          <p:cNvPr id="303" name="Line 136">
            <a:extLst>
              <a:ext uri="{FF2B5EF4-FFF2-40B4-BE49-F238E27FC236}">
                <a16:creationId xmlns:a16="http://schemas.microsoft.com/office/drawing/2014/main" id="{3AFEBAD8-BCD5-3045-B4AF-E50B6AEA1778}"/>
              </a:ext>
            </a:extLst>
          </p:cNvPr>
          <p:cNvSpPr>
            <a:spLocks noChangeShapeType="1"/>
          </p:cNvSpPr>
          <p:nvPr/>
        </p:nvSpPr>
        <p:spPr bwMode="auto">
          <a:xfrm flipV="1">
            <a:off x="2885795" y="5512080"/>
            <a:ext cx="942975" cy="1587"/>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lstStyle/>
          <a:p>
            <a:pPr eaLnBrk="0" fontAlgn="base" hangingPunct="0">
              <a:spcBef>
                <a:spcPct val="0"/>
              </a:spcBef>
              <a:spcAft>
                <a:spcPct val="0"/>
              </a:spcAft>
            </a:pPr>
            <a:endParaRPr lang="en-US" dirty="0">
              <a:solidFill>
                <a:srgbClr val="000000"/>
              </a:solidFill>
              <a:latin typeface="Arial" charset="0"/>
              <a:ea typeface="ＭＳ Ｐゴシック" charset="0"/>
            </a:endParaRPr>
          </a:p>
        </p:txBody>
      </p:sp>
      <p:sp>
        <p:nvSpPr>
          <p:cNvPr id="304" name="Text Box 137">
            <a:extLst>
              <a:ext uri="{FF2B5EF4-FFF2-40B4-BE49-F238E27FC236}">
                <a16:creationId xmlns:a16="http://schemas.microsoft.com/office/drawing/2014/main" id="{B02E6458-4F99-D348-B986-C3DBF7171178}"/>
              </a:ext>
            </a:extLst>
          </p:cNvPr>
          <p:cNvSpPr txBox="1">
            <a:spLocks noChangeArrowheads="1"/>
          </p:cNvSpPr>
          <p:nvPr/>
        </p:nvSpPr>
        <p:spPr bwMode="auto">
          <a:xfrm>
            <a:off x="1798357" y="5904192"/>
            <a:ext cx="1595438"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pPr fontAlgn="base">
              <a:spcBef>
                <a:spcPct val="0"/>
              </a:spcBef>
              <a:spcAft>
                <a:spcPct val="0"/>
              </a:spcAft>
            </a:pPr>
            <a:r>
              <a:rPr lang="en-US" sz="1600" i="0" dirty="0">
                <a:solidFill>
                  <a:srgbClr val="000000"/>
                </a:solidFill>
                <a:latin typeface="Arial" charset="0"/>
              </a:rPr>
              <a:t>64.233.169.105</a:t>
            </a:r>
          </a:p>
        </p:txBody>
      </p:sp>
      <p:sp>
        <p:nvSpPr>
          <p:cNvPr id="305" name="Text Box 138">
            <a:extLst>
              <a:ext uri="{FF2B5EF4-FFF2-40B4-BE49-F238E27FC236}">
                <a16:creationId xmlns:a16="http://schemas.microsoft.com/office/drawing/2014/main" id="{B04C2766-4464-6446-87AB-67B8CB7F660A}"/>
              </a:ext>
            </a:extLst>
          </p:cNvPr>
          <p:cNvSpPr txBox="1">
            <a:spLocks noChangeArrowheads="1"/>
          </p:cNvSpPr>
          <p:nvPr/>
        </p:nvSpPr>
        <p:spPr bwMode="auto">
          <a:xfrm>
            <a:off x="1779307" y="5648605"/>
            <a:ext cx="1906291" cy="33855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pPr fontAlgn="base">
              <a:spcBef>
                <a:spcPct val="0"/>
              </a:spcBef>
              <a:spcAft>
                <a:spcPct val="0"/>
              </a:spcAft>
            </a:pPr>
            <a:r>
              <a:rPr lang="en-US" sz="1600" i="0" dirty="0">
                <a:solidFill>
                  <a:srgbClr val="000000"/>
                </a:solidFill>
                <a:latin typeface="Arial" charset="0"/>
              </a:rPr>
              <a:t>Google web server</a:t>
            </a:r>
          </a:p>
        </p:txBody>
      </p:sp>
      <p:grpSp>
        <p:nvGrpSpPr>
          <p:cNvPr id="312" name="Group 194">
            <a:extLst>
              <a:ext uri="{FF2B5EF4-FFF2-40B4-BE49-F238E27FC236}">
                <a16:creationId xmlns:a16="http://schemas.microsoft.com/office/drawing/2014/main" id="{E84BEC05-5A7F-224F-95D4-9DAB0F871EA1}"/>
              </a:ext>
            </a:extLst>
          </p:cNvPr>
          <p:cNvGrpSpPr>
            <a:grpSpLocks/>
          </p:cNvGrpSpPr>
          <p:nvPr/>
        </p:nvGrpSpPr>
        <p:grpSpPr bwMode="auto">
          <a:xfrm>
            <a:off x="3765270" y="5718455"/>
            <a:ext cx="295275" cy="114300"/>
            <a:chOff x="3228" y="1776"/>
            <a:chExt cx="252" cy="96"/>
          </a:xfrm>
        </p:grpSpPr>
        <p:sp>
          <p:nvSpPr>
            <p:cNvPr id="313" name="Line 195">
              <a:extLst>
                <a:ext uri="{FF2B5EF4-FFF2-40B4-BE49-F238E27FC236}">
                  <a16:creationId xmlns:a16="http://schemas.microsoft.com/office/drawing/2014/main" id="{5A3176AD-244A-FC40-803C-74F3441D6AE8}"/>
                </a:ext>
              </a:extLst>
            </p:cNvPr>
            <p:cNvSpPr>
              <a:spLocks noChangeShapeType="1"/>
            </p:cNvSpPr>
            <p:nvPr/>
          </p:nvSpPr>
          <p:spPr bwMode="auto">
            <a:xfrm flipV="1">
              <a:off x="3339" y="1776"/>
              <a:ext cx="141" cy="51"/>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lstStyle/>
            <a:p>
              <a:pPr eaLnBrk="0" fontAlgn="base" hangingPunct="0">
                <a:spcBef>
                  <a:spcPct val="0"/>
                </a:spcBef>
                <a:spcAft>
                  <a:spcPct val="0"/>
                </a:spcAft>
              </a:pPr>
              <a:endParaRPr lang="en-US" dirty="0">
                <a:solidFill>
                  <a:srgbClr val="000000"/>
                </a:solidFill>
                <a:latin typeface="Arial" charset="0"/>
                <a:ea typeface="ＭＳ Ｐゴシック" charset="0"/>
              </a:endParaRPr>
            </a:p>
          </p:txBody>
        </p:sp>
        <p:sp>
          <p:nvSpPr>
            <p:cNvPr id="314" name="Line 196">
              <a:extLst>
                <a:ext uri="{FF2B5EF4-FFF2-40B4-BE49-F238E27FC236}">
                  <a16:creationId xmlns:a16="http://schemas.microsoft.com/office/drawing/2014/main" id="{6B3ADCCD-5CCA-E245-804F-105E3A97EBE6}"/>
                </a:ext>
              </a:extLst>
            </p:cNvPr>
            <p:cNvSpPr>
              <a:spLocks noChangeShapeType="1"/>
            </p:cNvSpPr>
            <p:nvPr/>
          </p:nvSpPr>
          <p:spPr bwMode="auto">
            <a:xfrm flipV="1">
              <a:off x="3228" y="1833"/>
              <a:ext cx="102" cy="39"/>
            </a:xfrm>
            <a:prstGeom prst="line">
              <a:avLst/>
            </a:prstGeom>
            <a:noFill/>
            <a:ln w="9525">
              <a:solidFill>
                <a:srgbClr val="000000"/>
              </a:solidFill>
              <a:prstDash val="dash"/>
              <a:round/>
              <a:headEnd/>
              <a:tailEnd/>
            </a:ln>
            <a:extLst>
              <a:ext uri="{909E8E84-426E-40dd-AFC4-6F175D3DCCD1}">
                <a14:hiddenFill xmlns:a14="http://schemas.microsoft.com/office/drawing/2010/main" xmlns="">
                  <a:noFill/>
                </a14:hiddenFill>
              </a:ext>
            </a:extLst>
          </p:spPr>
          <p:txBody>
            <a:bodyPr/>
            <a:lstStyle/>
            <a:p>
              <a:pPr eaLnBrk="0" fontAlgn="base" hangingPunct="0">
                <a:spcBef>
                  <a:spcPct val="0"/>
                </a:spcBef>
                <a:spcAft>
                  <a:spcPct val="0"/>
                </a:spcAft>
              </a:pPr>
              <a:endParaRPr lang="en-US" dirty="0">
                <a:solidFill>
                  <a:srgbClr val="000000"/>
                </a:solidFill>
                <a:latin typeface="Arial" charset="0"/>
                <a:ea typeface="ＭＳ Ｐゴシック" charset="0"/>
              </a:endParaRPr>
            </a:p>
          </p:txBody>
        </p:sp>
      </p:grpSp>
      <p:grpSp>
        <p:nvGrpSpPr>
          <p:cNvPr id="315" name="Group 197">
            <a:extLst>
              <a:ext uri="{FF2B5EF4-FFF2-40B4-BE49-F238E27FC236}">
                <a16:creationId xmlns:a16="http://schemas.microsoft.com/office/drawing/2014/main" id="{11561174-0DD6-384F-ADA8-7238039F9176}"/>
              </a:ext>
            </a:extLst>
          </p:cNvPr>
          <p:cNvGrpSpPr>
            <a:grpSpLocks/>
          </p:cNvGrpSpPr>
          <p:nvPr/>
        </p:nvGrpSpPr>
        <p:grpSpPr bwMode="auto">
          <a:xfrm flipH="1">
            <a:off x="4403445" y="5718455"/>
            <a:ext cx="295275" cy="114300"/>
            <a:chOff x="3228" y="1776"/>
            <a:chExt cx="252" cy="96"/>
          </a:xfrm>
        </p:grpSpPr>
        <p:sp>
          <p:nvSpPr>
            <p:cNvPr id="316" name="Line 198">
              <a:extLst>
                <a:ext uri="{FF2B5EF4-FFF2-40B4-BE49-F238E27FC236}">
                  <a16:creationId xmlns:a16="http://schemas.microsoft.com/office/drawing/2014/main" id="{163D3623-F55F-6248-89FA-5C316BDD26D9}"/>
                </a:ext>
              </a:extLst>
            </p:cNvPr>
            <p:cNvSpPr>
              <a:spLocks noChangeShapeType="1"/>
            </p:cNvSpPr>
            <p:nvPr/>
          </p:nvSpPr>
          <p:spPr bwMode="auto">
            <a:xfrm flipV="1">
              <a:off x="3339" y="1776"/>
              <a:ext cx="141" cy="51"/>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lstStyle/>
            <a:p>
              <a:pPr eaLnBrk="0" fontAlgn="base" hangingPunct="0">
                <a:spcBef>
                  <a:spcPct val="0"/>
                </a:spcBef>
                <a:spcAft>
                  <a:spcPct val="0"/>
                </a:spcAft>
              </a:pPr>
              <a:endParaRPr lang="en-US" dirty="0">
                <a:solidFill>
                  <a:srgbClr val="000000"/>
                </a:solidFill>
                <a:latin typeface="Arial" charset="0"/>
                <a:ea typeface="ＭＳ Ｐゴシック" charset="0"/>
              </a:endParaRPr>
            </a:p>
          </p:txBody>
        </p:sp>
        <p:sp>
          <p:nvSpPr>
            <p:cNvPr id="317" name="Line 199">
              <a:extLst>
                <a:ext uri="{FF2B5EF4-FFF2-40B4-BE49-F238E27FC236}">
                  <a16:creationId xmlns:a16="http://schemas.microsoft.com/office/drawing/2014/main" id="{00F61339-BB36-F44F-AD77-22B4AA9128E0}"/>
                </a:ext>
              </a:extLst>
            </p:cNvPr>
            <p:cNvSpPr>
              <a:spLocks noChangeShapeType="1"/>
            </p:cNvSpPr>
            <p:nvPr/>
          </p:nvSpPr>
          <p:spPr bwMode="auto">
            <a:xfrm flipV="1">
              <a:off x="3228" y="1833"/>
              <a:ext cx="102" cy="39"/>
            </a:xfrm>
            <a:prstGeom prst="line">
              <a:avLst/>
            </a:prstGeom>
            <a:noFill/>
            <a:ln w="9525">
              <a:solidFill>
                <a:srgbClr val="000000"/>
              </a:solidFill>
              <a:prstDash val="dash"/>
              <a:round/>
              <a:headEnd/>
              <a:tailEnd/>
            </a:ln>
            <a:extLst>
              <a:ext uri="{909E8E84-426E-40dd-AFC4-6F175D3DCCD1}">
                <a14:hiddenFill xmlns:a14="http://schemas.microsoft.com/office/drawing/2010/main" xmlns="">
                  <a:noFill/>
                </a14:hiddenFill>
              </a:ext>
            </a:extLst>
          </p:spPr>
          <p:txBody>
            <a:bodyPr/>
            <a:lstStyle/>
            <a:p>
              <a:pPr eaLnBrk="0" fontAlgn="base" hangingPunct="0">
                <a:spcBef>
                  <a:spcPct val="0"/>
                </a:spcBef>
                <a:spcAft>
                  <a:spcPct val="0"/>
                </a:spcAft>
              </a:pPr>
              <a:endParaRPr lang="en-US" dirty="0">
                <a:solidFill>
                  <a:srgbClr val="000000"/>
                </a:solidFill>
                <a:latin typeface="Arial" charset="0"/>
                <a:ea typeface="ＭＳ Ｐゴシック" charset="0"/>
              </a:endParaRPr>
            </a:p>
          </p:txBody>
        </p:sp>
      </p:grpSp>
      <p:grpSp>
        <p:nvGrpSpPr>
          <p:cNvPr id="318" name="Group 200">
            <a:extLst>
              <a:ext uri="{FF2B5EF4-FFF2-40B4-BE49-F238E27FC236}">
                <a16:creationId xmlns:a16="http://schemas.microsoft.com/office/drawing/2014/main" id="{99A70FAB-0459-7A43-BC2D-6A7CFE6F8620}"/>
              </a:ext>
            </a:extLst>
          </p:cNvPr>
          <p:cNvGrpSpPr>
            <a:grpSpLocks/>
          </p:cNvGrpSpPr>
          <p:nvPr/>
        </p:nvGrpSpPr>
        <p:grpSpPr bwMode="auto">
          <a:xfrm flipH="1" flipV="1">
            <a:off x="4608232" y="5423180"/>
            <a:ext cx="295275" cy="114300"/>
            <a:chOff x="3228" y="1776"/>
            <a:chExt cx="252" cy="96"/>
          </a:xfrm>
        </p:grpSpPr>
        <p:sp>
          <p:nvSpPr>
            <p:cNvPr id="319" name="Line 201">
              <a:extLst>
                <a:ext uri="{FF2B5EF4-FFF2-40B4-BE49-F238E27FC236}">
                  <a16:creationId xmlns:a16="http://schemas.microsoft.com/office/drawing/2014/main" id="{DAF385D4-A4D0-AA41-8C33-83D0C4D89A1A}"/>
                </a:ext>
              </a:extLst>
            </p:cNvPr>
            <p:cNvSpPr>
              <a:spLocks noChangeShapeType="1"/>
            </p:cNvSpPr>
            <p:nvPr/>
          </p:nvSpPr>
          <p:spPr bwMode="auto">
            <a:xfrm flipV="1">
              <a:off x="3339" y="1776"/>
              <a:ext cx="141" cy="51"/>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lstStyle/>
            <a:p>
              <a:pPr eaLnBrk="0" fontAlgn="base" hangingPunct="0">
                <a:spcBef>
                  <a:spcPct val="0"/>
                </a:spcBef>
                <a:spcAft>
                  <a:spcPct val="0"/>
                </a:spcAft>
              </a:pPr>
              <a:endParaRPr lang="en-US" dirty="0">
                <a:solidFill>
                  <a:srgbClr val="000000"/>
                </a:solidFill>
                <a:latin typeface="Arial" charset="0"/>
                <a:ea typeface="ＭＳ Ｐゴシック" charset="0"/>
              </a:endParaRPr>
            </a:p>
          </p:txBody>
        </p:sp>
        <p:sp>
          <p:nvSpPr>
            <p:cNvPr id="320" name="Line 202">
              <a:extLst>
                <a:ext uri="{FF2B5EF4-FFF2-40B4-BE49-F238E27FC236}">
                  <a16:creationId xmlns:a16="http://schemas.microsoft.com/office/drawing/2014/main" id="{9EF706F5-A8DC-BF46-B040-1A4D4717108E}"/>
                </a:ext>
              </a:extLst>
            </p:cNvPr>
            <p:cNvSpPr>
              <a:spLocks noChangeShapeType="1"/>
            </p:cNvSpPr>
            <p:nvPr/>
          </p:nvSpPr>
          <p:spPr bwMode="auto">
            <a:xfrm flipV="1">
              <a:off x="3228" y="1833"/>
              <a:ext cx="102" cy="39"/>
            </a:xfrm>
            <a:prstGeom prst="line">
              <a:avLst/>
            </a:prstGeom>
            <a:noFill/>
            <a:ln w="9525">
              <a:solidFill>
                <a:srgbClr val="000000"/>
              </a:solidFill>
              <a:prstDash val="dash"/>
              <a:round/>
              <a:headEnd/>
              <a:tailEnd/>
            </a:ln>
            <a:extLst>
              <a:ext uri="{909E8E84-426E-40dd-AFC4-6F175D3DCCD1}">
                <a14:hiddenFill xmlns:a14="http://schemas.microsoft.com/office/drawing/2010/main" xmlns="">
                  <a:noFill/>
                </a14:hiddenFill>
              </a:ext>
            </a:extLst>
          </p:spPr>
          <p:txBody>
            <a:bodyPr/>
            <a:lstStyle/>
            <a:p>
              <a:pPr eaLnBrk="0" fontAlgn="base" hangingPunct="0">
                <a:spcBef>
                  <a:spcPct val="0"/>
                </a:spcBef>
                <a:spcAft>
                  <a:spcPct val="0"/>
                </a:spcAft>
              </a:pPr>
              <a:endParaRPr lang="en-US" dirty="0">
                <a:solidFill>
                  <a:srgbClr val="000000"/>
                </a:solidFill>
                <a:latin typeface="Arial" charset="0"/>
                <a:ea typeface="ＭＳ Ｐゴシック" charset="0"/>
              </a:endParaRPr>
            </a:p>
          </p:txBody>
        </p:sp>
      </p:grpSp>
      <p:grpSp>
        <p:nvGrpSpPr>
          <p:cNvPr id="321" name="Group 320">
            <a:extLst>
              <a:ext uri="{FF2B5EF4-FFF2-40B4-BE49-F238E27FC236}">
                <a16:creationId xmlns:a16="http://schemas.microsoft.com/office/drawing/2014/main" id="{734858D1-1FE7-0841-97C3-49C70001FDDA}"/>
              </a:ext>
            </a:extLst>
          </p:cNvPr>
          <p:cNvGrpSpPr/>
          <p:nvPr/>
        </p:nvGrpSpPr>
        <p:grpSpPr>
          <a:xfrm>
            <a:off x="3885507" y="5310841"/>
            <a:ext cx="809010" cy="502026"/>
            <a:chOff x="7493876" y="2774731"/>
            <a:chExt cx="1481958" cy="894622"/>
          </a:xfrm>
        </p:grpSpPr>
        <p:sp>
          <p:nvSpPr>
            <p:cNvPr id="322" name="Freeform 321">
              <a:extLst>
                <a:ext uri="{FF2B5EF4-FFF2-40B4-BE49-F238E27FC236}">
                  <a16:creationId xmlns:a16="http://schemas.microsoft.com/office/drawing/2014/main" id="{372B1AC8-74B7-C34C-8289-9B65FDFB6CC2}"/>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323" name="Oval 322">
              <a:extLst>
                <a:ext uri="{FF2B5EF4-FFF2-40B4-BE49-F238E27FC236}">
                  <a16:creationId xmlns:a16="http://schemas.microsoft.com/office/drawing/2014/main" id="{2961F798-D661-3D46-B5CE-6D402C201DD6}"/>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324" name="Group 323">
              <a:extLst>
                <a:ext uri="{FF2B5EF4-FFF2-40B4-BE49-F238E27FC236}">
                  <a16:creationId xmlns:a16="http://schemas.microsoft.com/office/drawing/2014/main" id="{673344D6-1FC8-1A47-97EC-9418BA45005A}"/>
                </a:ext>
              </a:extLst>
            </p:cNvPr>
            <p:cNvGrpSpPr/>
            <p:nvPr/>
          </p:nvGrpSpPr>
          <p:grpSpPr>
            <a:xfrm>
              <a:off x="7713663" y="2848339"/>
              <a:ext cx="1042107" cy="425543"/>
              <a:chOff x="7786941" y="2884917"/>
              <a:chExt cx="897649" cy="353919"/>
            </a:xfrm>
          </p:grpSpPr>
          <p:sp>
            <p:nvSpPr>
              <p:cNvPr id="325" name="Freeform 324">
                <a:extLst>
                  <a:ext uri="{FF2B5EF4-FFF2-40B4-BE49-F238E27FC236}">
                    <a16:creationId xmlns:a16="http://schemas.microsoft.com/office/drawing/2014/main" id="{7C4028CC-B424-154D-BD93-E61E50C24CED}"/>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26" name="Freeform 325">
                <a:extLst>
                  <a:ext uri="{FF2B5EF4-FFF2-40B4-BE49-F238E27FC236}">
                    <a16:creationId xmlns:a16="http://schemas.microsoft.com/office/drawing/2014/main" id="{552CB30F-0709-FE43-BD31-587F8E1B154C}"/>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31" name="Freeform 330">
                <a:extLst>
                  <a:ext uri="{FF2B5EF4-FFF2-40B4-BE49-F238E27FC236}">
                    <a16:creationId xmlns:a16="http://schemas.microsoft.com/office/drawing/2014/main" id="{F3ECD5A3-700D-4346-A225-E4F327AF7D7B}"/>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32" name="Freeform 331">
                <a:extLst>
                  <a:ext uri="{FF2B5EF4-FFF2-40B4-BE49-F238E27FC236}">
                    <a16:creationId xmlns:a16="http://schemas.microsoft.com/office/drawing/2014/main" id="{8FD5A214-3BBB-7F48-B4FD-71505D61E3A6}"/>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345" name="Group 248">
            <a:extLst>
              <a:ext uri="{FF2B5EF4-FFF2-40B4-BE49-F238E27FC236}">
                <a16:creationId xmlns:a16="http://schemas.microsoft.com/office/drawing/2014/main" id="{78FE3AED-24A8-6C4B-823D-34D843152649}"/>
              </a:ext>
            </a:extLst>
          </p:cNvPr>
          <p:cNvGrpSpPr>
            <a:grpSpLocks/>
          </p:cNvGrpSpPr>
          <p:nvPr/>
        </p:nvGrpSpPr>
        <p:grpSpPr bwMode="auto">
          <a:xfrm>
            <a:off x="2703232" y="5072342"/>
            <a:ext cx="358775" cy="623888"/>
            <a:chOff x="4140" y="429"/>
            <a:chExt cx="1425" cy="2396"/>
          </a:xfrm>
        </p:grpSpPr>
        <p:sp>
          <p:nvSpPr>
            <p:cNvPr id="346" name="Freeform 148">
              <a:extLst>
                <a:ext uri="{FF2B5EF4-FFF2-40B4-BE49-F238E27FC236}">
                  <a16:creationId xmlns:a16="http://schemas.microsoft.com/office/drawing/2014/main" id="{85451C8D-4747-E845-BDD8-6D77469706B6}"/>
                </a:ext>
              </a:extLst>
            </p:cNvPr>
            <p:cNvSpPr>
              <a:spLocks/>
            </p:cNvSpPr>
            <p:nvPr/>
          </p:nvSpPr>
          <p:spPr bwMode="auto">
            <a:xfrm>
              <a:off x="5268" y="433"/>
              <a:ext cx="283" cy="2286"/>
            </a:xfrm>
            <a:custGeom>
              <a:avLst/>
              <a:gdLst>
                <a:gd name="T0" fmla="*/ 21 w 354"/>
                <a:gd name="T1" fmla="*/ 0 h 2742"/>
                <a:gd name="T2" fmla="*/ 116 w 354"/>
                <a:gd name="T3" fmla="*/ 137 h 2742"/>
                <a:gd name="T4" fmla="*/ 114 w 354"/>
                <a:gd name="T5" fmla="*/ 1057 h 2742"/>
                <a:gd name="T6" fmla="*/ 0 w 354"/>
                <a:gd name="T7" fmla="*/ 1105 h 2742"/>
                <a:gd name="T8" fmla="*/ 21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347" name="Rectangle 149">
              <a:extLst>
                <a:ext uri="{FF2B5EF4-FFF2-40B4-BE49-F238E27FC236}">
                  <a16:creationId xmlns:a16="http://schemas.microsoft.com/office/drawing/2014/main" id="{720F8F77-9254-F144-9D40-FF595E87F92D}"/>
                </a:ext>
              </a:extLst>
            </p:cNvPr>
            <p:cNvSpPr>
              <a:spLocks noChangeArrowheads="1"/>
            </p:cNvSpPr>
            <p:nvPr/>
          </p:nvSpPr>
          <p:spPr bwMode="auto">
            <a:xfrm>
              <a:off x="4203" y="429"/>
              <a:ext cx="1053" cy="2286"/>
            </a:xfrm>
            <a:prstGeom prst="rect">
              <a:avLst/>
            </a:pr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348" name="Freeform 150">
              <a:extLst>
                <a:ext uri="{FF2B5EF4-FFF2-40B4-BE49-F238E27FC236}">
                  <a16:creationId xmlns:a16="http://schemas.microsoft.com/office/drawing/2014/main" id="{6A486C96-F765-2943-90E4-63862879C5B9}"/>
                </a:ext>
              </a:extLst>
            </p:cNvPr>
            <p:cNvSpPr>
              <a:spLocks/>
            </p:cNvSpPr>
            <p:nvPr/>
          </p:nvSpPr>
          <p:spPr bwMode="auto">
            <a:xfrm>
              <a:off x="5321" y="570"/>
              <a:ext cx="169" cy="2115"/>
            </a:xfrm>
            <a:custGeom>
              <a:avLst/>
              <a:gdLst>
                <a:gd name="T0" fmla="*/ 2 w 211"/>
                <a:gd name="T1" fmla="*/ 0 h 2537"/>
                <a:gd name="T2" fmla="*/ 70 w 211"/>
                <a:gd name="T3" fmla="*/ 88 h 2537"/>
                <a:gd name="T4" fmla="*/ 2 w 211"/>
                <a:gd name="T5" fmla="*/ 1007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349" name="Freeform 151">
              <a:extLst>
                <a:ext uri="{FF2B5EF4-FFF2-40B4-BE49-F238E27FC236}">
                  <a16:creationId xmlns:a16="http://schemas.microsoft.com/office/drawing/2014/main" id="{A86769A5-BBB3-024C-B65A-503F62823AB5}"/>
                </a:ext>
              </a:extLst>
            </p:cNvPr>
            <p:cNvSpPr>
              <a:spLocks/>
            </p:cNvSpPr>
            <p:nvPr/>
          </p:nvSpPr>
          <p:spPr bwMode="auto">
            <a:xfrm>
              <a:off x="5284" y="1640"/>
              <a:ext cx="263" cy="189"/>
            </a:xfrm>
            <a:custGeom>
              <a:avLst/>
              <a:gdLst>
                <a:gd name="T0" fmla="*/ 2 w 328"/>
                <a:gd name="T1" fmla="*/ 0 h 226"/>
                <a:gd name="T2" fmla="*/ 109 w 328"/>
                <a:gd name="T3" fmla="*/ 52 h 226"/>
                <a:gd name="T4" fmla="*/ 108 w 328"/>
                <a:gd name="T5" fmla="*/ 92 h 226"/>
                <a:gd name="T6" fmla="*/ 0 w 328"/>
                <a:gd name="T7" fmla="*/ 41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350" name="Rectangle 152">
              <a:extLst>
                <a:ext uri="{FF2B5EF4-FFF2-40B4-BE49-F238E27FC236}">
                  <a16:creationId xmlns:a16="http://schemas.microsoft.com/office/drawing/2014/main" id="{EDEA3D72-19C4-0445-996E-0463B4F73485}"/>
                </a:ext>
              </a:extLst>
            </p:cNvPr>
            <p:cNvSpPr>
              <a:spLocks noChangeArrowheads="1"/>
            </p:cNvSpPr>
            <p:nvPr/>
          </p:nvSpPr>
          <p:spPr bwMode="auto">
            <a:xfrm>
              <a:off x="4209" y="691"/>
              <a:ext cx="599"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nvGrpSpPr>
            <p:cNvPr id="351" name="Group 153">
              <a:extLst>
                <a:ext uri="{FF2B5EF4-FFF2-40B4-BE49-F238E27FC236}">
                  <a16:creationId xmlns:a16="http://schemas.microsoft.com/office/drawing/2014/main" id="{1F11C69D-094E-F747-B5C0-2DA1FE0201C2}"/>
                </a:ext>
              </a:extLst>
            </p:cNvPr>
            <p:cNvGrpSpPr>
              <a:grpSpLocks/>
            </p:cNvGrpSpPr>
            <p:nvPr/>
          </p:nvGrpSpPr>
          <p:grpSpPr bwMode="auto">
            <a:xfrm>
              <a:off x="4749" y="668"/>
              <a:ext cx="581" cy="145"/>
              <a:chOff x="614" y="2568"/>
              <a:chExt cx="725" cy="139"/>
            </a:xfrm>
          </p:grpSpPr>
          <p:sp>
            <p:nvSpPr>
              <p:cNvPr id="376" name="AutoShape 154">
                <a:extLst>
                  <a:ext uri="{FF2B5EF4-FFF2-40B4-BE49-F238E27FC236}">
                    <a16:creationId xmlns:a16="http://schemas.microsoft.com/office/drawing/2014/main" id="{C55CA8C4-32A7-154A-B758-95A762915348}"/>
                  </a:ext>
                </a:extLst>
              </p:cNvPr>
              <p:cNvSpPr>
                <a:spLocks noChangeArrowheads="1"/>
              </p:cNvSpPr>
              <p:nvPr/>
            </p:nvSpPr>
            <p:spPr bwMode="auto">
              <a:xfrm>
                <a:off x="617" y="2567"/>
                <a:ext cx="724" cy="140"/>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377" name="AutoShape 155">
                <a:extLst>
                  <a:ext uri="{FF2B5EF4-FFF2-40B4-BE49-F238E27FC236}">
                    <a16:creationId xmlns:a16="http://schemas.microsoft.com/office/drawing/2014/main" id="{7184AF16-B87E-9F43-917C-2C88AAEF086C}"/>
                  </a:ext>
                </a:extLst>
              </p:cNvPr>
              <p:cNvSpPr>
                <a:spLocks noChangeArrowheads="1"/>
              </p:cNvSpPr>
              <p:nvPr/>
            </p:nvSpPr>
            <p:spPr bwMode="auto">
              <a:xfrm>
                <a:off x="633" y="2584"/>
                <a:ext cx="692" cy="105"/>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sp>
          <p:nvSpPr>
            <p:cNvPr id="352" name="Rectangle 156">
              <a:extLst>
                <a:ext uri="{FF2B5EF4-FFF2-40B4-BE49-F238E27FC236}">
                  <a16:creationId xmlns:a16="http://schemas.microsoft.com/office/drawing/2014/main" id="{48FF4647-B309-D64A-B015-19391B161765}"/>
                </a:ext>
              </a:extLst>
            </p:cNvPr>
            <p:cNvSpPr>
              <a:spLocks noChangeArrowheads="1"/>
            </p:cNvSpPr>
            <p:nvPr/>
          </p:nvSpPr>
          <p:spPr bwMode="auto">
            <a:xfrm>
              <a:off x="4222" y="1020"/>
              <a:ext cx="599" cy="43"/>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nvGrpSpPr>
            <p:cNvPr id="353" name="Group 157">
              <a:extLst>
                <a:ext uri="{FF2B5EF4-FFF2-40B4-BE49-F238E27FC236}">
                  <a16:creationId xmlns:a16="http://schemas.microsoft.com/office/drawing/2014/main" id="{BABA5FE5-37CC-EC4C-BDFC-7DCFD023A3E7}"/>
                </a:ext>
              </a:extLst>
            </p:cNvPr>
            <p:cNvGrpSpPr>
              <a:grpSpLocks/>
            </p:cNvGrpSpPr>
            <p:nvPr/>
          </p:nvGrpSpPr>
          <p:grpSpPr bwMode="auto">
            <a:xfrm>
              <a:off x="4747" y="994"/>
              <a:ext cx="581" cy="134"/>
              <a:chOff x="614" y="2568"/>
              <a:chExt cx="725" cy="139"/>
            </a:xfrm>
          </p:grpSpPr>
          <p:sp>
            <p:nvSpPr>
              <p:cNvPr id="374" name="AutoShape 158">
                <a:extLst>
                  <a:ext uri="{FF2B5EF4-FFF2-40B4-BE49-F238E27FC236}">
                    <a16:creationId xmlns:a16="http://schemas.microsoft.com/office/drawing/2014/main" id="{5C52FD21-5CA0-3043-8E83-A75B2F33FB73}"/>
                  </a:ext>
                </a:extLst>
              </p:cNvPr>
              <p:cNvSpPr>
                <a:spLocks noChangeArrowheads="1"/>
              </p:cNvSpPr>
              <p:nvPr/>
            </p:nvSpPr>
            <p:spPr bwMode="auto">
              <a:xfrm>
                <a:off x="612" y="2570"/>
                <a:ext cx="724" cy="139"/>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375" name="AutoShape 159">
                <a:extLst>
                  <a:ext uri="{FF2B5EF4-FFF2-40B4-BE49-F238E27FC236}">
                    <a16:creationId xmlns:a16="http://schemas.microsoft.com/office/drawing/2014/main" id="{9026DFAE-BC0A-DB40-AA40-5414F6E19E77}"/>
                  </a:ext>
                </a:extLst>
              </p:cNvPr>
              <p:cNvSpPr>
                <a:spLocks noChangeArrowheads="1"/>
              </p:cNvSpPr>
              <p:nvPr/>
            </p:nvSpPr>
            <p:spPr bwMode="auto">
              <a:xfrm>
                <a:off x="628" y="2589"/>
                <a:ext cx="692" cy="101"/>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sp>
          <p:nvSpPr>
            <p:cNvPr id="354" name="Rectangle 160">
              <a:extLst>
                <a:ext uri="{FF2B5EF4-FFF2-40B4-BE49-F238E27FC236}">
                  <a16:creationId xmlns:a16="http://schemas.microsoft.com/office/drawing/2014/main" id="{B0BD4174-1E2C-CC47-8B22-39E3AD432769}"/>
                </a:ext>
              </a:extLst>
            </p:cNvPr>
            <p:cNvSpPr>
              <a:spLocks noChangeArrowheads="1"/>
            </p:cNvSpPr>
            <p:nvPr/>
          </p:nvSpPr>
          <p:spPr bwMode="auto">
            <a:xfrm>
              <a:off x="4216" y="1356"/>
              <a:ext cx="599"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355" name="Rectangle 161">
              <a:extLst>
                <a:ext uri="{FF2B5EF4-FFF2-40B4-BE49-F238E27FC236}">
                  <a16:creationId xmlns:a16="http://schemas.microsoft.com/office/drawing/2014/main" id="{5D1D6DF0-40D7-0D45-A917-4840AE931C3D}"/>
                </a:ext>
              </a:extLst>
            </p:cNvPr>
            <p:cNvSpPr>
              <a:spLocks noChangeArrowheads="1"/>
            </p:cNvSpPr>
            <p:nvPr/>
          </p:nvSpPr>
          <p:spPr bwMode="auto">
            <a:xfrm>
              <a:off x="4228" y="1654"/>
              <a:ext cx="593"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nvGrpSpPr>
            <p:cNvPr id="356" name="Group 162">
              <a:extLst>
                <a:ext uri="{FF2B5EF4-FFF2-40B4-BE49-F238E27FC236}">
                  <a16:creationId xmlns:a16="http://schemas.microsoft.com/office/drawing/2014/main" id="{7594B754-6C4A-7748-BFD2-4996DB6EF7D4}"/>
                </a:ext>
              </a:extLst>
            </p:cNvPr>
            <p:cNvGrpSpPr>
              <a:grpSpLocks/>
            </p:cNvGrpSpPr>
            <p:nvPr/>
          </p:nvGrpSpPr>
          <p:grpSpPr bwMode="auto">
            <a:xfrm>
              <a:off x="4735" y="1627"/>
              <a:ext cx="582" cy="151"/>
              <a:chOff x="614" y="2568"/>
              <a:chExt cx="725" cy="139"/>
            </a:xfrm>
          </p:grpSpPr>
          <p:sp>
            <p:nvSpPr>
              <p:cNvPr id="372" name="AutoShape 163">
                <a:extLst>
                  <a:ext uri="{FF2B5EF4-FFF2-40B4-BE49-F238E27FC236}">
                    <a16:creationId xmlns:a16="http://schemas.microsoft.com/office/drawing/2014/main" id="{5F147DEA-3B24-5D47-B987-8996EBD1EDC6}"/>
                  </a:ext>
                </a:extLst>
              </p:cNvPr>
              <p:cNvSpPr>
                <a:spLocks noChangeArrowheads="1"/>
              </p:cNvSpPr>
              <p:nvPr/>
            </p:nvSpPr>
            <p:spPr bwMode="auto">
              <a:xfrm>
                <a:off x="611" y="2576"/>
                <a:ext cx="730" cy="129"/>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373" name="AutoShape 164">
                <a:extLst>
                  <a:ext uri="{FF2B5EF4-FFF2-40B4-BE49-F238E27FC236}">
                    <a16:creationId xmlns:a16="http://schemas.microsoft.com/office/drawing/2014/main" id="{ED721BA0-A51B-AB48-8703-6EE160A82149}"/>
                  </a:ext>
                </a:extLst>
              </p:cNvPr>
              <p:cNvSpPr>
                <a:spLocks noChangeArrowheads="1"/>
              </p:cNvSpPr>
              <p:nvPr/>
            </p:nvSpPr>
            <p:spPr bwMode="auto">
              <a:xfrm>
                <a:off x="627" y="2588"/>
                <a:ext cx="699" cy="101"/>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sp>
          <p:nvSpPr>
            <p:cNvPr id="357" name="Freeform 165">
              <a:extLst>
                <a:ext uri="{FF2B5EF4-FFF2-40B4-BE49-F238E27FC236}">
                  <a16:creationId xmlns:a16="http://schemas.microsoft.com/office/drawing/2014/main" id="{780D91FC-F251-D942-B17A-68640A718688}"/>
                </a:ext>
              </a:extLst>
            </p:cNvPr>
            <p:cNvSpPr>
              <a:spLocks/>
            </p:cNvSpPr>
            <p:nvPr/>
          </p:nvSpPr>
          <p:spPr bwMode="auto">
            <a:xfrm>
              <a:off x="5288" y="1354"/>
              <a:ext cx="263" cy="188"/>
            </a:xfrm>
            <a:custGeom>
              <a:avLst/>
              <a:gdLst>
                <a:gd name="T0" fmla="*/ 2 w 328"/>
                <a:gd name="T1" fmla="*/ 0 h 226"/>
                <a:gd name="T2" fmla="*/ 109 w 328"/>
                <a:gd name="T3" fmla="*/ 51 h 226"/>
                <a:gd name="T4" fmla="*/ 108 w 328"/>
                <a:gd name="T5" fmla="*/ 90 h 226"/>
                <a:gd name="T6" fmla="*/ 0 w 328"/>
                <a:gd name="T7" fmla="*/ 39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nvGrpSpPr>
            <p:cNvPr id="358" name="Group 166">
              <a:extLst>
                <a:ext uri="{FF2B5EF4-FFF2-40B4-BE49-F238E27FC236}">
                  <a16:creationId xmlns:a16="http://schemas.microsoft.com/office/drawing/2014/main" id="{C9B91C48-BF55-C149-9929-BFB6413B7922}"/>
                </a:ext>
              </a:extLst>
            </p:cNvPr>
            <p:cNvGrpSpPr>
              <a:grpSpLocks/>
            </p:cNvGrpSpPr>
            <p:nvPr/>
          </p:nvGrpSpPr>
          <p:grpSpPr bwMode="auto">
            <a:xfrm>
              <a:off x="4739" y="1327"/>
              <a:ext cx="582" cy="139"/>
              <a:chOff x="614" y="2568"/>
              <a:chExt cx="725" cy="139"/>
            </a:xfrm>
          </p:grpSpPr>
          <p:sp>
            <p:nvSpPr>
              <p:cNvPr id="370" name="AutoShape 167">
                <a:extLst>
                  <a:ext uri="{FF2B5EF4-FFF2-40B4-BE49-F238E27FC236}">
                    <a16:creationId xmlns:a16="http://schemas.microsoft.com/office/drawing/2014/main" id="{CA38CE73-BBD3-F144-8AD8-FFFF8346D93C}"/>
                  </a:ext>
                </a:extLst>
              </p:cNvPr>
              <p:cNvSpPr>
                <a:spLocks noChangeArrowheads="1"/>
              </p:cNvSpPr>
              <p:nvPr/>
            </p:nvSpPr>
            <p:spPr bwMode="auto">
              <a:xfrm>
                <a:off x="614" y="2566"/>
                <a:ext cx="723" cy="140"/>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371" name="AutoShape 168">
                <a:extLst>
                  <a:ext uri="{FF2B5EF4-FFF2-40B4-BE49-F238E27FC236}">
                    <a16:creationId xmlns:a16="http://schemas.microsoft.com/office/drawing/2014/main" id="{FCAA7936-D811-CE4C-92B6-2D0E1B549EF2}"/>
                  </a:ext>
                </a:extLst>
              </p:cNvPr>
              <p:cNvSpPr>
                <a:spLocks noChangeArrowheads="1"/>
              </p:cNvSpPr>
              <p:nvPr/>
            </p:nvSpPr>
            <p:spPr bwMode="auto">
              <a:xfrm>
                <a:off x="630" y="2585"/>
                <a:ext cx="691" cy="104"/>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sp>
          <p:nvSpPr>
            <p:cNvPr id="359" name="Rectangle 169">
              <a:extLst>
                <a:ext uri="{FF2B5EF4-FFF2-40B4-BE49-F238E27FC236}">
                  <a16:creationId xmlns:a16="http://schemas.microsoft.com/office/drawing/2014/main" id="{86075665-1B3C-684E-8884-99FC7886C5FD}"/>
                </a:ext>
              </a:extLst>
            </p:cNvPr>
            <p:cNvSpPr>
              <a:spLocks noChangeArrowheads="1"/>
            </p:cNvSpPr>
            <p:nvPr/>
          </p:nvSpPr>
          <p:spPr bwMode="auto">
            <a:xfrm>
              <a:off x="5250" y="429"/>
              <a:ext cx="69" cy="2286"/>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360" name="Freeform 170">
              <a:extLst>
                <a:ext uri="{FF2B5EF4-FFF2-40B4-BE49-F238E27FC236}">
                  <a16:creationId xmlns:a16="http://schemas.microsoft.com/office/drawing/2014/main" id="{3F8E3655-B42F-284B-8ADF-B4BA131ABE7D}"/>
                </a:ext>
              </a:extLst>
            </p:cNvPr>
            <p:cNvSpPr>
              <a:spLocks/>
            </p:cNvSpPr>
            <p:nvPr/>
          </p:nvSpPr>
          <p:spPr bwMode="auto">
            <a:xfrm>
              <a:off x="5312" y="1007"/>
              <a:ext cx="237" cy="213"/>
            </a:xfrm>
            <a:custGeom>
              <a:avLst/>
              <a:gdLst>
                <a:gd name="T0" fmla="*/ 2 w 296"/>
                <a:gd name="T1" fmla="*/ 0 h 256"/>
                <a:gd name="T2" fmla="*/ 96 w 296"/>
                <a:gd name="T3" fmla="*/ 57 h 256"/>
                <a:gd name="T4" fmla="*/ 98 w 296"/>
                <a:gd name="T5" fmla="*/ 102 h 256"/>
                <a:gd name="T6" fmla="*/ 0 w 296"/>
                <a:gd name="T7" fmla="*/ 39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361" name="Freeform 171">
              <a:extLst>
                <a:ext uri="{FF2B5EF4-FFF2-40B4-BE49-F238E27FC236}">
                  <a16:creationId xmlns:a16="http://schemas.microsoft.com/office/drawing/2014/main" id="{3E7B122E-A4D1-0149-86F1-E7947F9C7446}"/>
                </a:ext>
              </a:extLst>
            </p:cNvPr>
            <p:cNvSpPr>
              <a:spLocks/>
            </p:cNvSpPr>
            <p:nvPr/>
          </p:nvSpPr>
          <p:spPr bwMode="auto">
            <a:xfrm>
              <a:off x="5315" y="680"/>
              <a:ext cx="244" cy="240"/>
            </a:xfrm>
            <a:custGeom>
              <a:avLst/>
              <a:gdLst>
                <a:gd name="T0" fmla="*/ 0 w 304"/>
                <a:gd name="T1" fmla="*/ 0 h 288"/>
                <a:gd name="T2" fmla="*/ 101 w 304"/>
                <a:gd name="T3" fmla="*/ 66 h 288"/>
                <a:gd name="T4" fmla="*/ 95 w 304"/>
                <a:gd name="T5" fmla="*/ 116 h 288"/>
                <a:gd name="T6" fmla="*/ 2 w 304"/>
                <a:gd name="T7" fmla="*/ 5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362" name="Oval 172">
              <a:extLst>
                <a:ext uri="{FF2B5EF4-FFF2-40B4-BE49-F238E27FC236}">
                  <a16:creationId xmlns:a16="http://schemas.microsoft.com/office/drawing/2014/main" id="{3A381F49-16C5-C44C-8033-6EB7B98D6B31}"/>
                </a:ext>
              </a:extLst>
            </p:cNvPr>
            <p:cNvSpPr>
              <a:spLocks noChangeArrowheads="1"/>
            </p:cNvSpPr>
            <p:nvPr/>
          </p:nvSpPr>
          <p:spPr bwMode="auto">
            <a:xfrm>
              <a:off x="5515" y="2612"/>
              <a:ext cx="50" cy="98"/>
            </a:xfrm>
            <a:prstGeom prst="ellipse">
              <a:avLst/>
            </a:prstGeom>
            <a:solidFill>
              <a:srgbClr val="3333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363" name="Freeform 173">
              <a:extLst>
                <a:ext uri="{FF2B5EF4-FFF2-40B4-BE49-F238E27FC236}">
                  <a16:creationId xmlns:a16="http://schemas.microsoft.com/office/drawing/2014/main" id="{53DD2DD1-F942-774A-9AD8-909D94CF0288}"/>
                </a:ext>
              </a:extLst>
            </p:cNvPr>
            <p:cNvSpPr>
              <a:spLocks/>
            </p:cNvSpPr>
            <p:nvPr/>
          </p:nvSpPr>
          <p:spPr bwMode="auto">
            <a:xfrm>
              <a:off x="5302" y="2614"/>
              <a:ext cx="245" cy="200"/>
            </a:xfrm>
            <a:custGeom>
              <a:avLst/>
              <a:gdLst>
                <a:gd name="T0" fmla="*/ 0 w 306"/>
                <a:gd name="T1" fmla="*/ 43 h 240"/>
                <a:gd name="T2" fmla="*/ 2 w 306"/>
                <a:gd name="T3" fmla="*/ 97 h 240"/>
                <a:gd name="T4" fmla="*/ 101 w 306"/>
                <a:gd name="T5" fmla="*/ 44 h 240"/>
                <a:gd name="T6" fmla="*/ 98 w 306"/>
                <a:gd name="T7" fmla="*/ 0 h 240"/>
                <a:gd name="T8" fmla="*/ 0 w 306"/>
                <a:gd name="T9" fmla="*/ 43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364" name="AutoShape 174">
              <a:extLst>
                <a:ext uri="{FF2B5EF4-FFF2-40B4-BE49-F238E27FC236}">
                  <a16:creationId xmlns:a16="http://schemas.microsoft.com/office/drawing/2014/main" id="{51AB5E8C-DA29-F543-AA82-E3C0444BBAFF}"/>
                </a:ext>
              </a:extLst>
            </p:cNvPr>
            <p:cNvSpPr>
              <a:spLocks noChangeArrowheads="1"/>
            </p:cNvSpPr>
            <p:nvPr/>
          </p:nvSpPr>
          <p:spPr bwMode="auto">
            <a:xfrm>
              <a:off x="4140" y="2679"/>
              <a:ext cx="1198" cy="146"/>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365" name="AutoShape 175">
              <a:extLst>
                <a:ext uri="{FF2B5EF4-FFF2-40B4-BE49-F238E27FC236}">
                  <a16:creationId xmlns:a16="http://schemas.microsoft.com/office/drawing/2014/main" id="{ECC97CA2-9BF9-AC42-93A7-08F531929FEF}"/>
                </a:ext>
              </a:extLst>
            </p:cNvPr>
            <p:cNvSpPr>
              <a:spLocks noChangeArrowheads="1"/>
            </p:cNvSpPr>
            <p:nvPr/>
          </p:nvSpPr>
          <p:spPr bwMode="auto">
            <a:xfrm>
              <a:off x="4203" y="2709"/>
              <a:ext cx="1072" cy="85"/>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366" name="Oval 176">
              <a:extLst>
                <a:ext uri="{FF2B5EF4-FFF2-40B4-BE49-F238E27FC236}">
                  <a16:creationId xmlns:a16="http://schemas.microsoft.com/office/drawing/2014/main" id="{7DFF487A-620D-B94B-8455-1E84061B6ACA}"/>
                </a:ext>
              </a:extLst>
            </p:cNvPr>
            <p:cNvSpPr>
              <a:spLocks noChangeArrowheads="1"/>
            </p:cNvSpPr>
            <p:nvPr/>
          </p:nvSpPr>
          <p:spPr bwMode="auto">
            <a:xfrm>
              <a:off x="4310" y="2386"/>
              <a:ext cx="158" cy="140"/>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367" name="Oval 177">
              <a:extLst>
                <a:ext uri="{FF2B5EF4-FFF2-40B4-BE49-F238E27FC236}">
                  <a16:creationId xmlns:a16="http://schemas.microsoft.com/office/drawing/2014/main" id="{A16BD41A-B6A4-D04A-8EB2-0316CCD30D35}"/>
                </a:ext>
              </a:extLst>
            </p:cNvPr>
            <p:cNvSpPr>
              <a:spLocks noChangeArrowheads="1"/>
            </p:cNvSpPr>
            <p:nvPr/>
          </p:nvSpPr>
          <p:spPr bwMode="auto">
            <a:xfrm>
              <a:off x="4487" y="2386"/>
              <a:ext cx="158" cy="140"/>
            </a:xfrm>
            <a:prstGeom prst="ellipse">
              <a:avLst/>
            </a:prstGeom>
            <a:solidFill>
              <a:srgbClr val="FF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0000"/>
                </a:solidFill>
                <a:effectLst/>
                <a:uLnTx/>
                <a:uFillTx/>
                <a:latin typeface="Arial" charset="0"/>
                <a:ea typeface="ＭＳ Ｐゴシック" charset="0"/>
              </a:endParaRPr>
            </a:p>
          </p:txBody>
        </p:sp>
        <p:sp>
          <p:nvSpPr>
            <p:cNvPr id="368" name="Oval 178">
              <a:extLst>
                <a:ext uri="{FF2B5EF4-FFF2-40B4-BE49-F238E27FC236}">
                  <a16:creationId xmlns:a16="http://schemas.microsoft.com/office/drawing/2014/main" id="{FC2BA1AF-4A9A-4243-B0EC-76AAE9F13BC7}"/>
                </a:ext>
              </a:extLst>
            </p:cNvPr>
            <p:cNvSpPr>
              <a:spLocks noChangeArrowheads="1"/>
            </p:cNvSpPr>
            <p:nvPr/>
          </p:nvSpPr>
          <p:spPr bwMode="auto">
            <a:xfrm>
              <a:off x="4663" y="2380"/>
              <a:ext cx="158" cy="140"/>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369" name="Rectangle 179">
              <a:extLst>
                <a:ext uri="{FF2B5EF4-FFF2-40B4-BE49-F238E27FC236}">
                  <a16:creationId xmlns:a16="http://schemas.microsoft.com/office/drawing/2014/main" id="{8BFA87B3-0B70-5640-BD33-A553E40D4036}"/>
                </a:ext>
              </a:extLst>
            </p:cNvPr>
            <p:cNvSpPr>
              <a:spLocks noChangeArrowheads="1"/>
            </p:cNvSpPr>
            <p:nvPr/>
          </p:nvSpPr>
          <p:spPr bwMode="auto">
            <a:xfrm>
              <a:off x="5061" y="1837"/>
              <a:ext cx="88" cy="756"/>
            </a:xfrm>
            <a:prstGeom prst="rect">
              <a:avLst/>
            </a:prstGeom>
            <a:solidFill>
              <a:srgbClr val="292929"/>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grpSp>
        <p:nvGrpSpPr>
          <p:cNvPr id="533" name="Group 43">
            <a:extLst>
              <a:ext uri="{FF2B5EF4-FFF2-40B4-BE49-F238E27FC236}">
                <a16:creationId xmlns:a16="http://schemas.microsoft.com/office/drawing/2014/main" id="{C4F663FE-5F45-CE47-85DD-15B11F49D43C}"/>
              </a:ext>
            </a:extLst>
          </p:cNvPr>
          <p:cNvGrpSpPr>
            <a:grpSpLocks/>
          </p:cNvGrpSpPr>
          <p:nvPr/>
        </p:nvGrpSpPr>
        <p:grpSpPr bwMode="auto">
          <a:xfrm>
            <a:off x="1323975" y="1595438"/>
            <a:ext cx="976312" cy="1460500"/>
            <a:chOff x="651" y="681"/>
            <a:chExt cx="615" cy="920"/>
          </a:xfrm>
        </p:grpSpPr>
        <p:sp>
          <p:nvSpPr>
            <p:cNvPr id="534" name="Freeform 44">
              <a:extLst>
                <a:ext uri="{FF2B5EF4-FFF2-40B4-BE49-F238E27FC236}">
                  <a16:creationId xmlns:a16="http://schemas.microsoft.com/office/drawing/2014/main" id="{891F45F2-C6F3-C642-99A3-916BE7A36415}"/>
                </a:ext>
              </a:extLst>
            </p:cNvPr>
            <p:cNvSpPr>
              <a:spLocks/>
            </p:cNvSpPr>
            <p:nvPr/>
          </p:nvSpPr>
          <p:spPr bwMode="auto">
            <a:xfrm>
              <a:off x="662" y="698"/>
              <a:ext cx="604" cy="903"/>
            </a:xfrm>
            <a:custGeom>
              <a:avLst/>
              <a:gdLst>
                <a:gd name="T0" fmla="*/ 496 w 604"/>
                <a:gd name="T1" fmla="*/ 0 h 903"/>
                <a:gd name="T2" fmla="*/ 604 w 604"/>
                <a:gd name="T3" fmla="*/ 903 h 903"/>
                <a:gd name="T4" fmla="*/ 0 w 604"/>
                <a:gd name="T5" fmla="*/ 788 h 903"/>
                <a:gd name="T6" fmla="*/ 456 w 604"/>
                <a:gd name="T7" fmla="*/ 750 h 903"/>
                <a:gd name="T8" fmla="*/ 496 w 604"/>
                <a:gd name="T9" fmla="*/ 0 h 903"/>
                <a:gd name="T10" fmla="*/ 0 60000 65536"/>
                <a:gd name="T11" fmla="*/ 0 60000 65536"/>
                <a:gd name="T12" fmla="*/ 0 60000 65536"/>
                <a:gd name="T13" fmla="*/ 0 60000 65536"/>
                <a:gd name="T14" fmla="*/ 0 60000 65536"/>
                <a:gd name="connsiteX0" fmla="*/ 8212 w 10000"/>
                <a:gd name="connsiteY0" fmla="*/ 0 h 10000"/>
                <a:gd name="connsiteX1" fmla="*/ 10000 w 10000"/>
                <a:gd name="connsiteY1" fmla="*/ 10000 h 10000"/>
                <a:gd name="connsiteX2" fmla="*/ 0 w 10000"/>
                <a:gd name="connsiteY2" fmla="*/ 8726 h 10000"/>
                <a:gd name="connsiteX3" fmla="*/ 7951 w 10000"/>
                <a:gd name="connsiteY3" fmla="*/ 8723 h 10000"/>
                <a:gd name="connsiteX4" fmla="*/ 8212 w 10000"/>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0">
                  <a:moveTo>
                    <a:pt x="8212" y="0"/>
                  </a:moveTo>
                  <a:lnTo>
                    <a:pt x="10000" y="10000"/>
                  </a:lnTo>
                  <a:lnTo>
                    <a:pt x="0" y="8726"/>
                  </a:lnTo>
                  <a:lnTo>
                    <a:pt x="7951" y="8723"/>
                  </a:lnTo>
                  <a:lnTo>
                    <a:pt x="8212" y="0"/>
                  </a:lnTo>
                  <a:close/>
                </a:path>
              </a:pathLst>
            </a:custGeom>
            <a:gradFill rotWithShape="1">
              <a:gsLst>
                <a:gs pos="0">
                  <a:schemeClr val="bg1">
                    <a:lumMod val="50000"/>
                  </a:schemeClr>
                </a:gs>
                <a:gs pos="100000">
                  <a:schemeClr val="bg1">
                    <a:alpha val="78000"/>
                  </a:schemeClr>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nvGrpSpPr>
            <p:cNvPr id="535" name="Group 45">
              <a:extLst>
                <a:ext uri="{FF2B5EF4-FFF2-40B4-BE49-F238E27FC236}">
                  <a16:creationId xmlns:a16="http://schemas.microsoft.com/office/drawing/2014/main" id="{03424AF6-F140-5044-B424-F839DC56C685}"/>
                </a:ext>
              </a:extLst>
            </p:cNvPr>
            <p:cNvGrpSpPr>
              <a:grpSpLocks/>
            </p:cNvGrpSpPr>
            <p:nvPr/>
          </p:nvGrpSpPr>
          <p:grpSpPr bwMode="auto">
            <a:xfrm>
              <a:off x="651" y="681"/>
              <a:ext cx="500" cy="828"/>
              <a:chOff x="569" y="2954"/>
              <a:chExt cx="500" cy="828"/>
            </a:xfrm>
          </p:grpSpPr>
          <p:sp>
            <p:nvSpPr>
              <p:cNvPr id="536" name="Rectangle 46">
                <a:extLst>
                  <a:ext uri="{FF2B5EF4-FFF2-40B4-BE49-F238E27FC236}">
                    <a16:creationId xmlns:a16="http://schemas.microsoft.com/office/drawing/2014/main" id="{2A83F15E-AC56-9047-933E-C7FC4B751BBD}"/>
                  </a:ext>
                </a:extLst>
              </p:cNvPr>
              <p:cNvSpPr>
                <a:spLocks noChangeArrowheads="1"/>
              </p:cNvSpPr>
              <p:nvPr/>
            </p:nvSpPr>
            <p:spPr bwMode="auto">
              <a:xfrm>
                <a:off x="576" y="2973"/>
                <a:ext cx="493" cy="790"/>
              </a:xfrm>
              <a:prstGeom prst="rect">
                <a:avLst/>
              </a:prstGeom>
              <a:solidFill>
                <a:srgbClr val="FFFFFF"/>
              </a:solidFill>
              <a:ln w="9525">
                <a:solidFill>
                  <a:srgbClr val="000000"/>
                </a:solidFill>
                <a:miter lim="800000"/>
                <a:headEnd/>
                <a:tailEnd/>
              </a:ln>
              <a:effectLst>
                <a:outerShdw blurRad="50800" dist="38100" dir="18900000" algn="bl" rotWithShape="0">
                  <a:prstClr val="black">
                    <a:alpha val="40000"/>
                  </a:prstClr>
                </a:outerShdw>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537" name="Text Box 47">
                <a:extLst>
                  <a:ext uri="{FF2B5EF4-FFF2-40B4-BE49-F238E27FC236}">
                    <a16:creationId xmlns:a16="http://schemas.microsoft.com/office/drawing/2014/main" id="{40B4C487-0D29-384E-9FBF-2933FC189FE0}"/>
                  </a:ext>
                </a:extLst>
              </p:cNvPr>
              <p:cNvSpPr txBox="1">
                <a:spLocks noChangeArrowheads="1"/>
              </p:cNvSpPr>
              <p:nvPr/>
            </p:nvSpPr>
            <p:spPr bwMode="auto">
              <a:xfrm>
                <a:off x="607" y="2954"/>
                <a:ext cx="449" cy="82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Arial" charset="0"/>
                    <a:ea typeface="ＭＳ Ｐゴシック" charset="0"/>
                  </a:rPr>
                  <a:t>HTTP</a:t>
                </a:r>
              </a:p>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Arial" charset="0"/>
                    <a:ea typeface="ＭＳ Ｐゴシック" charset="0"/>
                  </a:rPr>
                  <a:t>TCP</a:t>
                </a:r>
              </a:p>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Arial" charset="0"/>
                    <a:ea typeface="ＭＳ Ｐゴシック" charset="0"/>
                  </a:rPr>
                  <a:t>IP</a:t>
                </a:r>
              </a:p>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Arial" charset="0"/>
                    <a:ea typeface="ＭＳ Ｐゴシック" charset="0"/>
                  </a:rPr>
                  <a:t>Eth</a:t>
                </a:r>
              </a:p>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Arial" charset="0"/>
                    <a:ea typeface="ＭＳ Ｐゴシック" charset="0"/>
                  </a:rPr>
                  <a:t>Phy</a:t>
                </a:r>
              </a:p>
            </p:txBody>
          </p:sp>
          <p:sp>
            <p:nvSpPr>
              <p:cNvPr id="538" name="Line 48">
                <a:extLst>
                  <a:ext uri="{FF2B5EF4-FFF2-40B4-BE49-F238E27FC236}">
                    <a16:creationId xmlns:a16="http://schemas.microsoft.com/office/drawing/2014/main" id="{E5855A0A-4145-524E-AF03-40B19030BBAA}"/>
                  </a:ext>
                </a:extLst>
              </p:cNvPr>
              <p:cNvSpPr>
                <a:spLocks noChangeShapeType="1"/>
              </p:cNvSpPr>
              <p:nvPr/>
            </p:nvSpPr>
            <p:spPr bwMode="auto">
              <a:xfrm>
                <a:off x="578" y="3130"/>
                <a:ext cx="489"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539" name="Line 49">
                <a:extLst>
                  <a:ext uri="{FF2B5EF4-FFF2-40B4-BE49-F238E27FC236}">
                    <a16:creationId xmlns:a16="http://schemas.microsoft.com/office/drawing/2014/main" id="{5337342B-4FDA-0646-A04C-3117B3209F27}"/>
                  </a:ext>
                </a:extLst>
              </p:cNvPr>
              <p:cNvSpPr>
                <a:spLocks noChangeShapeType="1"/>
              </p:cNvSpPr>
              <p:nvPr/>
            </p:nvSpPr>
            <p:spPr bwMode="auto">
              <a:xfrm>
                <a:off x="575" y="3289"/>
                <a:ext cx="489"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540" name="Line 50">
                <a:extLst>
                  <a:ext uri="{FF2B5EF4-FFF2-40B4-BE49-F238E27FC236}">
                    <a16:creationId xmlns:a16="http://schemas.microsoft.com/office/drawing/2014/main" id="{B1569789-ADB1-1343-8746-60FF932C5162}"/>
                  </a:ext>
                </a:extLst>
              </p:cNvPr>
              <p:cNvSpPr>
                <a:spLocks noChangeShapeType="1"/>
              </p:cNvSpPr>
              <p:nvPr/>
            </p:nvSpPr>
            <p:spPr bwMode="auto">
              <a:xfrm>
                <a:off x="572" y="3448"/>
                <a:ext cx="489"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541" name="Line 51">
                <a:extLst>
                  <a:ext uri="{FF2B5EF4-FFF2-40B4-BE49-F238E27FC236}">
                    <a16:creationId xmlns:a16="http://schemas.microsoft.com/office/drawing/2014/main" id="{3227A074-26EB-4F40-9804-D2ECB13D8CEC}"/>
                  </a:ext>
                </a:extLst>
              </p:cNvPr>
              <p:cNvSpPr>
                <a:spLocks noChangeShapeType="1"/>
              </p:cNvSpPr>
              <p:nvPr/>
            </p:nvSpPr>
            <p:spPr bwMode="auto">
              <a:xfrm>
                <a:off x="569" y="3607"/>
                <a:ext cx="489"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grpSp>
      <p:grpSp>
        <p:nvGrpSpPr>
          <p:cNvPr id="542" name="Group 325">
            <a:extLst>
              <a:ext uri="{FF2B5EF4-FFF2-40B4-BE49-F238E27FC236}">
                <a16:creationId xmlns:a16="http://schemas.microsoft.com/office/drawing/2014/main" id="{44BB38E6-E14F-E243-A361-68D05E58CCCB}"/>
              </a:ext>
            </a:extLst>
          </p:cNvPr>
          <p:cNvGrpSpPr>
            <a:grpSpLocks/>
          </p:cNvGrpSpPr>
          <p:nvPr/>
        </p:nvGrpSpPr>
        <p:grpSpPr bwMode="auto">
          <a:xfrm>
            <a:off x="571500" y="1568450"/>
            <a:ext cx="515937" cy="333375"/>
            <a:chOff x="328" y="678"/>
            <a:chExt cx="325" cy="210"/>
          </a:xfrm>
        </p:grpSpPr>
        <p:grpSp>
          <p:nvGrpSpPr>
            <p:cNvPr id="543" name="Group 52">
              <a:extLst>
                <a:ext uri="{FF2B5EF4-FFF2-40B4-BE49-F238E27FC236}">
                  <a16:creationId xmlns:a16="http://schemas.microsoft.com/office/drawing/2014/main" id="{0A8D6708-4609-6945-A946-E47D0AA23BB2}"/>
                </a:ext>
              </a:extLst>
            </p:cNvPr>
            <p:cNvGrpSpPr>
              <a:grpSpLocks/>
            </p:cNvGrpSpPr>
            <p:nvPr/>
          </p:nvGrpSpPr>
          <p:grpSpPr bwMode="auto">
            <a:xfrm>
              <a:off x="328" y="693"/>
              <a:ext cx="325" cy="154"/>
              <a:chOff x="844" y="3337"/>
              <a:chExt cx="325" cy="154"/>
            </a:xfrm>
          </p:grpSpPr>
          <p:sp>
            <p:nvSpPr>
              <p:cNvPr id="545" name="Rectangle 53">
                <a:extLst>
                  <a:ext uri="{FF2B5EF4-FFF2-40B4-BE49-F238E27FC236}">
                    <a16:creationId xmlns:a16="http://schemas.microsoft.com/office/drawing/2014/main" id="{B6E73418-9916-914F-BAF1-61EBBD28B20C}"/>
                  </a:ext>
                </a:extLst>
              </p:cNvPr>
              <p:cNvSpPr>
                <a:spLocks noChangeArrowheads="1"/>
              </p:cNvSpPr>
              <p:nvPr/>
            </p:nvSpPr>
            <p:spPr bwMode="auto">
              <a:xfrm>
                <a:off x="889" y="3370"/>
                <a:ext cx="245" cy="86"/>
              </a:xfrm>
              <a:prstGeom prst="rect">
                <a:avLst/>
              </a:prstGeom>
              <a:solidFill>
                <a:srgbClr val="FF0000"/>
              </a:solidFill>
              <a:ln w="9525">
                <a:solidFill>
                  <a:srgbClr val="FFFFFF"/>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546" name="Text Box 54">
                <a:extLst>
                  <a:ext uri="{FF2B5EF4-FFF2-40B4-BE49-F238E27FC236}">
                    <a16:creationId xmlns:a16="http://schemas.microsoft.com/office/drawing/2014/main" id="{EB3D178B-2079-974C-BBAF-D1859C342A9B}"/>
                  </a:ext>
                </a:extLst>
              </p:cNvPr>
              <p:cNvSpPr txBox="1">
                <a:spLocks noChangeArrowheads="1"/>
              </p:cNvSpPr>
              <p:nvPr/>
            </p:nvSpPr>
            <p:spPr bwMode="auto">
              <a:xfrm>
                <a:off x="844" y="3337"/>
                <a:ext cx="325" cy="1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srgbClr val="FFFFFF"/>
                    </a:solidFill>
                    <a:effectLst/>
                    <a:uLnTx/>
                    <a:uFillTx/>
                    <a:latin typeface="Arial" charset="0"/>
                    <a:ea typeface="ＭＳ Ｐゴシック" charset="0"/>
                  </a:rPr>
                  <a:t>HTTP</a:t>
                </a:r>
              </a:p>
            </p:txBody>
          </p:sp>
        </p:grpSp>
        <p:sp>
          <p:nvSpPr>
            <p:cNvPr id="544" name="AutoShape 85">
              <a:extLst>
                <a:ext uri="{FF2B5EF4-FFF2-40B4-BE49-F238E27FC236}">
                  <a16:creationId xmlns:a16="http://schemas.microsoft.com/office/drawing/2014/main" id="{B164A8CC-CDC1-E443-A720-0B9C1A59CAA0}"/>
                </a:ext>
              </a:extLst>
            </p:cNvPr>
            <p:cNvSpPr>
              <a:spLocks noChangeArrowheads="1"/>
            </p:cNvSpPr>
            <p:nvPr/>
          </p:nvSpPr>
          <p:spPr bwMode="auto">
            <a:xfrm>
              <a:off x="396" y="678"/>
              <a:ext cx="240" cy="210"/>
            </a:xfrm>
            <a:prstGeom prst="downArrow">
              <a:avLst>
                <a:gd name="adj1" fmla="val 49167"/>
                <a:gd name="adj2" fmla="val 24292"/>
              </a:avLst>
            </a:prstGeom>
            <a:gradFill rotWithShape="1">
              <a:gsLst>
                <a:gs pos="0">
                  <a:srgbClr val="FF0000">
                    <a:alpha val="25000"/>
                  </a:srgbClr>
                </a:gs>
                <a:gs pos="100000">
                  <a:srgbClr val="FF0000">
                    <a:alpha val="25000"/>
                  </a:srgbClr>
                </a:gs>
              </a:gsLst>
              <a:lin ang="540000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sp>
        <p:nvSpPr>
          <p:cNvPr id="547" name="Rectangle 100">
            <a:extLst>
              <a:ext uri="{FF2B5EF4-FFF2-40B4-BE49-F238E27FC236}">
                <a16:creationId xmlns:a16="http://schemas.microsoft.com/office/drawing/2014/main" id="{736B0FF4-A2E8-AE45-921A-22C015CB3530}"/>
              </a:ext>
            </a:extLst>
          </p:cNvPr>
          <p:cNvSpPr>
            <a:spLocks noChangeArrowheads="1"/>
          </p:cNvSpPr>
          <p:nvPr/>
        </p:nvSpPr>
        <p:spPr bwMode="auto">
          <a:xfrm>
            <a:off x="7088188" y="1568450"/>
            <a:ext cx="4227512" cy="9509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342900" indent="-342900" eaLnBrk="0" fontAlgn="base" hangingPunct="0">
              <a:lnSpc>
                <a:spcPct val="90000"/>
              </a:lnSpc>
              <a:spcBef>
                <a:spcPct val="20000"/>
              </a:spcBef>
              <a:spcAft>
                <a:spcPct val="0"/>
              </a:spcAft>
              <a:buClr>
                <a:srgbClr val="000099"/>
              </a:buClr>
              <a:buSzPct val="100000"/>
              <a:buFont typeface="Wingdings" charset="2"/>
              <a:buChar char="§"/>
              <a:defRPr/>
            </a:pPr>
            <a:r>
              <a:rPr lang="en-US" sz="2800" dirty="0">
                <a:solidFill>
                  <a:srgbClr val="000000"/>
                </a:solidFill>
                <a:ea typeface="ＭＳ Ｐゴシック" charset="0"/>
              </a:rPr>
              <a:t>to send HTTP request, client first opens </a:t>
            </a:r>
            <a:r>
              <a:rPr lang="en-US" sz="2800" dirty="0">
                <a:solidFill>
                  <a:srgbClr val="C00000"/>
                </a:solidFill>
                <a:ea typeface="ＭＳ Ｐゴシック" charset="0"/>
              </a:rPr>
              <a:t>TCP socket</a:t>
            </a:r>
            <a:r>
              <a:rPr lang="en-US" sz="2800" dirty="0">
                <a:solidFill>
                  <a:srgbClr val="000000"/>
                </a:solidFill>
                <a:ea typeface="ＭＳ Ｐゴシック" charset="0"/>
              </a:rPr>
              <a:t> to web server</a:t>
            </a:r>
          </a:p>
        </p:txBody>
      </p:sp>
      <p:sp>
        <p:nvSpPr>
          <p:cNvPr id="548" name="Rectangle 101">
            <a:extLst>
              <a:ext uri="{FF2B5EF4-FFF2-40B4-BE49-F238E27FC236}">
                <a16:creationId xmlns:a16="http://schemas.microsoft.com/office/drawing/2014/main" id="{FC65F5D7-75A7-7843-969E-B8C83BD5E3C0}"/>
              </a:ext>
            </a:extLst>
          </p:cNvPr>
          <p:cNvSpPr>
            <a:spLocks noChangeArrowheads="1"/>
          </p:cNvSpPr>
          <p:nvPr/>
        </p:nvSpPr>
        <p:spPr bwMode="auto">
          <a:xfrm>
            <a:off x="7040562" y="2924175"/>
            <a:ext cx="4783138" cy="98583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342900" indent="-342900" eaLnBrk="0" fontAlgn="base" hangingPunct="0">
              <a:lnSpc>
                <a:spcPct val="90000"/>
              </a:lnSpc>
              <a:spcBef>
                <a:spcPct val="20000"/>
              </a:spcBef>
              <a:spcAft>
                <a:spcPct val="0"/>
              </a:spcAft>
              <a:buClr>
                <a:srgbClr val="000099"/>
              </a:buClr>
              <a:buSzPct val="100000"/>
              <a:buFont typeface="Wingdings" charset="2"/>
              <a:buChar char="§"/>
              <a:defRPr/>
            </a:pPr>
            <a:r>
              <a:rPr lang="en-US" sz="2800" dirty="0">
                <a:solidFill>
                  <a:srgbClr val="000000"/>
                </a:solidFill>
                <a:ea typeface="ＭＳ Ｐゴシック" charset="0"/>
              </a:rPr>
              <a:t>TCP </a:t>
            </a:r>
            <a:r>
              <a:rPr lang="en-US" sz="2800" dirty="0">
                <a:solidFill>
                  <a:srgbClr val="C00000"/>
                </a:solidFill>
                <a:ea typeface="ＭＳ Ｐゴシック" charset="0"/>
              </a:rPr>
              <a:t>SYN segment </a:t>
            </a:r>
            <a:r>
              <a:rPr lang="en-US" sz="2400" dirty="0">
                <a:solidFill>
                  <a:srgbClr val="000000"/>
                </a:solidFill>
                <a:ea typeface="ＭＳ Ｐゴシック" charset="0"/>
              </a:rPr>
              <a:t>(step 1 in TCP 3-way handshake)</a:t>
            </a:r>
            <a:r>
              <a:rPr lang="en-US" sz="2800" dirty="0">
                <a:solidFill>
                  <a:srgbClr val="000000"/>
                </a:solidFill>
                <a:ea typeface="ＭＳ Ｐゴシック" charset="0"/>
              </a:rPr>
              <a:t> inter-domain routed to web server</a:t>
            </a:r>
          </a:p>
        </p:txBody>
      </p:sp>
      <p:sp>
        <p:nvSpPr>
          <p:cNvPr id="549" name="Rectangle 102">
            <a:extLst>
              <a:ext uri="{FF2B5EF4-FFF2-40B4-BE49-F238E27FC236}">
                <a16:creationId xmlns:a16="http://schemas.microsoft.com/office/drawing/2014/main" id="{51C744F0-EF71-344A-B333-4EEF1D8021EC}"/>
              </a:ext>
            </a:extLst>
          </p:cNvPr>
          <p:cNvSpPr>
            <a:spLocks noChangeArrowheads="1"/>
          </p:cNvSpPr>
          <p:nvPr/>
        </p:nvSpPr>
        <p:spPr bwMode="auto">
          <a:xfrm>
            <a:off x="7081837" y="5397500"/>
            <a:ext cx="4997745" cy="5365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342900" indent="-342900" eaLnBrk="0" fontAlgn="base" hangingPunct="0">
              <a:lnSpc>
                <a:spcPct val="90000"/>
              </a:lnSpc>
              <a:spcBef>
                <a:spcPct val="20000"/>
              </a:spcBef>
              <a:spcAft>
                <a:spcPct val="0"/>
              </a:spcAft>
              <a:buClr>
                <a:srgbClr val="000099"/>
              </a:buClr>
              <a:buSzPct val="100000"/>
              <a:buFont typeface="Wingdings" charset="2"/>
              <a:buChar char="§"/>
              <a:defRPr/>
            </a:pPr>
            <a:r>
              <a:rPr lang="en-US" sz="2800" dirty="0">
                <a:solidFill>
                  <a:srgbClr val="000000"/>
                </a:solidFill>
                <a:ea typeface="ＭＳ Ｐゴシック" charset="0"/>
              </a:rPr>
              <a:t>TCP </a:t>
            </a:r>
            <a:r>
              <a:rPr lang="en-US" sz="2800" dirty="0">
                <a:solidFill>
                  <a:srgbClr val="C00000"/>
                </a:solidFill>
                <a:ea typeface="ＭＳ Ｐゴシック" charset="0"/>
              </a:rPr>
              <a:t>connection established!</a:t>
            </a:r>
          </a:p>
        </p:txBody>
      </p:sp>
      <p:grpSp>
        <p:nvGrpSpPr>
          <p:cNvPr id="550" name="Group 314">
            <a:extLst>
              <a:ext uri="{FF2B5EF4-FFF2-40B4-BE49-F238E27FC236}">
                <a16:creationId xmlns:a16="http://schemas.microsoft.com/office/drawing/2014/main" id="{4E3B24CA-FEEE-3E47-9A58-189AE2727095}"/>
              </a:ext>
            </a:extLst>
          </p:cNvPr>
          <p:cNvGrpSpPr>
            <a:grpSpLocks/>
          </p:cNvGrpSpPr>
          <p:nvPr/>
        </p:nvGrpSpPr>
        <p:grpSpPr bwMode="auto">
          <a:xfrm>
            <a:off x="207962" y="2414588"/>
            <a:ext cx="1081088" cy="244475"/>
            <a:chOff x="410" y="1508"/>
            <a:chExt cx="681" cy="154"/>
          </a:xfrm>
        </p:grpSpPr>
        <p:sp>
          <p:nvSpPr>
            <p:cNvPr id="551" name="Rectangle 99">
              <a:extLst>
                <a:ext uri="{FF2B5EF4-FFF2-40B4-BE49-F238E27FC236}">
                  <a16:creationId xmlns:a16="http://schemas.microsoft.com/office/drawing/2014/main" id="{287E07CE-E274-3F4D-96B8-D3177BBB1253}"/>
                </a:ext>
              </a:extLst>
            </p:cNvPr>
            <p:cNvSpPr>
              <a:spLocks noChangeArrowheads="1"/>
            </p:cNvSpPr>
            <p:nvPr/>
          </p:nvSpPr>
          <p:spPr bwMode="auto">
            <a:xfrm>
              <a:off x="410" y="1511"/>
              <a:ext cx="681" cy="138"/>
            </a:xfrm>
            <a:prstGeom prst="rect">
              <a:avLst/>
            </a:prstGeom>
            <a:solidFill>
              <a:srgbClr val="FFFFFF"/>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552" name="Rectangle 95">
              <a:extLst>
                <a:ext uri="{FF2B5EF4-FFF2-40B4-BE49-F238E27FC236}">
                  <a16:creationId xmlns:a16="http://schemas.microsoft.com/office/drawing/2014/main" id="{8886EA9A-C5FF-A347-84C6-EC7C6AFE8224}"/>
                </a:ext>
              </a:extLst>
            </p:cNvPr>
            <p:cNvSpPr>
              <a:spLocks noChangeArrowheads="1"/>
            </p:cNvSpPr>
            <p:nvPr/>
          </p:nvSpPr>
          <p:spPr bwMode="auto">
            <a:xfrm>
              <a:off x="538" y="1536"/>
              <a:ext cx="96" cy="93"/>
            </a:xfrm>
            <a:prstGeom prst="rect">
              <a:avLst/>
            </a:prstGeom>
            <a:solidFill>
              <a:srgbClr val="3333CC"/>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553" name="Rectangle 96">
              <a:extLst>
                <a:ext uri="{FF2B5EF4-FFF2-40B4-BE49-F238E27FC236}">
                  <a16:creationId xmlns:a16="http://schemas.microsoft.com/office/drawing/2014/main" id="{3E962067-480B-FE47-A3AE-7153A4C453BE}"/>
                </a:ext>
              </a:extLst>
            </p:cNvPr>
            <p:cNvSpPr>
              <a:spLocks noChangeArrowheads="1"/>
            </p:cNvSpPr>
            <p:nvPr/>
          </p:nvSpPr>
          <p:spPr bwMode="auto">
            <a:xfrm>
              <a:off x="529" y="1525"/>
              <a:ext cx="480" cy="112"/>
            </a:xfrm>
            <a:prstGeom prst="rect">
              <a:avLst/>
            </a:prstGeom>
            <a:noFill/>
            <a:ln w="9525">
              <a:solidFill>
                <a:srgbClr val="3333CC"/>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554" name="Rectangle 97">
              <a:extLst>
                <a:ext uri="{FF2B5EF4-FFF2-40B4-BE49-F238E27FC236}">
                  <a16:creationId xmlns:a16="http://schemas.microsoft.com/office/drawing/2014/main" id="{B4CDB1AD-3C2F-3347-A517-1F1AEEF6DAB9}"/>
                </a:ext>
              </a:extLst>
            </p:cNvPr>
            <p:cNvSpPr>
              <a:spLocks noChangeArrowheads="1"/>
            </p:cNvSpPr>
            <p:nvPr/>
          </p:nvSpPr>
          <p:spPr bwMode="auto">
            <a:xfrm>
              <a:off x="423" y="1527"/>
              <a:ext cx="94" cy="108"/>
            </a:xfrm>
            <a:prstGeom prst="rect">
              <a:avLst/>
            </a:prstGeom>
            <a:solidFill>
              <a:srgbClr val="000000"/>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555" name="Rectangle 98">
              <a:extLst>
                <a:ext uri="{FF2B5EF4-FFF2-40B4-BE49-F238E27FC236}">
                  <a16:creationId xmlns:a16="http://schemas.microsoft.com/office/drawing/2014/main" id="{B0AC5248-EFDD-2142-9FBF-32AD6EF4B22E}"/>
                </a:ext>
              </a:extLst>
            </p:cNvPr>
            <p:cNvSpPr>
              <a:spLocks noChangeArrowheads="1"/>
            </p:cNvSpPr>
            <p:nvPr/>
          </p:nvSpPr>
          <p:spPr bwMode="auto">
            <a:xfrm>
              <a:off x="1021" y="1526"/>
              <a:ext cx="60" cy="108"/>
            </a:xfrm>
            <a:prstGeom prst="rect">
              <a:avLst/>
            </a:prstGeom>
            <a:solidFill>
              <a:srgbClr val="000000"/>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nvGrpSpPr>
            <p:cNvPr id="556" name="Group 310">
              <a:extLst>
                <a:ext uri="{FF2B5EF4-FFF2-40B4-BE49-F238E27FC236}">
                  <a16:creationId xmlns:a16="http://schemas.microsoft.com/office/drawing/2014/main" id="{24999875-A88C-FD45-9FAA-ED70B2D1AA82}"/>
                </a:ext>
              </a:extLst>
            </p:cNvPr>
            <p:cNvGrpSpPr>
              <a:grpSpLocks/>
            </p:cNvGrpSpPr>
            <p:nvPr/>
          </p:nvGrpSpPr>
          <p:grpSpPr bwMode="auto">
            <a:xfrm>
              <a:off x="647" y="1508"/>
              <a:ext cx="354" cy="154"/>
              <a:chOff x="290" y="875"/>
              <a:chExt cx="354" cy="154"/>
            </a:xfrm>
          </p:grpSpPr>
          <p:sp>
            <p:nvSpPr>
              <p:cNvPr id="557" name="Rectangle 311">
                <a:extLst>
                  <a:ext uri="{FF2B5EF4-FFF2-40B4-BE49-F238E27FC236}">
                    <a16:creationId xmlns:a16="http://schemas.microsoft.com/office/drawing/2014/main" id="{D865E817-3F6A-2344-8E60-F652C9FDE543}"/>
                  </a:ext>
                </a:extLst>
              </p:cNvPr>
              <p:cNvSpPr>
                <a:spLocks noChangeArrowheads="1"/>
              </p:cNvSpPr>
              <p:nvPr/>
            </p:nvSpPr>
            <p:spPr bwMode="auto">
              <a:xfrm>
                <a:off x="306" y="909"/>
                <a:ext cx="328" cy="82"/>
              </a:xfrm>
              <a:prstGeom prst="rect">
                <a:avLst/>
              </a:prstGeom>
              <a:solidFill>
                <a:srgbClr val="00CC99"/>
              </a:solidFill>
              <a:ln w="9525">
                <a:solidFill>
                  <a:srgbClr val="FFFFFF"/>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558" name="Rectangle 312">
                <a:extLst>
                  <a:ext uri="{FF2B5EF4-FFF2-40B4-BE49-F238E27FC236}">
                    <a16:creationId xmlns:a16="http://schemas.microsoft.com/office/drawing/2014/main" id="{197093E6-8F10-9442-89AF-4F26EE9D4479}"/>
                  </a:ext>
                </a:extLst>
              </p:cNvPr>
              <p:cNvSpPr>
                <a:spLocks noChangeArrowheads="1"/>
              </p:cNvSpPr>
              <p:nvPr/>
            </p:nvSpPr>
            <p:spPr bwMode="auto">
              <a:xfrm>
                <a:off x="290" y="903"/>
                <a:ext cx="354" cy="94"/>
              </a:xfrm>
              <a:prstGeom prst="rect">
                <a:avLst/>
              </a:prstGeom>
              <a:noFill/>
              <a:ln w="9525">
                <a:solidFill>
                  <a:srgbClr val="00CC99"/>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559" name="Text Box 313">
                <a:extLst>
                  <a:ext uri="{FF2B5EF4-FFF2-40B4-BE49-F238E27FC236}">
                    <a16:creationId xmlns:a16="http://schemas.microsoft.com/office/drawing/2014/main" id="{4A84191B-BE9C-EE49-85DF-BE63E57CAEE3}"/>
                  </a:ext>
                </a:extLst>
              </p:cNvPr>
              <p:cNvSpPr txBox="1">
                <a:spLocks noChangeArrowheads="1"/>
              </p:cNvSpPr>
              <p:nvPr/>
            </p:nvSpPr>
            <p:spPr bwMode="auto">
              <a:xfrm>
                <a:off x="332" y="875"/>
                <a:ext cx="280" cy="1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srgbClr val="000000"/>
                    </a:solidFill>
                    <a:effectLst/>
                    <a:uLnTx/>
                    <a:uFillTx/>
                    <a:latin typeface="Arial" charset="0"/>
                    <a:ea typeface="ＭＳ Ｐゴシック" charset="0"/>
                  </a:rPr>
                  <a:t>SYN</a:t>
                </a:r>
              </a:p>
            </p:txBody>
          </p:sp>
        </p:grpSp>
      </p:grpSp>
      <p:grpSp>
        <p:nvGrpSpPr>
          <p:cNvPr id="560" name="Group 326">
            <a:extLst>
              <a:ext uri="{FF2B5EF4-FFF2-40B4-BE49-F238E27FC236}">
                <a16:creationId xmlns:a16="http://schemas.microsoft.com/office/drawing/2014/main" id="{6035F0FF-3872-4E4A-B014-49029AA39D2F}"/>
              </a:ext>
            </a:extLst>
          </p:cNvPr>
          <p:cNvGrpSpPr>
            <a:grpSpLocks/>
          </p:cNvGrpSpPr>
          <p:nvPr/>
        </p:nvGrpSpPr>
        <p:grpSpPr bwMode="auto">
          <a:xfrm>
            <a:off x="549275" y="4546600"/>
            <a:ext cx="1081088" cy="782638"/>
            <a:chOff x="59" y="863"/>
            <a:chExt cx="681" cy="493"/>
          </a:xfrm>
        </p:grpSpPr>
        <p:grpSp>
          <p:nvGrpSpPr>
            <p:cNvPr id="561" name="Group 68">
              <a:extLst>
                <a:ext uri="{FF2B5EF4-FFF2-40B4-BE49-F238E27FC236}">
                  <a16:creationId xmlns:a16="http://schemas.microsoft.com/office/drawing/2014/main" id="{05F3B1DD-FD64-574D-A15D-8719F0552CD8}"/>
                </a:ext>
              </a:extLst>
            </p:cNvPr>
            <p:cNvGrpSpPr>
              <a:grpSpLocks/>
            </p:cNvGrpSpPr>
            <p:nvPr/>
          </p:nvGrpSpPr>
          <p:grpSpPr bwMode="auto">
            <a:xfrm>
              <a:off x="177" y="1042"/>
              <a:ext cx="480" cy="112"/>
              <a:chOff x="627" y="3377"/>
              <a:chExt cx="480" cy="112"/>
            </a:xfrm>
          </p:grpSpPr>
          <p:sp>
            <p:nvSpPr>
              <p:cNvPr id="723" name="Rectangle 69">
                <a:extLst>
                  <a:ext uri="{FF2B5EF4-FFF2-40B4-BE49-F238E27FC236}">
                    <a16:creationId xmlns:a16="http://schemas.microsoft.com/office/drawing/2014/main" id="{0ECCD2F8-075F-0A4D-B835-3EDF82D224F4}"/>
                  </a:ext>
                </a:extLst>
              </p:cNvPr>
              <p:cNvSpPr>
                <a:spLocks noChangeArrowheads="1"/>
              </p:cNvSpPr>
              <p:nvPr/>
            </p:nvSpPr>
            <p:spPr bwMode="auto">
              <a:xfrm>
                <a:off x="636" y="3388"/>
                <a:ext cx="96" cy="93"/>
              </a:xfrm>
              <a:prstGeom prst="rect">
                <a:avLst/>
              </a:prstGeom>
              <a:solidFill>
                <a:srgbClr val="3333CC"/>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724" name="Rectangle 70">
                <a:extLst>
                  <a:ext uri="{FF2B5EF4-FFF2-40B4-BE49-F238E27FC236}">
                    <a16:creationId xmlns:a16="http://schemas.microsoft.com/office/drawing/2014/main" id="{EBF470C4-203D-234A-BB30-E9BF4F288720}"/>
                  </a:ext>
                </a:extLst>
              </p:cNvPr>
              <p:cNvSpPr>
                <a:spLocks noChangeArrowheads="1"/>
              </p:cNvSpPr>
              <p:nvPr/>
            </p:nvSpPr>
            <p:spPr bwMode="auto">
              <a:xfrm>
                <a:off x="627" y="3377"/>
                <a:ext cx="480" cy="112"/>
              </a:xfrm>
              <a:prstGeom prst="rect">
                <a:avLst/>
              </a:prstGeom>
              <a:noFill/>
              <a:ln w="9525">
                <a:solidFill>
                  <a:srgbClr val="3333CC"/>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grpSp>
          <p:nvGrpSpPr>
            <p:cNvPr id="562" name="Group 301">
              <a:extLst>
                <a:ext uri="{FF2B5EF4-FFF2-40B4-BE49-F238E27FC236}">
                  <a16:creationId xmlns:a16="http://schemas.microsoft.com/office/drawing/2014/main" id="{E2F59A8B-1798-8245-B3C6-525C81A83512}"/>
                </a:ext>
              </a:extLst>
            </p:cNvPr>
            <p:cNvGrpSpPr>
              <a:grpSpLocks/>
            </p:cNvGrpSpPr>
            <p:nvPr/>
          </p:nvGrpSpPr>
          <p:grpSpPr bwMode="auto">
            <a:xfrm>
              <a:off x="290" y="863"/>
              <a:ext cx="354" cy="154"/>
              <a:chOff x="290" y="875"/>
              <a:chExt cx="354" cy="154"/>
            </a:xfrm>
          </p:grpSpPr>
          <p:sp>
            <p:nvSpPr>
              <p:cNvPr id="646" name="Rectangle 59">
                <a:extLst>
                  <a:ext uri="{FF2B5EF4-FFF2-40B4-BE49-F238E27FC236}">
                    <a16:creationId xmlns:a16="http://schemas.microsoft.com/office/drawing/2014/main" id="{9FDB2F95-1041-4549-879B-1B6E036E1079}"/>
                  </a:ext>
                </a:extLst>
              </p:cNvPr>
              <p:cNvSpPr>
                <a:spLocks noChangeArrowheads="1"/>
              </p:cNvSpPr>
              <p:nvPr/>
            </p:nvSpPr>
            <p:spPr bwMode="auto">
              <a:xfrm>
                <a:off x="306" y="909"/>
                <a:ext cx="328" cy="82"/>
              </a:xfrm>
              <a:prstGeom prst="rect">
                <a:avLst/>
              </a:prstGeom>
              <a:solidFill>
                <a:srgbClr val="00CC99"/>
              </a:solidFill>
              <a:ln w="9525">
                <a:solidFill>
                  <a:srgbClr val="FFFFFF"/>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647" name="Rectangle 60">
                <a:extLst>
                  <a:ext uri="{FF2B5EF4-FFF2-40B4-BE49-F238E27FC236}">
                    <a16:creationId xmlns:a16="http://schemas.microsoft.com/office/drawing/2014/main" id="{D867A23D-4E29-624B-9F72-E29177D4C512}"/>
                  </a:ext>
                </a:extLst>
              </p:cNvPr>
              <p:cNvSpPr>
                <a:spLocks noChangeArrowheads="1"/>
              </p:cNvSpPr>
              <p:nvPr/>
            </p:nvSpPr>
            <p:spPr bwMode="auto">
              <a:xfrm>
                <a:off x="290" y="903"/>
                <a:ext cx="354" cy="94"/>
              </a:xfrm>
              <a:prstGeom prst="rect">
                <a:avLst/>
              </a:prstGeom>
              <a:noFill/>
              <a:ln w="9525">
                <a:solidFill>
                  <a:srgbClr val="00CC99"/>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673" name="Text Box 297">
                <a:extLst>
                  <a:ext uri="{FF2B5EF4-FFF2-40B4-BE49-F238E27FC236}">
                    <a16:creationId xmlns:a16="http://schemas.microsoft.com/office/drawing/2014/main" id="{2CD54253-7CF3-C34D-B65E-37D425B4516D}"/>
                  </a:ext>
                </a:extLst>
              </p:cNvPr>
              <p:cNvSpPr txBox="1">
                <a:spLocks noChangeArrowheads="1"/>
              </p:cNvSpPr>
              <p:nvPr/>
            </p:nvSpPr>
            <p:spPr bwMode="auto">
              <a:xfrm>
                <a:off x="332" y="875"/>
                <a:ext cx="280" cy="1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srgbClr val="000000"/>
                    </a:solidFill>
                    <a:effectLst/>
                    <a:uLnTx/>
                    <a:uFillTx/>
                    <a:latin typeface="Arial" charset="0"/>
                    <a:ea typeface="ＭＳ Ｐゴシック" charset="0"/>
                  </a:rPr>
                  <a:t>SYN</a:t>
                </a:r>
              </a:p>
            </p:txBody>
          </p:sp>
        </p:grpSp>
        <p:grpSp>
          <p:nvGrpSpPr>
            <p:cNvPr id="563" name="Group 302">
              <a:extLst>
                <a:ext uri="{FF2B5EF4-FFF2-40B4-BE49-F238E27FC236}">
                  <a16:creationId xmlns:a16="http://schemas.microsoft.com/office/drawing/2014/main" id="{27EAE6D6-CC8D-BC4B-985B-D73103885275}"/>
                </a:ext>
              </a:extLst>
            </p:cNvPr>
            <p:cNvGrpSpPr>
              <a:grpSpLocks/>
            </p:cNvGrpSpPr>
            <p:nvPr/>
          </p:nvGrpSpPr>
          <p:grpSpPr bwMode="auto">
            <a:xfrm>
              <a:off x="284" y="1022"/>
              <a:ext cx="354" cy="154"/>
              <a:chOff x="290" y="875"/>
              <a:chExt cx="354" cy="154"/>
            </a:xfrm>
          </p:grpSpPr>
          <p:sp>
            <p:nvSpPr>
              <p:cNvPr id="574" name="Rectangle 303">
                <a:extLst>
                  <a:ext uri="{FF2B5EF4-FFF2-40B4-BE49-F238E27FC236}">
                    <a16:creationId xmlns:a16="http://schemas.microsoft.com/office/drawing/2014/main" id="{161A0B61-4B46-1246-B317-2A22E46F68E3}"/>
                  </a:ext>
                </a:extLst>
              </p:cNvPr>
              <p:cNvSpPr>
                <a:spLocks noChangeArrowheads="1"/>
              </p:cNvSpPr>
              <p:nvPr/>
            </p:nvSpPr>
            <p:spPr bwMode="auto">
              <a:xfrm>
                <a:off x="306" y="909"/>
                <a:ext cx="328" cy="82"/>
              </a:xfrm>
              <a:prstGeom prst="rect">
                <a:avLst/>
              </a:prstGeom>
              <a:solidFill>
                <a:srgbClr val="00CC99"/>
              </a:solidFill>
              <a:ln w="9525">
                <a:solidFill>
                  <a:srgbClr val="FFFFFF"/>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575" name="Rectangle 304">
                <a:extLst>
                  <a:ext uri="{FF2B5EF4-FFF2-40B4-BE49-F238E27FC236}">
                    <a16:creationId xmlns:a16="http://schemas.microsoft.com/office/drawing/2014/main" id="{6CF3ECE3-58C4-8F4C-91B7-8E5A9B5C96BB}"/>
                  </a:ext>
                </a:extLst>
              </p:cNvPr>
              <p:cNvSpPr>
                <a:spLocks noChangeArrowheads="1"/>
              </p:cNvSpPr>
              <p:nvPr/>
            </p:nvSpPr>
            <p:spPr bwMode="auto">
              <a:xfrm>
                <a:off x="290" y="903"/>
                <a:ext cx="354" cy="94"/>
              </a:xfrm>
              <a:prstGeom prst="rect">
                <a:avLst/>
              </a:prstGeom>
              <a:noFill/>
              <a:ln w="9525">
                <a:solidFill>
                  <a:srgbClr val="00CC99"/>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576" name="Text Box 305">
                <a:extLst>
                  <a:ext uri="{FF2B5EF4-FFF2-40B4-BE49-F238E27FC236}">
                    <a16:creationId xmlns:a16="http://schemas.microsoft.com/office/drawing/2014/main" id="{BADE4FCB-B8A8-034E-9598-B068A1572549}"/>
                  </a:ext>
                </a:extLst>
              </p:cNvPr>
              <p:cNvSpPr txBox="1">
                <a:spLocks noChangeArrowheads="1"/>
              </p:cNvSpPr>
              <p:nvPr/>
            </p:nvSpPr>
            <p:spPr bwMode="auto">
              <a:xfrm>
                <a:off x="332" y="875"/>
                <a:ext cx="280" cy="1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srgbClr val="000000"/>
                    </a:solidFill>
                    <a:effectLst/>
                    <a:uLnTx/>
                    <a:uFillTx/>
                    <a:latin typeface="Arial" charset="0"/>
                    <a:ea typeface="ＭＳ Ｐゴシック" charset="0"/>
                  </a:rPr>
                  <a:t>SYN</a:t>
                </a:r>
              </a:p>
            </p:txBody>
          </p:sp>
        </p:grpSp>
        <p:grpSp>
          <p:nvGrpSpPr>
            <p:cNvPr id="564" name="Group 315">
              <a:extLst>
                <a:ext uri="{FF2B5EF4-FFF2-40B4-BE49-F238E27FC236}">
                  <a16:creationId xmlns:a16="http://schemas.microsoft.com/office/drawing/2014/main" id="{D29235BE-BACD-D946-AB55-0AA77A9B458F}"/>
                </a:ext>
              </a:extLst>
            </p:cNvPr>
            <p:cNvGrpSpPr>
              <a:grpSpLocks/>
            </p:cNvGrpSpPr>
            <p:nvPr/>
          </p:nvGrpSpPr>
          <p:grpSpPr bwMode="auto">
            <a:xfrm>
              <a:off x="59" y="1202"/>
              <a:ext cx="681" cy="154"/>
              <a:chOff x="410" y="1508"/>
              <a:chExt cx="681" cy="154"/>
            </a:xfrm>
          </p:grpSpPr>
          <p:sp>
            <p:nvSpPr>
              <p:cNvPr id="565" name="Rectangle 316">
                <a:extLst>
                  <a:ext uri="{FF2B5EF4-FFF2-40B4-BE49-F238E27FC236}">
                    <a16:creationId xmlns:a16="http://schemas.microsoft.com/office/drawing/2014/main" id="{71D1FC90-B0D4-0748-B73C-0C001AABA568}"/>
                  </a:ext>
                </a:extLst>
              </p:cNvPr>
              <p:cNvSpPr>
                <a:spLocks noChangeArrowheads="1"/>
              </p:cNvSpPr>
              <p:nvPr/>
            </p:nvSpPr>
            <p:spPr bwMode="auto">
              <a:xfrm>
                <a:off x="410" y="1511"/>
                <a:ext cx="681" cy="138"/>
              </a:xfrm>
              <a:prstGeom prst="rect">
                <a:avLst/>
              </a:prstGeom>
              <a:solidFill>
                <a:srgbClr val="FFFFFF"/>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566" name="Rectangle 317">
                <a:extLst>
                  <a:ext uri="{FF2B5EF4-FFF2-40B4-BE49-F238E27FC236}">
                    <a16:creationId xmlns:a16="http://schemas.microsoft.com/office/drawing/2014/main" id="{259D6AF6-E31C-B04A-985C-2997A516D2CA}"/>
                  </a:ext>
                </a:extLst>
              </p:cNvPr>
              <p:cNvSpPr>
                <a:spLocks noChangeArrowheads="1"/>
              </p:cNvSpPr>
              <p:nvPr/>
            </p:nvSpPr>
            <p:spPr bwMode="auto">
              <a:xfrm>
                <a:off x="538" y="1536"/>
                <a:ext cx="96" cy="93"/>
              </a:xfrm>
              <a:prstGeom prst="rect">
                <a:avLst/>
              </a:prstGeom>
              <a:solidFill>
                <a:srgbClr val="3333CC"/>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567" name="Rectangle 318">
                <a:extLst>
                  <a:ext uri="{FF2B5EF4-FFF2-40B4-BE49-F238E27FC236}">
                    <a16:creationId xmlns:a16="http://schemas.microsoft.com/office/drawing/2014/main" id="{2A231446-5FA9-CF40-928B-8DF94AD2EF2A}"/>
                  </a:ext>
                </a:extLst>
              </p:cNvPr>
              <p:cNvSpPr>
                <a:spLocks noChangeArrowheads="1"/>
              </p:cNvSpPr>
              <p:nvPr/>
            </p:nvSpPr>
            <p:spPr bwMode="auto">
              <a:xfrm>
                <a:off x="529" y="1525"/>
                <a:ext cx="480" cy="112"/>
              </a:xfrm>
              <a:prstGeom prst="rect">
                <a:avLst/>
              </a:prstGeom>
              <a:noFill/>
              <a:ln w="9525">
                <a:solidFill>
                  <a:srgbClr val="3333CC"/>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568" name="Rectangle 319">
                <a:extLst>
                  <a:ext uri="{FF2B5EF4-FFF2-40B4-BE49-F238E27FC236}">
                    <a16:creationId xmlns:a16="http://schemas.microsoft.com/office/drawing/2014/main" id="{8323599A-5DB9-4848-8D70-91081A64AF06}"/>
                  </a:ext>
                </a:extLst>
              </p:cNvPr>
              <p:cNvSpPr>
                <a:spLocks noChangeArrowheads="1"/>
              </p:cNvSpPr>
              <p:nvPr/>
            </p:nvSpPr>
            <p:spPr bwMode="auto">
              <a:xfrm>
                <a:off x="423" y="1527"/>
                <a:ext cx="94" cy="108"/>
              </a:xfrm>
              <a:prstGeom prst="rect">
                <a:avLst/>
              </a:prstGeom>
              <a:solidFill>
                <a:srgbClr val="000000"/>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569" name="Rectangle 320">
                <a:extLst>
                  <a:ext uri="{FF2B5EF4-FFF2-40B4-BE49-F238E27FC236}">
                    <a16:creationId xmlns:a16="http://schemas.microsoft.com/office/drawing/2014/main" id="{F497CB89-2EBF-0144-AF05-9D589F90067A}"/>
                  </a:ext>
                </a:extLst>
              </p:cNvPr>
              <p:cNvSpPr>
                <a:spLocks noChangeArrowheads="1"/>
              </p:cNvSpPr>
              <p:nvPr/>
            </p:nvSpPr>
            <p:spPr bwMode="auto">
              <a:xfrm>
                <a:off x="1021" y="1526"/>
                <a:ext cx="60" cy="108"/>
              </a:xfrm>
              <a:prstGeom prst="rect">
                <a:avLst/>
              </a:prstGeom>
              <a:solidFill>
                <a:srgbClr val="000000"/>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nvGrpSpPr>
              <p:cNvPr id="570" name="Group 321">
                <a:extLst>
                  <a:ext uri="{FF2B5EF4-FFF2-40B4-BE49-F238E27FC236}">
                    <a16:creationId xmlns:a16="http://schemas.microsoft.com/office/drawing/2014/main" id="{BD18992D-86F7-8246-A366-53CBF4FFE4C7}"/>
                  </a:ext>
                </a:extLst>
              </p:cNvPr>
              <p:cNvGrpSpPr>
                <a:grpSpLocks/>
              </p:cNvGrpSpPr>
              <p:nvPr/>
            </p:nvGrpSpPr>
            <p:grpSpPr bwMode="auto">
              <a:xfrm>
                <a:off x="647" y="1508"/>
                <a:ext cx="354" cy="154"/>
                <a:chOff x="290" y="875"/>
                <a:chExt cx="354" cy="154"/>
              </a:xfrm>
            </p:grpSpPr>
            <p:sp>
              <p:nvSpPr>
                <p:cNvPr id="571" name="Rectangle 322">
                  <a:extLst>
                    <a:ext uri="{FF2B5EF4-FFF2-40B4-BE49-F238E27FC236}">
                      <a16:creationId xmlns:a16="http://schemas.microsoft.com/office/drawing/2014/main" id="{D1798245-1945-B24B-957C-B072AF1AF40B}"/>
                    </a:ext>
                  </a:extLst>
                </p:cNvPr>
                <p:cNvSpPr>
                  <a:spLocks noChangeArrowheads="1"/>
                </p:cNvSpPr>
                <p:nvPr/>
              </p:nvSpPr>
              <p:spPr bwMode="auto">
                <a:xfrm>
                  <a:off x="306" y="909"/>
                  <a:ext cx="328" cy="82"/>
                </a:xfrm>
                <a:prstGeom prst="rect">
                  <a:avLst/>
                </a:prstGeom>
                <a:solidFill>
                  <a:srgbClr val="00CC99"/>
                </a:solidFill>
                <a:ln w="9525">
                  <a:solidFill>
                    <a:srgbClr val="FFFFFF"/>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572" name="Rectangle 323">
                  <a:extLst>
                    <a:ext uri="{FF2B5EF4-FFF2-40B4-BE49-F238E27FC236}">
                      <a16:creationId xmlns:a16="http://schemas.microsoft.com/office/drawing/2014/main" id="{E643A63C-1C57-B945-8DAB-10DAD13D9A8A}"/>
                    </a:ext>
                  </a:extLst>
                </p:cNvPr>
                <p:cNvSpPr>
                  <a:spLocks noChangeArrowheads="1"/>
                </p:cNvSpPr>
                <p:nvPr/>
              </p:nvSpPr>
              <p:spPr bwMode="auto">
                <a:xfrm>
                  <a:off x="290" y="903"/>
                  <a:ext cx="354" cy="94"/>
                </a:xfrm>
                <a:prstGeom prst="rect">
                  <a:avLst/>
                </a:prstGeom>
                <a:noFill/>
                <a:ln w="9525">
                  <a:solidFill>
                    <a:srgbClr val="00CC99"/>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573" name="Text Box 324">
                  <a:extLst>
                    <a:ext uri="{FF2B5EF4-FFF2-40B4-BE49-F238E27FC236}">
                      <a16:creationId xmlns:a16="http://schemas.microsoft.com/office/drawing/2014/main" id="{A6BFAAD3-2439-FF41-9F7B-7FAA3A2AACE6}"/>
                    </a:ext>
                  </a:extLst>
                </p:cNvPr>
                <p:cNvSpPr txBox="1">
                  <a:spLocks noChangeArrowheads="1"/>
                </p:cNvSpPr>
                <p:nvPr/>
              </p:nvSpPr>
              <p:spPr bwMode="auto">
                <a:xfrm>
                  <a:off x="332" y="875"/>
                  <a:ext cx="280" cy="1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srgbClr val="000000"/>
                      </a:solidFill>
                      <a:effectLst/>
                      <a:uLnTx/>
                      <a:uFillTx/>
                      <a:latin typeface="Arial" charset="0"/>
                      <a:ea typeface="ＭＳ Ｐゴシック" charset="0"/>
                    </a:rPr>
                    <a:t>SYN</a:t>
                  </a:r>
                </a:p>
              </p:txBody>
            </p:sp>
          </p:grpSp>
        </p:grpSp>
      </p:grpSp>
      <p:grpSp>
        <p:nvGrpSpPr>
          <p:cNvPr id="725" name="Group 336">
            <a:extLst>
              <a:ext uri="{FF2B5EF4-FFF2-40B4-BE49-F238E27FC236}">
                <a16:creationId xmlns:a16="http://schemas.microsoft.com/office/drawing/2014/main" id="{107D05EF-6115-084F-86DB-BA3615F99A17}"/>
              </a:ext>
            </a:extLst>
          </p:cNvPr>
          <p:cNvGrpSpPr>
            <a:grpSpLocks/>
          </p:cNvGrpSpPr>
          <p:nvPr/>
        </p:nvGrpSpPr>
        <p:grpSpPr bwMode="auto">
          <a:xfrm>
            <a:off x="1751013" y="4270375"/>
            <a:ext cx="973137" cy="1416050"/>
            <a:chOff x="4000" y="1895"/>
            <a:chExt cx="613" cy="892"/>
          </a:xfrm>
        </p:grpSpPr>
        <p:sp>
          <p:nvSpPr>
            <p:cNvPr id="726" name="Freeform 328">
              <a:extLst>
                <a:ext uri="{FF2B5EF4-FFF2-40B4-BE49-F238E27FC236}">
                  <a16:creationId xmlns:a16="http://schemas.microsoft.com/office/drawing/2014/main" id="{C808993F-94F8-8A45-897A-1CEA5B97AA23}"/>
                </a:ext>
              </a:extLst>
            </p:cNvPr>
            <p:cNvSpPr>
              <a:spLocks/>
            </p:cNvSpPr>
            <p:nvPr/>
          </p:nvSpPr>
          <p:spPr bwMode="auto">
            <a:xfrm>
              <a:off x="4011" y="1912"/>
              <a:ext cx="602" cy="875"/>
            </a:xfrm>
            <a:custGeom>
              <a:avLst/>
              <a:gdLst>
                <a:gd name="T0" fmla="*/ 496 w 604"/>
                <a:gd name="T1" fmla="*/ 0 h 903"/>
                <a:gd name="T2" fmla="*/ 604 w 604"/>
                <a:gd name="T3" fmla="*/ 903 h 903"/>
                <a:gd name="T4" fmla="*/ 0 w 604"/>
                <a:gd name="T5" fmla="*/ 788 h 903"/>
                <a:gd name="T6" fmla="*/ 456 w 604"/>
                <a:gd name="T7" fmla="*/ 750 h 903"/>
                <a:gd name="T8" fmla="*/ 496 w 604"/>
                <a:gd name="T9" fmla="*/ 0 h 903"/>
                <a:gd name="T10" fmla="*/ 0 60000 65536"/>
                <a:gd name="T11" fmla="*/ 0 60000 65536"/>
                <a:gd name="T12" fmla="*/ 0 60000 65536"/>
                <a:gd name="T13" fmla="*/ 0 60000 65536"/>
                <a:gd name="T14" fmla="*/ 0 60000 65536"/>
                <a:gd name="connsiteX0" fmla="*/ 8212 w 10000"/>
                <a:gd name="connsiteY0" fmla="*/ 0 h 10000"/>
                <a:gd name="connsiteX1" fmla="*/ 9536 w 10000"/>
                <a:gd name="connsiteY1" fmla="*/ 7497 h 10000"/>
                <a:gd name="connsiteX2" fmla="*/ 10000 w 10000"/>
                <a:gd name="connsiteY2" fmla="*/ 10000 h 10000"/>
                <a:gd name="connsiteX3" fmla="*/ 0 w 10000"/>
                <a:gd name="connsiteY3" fmla="*/ 8726 h 10000"/>
                <a:gd name="connsiteX4" fmla="*/ 7550 w 10000"/>
                <a:gd name="connsiteY4" fmla="*/ 8306 h 10000"/>
                <a:gd name="connsiteX5" fmla="*/ 8212 w 10000"/>
                <a:gd name="connsiteY5" fmla="*/ 0 h 10000"/>
                <a:gd name="connsiteX0" fmla="*/ 8212 w 10000"/>
                <a:gd name="connsiteY0" fmla="*/ 0 h 10000"/>
                <a:gd name="connsiteX1" fmla="*/ 9867 w 10000"/>
                <a:gd name="connsiteY1" fmla="*/ 6212 h 10000"/>
                <a:gd name="connsiteX2" fmla="*/ 10000 w 10000"/>
                <a:gd name="connsiteY2" fmla="*/ 10000 h 10000"/>
                <a:gd name="connsiteX3" fmla="*/ 0 w 10000"/>
                <a:gd name="connsiteY3" fmla="*/ 8726 h 10000"/>
                <a:gd name="connsiteX4" fmla="*/ 7550 w 10000"/>
                <a:gd name="connsiteY4" fmla="*/ 8306 h 10000"/>
                <a:gd name="connsiteX5" fmla="*/ 8212 w 10000"/>
                <a:gd name="connsiteY5" fmla="*/ 0 h 10000"/>
                <a:gd name="connsiteX0" fmla="*/ 8212 w 10000"/>
                <a:gd name="connsiteY0" fmla="*/ 0 h 10000"/>
                <a:gd name="connsiteX1" fmla="*/ 9867 w 10000"/>
                <a:gd name="connsiteY1" fmla="*/ 6212 h 10000"/>
                <a:gd name="connsiteX2" fmla="*/ 10000 w 10000"/>
                <a:gd name="connsiteY2" fmla="*/ 10000 h 10000"/>
                <a:gd name="connsiteX3" fmla="*/ 0 w 10000"/>
                <a:gd name="connsiteY3" fmla="*/ 8726 h 10000"/>
                <a:gd name="connsiteX4" fmla="*/ 7550 w 10000"/>
                <a:gd name="connsiteY4" fmla="*/ 8306 h 10000"/>
                <a:gd name="connsiteX5" fmla="*/ 8212 w 10000"/>
                <a:gd name="connsiteY5" fmla="*/ 0 h 10000"/>
                <a:gd name="connsiteX0" fmla="*/ 8212 w 9967"/>
                <a:gd name="connsiteY0" fmla="*/ 0 h 9690"/>
                <a:gd name="connsiteX1" fmla="*/ 9867 w 9967"/>
                <a:gd name="connsiteY1" fmla="*/ 6212 h 9690"/>
                <a:gd name="connsiteX2" fmla="*/ 9967 w 9967"/>
                <a:gd name="connsiteY2" fmla="*/ 9690 h 9690"/>
                <a:gd name="connsiteX3" fmla="*/ 0 w 9967"/>
                <a:gd name="connsiteY3" fmla="*/ 8726 h 9690"/>
                <a:gd name="connsiteX4" fmla="*/ 7550 w 9967"/>
                <a:gd name="connsiteY4" fmla="*/ 8306 h 9690"/>
                <a:gd name="connsiteX5" fmla="*/ 8212 w 9967"/>
                <a:gd name="connsiteY5" fmla="*/ 0 h 9690"/>
                <a:gd name="connsiteX0" fmla="*/ 8239 w 10000"/>
                <a:gd name="connsiteY0" fmla="*/ 0 h 10000"/>
                <a:gd name="connsiteX1" fmla="*/ 9900 w 10000"/>
                <a:gd name="connsiteY1" fmla="*/ 6411 h 10000"/>
                <a:gd name="connsiteX2" fmla="*/ 10000 w 10000"/>
                <a:gd name="connsiteY2" fmla="*/ 10000 h 10000"/>
                <a:gd name="connsiteX3" fmla="*/ 0 w 10000"/>
                <a:gd name="connsiteY3" fmla="*/ 9005 h 10000"/>
                <a:gd name="connsiteX4" fmla="*/ 7575 w 10000"/>
                <a:gd name="connsiteY4" fmla="*/ 8572 h 10000"/>
                <a:gd name="connsiteX5" fmla="*/ 8239 w 10000"/>
                <a:gd name="connsiteY5" fmla="*/ 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0" h="10000">
                  <a:moveTo>
                    <a:pt x="8239" y="0"/>
                  </a:moveTo>
                  <a:cubicBezTo>
                    <a:pt x="8793" y="2137"/>
                    <a:pt x="8981" y="4731"/>
                    <a:pt x="9900" y="6411"/>
                  </a:cubicBezTo>
                  <a:cubicBezTo>
                    <a:pt x="10055" y="7271"/>
                    <a:pt x="9844" y="9139"/>
                    <a:pt x="10000" y="10000"/>
                  </a:cubicBezTo>
                  <a:cubicBezTo>
                    <a:pt x="6733" y="9577"/>
                    <a:pt x="3333" y="9337"/>
                    <a:pt x="0" y="9005"/>
                  </a:cubicBezTo>
                  <a:lnTo>
                    <a:pt x="7575" y="8572"/>
                  </a:lnTo>
                  <a:cubicBezTo>
                    <a:pt x="7797" y="5714"/>
                    <a:pt x="8017" y="2858"/>
                    <a:pt x="8239" y="0"/>
                  </a:cubicBezTo>
                  <a:close/>
                </a:path>
              </a:pathLst>
            </a:custGeom>
            <a:gradFill rotWithShape="1">
              <a:gsLst>
                <a:gs pos="0">
                  <a:schemeClr val="bg1">
                    <a:lumMod val="50000"/>
                  </a:schemeClr>
                </a:gs>
                <a:gs pos="99000">
                  <a:schemeClr val="bg1">
                    <a:alpha val="82000"/>
                  </a:schemeClr>
                </a:gs>
              </a:gsLst>
              <a:lin ang="0" scaled="0"/>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nvGrpSpPr>
            <p:cNvPr id="727" name="Group 329">
              <a:extLst>
                <a:ext uri="{FF2B5EF4-FFF2-40B4-BE49-F238E27FC236}">
                  <a16:creationId xmlns:a16="http://schemas.microsoft.com/office/drawing/2014/main" id="{B5BE8796-97B9-3644-B950-2C1616F274EA}"/>
                </a:ext>
              </a:extLst>
            </p:cNvPr>
            <p:cNvGrpSpPr>
              <a:grpSpLocks/>
            </p:cNvGrpSpPr>
            <p:nvPr/>
          </p:nvGrpSpPr>
          <p:grpSpPr bwMode="auto">
            <a:xfrm>
              <a:off x="4000" y="1895"/>
              <a:ext cx="500" cy="834"/>
              <a:chOff x="569" y="2954"/>
              <a:chExt cx="500" cy="834"/>
            </a:xfrm>
          </p:grpSpPr>
          <p:sp>
            <p:nvSpPr>
              <p:cNvPr id="728" name="Rectangle 330">
                <a:extLst>
                  <a:ext uri="{FF2B5EF4-FFF2-40B4-BE49-F238E27FC236}">
                    <a16:creationId xmlns:a16="http://schemas.microsoft.com/office/drawing/2014/main" id="{91474FC9-D174-724F-8612-26D3BA8DB5D2}"/>
                  </a:ext>
                </a:extLst>
              </p:cNvPr>
              <p:cNvSpPr>
                <a:spLocks noChangeArrowheads="1"/>
              </p:cNvSpPr>
              <p:nvPr/>
            </p:nvSpPr>
            <p:spPr bwMode="auto">
              <a:xfrm>
                <a:off x="576" y="2973"/>
                <a:ext cx="493" cy="790"/>
              </a:xfrm>
              <a:prstGeom prst="rect">
                <a:avLst/>
              </a:prstGeom>
              <a:solidFill>
                <a:srgbClr val="FFFFFF"/>
              </a:solidFill>
              <a:ln w="9525">
                <a:solidFill>
                  <a:srgbClr val="000000"/>
                </a:solidFill>
                <a:miter lim="800000"/>
                <a:headEnd/>
                <a:tailEnd/>
              </a:ln>
              <a:effectLst>
                <a:outerShdw blurRad="50800" dist="38100" dir="18900000" algn="bl" rotWithShape="0">
                  <a:prstClr val="black">
                    <a:alpha val="40000"/>
                  </a:prstClr>
                </a:outerShdw>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729" name="Text Box 331">
                <a:extLst>
                  <a:ext uri="{FF2B5EF4-FFF2-40B4-BE49-F238E27FC236}">
                    <a16:creationId xmlns:a16="http://schemas.microsoft.com/office/drawing/2014/main" id="{A5CD626E-60BB-A74C-964A-D17E6993C7DA}"/>
                  </a:ext>
                </a:extLst>
              </p:cNvPr>
              <p:cNvSpPr txBox="1">
                <a:spLocks noChangeArrowheads="1"/>
              </p:cNvSpPr>
              <p:nvPr/>
            </p:nvSpPr>
            <p:spPr bwMode="auto">
              <a:xfrm>
                <a:off x="645" y="2954"/>
                <a:ext cx="374" cy="83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Arial" charset="0"/>
                  <a:ea typeface="ＭＳ Ｐゴシック" charset="0"/>
                </a:endParaRPr>
              </a:p>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Arial" charset="0"/>
                    <a:ea typeface="ＭＳ Ｐゴシック" charset="0"/>
                  </a:rPr>
                  <a:t>TCP</a:t>
                </a:r>
              </a:p>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Arial" charset="0"/>
                    <a:ea typeface="ＭＳ Ｐゴシック" charset="0"/>
                  </a:rPr>
                  <a:t>IP</a:t>
                </a:r>
              </a:p>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Arial" charset="0"/>
                    <a:ea typeface="ＭＳ Ｐゴシック" charset="0"/>
                  </a:rPr>
                  <a:t>Eth</a:t>
                </a:r>
              </a:p>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Arial" charset="0"/>
                    <a:ea typeface="ＭＳ Ｐゴシック" charset="0"/>
                  </a:rPr>
                  <a:t>Phy</a:t>
                </a:r>
              </a:p>
            </p:txBody>
          </p:sp>
          <p:sp>
            <p:nvSpPr>
              <p:cNvPr id="730" name="Line 332">
                <a:extLst>
                  <a:ext uri="{FF2B5EF4-FFF2-40B4-BE49-F238E27FC236}">
                    <a16:creationId xmlns:a16="http://schemas.microsoft.com/office/drawing/2014/main" id="{92735F6A-D69A-0741-B5A9-AD43554A9C78}"/>
                  </a:ext>
                </a:extLst>
              </p:cNvPr>
              <p:cNvSpPr>
                <a:spLocks noChangeShapeType="1"/>
              </p:cNvSpPr>
              <p:nvPr/>
            </p:nvSpPr>
            <p:spPr bwMode="auto">
              <a:xfrm>
                <a:off x="578" y="3130"/>
                <a:ext cx="489"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731" name="Line 333">
                <a:extLst>
                  <a:ext uri="{FF2B5EF4-FFF2-40B4-BE49-F238E27FC236}">
                    <a16:creationId xmlns:a16="http://schemas.microsoft.com/office/drawing/2014/main" id="{8EFB313E-BEDF-E246-B22C-448C44512854}"/>
                  </a:ext>
                </a:extLst>
              </p:cNvPr>
              <p:cNvSpPr>
                <a:spLocks noChangeShapeType="1"/>
              </p:cNvSpPr>
              <p:nvPr/>
            </p:nvSpPr>
            <p:spPr bwMode="auto">
              <a:xfrm>
                <a:off x="575" y="3289"/>
                <a:ext cx="489"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732" name="Line 334">
                <a:extLst>
                  <a:ext uri="{FF2B5EF4-FFF2-40B4-BE49-F238E27FC236}">
                    <a16:creationId xmlns:a16="http://schemas.microsoft.com/office/drawing/2014/main" id="{826CB045-CB87-5742-B58C-FEAC79CB0197}"/>
                  </a:ext>
                </a:extLst>
              </p:cNvPr>
              <p:cNvSpPr>
                <a:spLocks noChangeShapeType="1"/>
              </p:cNvSpPr>
              <p:nvPr/>
            </p:nvSpPr>
            <p:spPr bwMode="auto">
              <a:xfrm>
                <a:off x="572" y="3448"/>
                <a:ext cx="489"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733" name="Line 335">
                <a:extLst>
                  <a:ext uri="{FF2B5EF4-FFF2-40B4-BE49-F238E27FC236}">
                    <a16:creationId xmlns:a16="http://schemas.microsoft.com/office/drawing/2014/main" id="{8B5391D7-FC0B-6B43-8C19-675DAEA82C04}"/>
                  </a:ext>
                </a:extLst>
              </p:cNvPr>
              <p:cNvSpPr>
                <a:spLocks noChangeShapeType="1"/>
              </p:cNvSpPr>
              <p:nvPr/>
            </p:nvSpPr>
            <p:spPr bwMode="auto">
              <a:xfrm>
                <a:off x="569" y="3607"/>
                <a:ext cx="489"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grpSp>
      <p:grpSp>
        <p:nvGrpSpPr>
          <p:cNvPr id="734" name="Group 337">
            <a:extLst>
              <a:ext uri="{FF2B5EF4-FFF2-40B4-BE49-F238E27FC236}">
                <a16:creationId xmlns:a16="http://schemas.microsoft.com/office/drawing/2014/main" id="{BDBCD45F-1F7A-9543-8559-5895A90FD148}"/>
              </a:ext>
            </a:extLst>
          </p:cNvPr>
          <p:cNvGrpSpPr>
            <a:grpSpLocks/>
          </p:cNvGrpSpPr>
          <p:nvPr/>
        </p:nvGrpSpPr>
        <p:grpSpPr bwMode="auto">
          <a:xfrm>
            <a:off x="207962" y="1870075"/>
            <a:ext cx="1081088" cy="782638"/>
            <a:chOff x="59" y="863"/>
            <a:chExt cx="681" cy="493"/>
          </a:xfrm>
        </p:grpSpPr>
        <p:grpSp>
          <p:nvGrpSpPr>
            <p:cNvPr id="735" name="Group 338">
              <a:extLst>
                <a:ext uri="{FF2B5EF4-FFF2-40B4-BE49-F238E27FC236}">
                  <a16:creationId xmlns:a16="http://schemas.microsoft.com/office/drawing/2014/main" id="{0241F242-E3E0-E04C-9D42-A8DA1F4635FC}"/>
                </a:ext>
              </a:extLst>
            </p:cNvPr>
            <p:cNvGrpSpPr>
              <a:grpSpLocks/>
            </p:cNvGrpSpPr>
            <p:nvPr/>
          </p:nvGrpSpPr>
          <p:grpSpPr bwMode="auto">
            <a:xfrm>
              <a:off x="177" y="1042"/>
              <a:ext cx="480" cy="112"/>
              <a:chOff x="627" y="3377"/>
              <a:chExt cx="480" cy="112"/>
            </a:xfrm>
          </p:grpSpPr>
          <p:sp>
            <p:nvSpPr>
              <p:cNvPr id="754" name="Rectangle 339">
                <a:extLst>
                  <a:ext uri="{FF2B5EF4-FFF2-40B4-BE49-F238E27FC236}">
                    <a16:creationId xmlns:a16="http://schemas.microsoft.com/office/drawing/2014/main" id="{40719677-5F13-A547-B939-37B964C39DF0}"/>
                  </a:ext>
                </a:extLst>
              </p:cNvPr>
              <p:cNvSpPr>
                <a:spLocks noChangeArrowheads="1"/>
              </p:cNvSpPr>
              <p:nvPr/>
            </p:nvSpPr>
            <p:spPr bwMode="auto">
              <a:xfrm>
                <a:off x="636" y="3388"/>
                <a:ext cx="96" cy="93"/>
              </a:xfrm>
              <a:prstGeom prst="rect">
                <a:avLst/>
              </a:prstGeom>
              <a:solidFill>
                <a:srgbClr val="3333CC"/>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755" name="Rectangle 340">
                <a:extLst>
                  <a:ext uri="{FF2B5EF4-FFF2-40B4-BE49-F238E27FC236}">
                    <a16:creationId xmlns:a16="http://schemas.microsoft.com/office/drawing/2014/main" id="{8FBD903F-689E-1E4F-A4E8-B865330E9ED8}"/>
                  </a:ext>
                </a:extLst>
              </p:cNvPr>
              <p:cNvSpPr>
                <a:spLocks noChangeArrowheads="1"/>
              </p:cNvSpPr>
              <p:nvPr/>
            </p:nvSpPr>
            <p:spPr bwMode="auto">
              <a:xfrm>
                <a:off x="627" y="3377"/>
                <a:ext cx="480" cy="112"/>
              </a:xfrm>
              <a:prstGeom prst="rect">
                <a:avLst/>
              </a:prstGeom>
              <a:noFill/>
              <a:ln w="9525">
                <a:solidFill>
                  <a:srgbClr val="3333CC"/>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grpSp>
          <p:nvGrpSpPr>
            <p:cNvPr id="736" name="Group 341">
              <a:extLst>
                <a:ext uri="{FF2B5EF4-FFF2-40B4-BE49-F238E27FC236}">
                  <a16:creationId xmlns:a16="http://schemas.microsoft.com/office/drawing/2014/main" id="{D3A49F13-3F7D-AF43-A7B5-75D42D3F01BE}"/>
                </a:ext>
              </a:extLst>
            </p:cNvPr>
            <p:cNvGrpSpPr>
              <a:grpSpLocks/>
            </p:cNvGrpSpPr>
            <p:nvPr/>
          </p:nvGrpSpPr>
          <p:grpSpPr bwMode="auto">
            <a:xfrm>
              <a:off x="290" y="863"/>
              <a:ext cx="354" cy="154"/>
              <a:chOff x="290" y="875"/>
              <a:chExt cx="354" cy="154"/>
            </a:xfrm>
          </p:grpSpPr>
          <p:sp>
            <p:nvSpPr>
              <p:cNvPr id="751" name="Rectangle 342">
                <a:extLst>
                  <a:ext uri="{FF2B5EF4-FFF2-40B4-BE49-F238E27FC236}">
                    <a16:creationId xmlns:a16="http://schemas.microsoft.com/office/drawing/2014/main" id="{6560040F-827B-4144-9A62-12A938DFBC2F}"/>
                  </a:ext>
                </a:extLst>
              </p:cNvPr>
              <p:cNvSpPr>
                <a:spLocks noChangeArrowheads="1"/>
              </p:cNvSpPr>
              <p:nvPr/>
            </p:nvSpPr>
            <p:spPr bwMode="auto">
              <a:xfrm>
                <a:off x="306" y="909"/>
                <a:ext cx="328" cy="82"/>
              </a:xfrm>
              <a:prstGeom prst="rect">
                <a:avLst/>
              </a:prstGeom>
              <a:solidFill>
                <a:srgbClr val="00CC99"/>
              </a:solidFill>
              <a:ln w="9525">
                <a:solidFill>
                  <a:srgbClr val="FFFFFF"/>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752" name="Rectangle 343">
                <a:extLst>
                  <a:ext uri="{FF2B5EF4-FFF2-40B4-BE49-F238E27FC236}">
                    <a16:creationId xmlns:a16="http://schemas.microsoft.com/office/drawing/2014/main" id="{4979BB7B-93B5-3A44-9BF4-72A3A854B332}"/>
                  </a:ext>
                </a:extLst>
              </p:cNvPr>
              <p:cNvSpPr>
                <a:spLocks noChangeArrowheads="1"/>
              </p:cNvSpPr>
              <p:nvPr/>
            </p:nvSpPr>
            <p:spPr bwMode="auto">
              <a:xfrm>
                <a:off x="290" y="903"/>
                <a:ext cx="354" cy="94"/>
              </a:xfrm>
              <a:prstGeom prst="rect">
                <a:avLst/>
              </a:prstGeom>
              <a:noFill/>
              <a:ln w="9525">
                <a:solidFill>
                  <a:srgbClr val="00CC99"/>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753" name="Text Box 344">
                <a:extLst>
                  <a:ext uri="{FF2B5EF4-FFF2-40B4-BE49-F238E27FC236}">
                    <a16:creationId xmlns:a16="http://schemas.microsoft.com/office/drawing/2014/main" id="{C02CFF55-650B-AD4A-92D7-CDA2D2C4C11A}"/>
                  </a:ext>
                </a:extLst>
              </p:cNvPr>
              <p:cNvSpPr txBox="1">
                <a:spLocks noChangeArrowheads="1"/>
              </p:cNvSpPr>
              <p:nvPr/>
            </p:nvSpPr>
            <p:spPr bwMode="auto">
              <a:xfrm>
                <a:off x="332" y="875"/>
                <a:ext cx="280" cy="1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srgbClr val="000000"/>
                    </a:solidFill>
                    <a:effectLst/>
                    <a:uLnTx/>
                    <a:uFillTx/>
                    <a:latin typeface="Arial" charset="0"/>
                    <a:ea typeface="ＭＳ Ｐゴシック" charset="0"/>
                  </a:rPr>
                  <a:t>SYN</a:t>
                </a:r>
              </a:p>
            </p:txBody>
          </p:sp>
        </p:grpSp>
        <p:grpSp>
          <p:nvGrpSpPr>
            <p:cNvPr id="737" name="Group 345">
              <a:extLst>
                <a:ext uri="{FF2B5EF4-FFF2-40B4-BE49-F238E27FC236}">
                  <a16:creationId xmlns:a16="http://schemas.microsoft.com/office/drawing/2014/main" id="{B6AC2CCC-A76E-2445-8246-899C8784EAA2}"/>
                </a:ext>
              </a:extLst>
            </p:cNvPr>
            <p:cNvGrpSpPr>
              <a:grpSpLocks/>
            </p:cNvGrpSpPr>
            <p:nvPr/>
          </p:nvGrpSpPr>
          <p:grpSpPr bwMode="auto">
            <a:xfrm>
              <a:off x="284" y="1022"/>
              <a:ext cx="354" cy="154"/>
              <a:chOff x="290" y="875"/>
              <a:chExt cx="354" cy="154"/>
            </a:xfrm>
          </p:grpSpPr>
          <p:sp>
            <p:nvSpPr>
              <p:cNvPr id="748" name="Rectangle 346">
                <a:extLst>
                  <a:ext uri="{FF2B5EF4-FFF2-40B4-BE49-F238E27FC236}">
                    <a16:creationId xmlns:a16="http://schemas.microsoft.com/office/drawing/2014/main" id="{91D927BE-A5DA-AB48-AF73-32631E45BF11}"/>
                  </a:ext>
                </a:extLst>
              </p:cNvPr>
              <p:cNvSpPr>
                <a:spLocks noChangeArrowheads="1"/>
              </p:cNvSpPr>
              <p:nvPr/>
            </p:nvSpPr>
            <p:spPr bwMode="auto">
              <a:xfrm>
                <a:off x="306" y="909"/>
                <a:ext cx="328" cy="82"/>
              </a:xfrm>
              <a:prstGeom prst="rect">
                <a:avLst/>
              </a:prstGeom>
              <a:solidFill>
                <a:srgbClr val="00CC99"/>
              </a:solidFill>
              <a:ln w="9525">
                <a:solidFill>
                  <a:srgbClr val="FFFFFF"/>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749" name="Rectangle 347">
                <a:extLst>
                  <a:ext uri="{FF2B5EF4-FFF2-40B4-BE49-F238E27FC236}">
                    <a16:creationId xmlns:a16="http://schemas.microsoft.com/office/drawing/2014/main" id="{7BE391C6-43DB-3043-B89D-6DEE17F0E053}"/>
                  </a:ext>
                </a:extLst>
              </p:cNvPr>
              <p:cNvSpPr>
                <a:spLocks noChangeArrowheads="1"/>
              </p:cNvSpPr>
              <p:nvPr/>
            </p:nvSpPr>
            <p:spPr bwMode="auto">
              <a:xfrm>
                <a:off x="290" y="903"/>
                <a:ext cx="354" cy="94"/>
              </a:xfrm>
              <a:prstGeom prst="rect">
                <a:avLst/>
              </a:prstGeom>
              <a:noFill/>
              <a:ln w="9525">
                <a:solidFill>
                  <a:srgbClr val="00CC99"/>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750" name="Text Box 348">
                <a:extLst>
                  <a:ext uri="{FF2B5EF4-FFF2-40B4-BE49-F238E27FC236}">
                    <a16:creationId xmlns:a16="http://schemas.microsoft.com/office/drawing/2014/main" id="{78193E8E-5EDB-3C4B-908D-01FFF86C6A77}"/>
                  </a:ext>
                </a:extLst>
              </p:cNvPr>
              <p:cNvSpPr txBox="1">
                <a:spLocks noChangeArrowheads="1"/>
              </p:cNvSpPr>
              <p:nvPr/>
            </p:nvSpPr>
            <p:spPr bwMode="auto">
              <a:xfrm>
                <a:off x="332" y="875"/>
                <a:ext cx="280" cy="1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srgbClr val="000000"/>
                    </a:solidFill>
                    <a:effectLst/>
                    <a:uLnTx/>
                    <a:uFillTx/>
                    <a:latin typeface="Arial" charset="0"/>
                    <a:ea typeface="ＭＳ Ｐゴシック" charset="0"/>
                  </a:rPr>
                  <a:t>SYN</a:t>
                </a:r>
              </a:p>
            </p:txBody>
          </p:sp>
        </p:grpSp>
        <p:grpSp>
          <p:nvGrpSpPr>
            <p:cNvPr id="738" name="Group 349">
              <a:extLst>
                <a:ext uri="{FF2B5EF4-FFF2-40B4-BE49-F238E27FC236}">
                  <a16:creationId xmlns:a16="http://schemas.microsoft.com/office/drawing/2014/main" id="{63AF8189-9A3F-D542-9CEC-58D39BCAEE4E}"/>
                </a:ext>
              </a:extLst>
            </p:cNvPr>
            <p:cNvGrpSpPr>
              <a:grpSpLocks/>
            </p:cNvGrpSpPr>
            <p:nvPr/>
          </p:nvGrpSpPr>
          <p:grpSpPr bwMode="auto">
            <a:xfrm>
              <a:off x="59" y="1202"/>
              <a:ext cx="681" cy="154"/>
              <a:chOff x="410" y="1508"/>
              <a:chExt cx="681" cy="154"/>
            </a:xfrm>
          </p:grpSpPr>
          <p:sp>
            <p:nvSpPr>
              <p:cNvPr id="739" name="Rectangle 350">
                <a:extLst>
                  <a:ext uri="{FF2B5EF4-FFF2-40B4-BE49-F238E27FC236}">
                    <a16:creationId xmlns:a16="http://schemas.microsoft.com/office/drawing/2014/main" id="{A020A05E-94BF-C640-A8CB-AF123AA2F41F}"/>
                  </a:ext>
                </a:extLst>
              </p:cNvPr>
              <p:cNvSpPr>
                <a:spLocks noChangeArrowheads="1"/>
              </p:cNvSpPr>
              <p:nvPr/>
            </p:nvSpPr>
            <p:spPr bwMode="auto">
              <a:xfrm>
                <a:off x="410" y="1511"/>
                <a:ext cx="681" cy="138"/>
              </a:xfrm>
              <a:prstGeom prst="rect">
                <a:avLst/>
              </a:prstGeom>
              <a:solidFill>
                <a:srgbClr val="FFFFFF"/>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740" name="Rectangle 351">
                <a:extLst>
                  <a:ext uri="{FF2B5EF4-FFF2-40B4-BE49-F238E27FC236}">
                    <a16:creationId xmlns:a16="http://schemas.microsoft.com/office/drawing/2014/main" id="{22E1DFE5-9FD3-AA4B-BDC5-018CD8E70F56}"/>
                  </a:ext>
                </a:extLst>
              </p:cNvPr>
              <p:cNvSpPr>
                <a:spLocks noChangeArrowheads="1"/>
              </p:cNvSpPr>
              <p:nvPr/>
            </p:nvSpPr>
            <p:spPr bwMode="auto">
              <a:xfrm>
                <a:off x="538" y="1536"/>
                <a:ext cx="96" cy="93"/>
              </a:xfrm>
              <a:prstGeom prst="rect">
                <a:avLst/>
              </a:prstGeom>
              <a:solidFill>
                <a:srgbClr val="3333CC"/>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741" name="Rectangle 352">
                <a:extLst>
                  <a:ext uri="{FF2B5EF4-FFF2-40B4-BE49-F238E27FC236}">
                    <a16:creationId xmlns:a16="http://schemas.microsoft.com/office/drawing/2014/main" id="{0849A1A5-14E0-374C-BA02-9C63B614DB28}"/>
                  </a:ext>
                </a:extLst>
              </p:cNvPr>
              <p:cNvSpPr>
                <a:spLocks noChangeArrowheads="1"/>
              </p:cNvSpPr>
              <p:nvPr/>
            </p:nvSpPr>
            <p:spPr bwMode="auto">
              <a:xfrm>
                <a:off x="529" y="1525"/>
                <a:ext cx="480" cy="112"/>
              </a:xfrm>
              <a:prstGeom prst="rect">
                <a:avLst/>
              </a:prstGeom>
              <a:noFill/>
              <a:ln w="9525">
                <a:solidFill>
                  <a:srgbClr val="3333CC"/>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742" name="Rectangle 353">
                <a:extLst>
                  <a:ext uri="{FF2B5EF4-FFF2-40B4-BE49-F238E27FC236}">
                    <a16:creationId xmlns:a16="http://schemas.microsoft.com/office/drawing/2014/main" id="{82BE04FB-4B53-BA46-B018-3B9000714E4E}"/>
                  </a:ext>
                </a:extLst>
              </p:cNvPr>
              <p:cNvSpPr>
                <a:spLocks noChangeArrowheads="1"/>
              </p:cNvSpPr>
              <p:nvPr/>
            </p:nvSpPr>
            <p:spPr bwMode="auto">
              <a:xfrm>
                <a:off x="423" y="1527"/>
                <a:ext cx="94" cy="108"/>
              </a:xfrm>
              <a:prstGeom prst="rect">
                <a:avLst/>
              </a:prstGeom>
              <a:solidFill>
                <a:srgbClr val="000000"/>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743" name="Rectangle 354">
                <a:extLst>
                  <a:ext uri="{FF2B5EF4-FFF2-40B4-BE49-F238E27FC236}">
                    <a16:creationId xmlns:a16="http://schemas.microsoft.com/office/drawing/2014/main" id="{13D8F146-B1F3-FA41-A508-298A5DADE5E3}"/>
                  </a:ext>
                </a:extLst>
              </p:cNvPr>
              <p:cNvSpPr>
                <a:spLocks noChangeArrowheads="1"/>
              </p:cNvSpPr>
              <p:nvPr/>
            </p:nvSpPr>
            <p:spPr bwMode="auto">
              <a:xfrm>
                <a:off x="1021" y="1526"/>
                <a:ext cx="60" cy="108"/>
              </a:xfrm>
              <a:prstGeom prst="rect">
                <a:avLst/>
              </a:prstGeom>
              <a:solidFill>
                <a:srgbClr val="000000"/>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nvGrpSpPr>
              <p:cNvPr id="744" name="Group 355">
                <a:extLst>
                  <a:ext uri="{FF2B5EF4-FFF2-40B4-BE49-F238E27FC236}">
                    <a16:creationId xmlns:a16="http://schemas.microsoft.com/office/drawing/2014/main" id="{87B22912-5DB4-CC4E-8302-A587515DDDDB}"/>
                  </a:ext>
                </a:extLst>
              </p:cNvPr>
              <p:cNvGrpSpPr>
                <a:grpSpLocks/>
              </p:cNvGrpSpPr>
              <p:nvPr/>
            </p:nvGrpSpPr>
            <p:grpSpPr bwMode="auto">
              <a:xfrm>
                <a:off x="647" y="1508"/>
                <a:ext cx="354" cy="154"/>
                <a:chOff x="290" y="875"/>
                <a:chExt cx="354" cy="154"/>
              </a:xfrm>
            </p:grpSpPr>
            <p:sp>
              <p:nvSpPr>
                <p:cNvPr id="745" name="Rectangle 356">
                  <a:extLst>
                    <a:ext uri="{FF2B5EF4-FFF2-40B4-BE49-F238E27FC236}">
                      <a16:creationId xmlns:a16="http://schemas.microsoft.com/office/drawing/2014/main" id="{E761A945-3F5E-CA4E-A896-C01C89521E55}"/>
                    </a:ext>
                  </a:extLst>
                </p:cNvPr>
                <p:cNvSpPr>
                  <a:spLocks noChangeArrowheads="1"/>
                </p:cNvSpPr>
                <p:nvPr/>
              </p:nvSpPr>
              <p:spPr bwMode="auto">
                <a:xfrm>
                  <a:off x="306" y="909"/>
                  <a:ext cx="328" cy="82"/>
                </a:xfrm>
                <a:prstGeom prst="rect">
                  <a:avLst/>
                </a:prstGeom>
                <a:solidFill>
                  <a:srgbClr val="00CC99"/>
                </a:solidFill>
                <a:ln w="9525">
                  <a:solidFill>
                    <a:srgbClr val="FFFFFF"/>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746" name="Rectangle 357">
                  <a:extLst>
                    <a:ext uri="{FF2B5EF4-FFF2-40B4-BE49-F238E27FC236}">
                      <a16:creationId xmlns:a16="http://schemas.microsoft.com/office/drawing/2014/main" id="{84134D3E-13F8-6042-9D38-AF73D970B80F}"/>
                    </a:ext>
                  </a:extLst>
                </p:cNvPr>
                <p:cNvSpPr>
                  <a:spLocks noChangeArrowheads="1"/>
                </p:cNvSpPr>
                <p:nvPr/>
              </p:nvSpPr>
              <p:spPr bwMode="auto">
                <a:xfrm>
                  <a:off x="290" y="903"/>
                  <a:ext cx="354" cy="94"/>
                </a:xfrm>
                <a:prstGeom prst="rect">
                  <a:avLst/>
                </a:prstGeom>
                <a:noFill/>
                <a:ln w="9525">
                  <a:solidFill>
                    <a:srgbClr val="00CC99"/>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747" name="Text Box 358">
                  <a:extLst>
                    <a:ext uri="{FF2B5EF4-FFF2-40B4-BE49-F238E27FC236}">
                      <a16:creationId xmlns:a16="http://schemas.microsoft.com/office/drawing/2014/main" id="{360C0654-D2F5-A249-98C0-8B4B35A822FC}"/>
                    </a:ext>
                  </a:extLst>
                </p:cNvPr>
                <p:cNvSpPr txBox="1">
                  <a:spLocks noChangeArrowheads="1"/>
                </p:cNvSpPr>
                <p:nvPr/>
              </p:nvSpPr>
              <p:spPr bwMode="auto">
                <a:xfrm>
                  <a:off x="332" y="875"/>
                  <a:ext cx="280" cy="1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srgbClr val="000000"/>
                      </a:solidFill>
                      <a:effectLst/>
                      <a:uLnTx/>
                      <a:uFillTx/>
                      <a:latin typeface="Arial" charset="0"/>
                      <a:ea typeface="ＭＳ Ｐゴシック" charset="0"/>
                    </a:rPr>
                    <a:t>SYN</a:t>
                  </a:r>
                </a:p>
              </p:txBody>
            </p:sp>
          </p:grpSp>
        </p:grpSp>
      </p:grpSp>
      <p:sp>
        <p:nvSpPr>
          <p:cNvPr id="756" name="Rectangle 359">
            <a:extLst>
              <a:ext uri="{FF2B5EF4-FFF2-40B4-BE49-F238E27FC236}">
                <a16:creationId xmlns:a16="http://schemas.microsoft.com/office/drawing/2014/main" id="{A9BE400C-E7A8-814F-9EFA-D314343CF23A}"/>
              </a:ext>
            </a:extLst>
          </p:cNvPr>
          <p:cNvSpPr>
            <a:spLocks noChangeArrowheads="1"/>
          </p:cNvSpPr>
          <p:nvPr/>
        </p:nvSpPr>
        <p:spPr bwMode="auto">
          <a:xfrm>
            <a:off x="1220788" y="4757738"/>
            <a:ext cx="184150" cy="2444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eaLnBrk="0" fontAlgn="base" hangingPunct="0">
              <a:spcBef>
                <a:spcPct val="0"/>
              </a:spcBef>
              <a:spcAft>
                <a:spcPct val="0"/>
              </a:spcAft>
              <a:defRPr/>
            </a:pPr>
            <a:endParaRPr lang="en-US" sz="1000" dirty="0">
              <a:solidFill>
                <a:srgbClr val="000000"/>
              </a:solidFill>
              <a:latin typeface="Arial" charset="0"/>
              <a:ea typeface="ＭＳ Ｐゴシック" charset="0"/>
            </a:endParaRPr>
          </a:p>
        </p:txBody>
      </p:sp>
      <p:grpSp>
        <p:nvGrpSpPr>
          <p:cNvPr id="757" name="Group 391">
            <a:extLst>
              <a:ext uri="{FF2B5EF4-FFF2-40B4-BE49-F238E27FC236}">
                <a16:creationId xmlns:a16="http://schemas.microsoft.com/office/drawing/2014/main" id="{17C83498-6185-2647-828E-58DDFAF371A4}"/>
              </a:ext>
            </a:extLst>
          </p:cNvPr>
          <p:cNvGrpSpPr>
            <a:grpSpLocks/>
          </p:cNvGrpSpPr>
          <p:nvPr/>
        </p:nvGrpSpPr>
        <p:grpSpPr bwMode="auto">
          <a:xfrm>
            <a:off x="547688" y="4546600"/>
            <a:ext cx="1081087" cy="782638"/>
            <a:chOff x="2675" y="3676"/>
            <a:chExt cx="681" cy="493"/>
          </a:xfrm>
        </p:grpSpPr>
        <p:grpSp>
          <p:nvGrpSpPr>
            <p:cNvPr id="758" name="Group 361">
              <a:extLst>
                <a:ext uri="{FF2B5EF4-FFF2-40B4-BE49-F238E27FC236}">
                  <a16:creationId xmlns:a16="http://schemas.microsoft.com/office/drawing/2014/main" id="{18FD13CD-0315-B647-B6AF-39F23BA87479}"/>
                </a:ext>
              </a:extLst>
            </p:cNvPr>
            <p:cNvGrpSpPr>
              <a:grpSpLocks/>
            </p:cNvGrpSpPr>
            <p:nvPr/>
          </p:nvGrpSpPr>
          <p:grpSpPr bwMode="auto">
            <a:xfrm>
              <a:off x="2793" y="3855"/>
              <a:ext cx="480" cy="112"/>
              <a:chOff x="627" y="3377"/>
              <a:chExt cx="480" cy="112"/>
            </a:xfrm>
          </p:grpSpPr>
          <p:sp>
            <p:nvSpPr>
              <p:cNvPr id="810" name="Rectangle 362">
                <a:extLst>
                  <a:ext uri="{FF2B5EF4-FFF2-40B4-BE49-F238E27FC236}">
                    <a16:creationId xmlns:a16="http://schemas.microsoft.com/office/drawing/2014/main" id="{9C3274D0-8E72-FF4D-AA28-A8EAE39D6B4C}"/>
                  </a:ext>
                </a:extLst>
              </p:cNvPr>
              <p:cNvSpPr>
                <a:spLocks noChangeArrowheads="1"/>
              </p:cNvSpPr>
              <p:nvPr/>
            </p:nvSpPr>
            <p:spPr bwMode="auto">
              <a:xfrm>
                <a:off x="636" y="3388"/>
                <a:ext cx="96" cy="93"/>
              </a:xfrm>
              <a:prstGeom prst="rect">
                <a:avLst/>
              </a:prstGeom>
              <a:solidFill>
                <a:srgbClr val="3333CC"/>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811" name="Rectangle 363">
                <a:extLst>
                  <a:ext uri="{FF2B5EF4-FFF2-40B4-BE49-F238E27FC236}">
                    <a16:creationId xmlns:a16="http://schemas.microsoft.com/office/drawing/2014/main" id="{2A85A536-6D67-544C-8670-9B17244FB9D4}"/>
                  </a:ext>
                </a:extLst>
              </p:cNvPr>
              <p:cNvSpPr>
                <a:spLocks noChangeArrowheads="1"/>
              </p:cNvSpPr>
              <p:nvPr/>
            </p:nvSpPr>
            <p:spPr bwMode="auto">
              <a:xfrm>
                <a:off x="627" y="3377"/>
                <a:ext cx="480" cy="112"/>
              </a:xfrm>
              <a:prstGeom prst="rect">
                <a:avLst/>
              </a:prstGeom>
              <a:noFill/>
              <a:ln w="9525">
                <a:solidFill>
                  <a:srgbClr val="3333CC"/>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grpSp>
          <p:nvGrpSpPr>
            <p:cNvPr id="759" name="Group 382">
              <a:extLst>
                <a:ext uri="{FF2B5EF4-FFF2-40B4-BE49-F238E27FC236}">
                  <a16:creationId xmlns:a16="http://schemas.microsoft.com/office/drawing/2014/main" id="{A64FBDF6-0E86-E740-A72D-FB97797F5E7A}"/>
                </a:ext>
              </a:extLst>
            </p:cNvPr>
            <p:cNvGrpSpPr>
              <a:grpSpLocks/>
            </p:cNvGrpSpPr>
            <p:nvPr/>
          </p:nvGrpSpPr>
          <p:grpSpPr bwMode="auto">
            <a:xfrm>
              <a:off x="2855" y="3676"/>
              <a:ext cx="444" cy="154"/>
              <a:chOff x="2717" y="3676"/>
              <a:chExt cx="444" cy="154"/>
            </a:xfrm>
          </p:grpSpPr>
          <p:sp>
            <p:nvSpPr>
              <p:cNvPr id="807" name="Rectangle 365">
                <a:extLst>
                  <a:ext uri="{FF2B5EF4-FFF2-40B4-BE49-F238E27FC236}">
                    <a16:creationId xmlns:a16="http://schemas.microsoft.com/office/drawing/2014/main" id="{8E976F92-FA7A-AB47-9B21-9CC5C19111FE}"/>
                  </a:ext>
                </a:extLst>
              </p:cNvPr>
              <p:cNvSpPr>
                <a:spLocks noChangeArrowheads="1"/>
              </p:cNvSpPr>
              <p:nvPr/>
            </p:nvSpPr>
            <p:spPr bwMode="auto">
              <a:xfrm>
                <a:off x="2775" y="3710"/>
                <a:ext cx="328" cy="82"/>
              </a:xfrm>
              <a:prstGeom prst="rect">
                <a:avLst/>
              </a:prstGeom>
              <a:solidFill>
                <a:srgbClr val="00CC99"/>
              </a:solidFill>
              <a:ln w="9525">
                <a:solidFill>
                  <a:srgbClr val="FFFFFF"/>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808" name="Rectangle 366">
                <a:extLst>
                  <a:ext uri="{FF2B5EF4-FFF2-40B4-BE49-F238E27FC236}">
                    <a16:creationId xmlns:a16="http://schemas.microsoft.com/office/drawing/2014/main" id="{6AD327EE-B6BC-D741-A7C2-B834A5D5938E}"/>
                  </a:ext>
                </a:extLst>
              </p:cNvPr>
              <p:cNvSpPr>
                <a:spLocks noChangeArrowheads="1"/>
              </p:cNvSpPr>
              <p:nvPr/>
            </p:nvSpPr>
            <p:spPr bwMode="auto">
              <a:xfrm>
                <a:off x="2759" y="3704"/>
                <a:ext cx="354" cy="94"/>
              </a:xfrm>
              <a:prstGeom prst="rect">
                <a:avLst/>
              </a:prstGeom>
              <a:noFill/>
              <a:ln w="9525">
                <a:solidFill>
                  <a:srgbClr val="00CC99"/>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809" name="Text Box 367">
                <a:extLst>
                  <a:ext uri="{FF2B5EF4-FFF2-40B4-BE49-F238E27FC236}">
                    <a16:creationId xmlns:a16="http://schemas.microsoft.com/office/drawing/2014/main" id="{96F9A0CD-789B-D04C-9566-4A2973C5EFB5}"/>
                  </a:ext>
                </a:extLst>
              </p:cNvPr>
              <p:cNvSpPr txBox="1">
                <a:spLocks noChangeArrowheads="1"/>
              </p:cNvSpPr>
              <p:nvPr/>
            </p:nvSpPr>
            <p:spPr bwMode="auto">
              <a:xfrm>
                <a:off x="2717" y="3676"/>
                <a:ext cx="444" cy="1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srgbClr val="000000"/>
                    </a:solidFill>
                    <a:effectLst/>
                    <a:uLnTx/>
                    <a:uFillTx/>
                    <a:latin typeface="Arial" charset="0"/>
                    <a:ea typeface="ＭＳ Ｐゴシック" charset="0"/>
                  </a:rPr>
                  <a:t>SYNACK</a:t>
                </a:r>
              </a:p>
            </p:txBody>
          </p:sp>
        </p:grpSp>
        <p:sp>
          <p:nvSpPr>
            <p:cNvPr id="760" name="Rectangle 373">
              <a:extLst>
                <a:ext uri="{FF2B5EF4-FFF2-40B4-BE49-F238E27FC236}">
                  <a16:creationId xmlns:a16="http://schemas.microsoft.com/office/drawing/2014/main" id="{F2EBED54-BD1B-ED40-89CC-56E9651CA08E}"/>
                </a:ext>
              </a:extLst>
            </p:cNvPr>
            <p:cNvSpPr>
              <a:spLocks noChangeArrowheads="1"/>
            </p:cNvSpPr>
            <p:nvPr/>
          </p:nvSpPr>
          <p:spPr bwMode="auto">
            <a:xfrm>
              <a:off x="2675" y="4018"/>
              <a:ext cx="681" cy="138"/>
            </a:xfrm>
            <a:prstGeom prst="rect">
              <a:avLst/>
            </a:prstGeom>
            <a:solidFill>
              <a:srgbClr val="FFFFFF"/>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761" name="Rectangle 374">
              <a:extLst>
                <a:ext uri="{FF2B5EF4-FFF2-40B4-BE49-F238E27FC236}">
                  <a16:creationId xmlns:a16="http://schemas.microsoft.com/office/drawing/2014/main" id="{74AF0931-1E02-754D-9005-03A58D5C2E5F}"/>
                </a:ext>
              </a:extLst>
            </p:cNvPr>
            <p:cNvSpPr>
              <a:spLocks noChangeArrowheads="1"/>
            </p:cNvSpPr>
            <p:nvPr/>
          </p:nvSpPr>
          <p:spPr bwMode="auto">
            <a:xfrm>
              <a:off x="2803" y="4043"/>
              <a:ext cx="96" cy="93"/>
            </a:xfrm>
            <a:prstGeom prst="rect">
              <a:avLst/>
            </a:prstGeom>
            <a:solidFill>
              <a:srgbClr val="3333CC"/>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762" name="Rectangle 375">
              <a:extLst>
                <a:ext uri="{FF2B5EF4-FFF2-40B4-BE49-F238E27FC236}">
                  <a16:creationId xmlns:a16="http://schemas.microsoft.com/office/drawing/2014/main" id="{9DE1570C-335C-9C44-9681-536C219A39D8}"/>
                </a:ext>
              </a:extLst>
            </p:cNvPr>
            <p:cNvSpPr>
              <a:spLocks noChangeArrowheads="1"/>
            </p:cNvSpPr>
            <p:nvPr/>
          </p:nvSpPr>
          <p:spPr bwMode="auto">
            <a:xfrm>
              <a:off x="2794" y="4032"/>
              <a:ext cx="480" cy="112"/>
            </a:xfrm>
            <a:prstGeom prst="rect">
              <a:avLst/>
            </a:prstGeom>
            <a:noFill/>
            <a:ln w="9525">
              <a:solidFill>
                <a:srgbClr val="3333CC"/>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763" name="Rectangle 376">
              <a:extLst>
                <a:ext uri="{FF2B5EF4-FFF2-40B4-BE49-F238E27FC236}">
                  <a16:creationId xmlns:a16="http://schemas.microsoft.com/office/drawing/2014/main" id="{1A5BAEF7-331F-F14B-B97F-78D5BE86A5E8}"/>
                </a:ext>
              </a:extLst>
            </p:cNvPr>
            <p:cNvSpPr>
              <a:spLocks noChangeArrowheads="1"/>
            </p:cNvSpPr>
            <p:nvPr/>
          </p:nvSpPr>
          <p:spPr bwMode="auto">
            <a:xfrm>
              <a:off x="2688" y="4034"/>
              <a:ext cx="94" cy="108"/>
            </a:xfrm>
            <a:prstGeom prst="rect">
              <a:avLst/>
            </a:prstGeom>
            <a:solidFill>
              <a:srgbClr val="000000"/>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764" name="Rectangle 377">
              <a:extLst>
                <a:ext uri="{FF2B5EF4-FFF2-40B4-BE49-F238E27FC236}">
                  <a16:creationId xmlns:a16="http://schemas.microsoft.com/office/drawing/2014/main" id="{84336569-B3A7-6A49-A82B-99D5EC339908}"/>
                </a:ext>
              </a:extLst>
            </p:cNvPr>
            <p:cNvSpPr>
              <a:spLocks noChangeArrowheads="1"/>
            </p:cNvSpPr>
            <p:nvPr/>
          </p:nvSpPr>
          <p:spPr bwMode="auto">
            <a:xfrm>
              <a:off x="3286" y="4033"/>
              <a:ext cx="60" cy="108"/>
            </a:xfrm>
            <a:prstGeom prst="rect">
              <a:avLst/>
            </a:prstGeom>
            <a:solidFill>
              <a:srgbClr val="000000"/>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nvGrpSpPr>
            <p:cNvPr id="765" name="Group 383">
              <a:extLst>
                <a:ext uri="{FF2B5EF4-FFF2-40B4-BE49-F238E27FC236}">
                  <a16:creationId xmlns:a16="http://schemas.microsoft.com/office/drawing/2014/main" id="{28790B64-9067-B544-9439-EB76C10C1FD0}"/>
                </a:ext>
              </a:extLst>
            </p:cNvPr>
            <p:cNvGrpSpPr>
              <a:grpSpLocks/>
            </p:cNvGrpSpPr>
            <p:nvPr/>
          </p:nvGrpSpPr>
          <p:grpSpPr bwMode="auto">
            <a:xfrm>
              <a:off x="2864" y="3835"/>
              <a:ext cx="444" cy="154"/>
              <a:chOff x="2717" y="3676"/>
              <a:chExt cx="444" cy="154"/>
            </a:xfrm>
          </p:grpSpPr>
          <p:sp>
            <p:nvSpPr>
              <p:cNvPr id="804" name="Rectangle 384">
                <a:extLst>
                  <a:ext uri="{FF2B5EF4-FFF2-40B4-BE49-F238E27FC236}">
                    <a16:creationId xmlns:a16="http://schemas.microsoft.com/office/drawing/2014/main" id="{BEF7727E-C16B-5F45-BAA7-AE952E893614}"/>
                  </a:ext>
                </a:extLst>
              </p:cNvPr>
              <p:cNvSpPr>
                <a:spLocks noChangeArrowheads="1"/>
              </p:cNvSpPr>
              <p:nvPr/>
            </p:nvSpPr>
            <p:spPr bwMode="auto">
              <a:xfrm>
                <a:off x="2775" y="3710"/>
                <a:ext cx="328" cy="82"/>
              </a:xfrm>
              <a:prstGeom prst="rect">
                <a:avLst/>
              </a:prstGeom>
              <a:solidFill>
                <a:srgbClr val="00CC99"/>
              </a:solidFill>
              <a:ln w="9525">
                <a:solidFill>
                  <a:srgbClr val="FFFFFF"/>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805" name="Rectangle 385">
                <a:extLst>
                  <a:ext uri="{FF2B5EF4-FFF2-40B4-BE49-F238E27FC236}">
                    <a16:creationId xmlns:a16="http://schemas.microsoft.com/office/drawing/2014/main" id="{FB8C79D1-4376-1A40-B6C0-F73357935CF8}"/>
                  </a:ext>
                </a:extLst>
              </p:cNvPr>
              <p:cNvSpPr>
                <a:spLocks noChangeArrowheads="1"/>
              </p:cNvSpPr>
              <p:nvPr/>
            </p:nvSpPr>
            <p:spPr bwMode="auto">
              <a:xfrm>
                <a:off x="2759" y="3704"/>
                <a:ext cx="354" cy="94"/>
              </a:xfrm>
              <a:prstGeom prst="rect">
                <a:avLst/>
              </a:prstGeom>
              <a:noFill/>
              <a:ln w="9525">
                <a:solidFill>
                  <a:srgbClr val="00CC99"/>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806" name="Text Box 386">
                <a:extLst>
                  <a:ext uri="{FF2B5EF4-FFF2-40B4-BE49-F238E27FC236}">
                    <a16:creationId xmlns:a16="http://schemas.microsoft.com/office/drawing/2014/main" id="{7D800199-8CF4-F44C-B339-C1A2622895BF}"/>
                  </a:ext>
                </a:extLst>
              </p:cNvPr>
              <p:cNvSpPr txBox="1">
                <a:spLocks noChangeArrowheads="1"/>
              </p:cNvSpPr>
              <p:nvPr/>
            </p:nvSpPr>
            <p:spPr bwMode="auto">
              <a:xfrm>
                <a:off x="2717" y="3676"/>
                <a:ext cx="444" cy="1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srgbClr val="000000"/>
                    </a:solidFill>
                    <a:effectLst/>
                    <a:uLnTx/>
                    <a:uFillTx/>
                    <a:latin typeface="Arial" charset="0"/>
                    <a:ea typeface="ＭＳ Ｐゴシック" charset="0"/>
                  </a:rPr>
                  <a:t>SYNACK</a:t>
                </a:r>
              </a:p>
            </p:txBody>
          </p:sp>
        </p:grpSp>
        <p:grpSp>
          <p:nvGrpSpPr>
            <p:cNvPr id="766" name="Group 387">
              <a:extLst>
                <a:ext uri="{FF2B5EF4-FFF2-40B4-BE49-F238E27FC236}">
                  <a16:creationId xmlns:a16="http://schemas.microsoft.com/office/drawing/2014/main" id="{A3096BC9-64B5-ED4E-A43F-70809FA8A191}"/>
                </a:ext>
              </a:extLst>
            </p:cNvPr>
            <p:cNvGrpSpPr>
              <a:grpSpLocks/>
            </p:cNvGrpSpPr>
            <p:nvPr/>
          </p:nvGrpSpPr>
          <p:grpSpPr bwMode="auto">
            <a:xfrm>
              <a:off x="2867" y="4015"/>
              <a:ext cx="444" cy="154"/>
              <a:chOff x="2717" y="3676"/>
              <a:chExt cx="444" cy="154"/>
            </a:xfrm>
          </p:grpSpPr>
          <p:sp>
            <p:nvSpPr>
              <p:cNvPr id="801" name="Rectangle 388">
                <a:extLst>
                  <a:ext uri="{FF2B5EF4-FFF2-40B4-BE49-F238E27FC236}">
                    <a16:creationId xmlns:a16="http://schemas.microsoft.com/office/drawing/2014/main" id="{F61F578C-8BF0-8341-943D-39CDE967F267}"/>
                  </a:ext>
                </a:extLst>
              </p:cNvPr>
              <p:cNvSpPr>
                <a:spLocks noChangeArrowheads="1"/>
              </p:cNvSpPr>
              <p:nvPr/>
            </p:nvSpPr>
            <p:spPr bwMode="auto">
              <a:xfrm>
                <a:off x="2775" y="3710"/>
                <a:ext cx="328" cy="82"/>
              </a:xfrm>
              <a:prstGeom prst="rect">
                <a:avLst/>
              </a:prstGeom>
              <a:solidFill>
                <a:srgbClr val="00CC99"/>
              </a:solidFill>
              <a:ln w="9525">
                <a:solidFill>
                  <a:srgbClr val="FFFFFF"/>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802" name="Rectangle 389">
                <a:extLst>
                  <a:ext uri="{FF2B5EF4-FFF2-40B4-BE49-F238E27FC236}">
                    <a16:creationId xmlns:a16="http://schemas.microsoft.com/office/drawing/2014/main" id="{E8B4EC9C-05C8-C142-955E-B40BA2278869}"/>
                  </a:ext>
                </a:extLst>
              </p:cNvPr>
              <p:cNvSpPr>
                <a:spLocks noChangeArrowheads="1"/>
              </p:cNvSpPr>
              <p:nvPr/>
            </p:nvSpPr>
            <p:spPr bwMode="auto">
              <a:xfrm>
                <a:off x="2759" y="3704"/>
                <a:ext cx="354" cy="94"/>
              </a:xfrm>
              <a:prstGeom prst="rect">
                <a:avLst/>
              </a:prstGeom>
              <a:noFill/>
              <a:ln w="9525">
                <a:solidFill>
                  <a:srgbClr val="00CC99"/>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803" name="Text Box 390">
                <a:extLst>
                  <a:ext uri="{FF2B5EF4-FFF2-40B4-BE49-F238E27FC236}">
                    <a16:creationId xmlns:a16="http://schemas.microsoft.com/office/drawing/2014/main" id="{AEB443BC-BE15-5740-B309-D2DC97FAE981}"/>
                  </a:ext>
                </a:extLst>
              </p:cNvPr>
              <p:cNvSpPr txBox="1">
                <a:spLocks noChangeArrowheads="1"/>
              </p:cNvSpPr>
              <p:nvPr/>
            </p:nvSpPr>
            <p:spPr bwMode="auto">
              <a:xfrm>
                <a:off x="2717" y="3676"/>
                <a:ext cx="444" cy="1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srgbClr val="000000"/>
                    </a:solidFill>
                    <a:effectLst/>
                    <a:uLnTx/>
                    <a:uFillTx/>
                    <a:latin typeface="Arial" charset="0"/>
                    <a:ea typeface="ＭＳ Ｐゴシック" charset="0"/>
                  </a:rPr>
                  <a:t>SYNACK</a:t>
                </a:r>
              </a:p>
            </p:txBody>
          </p:sp>
        </p:grpSp>
      </p:grpSp>
      <p:grpSp>
        <p:nvGrpSpPr>
          <p:cNvPr id="812" name="Group 423">
            <a:extLst>
              <a:ext uri="{FF2B5EF4-FFF2-40B4-BE49-F238E27FC236}">
                <a16:creationId xmlns:a16="http://schemas.microsoft.com/office/drawing/2014/main" id="{A6880A50-5449-0E46-A5C1-4F3EDBB5D53B}"/>
              </a:ext>
            </a:extLst>
          </p:cNvPr>
          <p:cNvGrpSpPr>
            <a:grpSpLocks/>
          </p:cNvGrpSpPr>
          <p:nvPr/>
        </p:nvGrpSpPr>
        <p:grpSpPr bwMode="auto">
          <a:xfrm>
            <a:off x="211137" y="1868488"/>
            <a:ext cx="1081088" cy="782637"/>
            <a:chOff x="2613" y="3554"/>
            <a:chExt cx="681" cy="493"/>
          </a:xfrm>
        </p:grpSpPr>
        <p:grpSp>
          <p:nvGrpSpPr>
            <p:cNvPr id="813" name="Group 393">
              <a:extLst>
                <a:ext uri="{FF2B5EF4-FFF2-40B4-BE49-F238E27FC236}">
                  <a16:creationId xmlns:a16="http://schemas.microsoft.com/office/drawing/2014/main" id="{C0CC2508-5523-1E46-8737-BE4E4E429EF7}"/>
                </a:ext>
              </a:extLst>
            </p:cNvPr>
            <p:cNvGrpSpPr>
              <a:grpSpLocks/>
            </p:cNvGrpSpPr>
            <p:nvPr/>
          </p:nvGrpSpPr>
          <p:grpSpPr bwMode="auto">
            <a:xfrm>
              <a:off x="2731" y="3733"/>
              <a:ext cx="480" cy="112"/>
              <a:chOff x="627" y="3377"/>
              <a:chExt cx="480" cy="112"/>
            </a:xfrm>
          </p:grpSpPr>
          <p:sp>
            <p:nvSpPr>
              <p:cNvPr id="831" name="Rectangle 394">
                <a:extLst>
                  <a:ext uri="{FF2B5EF4-FFF2-40B4-BE49-F238E27FC236}">
                    <a16:creationId xmlns:a16="http://schemas.microsoft.com/office/drawing/2014/main" id="{90649956-CFA3-AB44-82F9-1A40A13146F5}"/>
                  </a:ext>
                </a:extLst>
              </p:cNvPr>
              <p:cNvSpPr>
                <a:spLocks noChangeArrowheads="1"/>
              </p:cNvSpPr>
              <p:nvPr/>
            </p:nvSpPr>
            <p:spPr bwMode="auto">
              <a:xfrm>
                <a:off x="636" y="3388"/>
                <a:ext cx="96" cy="93"/>
              </a:xfrm>
              <a:prstGeom prst="rect">
                <a:avLst/>
              </a:prstGeom>
              <a:solidFill>
                <a:srgbClr val="3333CC"/>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832" name="Rectangle 395">
                <a:extLst>
                  <a:ext uri="{FF2B5EF4-FFF2-40B4-BE49-F238E27FC236}">
                    <a16:creationId xmlns:a16="http://schemas.microsoft.com/office/drawing/2014/main" id="{8BD70DAB-651C-5047-B975-B174CE645CC8}"/>
                  </a:ext>
                </a:extLst>
              </p:cNvPr>
              <p:cNvSpPr>
                <a:spLocks noChangeArrowheads="1"/>
              </p:cNvSpPr>
              <p:nvPr/>
            </p:nvSpPr>
            <p:spPr bwMode="auto">
              <a:xfrm>
                <a:off x="627" y="3377"/>
                <a:ext cx="480" cy="112"/>
              </a:xfrm>
              <a:prstGeom prst="rect">
                <a:avLst/>
              </a:prstGeom>
              <a:noFill/>
              <a:ln w="9525">
                <a:solidFill>
                  <a:srgbClr val="3333CC"/>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grpSp>
          <p:nvGrpSpPr>
            <p:cNvPr id="814" name="Group 396">
              <a:extLst>
                <a:ext uri="{FF2B5EF4-FFF2-40B4-BE49-F238E27FC236}">
                  <a16:creationId xmlns:a16="http://schemas.microsoft.com/office/drawing/2014/main" id="{40C19D6E-09EE-3045-9039-85D4B044B95B}"/>
                </a:ext>
              </a:extLst>
            </p:cNvPr>
            <p:cNvGrpSpPr>
              <a:grpSpLocks/>
            </p:cNvGrpSpPr>
            <p:nvPr/>
          </p:nvGrpSpPr>
          <p:grpSpPr bwMode="auto">
            <a:xfrm>
              <a:off x="2793" y="3554"/>
              <a:ext cx="444" cy="154"/>
              <a:chOff x="2717" y="3676"/>
              <a:chExt cx="444" cy="154"/>
            </a:xfrm>
          </p:grpSpPr>
          <p:sp>
            <p:nvSpPr>
              <p:cNvPr id="828" name="Rectangle 397">
                <a:extLst>
                  <a:ext uri="{FF2B5EF4-FFF2-40B4-BE49-F238E27FC236}">
                    <a16:creationId xmlns:a16="http://schemas.microsoft.com/office/drawing/2014/main" id="{66D59E5F-377E-C549-9CE6-0433DF2E093F}"/>
                  </a:ext>
                </a:extLst>
              </p:cNvPr>
              <p:cNvSpPr>
                <a:spLocks noChangeArrowheads="1"/>
              </p:cNvSpPr>
              <p:nvPr/>
            </p:nvSpPr>
            <p:spPr bwMode="auto">
              <a:xfrm>
                <a:off x="2775" y="3710"/>
                <a:ext cx="328" cy="82"/>
              </a:xfrm>
              <a:prstGeom prst="rect">
                <a:avLst/>
              </a:prstGeom>
              <a:solidFill>
                <a:srgbClr val="00CC99"/>
              </a:solidFill>
              <a:ln w="9525">
                <a:solidFill>
                  <a:srgbClr val="FFFFFF"/>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829" name="Rectangle 398">
                <a:extLst>
                  <a:ext uri="{FF2B5EF4-FFF2-40B4-BE49-F238E27FC236}">
                    <a16:creationId xmlns:a16="http://schemas.microsoft.com/office/drawing/2014/main" id="{D1732789-3643-5E46-94EF-A715FF8A5BF1}"/>
                  </a:ext>
                </a:extLst>
              </p:cNvPr>
              <p:cNvSpPr>
                <a:spLocks noChangeArrowheads="1"/>
              </p:cNvSpPr>
              <p:nvPr/>
            </p:nvSpPr>
            <p:spPr bwMode="auto">
              <a:xfrm>
                <a:off x="2759" y="3704"/>
                <a:ext cx="354" cy="94"/>
              </a:xfrm>
              <a:prstGeom prst="rect">
                <a:avLst/>
              </a:prstGeom>
              <a:noFill/>
              <a:ln w="9525">
                <a:solidFill>
                  <a:srgbClr val="00CC99"/>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830" name="Text Box 399">
                <a:extLst>
                  <a:ext uri="{FF2B5EF4-FFF2-40B4-BE49-F238E27FC236}">
                    <a16:creationId xmlns:a16="http://schemas.microsoft.com/office/drawing/2014/main" id="{D256CEEF-EDB6-0E44-963C-AB56839D6F39}"/>
                  </a:ext>
                </a:extLst>
              </p:cNvPr>
              <p:cNvSpPr txBox="1">
                <a:spLocks noChangeArrowheads="1"/>
              </p:cNvSpPr>
              <p:nvPr/>
            </p:nvSpPr>
            <p:spPr bwMode="auto">
              <a:xfrm>
                <a:off x="2717" y="3676"/>
                <a:ext cx="444" cy="1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srgbClr val="000000"/>
                    </a:solidFill>
                    <a:effectLst/>
                    <a:uLnTx/>
                    <a:uFillTx/>
                    <a:latin typeface="Arial" charset="0"/>
                    <a:ea typeface="ＭＳ Ｐゴシック" charset="0"/>
                  </a:rPr>
                  <a:t>SYNACK</a:t>
                </a:r>
              </a:p>
            </p:txBody>
          </p:sp>
        </p:grpSp>
        <p:sp>
          <p:nvSpPr>
            <p:cNvPr id="815" name="Rectangle 400">
              <a:extLst>
                <a:ext uri="{FF2B5EF4-FFF2-40B4-BE49-F238E27FC236}">
                  <a16:creationId xmlns:a16="http://schemas.microsoft.com/office/drawing/2014/main" id="{CAD9F45E-35B7-F24A-8A08-33EC261EBDA7}"/>
                </a:ext>
              </a:extLst>
            </p:cNvPr>
            <p:cNvSpPr>
              <a:spLocks noChangeArrowheads="1"/>
            </p:cNvSpPr>
            <p:nvPr/>
          </p:nvSpPr>
          <p:spPr bwMode="auto">
            <a:xfrm>
              <a:off x="2613" y="3896"/>
              <a:ext cx="681" cy="138"/>
            </a:xfrm>
            <a:prstGeom prst="rect">
              <a:avLst/>
            </a:prstGeom>
            <a:solidFill>
              <a:srgbClr val="FFFFFF"/>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816" name="Rectangle 401">
              <a:extLst>
                <a:ext uri="{FF2B5EF4-FFF2-40B4-BE49-F238E27FC236}">
                  <a16:creationId xmlns:a16="http://schemas.microsoft.com/office/drawing/2014/main" id="{6A723820-5A3C-934C-8004-55656E64C427}"/>
                </a:ext>
              </a:extLst>
            </p:cNvPr>
            <p:cNvSpPr>
              <a:spLocks noChangeArrowheads="1"/>
            </p:cNvSpPr>
            <p:nvPr/>
          </p:nvSpPr>
          <p:spPr bwMode="auto">
            <a:xfrm>
              <a:off x="2741" y="3921"/>
              <a:ext cx="96" cy="93"/>
            </a:xfrm>
            <a:prstGeom prst="rect">
              <a:avLst/>
            </a:prstGeom>
            <a:solidFill>
              <a:srgbClr val="3333CC"/>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817" name="Rectangle 402">
              <a:extLst>
                <a:ext uri="{FF2B5EF4-FFF2-40B4-BE49-F238E27FC236}">
                  <a16:creationId xmlns:a16="http://schemas.microsoft.com/office/drawing/2014/main" id="{6334C52D-28B6-7248-A490-DD6B1607A287}"/>
                </a:ext>
              </a:extLst>
            </p:cNvPr>
            <p:cNvSpPr>
              <a:spLocks noChangeArrowheads="1"/>
            </p:cNvSpPr>
            <p:nvPr/>
          </p:nvSpPr>
          <p:spPr bwMode="auto">
            <a:xfrm>
              <a:off x="2732" y="3910"/>
              <a:ext cx="480" cy="112"/>
            </a:xfrm>
            <a:prstGeom prst="rect">
              <a:avLst/>
            </a:prstGeom>
            <a:noFill/>
            <a:ln w="9525">
              <a:solidFill>
                <a:srgbClr val="3333CC"/>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818" name="Rectangle 403">
              <a:extLst>
                <a:ext uri="{FF2B5EF4-FFF2-40B4-BE49-F238E27FC236}">
                  <a16:creationId xmlns:a16="http://schemas.microsoft.com/office/drawing/2014/main" id="{43965A11-3A3A-9842-98E9-480DC62F637E}"/>
                </a:ext>
              </a:extLst>
            </p:cNvPr>
            <p:cNvSpPr>
              <a:spLocks noChangeArrowheads="1"/>
            </p:cNvSpPr>
            <p:nvPr/>
          </p:nvSpPr>
          <p:spPr bwMode="auto">
            <a:xfrm>
              <a:off x="2626" y="3912"/>
              <a:ext cx="94" cy="108"/>
            </a:xfrm>
            <a:prstGeom prst="rect">
              <a:avLst/>
            </a:prstGeom>
            <a:solidFill>
              <a:srgbClr val="000000"/>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819" name="Rectangle 404">
              <a:extLst>
                <a:ext uri="{FF2B5EF4-FFF2-40B4-BE49-F238E27FC236}">
                  <a16:creationId xmlns:a16="http://schemas.microsoft.com/office/drawing/2014/main" id="{CF02A561-A967-8146-9791-21417B4ADA2E}"/>
                </a:ext>
              </a:extLst>
            </p:cNvPr>
            <p:cNvSpPr>
              <a:spLocks noChangeArrowheads="1"/>
            </p:cNvSpPr>
            <p:nvPr/>
          </p:nvSpPr>
          <p:spPr bwMode="auto">
            <a:xfrm>
              <a:off x="3224" y="3911"/>
              <a:ext cx="60" cy="108"/>
            </a:xfrm>
            <a:prstGeom prst="rect">
              <a:avLst/>
            </a:prstGeom>
            <a:solidFill>
              <a:srgbClr val="000000"/>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nvGrpSpPr>
            <p:cNvPr id="820" name="Group 405">
              <a:extLst>
                <a:ext uri="{FF2B5EF4-FFF2-40B4-BE49-F238E27FC236}">
                  <a16:creationId xmlns:a16="http://schemas.microsoft.com/office/drawing/2014/main" id="{931BB545-418C-D04E-BE16-C1DDB3B30606}"/>
                </a:ext>
              </a:extLst>
            </p:cNvPr>
            <p:cNvGrpSpPr>
              <a:grpSpLocks/>
            </p:cNvGrpSpPr>
            <p:nvPr/>
          </p:nvGrpSpPr>
          <p:grpSpPr bwMode="auto">
            <a:xfrm>
              <a:off x="2802" y="3713"/>
              <a:ext cx="444" cy="154"/>
              <a:chOff x="2717" y="3676"/>
              <a:chExt cx="444" cy="154"/>
            </a:xfrm>
          </p:grpSpPr>
          <p:sp>
            <p:nvSpPr>
              <p:cNvPr id="825" name="Rectangle 406">
                <a:extLst>
                  <a:ext uri="{FF2B5EF4-FFF2-40B4-BE49-F238E27FC236}">
                    <a16:creationId xmlns:a16="http://schemas.microsoft.com/office/drawing/2014/main" id="{F4D73D91-C3AE-5048-A766-146F05C8DB4A}"/>
                  </a:ext>
                </a:extLst>
              </p:cNvPr>
              <p:cNvSpPr>
                <a:spLocks noChangeArrowheads="1"/>
              </p:cNvSpPr>
              <p:nvPr/>
            </p:nvSpPr>
            <p:spPr bwMode="auto">
              <a:xfrm>
                <a:off x="2775" y="3710"/>
                <a:ext cx="328" cy="82"/>
              </a:xfrm>
              <a:prstGeom prst="rect">
                <a:avLst/>
              </a:prstGeom>
              <a:solidFill>
                <a:srgbClr val="00CC99"/>
              </a:solidFill>
              <a:ln w="9525">
                <a:solidFill>
                  <a:srgbClr val="FFFFFF"/>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826" name="Rectangle 407">
                <a:extLst>
                  <a:ext uri="{FF2B5EF4-FFF2-40B4-BE49-F238E27FC236}">
                    <a16:creationId xmlns:a16="http://schemas.microsoft.com/office/drawing/2014/main" id="{06CF0FC6-D090-2D4F-8B68-D98E606A3C93}"/>
                  </a:ext>
                </a:extLst>
              </p:cNvPr>
              <p:cNvSpPr>
                <a:spLocks noChangeArrowheads="1"/>
              </p:cNvSpPr>
              <p:nvPr/>
            </p:nvSpPr>
            <p:spPr bwMode="auto">
              <a:xfrm>
                <a:off x="2759" y="3704"/>
                <a:ext cx="354" cy="94"/>
              </a:xfrm>
              <a:prstGeom prst="rect">
                <a:avLst/>
              </a:prstGeom>
              <a:noFill/>
              <a:ln w="9525">
                <a:solidFill>
                  <a:srgbClr val="00CC99"/>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827" name="Text Box 408">
                <a:extLst>
                  <a:ext uri="{FF2B5EF4-FFF2-40B4-BE49-F238E27FC236}">
                    <a16:creationId xmlns:a16="http://schemas.microsoft.com/office/drawing/2014/main" id="{B109233B-D33D-6A48-8899-85AA2DD4C27C}"/>
                  </a:ext>
                </a:extLst>
              </p:cNvPr>
              <p:cNvSpPr txBox="1">
                <a:spLocks noChangeArrowheads="1"/>
              </p:cNvSpPr>
              <p:nvPr/>
            </p:nvSpPr>
            <p:spPr bwMode="auto">
              <a:xfrm>
                <a:off x="2717" y="3676"/>
                <a:ext cx="444" cy="1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srgbClr val="000000"/>
                    </a:solidFill>
                    <a:effectLst/>
                    <a:uLnTx/>
                    <a:uFillTx/>
                    <a:latin typeface="Arial" charset="0"/>
                    <a:ea typeface="ＭＳ Ｐゴシック" charset="0"/>
                  </a:rPr>
                  <a:t>SYNACK</a:t>
                </a:r>
              </a:p>
            </p:txBody>
          </p:sp>
        </p:grpSp>
        <p:grpSp>
          <p:nvGrpSpPr>
            <p:cNvPr id="821" name="Group 409">
              <a:extLst>
                <a:ext uri="{FF2B5EF4-FFF2-40B4-BE49-F238E27FC236}">
                  <a16:creationId xmlns:a16="http://schemas.microsoft.com/office/drawing/2014/main" id="{CD622C02-5474-6A42-8C31-C4287EECC16F}"/>
                </a:ext>
              </a:extLst>
            </p:cNvPr>
            <p:cNvGrpSpPr>
              <a:grpSpLocks/>
            </p:cNvGrpSpPr>
            <p:nvPr/>
          </p:nvGrpSpPr>
          <p:grpSpPr bwMode="auto">
            <a:xfrm>
              <a:off x="2805" y="3893"/>
              <a:ext cx="444" cy="154"/>
              <a:chOff x="2717" y="3676"/>
              <a:chExt cx="444" cy="154"/>
            </a:xfrm>
          </p:grpSpPr>
          <p:sp>
            <p:nvSpPr>
              <p:cNvPr id="822" name="Rectangle 410">
                <a:extLst>
                  <a:ext uri="{FF2B5EF4-FFF2-40B4-BE49-F238E27FC236}">
                    <a16:creationId xmlns:a16="http://schemas.microsoft.com/office/drawing/2014/main" id="{C53E0714-5945-D949-987E-678D2F53E408}"/>
                  </a:ext>
                </a:extLst>
              </p:cNvPr>
              <p:cNvSpPr>
                <a:spLocks noChangeArrowheads="1"/>
              </p:cNvSpPr>
              <p:nvPr/>
            </p:nvSpPr>
            <p:spPr bwMode="auto">
              <a:xfrm>
                <a:off x="2775" y="3710"/>
                <a:ext cx="328" cy="82"/>
              </a:xfrm>
              <a:prstGeom prst="rect">
                <a:avLst/>
              </a:prstGeom>
              <a:solidFill>
                <a:srgbClr val="00CC99"/>
              </a:solidFill>
              <a:ln w="9525">
                <a:solidFill>
                  <a:srgbClr val="FFFFFF"/>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823" name="Rectangle 411">
                <a:extLst>
                  <a:ext uri="{FF2B5EF4-FFF2-40B4-BE49-F238E27FC236}">
                    <a16:creationId xmlns:a16="http://schemas.microsoft.com/office/drawing/2014/main" id="{74E3AA68-A459-0A4D-A8C4-09CDD067BCE9}"/>
                  </a:ext>
                </a:extLst>
              </p:cNvPr>
              <p:cNvSpPr>
                <a:spLocks noChangeArrowheads="1"/>
              </p:cNvSpPr>
              <p:nvPr/>
            </p:nvSpPr>
            <p:spPr bwMode="auto">
              <a:xfrm>
                <a:off x="2759" y="3704"/>
                <a:ext cx="354" cy="94"/>
              </a:xfrm>
              <a:prstGeom prst="rect">
                <a:avLst/>
              </a:prstGeom>
              <a:noFill/>
              <a:ln w="9525">
                <a:solidFill>
                  <a:srgbClr val="00CC99"/>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824" name="Text Box 412">
                <a:extLst>
                  <a:ext uri="{FF2B5EF4-FFF2-40B4-BE49-F238E27FC236}">
                    <a16:creationId xmlns:a16="http://schemas.microsoft.com/office/drawing/2014/main" id="{8CCC7B6F-8CBE-7B40-BA63-57B01F1C6DC4}"/>
                  </a:ext>
                </a:extLst>
              </p:cNvPr>
              <p:cNvSpPr txBox="1">
                <a:spLocks noChangeArrowheads="1"/>
              </p:cNvSpPr>
              <p:nvPr/>
            </p:nvSpPr>
            <p:spPr bwMode="auto">
              <a:xfrm>
                <a:off x="2717" y="3676"/>
                <a:ext cx="444" cy="1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srgbClr val="000000"/>
                    </a:solidFill>
                    <a:effectLst/>
                    <a:uLnTx/>
                    <a:uFillTx/>
                    <a:latin typeface="Arial" charset="0"/>
                    <a:ea typeface="ＭＳ Ｐゴシック" charset="0"/>
                  </a:rPr>
                  <a:t>SYNACK</a:t>
                </a:r>
              </a:p>
            </p:txBody>
          </p:sp>
        </p:grpSp>
      </p:grpSp>
      <p:grpSp>
        <p:nvGrpSpPr>
          <p:cNvPr id="833" name="Group 422">
            <a:extLst>
              <a:ext uri="{FF2B5EF4-FFF2-40B4-BE49-F238E27FC236}">
                <a16:creationId xmlns:a16="http://schemas.microsoft.com/office/drawing/2014/main" id="{4A286599-58F8-7C4A-A7A6-AE8BCFB5D157}"/>
              </a:ext>
            </a:extLst>
          </p:cNvPr>
          <p:cNvGrpSpPr>
            <a:grpSpLocks/>
          </p:cNvGrpSpPr>
          <p:nvPr/>
        </p:nvGrpSpPr>
        <p:grpSpPr bwMode="auto">
          <a:xfrm>
            <a:off x="552450" y="5076825"/>
            <a:ext cx="1081088" cy="244475"/>
            <a:chOff x="2709" y="3989"/>
            <a:chExt cx="681" cy="154"/>
          </a:xfrm>
        </p:grpSpPr>
        <p:sp>
          <p:nvSpPr>
            <p:cNvPr id="834" name="Rectangle 413">
              <a:extLst>
                <a:ext uri="{FF2B5EF4-FFF2-40B4-BE49-F238E27FC236}">
                  <a16:creationId xmlns:a16="http://schemas.microsoft.com/office/drawing/2014/main" id="{FD8A8249-C601-C946-91D0-25E0C9B3DE0F}"/>
                </a:ext>
              </a:extLst>
            </p:cNvPr>
            <p:cNvSpPr>
              <a:spLocks noChangeArrowheads="1"/>
            </p:cNvSpPr>
            <p:nvPr/>
          </p:nvSpPr>
          <p:spPr bwMode="auto">
            <a:xfrm>
              <a:off x="2709" y="3992"/>
              <a:ext cx="681" cy="138"/>
            </a:xfrm>
            <a:prstGeom prst="rect">
              <a:avLst/>
            </a:prstGeom>
            <a:solidFill>
              <a:srgbClr val="FFFFFF"/>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835" name="Rectangle 414">
              <a:extLst>
                <a:ext uri="{FF2B5EF4-FFF2-40B4-BE49-F238E27FC236}">
                  <a16:creationId xmlns:a16="http://schemas.microsoft.com/office/drawing/2014/main" id="{9BE238B3-D908-7344-ACF3-4F7D0E8BE53B}"/>
                </a:ext>
              </a:extLst>
            </p:cNvPr>
            <p:cNvSpPr>
              <a:spLocks noChangeArrowheads="1"/>
            </p:cNvSpPr>
            <p:nvPr/>
          </p:nvSpPr>
          <p:spPr bwMode="auto">
            <a:xfrm>
              <a:off x="2837" y="4017"/>
              <a:ext cx="96" cy="93"/>
            </a:xfrm>
            <a:prstGeom prst="rect">
              <a:avLst/>
            </a:prstGeom>
            <a:solidFill>
              <a:srgbClr val="3333CC"/>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836" name="Rectangle 415">
              <a:extLst>
                <a:ext uri="{FF2B5EF4-FFF2-40B4-BE49-F238E27FC236}">
                  <a16:creationId xmlns:a16="http://schemas.microsoft.com/office/drawing/2014/main" id="{D85BA8BC-478D-F344-8115-DC7B5B39F62F}"/>
                </a:ext>
              </a:extLst>
            </p:cNvPr>
            <p:cNvSpPr>
              <a:spLocks noChangeArrowheads="1"/>
            </p:cNvSpPr>
            <p:nvPr/>
          </p:nvSpPr>
          <p:spPr bwMode="auto">
            <a:xfrm>
              <a:off x="2828" y="4006"/>
              <a:ext cx="480" cy="112"/>
            </a:xfrm>
            <a:prstGeom prst="rect">
              <a:avLst/>
            </a:prstGeom>
            <a:noFill/>
            <a:ln w="9525">
              <a:solidFill>
                <a:srgbClr val="3333CC"/>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837" name="Rectangle 416">
              <a:extLst>
                <a:ext uri="{FF2B5EF4-FFF2-40B4-BE49-F238E27FC236}">
                  <a16:creationId xmlns:a16="http://schemas.microsoft.com/office/drawing/2014/main" id="{7E72D931-C69A-D547-A589-54D8118116D5}"/>
                </a:ext>
              </a:extLst>
            </p:cNvPr>
            <p:cNvSpPr>
              <a:spLocks noChangeArrowheads="1"/>
            </p:cNvSpPr>
            <p:nvPr/>
          </p:nvSpPr>
          <p:spPr bwMode="auto">
            <a:xfrm>
              <a:off x="2722" y="4008"/>
              <a:ext cx="94" cy="108"/>
            </a:xfrm>
            <a:prstGeom prst="rect">
              <a:avLst/>
            </a:prstGeom>
            <a:solidFill>
              <a:srgbClr val="000000"/>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838" name="Rectangle 417">
              <a:extLst>
                <a:ext uri="{FF2B5EF4-FFF2-40B4-BE49-F238E27FC236}">
                  <a16:creationId xmlns:a16="http://schemas.microsoft.com/office/drawing/2014/main" id="{96929BF6-5BEC-064E-823F-64C7B6097E07}"/>
                </a:ext>
              </a:extLst>
            </p:cNvPr>
            <p:cNvSpPr>
              <a:spLocks noChangeArrowheads="1"/>
            </p:cNvSpPr>
            <p:nvPr/>
          </p:nvSpPr>
          <p:spPr bwMode="auto">
            <a:xfrm>
              <a:off x="3320" y="4007"/>
              <a:ext cx="60" cy="108"/>
            </a:xfrm>
            <a:prstGeom prst="rect">
              <a:avLst/>
            </a:prstGeom>
            <a:solidFill>
              <a:srgbClr val="000000"/>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nvGrpSpPr>
            <p:cNvPr id="839" name="Group 418">
              <a:extLst>
                <a:ext uri="{FF2B5EF4-FFF2-40B4-BE49-F238E27FC236}">
                  <a16:creationId xmlns:a16="http://schemas.microsoft.com/office/drawing/2014/main" id="{B9FE97D1-EB90-084D-832B-3701777334C6}"/>
                </a:ext>
              </a:extLst>
            </p:cNvPr>
            <p:cNvGrpSpPr>
              <a:grpSpLocks/>
            </p:cNvGrpSpPr>
            <p:nvPr/>
          </p:nvGrpSpPr>
          <p:grpSpPr bwMode="auto">
            <a:xfrm>
              <a:off x="2901" y="3989"/>
              <a:ext cx="444" cy="154"/>
              <a:chOff x="2717" y="3676"/>
              <a:chExt cx="444" cy="154"/>
            </a:xfrm>
          </p:grpSpPr>
          <p:sp>
            <p:nvSpPr>
              <p:cNvPr id="840" name="Rectangle 419">
                <a:extLst>
                  <a:ext uri="{FF2B5EF4-FFF2-40B4-BE49-F238E27FC236}">
                    <a16:creationId xmlns:a16="http://schemas.microsoft.com/office/drawing/2014/main" id="{A7398EAD-94A6-2C46-88ED-F3EAEE4C7E4B}"/>
                  </a:ext>
                </a:extLst>
              </p:cNvPr>
              <p:cNvSpPr>
                <a:spLocks noChangeArrowheads="1"/>
              </p:cNvSpPr>
              <p:nvPr/>
            </p:nvSpPr>
            <p:spPr bwMode="auto">
              <a:xfrm>
                <a:off x="2775" y="3710"/>
                <a:ext cx="328" cy="82"/>
              </a:xfrm>
              <a:prstGeom prst="rect">
                <a:avLst/>
              </a:prstGeom>
              <a:solidFill>
                <a:srgbClr val="00CC99"/>
              </a:solidFill>
              <a:ln w="9525">
                <a:solidFill>
                  <a:srgbClr val="FFFFFF"/>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841" name="Rectangle 420">
                <a:extLst>
                  <a:ext uri="{FF2B5EF4-FFF2-40B4-BE49-F238E27FC236}">
                    <a16:creationId xmlns:a16="http://schemas.microsoft.com/office/drawing/2014/main" id="{4C167B55-EB55-FD4C-A289-D74D3CBC3BED}"/>
                  </a:ext>
                </a:extLst>
              </p:cNvPr>
              <p:cNvSpPr>
                <a:spLocks noChangeArrowheads="1"/>
              </p:cNvSpPr>
              <p:nvPr/>
            </p:nvSpPr>
            <p:spPr bwMode="auto">
              <a:xfrm>
                <a:off x="2759" y="3704"/>
                <a:ext cx="354" cy="94"/>
              </a:xfrm>
              <a:prstGeom prst="rect">
                <a:avLst/>
              </a:prstGeom>
              <a:noFill/>
              <a:ln w="9525">
                <a:solidFill>
                  <a:srgbClr val="00CC99"/>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842" name="Text Box 421">
                <a:extLst>
                  <a:ext uri="{FF2B5EF4-FFF2-40B4-BE49-F238E27FC236}">
                    <a16:creationId xmlns:a16="http://schemas.microsoft.com/office/drawing/2014/main" id="{B28E28A9-E5F1-E142-B8BF-E0874F48D6F2}"/>
                  </a:ext>
                </a:extLst>
              </p:cNvPr>
              <p:cNvSpPr txBox="1">
                <a:spLocks noChangeArrowheads="1"/>
              </p:cNvSpPr>
              <p:nvPr/>
            </p:nvSpPr>
            <p:spPr bwMode="auto">
              <a:xfrm>
                <a:off x="2717" y="3676"/>
                <a:ext cx="444" cy="1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srgbClr val="000000"/>
                    </a:solidFill>
                    <a:effectLst/>
                    <a:uLnTx/>
                    <a:uFillTx/>
                    <a:latin typeface="Arial" charset="0"/>
                    <a:ea typeface="ＭＳ Ｐゴシック" charset="0"/>
                  </a:rPr>
                  <a:t>SYNACK</a:t>
                </a:r>
              </a:p>
            </p:txBody>
          </p:sp>
        </p:grpSp>
      </p:grpSp>
      <p:sp>
        <p:nvSpPr>
          <p:cNvPr id="843" name="Rectangle 424">
            <a:extLst>
              <a:ext uri="{FF2B5EF4-FFF2-40B4-BE49-F238E27FC236}">
                <a16:creationId xmlns:a16="http://schemas.microsoft.com/office/drawing/2014/main" id="{6E37BF3E-D4DC-974D-992C-BCA1B9A0E488}"/>
              </a:ext>
            </a:extLst>
          </p:cNvPr>
          <p:cNvSpPr>
            <a:spLocks noChangeArrowheads="1"/>
          </p:cNvSpPr>
          <p:nvPr/>
        </p:nvSpPr>
        <p:spPr bwMode="auto">
          <a:xfrm>
            <a:off x="7037388" y="4141788"/>
            <a:ext cx="4652603" cy="98583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342900" indent="-342900" eaLnBrk="0" fontAlgn="base" hangingPunct="0">
              <a:lnSpc>
                <a:spcPct val="90000"/>
              </a:lnSpc>
              <a:spcBef>
                <a:spcPct val="20000"/>
              </a:spcBef>
              <a:spcAft>
                <a:spcPct val="0"/>
              </a:spcAft>
              <a:buClr>
                <a:srgbClr val="000099"/>
              </a:buClr>
              <a:buSzPct val="100000"/>
              <a:buFont typeface="Wingdings" charset="2"/>
              <a:buChar char="§"/>
              <a:defRPr/>
            </a:pPr>
            <a:r>
              <a:rPr lang="en-US" sz="2800" dirty="0">
                <a:solidFill>
                  <a:srgbClr val="000000"/>
                </a:solidFill>
                <a:ea typeface="ＭＳ Ｐゴシック" charset="0"/>
              </a:rPr>
              <a:t>web server responds with </a:t>
            </a:r>
            <a:r>
              <a:rPr lang="en-US" sz="2800" dirty="0">
                <a:solidFill>
                  <a:srgbClr val="C00000"/>
                </a:solidFill>
                <a:ea typeface="ＭＳ Ｐゴシック" charset="0"/>
              </a:rPr>
              <a:t>TCP SYNACK </a:t>
            </a:r>
            <a:r>
              <a:rPr lang="en-US" sz="2400" dirty="0">
                <a:solidFill>
                  <a:srgbClr val="000000"/>
                </a:solidFill>
                <a:ea typeface="ＭＳ Ｐゴシック" charset="0"/>
              </a:rPr>
              <a:t>(step 2 in TCP 3-way handshake)</a:t>
            </a:r>
            <a:endParaRPr lang="en-US" sz="2800" dirty="0">
              <a:solidFill>
                <a:srgbClr val="000000"/>
              </a:solidFill>
              <a:ea typeface="ＭＳ Ｐゴシック" charset="0"/>
            </a:endParaRPr>
          </a:p>
        </p:txBody>
      </p:sp>
      <p:grpSp>
        <p:nvGrpSpPr>
          <p:cNvPr id="648" name="Group 647">
            <a:extLst>
              <a:ext uri="{FF2B5EF4-FFF2-40B4-BE49-F238E27FC236}">
                <a16:creationId xmlns:a16="http://schemas.microsoft.com/office/drawing/2014/main" id="{371E96AA-2C01-0648-99EC-0745CB0A4923}"/>
              </a:ext>
            </a:extLst>
          </p:cNvPr>
          <p:cNvGrpSpPr/>
          <p:nvPr/>
        </p:nvGrpSpPr>
        <p:grpSpPr>
          <a:xfrm>
            <a:off x="1950870" y="2678242"/>
            <a:ext cx="908821" cy="651136"/>
            <a:chOff x="7458407" y="2414528"/>
            <a:chExt cx="509280" cy="320753"/>
          </a:xfrm>
        </p:grpSpPr>
        <p:pic>
          <p:nvPicPr>
            <p:cNvPr id="650" name="Picture 1018" descr="laptop_keyboard">
              <a:extLst>
                <a:ext uri="{FF2B5EF4-FFF2-40B4-BE49-F238E27FC236}">
                  <a16:creationId xmlns:a16="http://schemas.microsoft.com/office/drawing/2014/main" id="{135B603F-8336-2440-90DD-B68520A9F98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109064" flipH="1">
              <a:off x="7458407" y="2575770"/>
              <a:ext cx="437221" cy="1595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51" name="Freeform 1019">
              <a:extLst>
                <a:ext uri="{FF2B5EF4-FFF2-40B4-BE49-F238E27FC236}">
                  <a16:creationId xmlns:a16="http://schemas.microsoft.com/office/drawing/2014/main" id="{A555F850-562D-AD4F-B452-96C73D01DD3B}"/>
                </a:ext>
              </a:extLst>
            </p:cNvPr>
            <p:cNvSpPr>
              <a:spLocks/>
            </p:cNvSpPr>
            <p:nvPr/>
          </p:nvSpPr>
          <p:spPr bwMode="auto">
            <a:xfrm>
              <a:off x="7603304" y="2420984"/>
              <a:ext cx="351919" cy="208167"/>
            </a:xfrm>
            <a:custGeom>
              <a:avLst/>
              <a:gdLst>
                <a:gd name="T0" fmla="*/ 775798119 w 2982"/>
                <a:gd name="T1" fmla="*/ 0 h 2442"/>
                <a:gd name="T2" fmla="*/ 0 w 2982"/>
                <a:gd name="T3" fmla="*/ 211226083 h 2442"/>
                <a:gd name="T4" fmla="*/ 2147483646 w 2982"/>
                <a:gd name="T5" fmla="*/ 263880059 h 2442"/>
                <a:gd name="T6" fmla="*/ 2147483646 w 2982"/>
                <a:gd name="T7" fmla="*/ 52653891 h 2442"/>
                <a:gd name="T8" fmla="*/ 775798119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652" name="Picture 1020" descr="screen">
              <a:extLst>
                <a:ext uri="{FF2B5EF4-FFF2-40B4-BE49-F238E27FC236}">
                  <a16:creationId xmlns:a16="http://schemas.microsoft.com/office/drawing/2014/main" id="{180E4E9B-5575-C04C-B7DB-B5BA7C4AA484}"/>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620637" y="2426338"/>
              <a:ext cx="319785" cy="1894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53" name="Freeform 1021">
              <a:extLst>
                <a:ext uri="{FF2B5EF4-FFF2-40B4-BE49-F238E27FC236}">
                  <a16:creationId xmlns:a16="http://schemas.microsoft.com/office/drawing/2014/main" id="{7DBE96E5-E342-0640-A4FB-8433BEA2C3EA}"/>
                </a:ext>
              </a:extLst>
            </p:cNvPr>
            <p:cNvSpPr>
              <a:spLocks/>
            </p:cNvSpPr>
            <p:nvPr/>
          </p:nvSpPr>
          <p:spPr bwMode="auto">
            <a:xfrm>
              <a:off x="7667378" y="2414843"/>
              <a:ext cx="298167" cy="38736"/>
            </a:xfrm>
            <a:custGeom>
              <a:avLst/>
              <a:gdLst>
                <a:gd name="T0" fmla="*/ 193616298 w 2528"/>
                <a:gd name="T1" fmla="*/ 0 h 455"/>
                <a:gd name="T2" fmla="*/ 2147483646 w 2528"/>
                <a:gd name="T3" fmla="*/ 52445139 h 455"/>
                <a:gd name="T4" fmla="*/ 2147483646 w 2528"/>
                <a:gd name="T5" fmla="*/ 52445139 h 455"/>
                <a:gd name="T6" fmla="*/ 0 w 2528"/>
                <a:gd name="T7" fmla="*/ 52445139 h 455"/>
                <a:gd name="T8" fmla="*/ 193616298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54" name="Freeform 1022">
              <a:extLst>
                <a:ext uri="{FF2B5EF4-FFF2-40B4-BE49-F238E27FC236}">
                  <a16:creationId xmlns:a16="http://schemas.microsoft.com/office/drawing/2014/main" id="{C685E858-73F6-304D-A9B2-FB408EAEAE89}"/>
                </a:ext>
              </a:extLst>
            </p:cNvPr>
            <p:cNvSpPr>
              <a:spLocks/>
            </p:cNvSpPr>
            <p:nvPr/>
          </p:nvSpPr>
          <p:spPr bwMode="auto">
            <a:xfrm>
              <a:off x="7600188" y="2414528"/>
              <a:ext cx="82770" cy="161243"/>
            </a:xfrm>
            <a:custGeom>
              <a:avLst/>
              <a:gdLst>
                <a:gd name="T0" fmla="*/ 773664160 w 702"/>
                <a:gd name="T1" fmla="*/ 0 h 1893"/>
                <a:gd name="T2" fmla="*/ 0 w 702"/>
                <a:gd name="T3" fmla="*/ 210739916 h 1893"/>
                <a:gd name="T4" fmla="*/ 193416040 w 702"/>
                <a:gd name="T5" fmla="*/ 210739916 h 1893"/>
                <a:gd name="T6" fmla="*/ 967080200 w 702"/>
                <a:gd name="T7" fmla="*/ 52529017 h 1893"/>
                <a:gd name="T8" fmla="*/ 773664160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55" name="Freeform 1023">
              <a:extLst>
                <a:ext uri="{FF2B5EF4-FFF2-40B4-BE49-F238E27FC236}">
                  <a16:creationId xmlns:a16="http://schemas.microsoft.com/office/drawing/2014/main" id="{AF64C085-2E7B-BA45-A92C-0400AAF3A656}"/>
                </a:ext>
              </a:extLst>
            </p:cNvPr>
            <p:cNvSpPr>
              <a:spLocks/>
            </p:cNvSpPr>
            <p:nvPr/>
          </p:nvSpPr>
          <p:spPr bwMode="auto">
            <a:xfrm>
              <a:off x="7874205" y="2443344"/>
              <a:ext cx="89197" cy="186122"/>
            </a:xfrm>
            <a:custGeom>
              <a:avLst/>
              <a:gdLst>
                <a:gd name="T0" fmla="*/ 969024527 w 756"/>
                <a:gd name="T1" fmla="*/ 0 h 2184"/>
                <a:gd name="T2" fmla="*/ 193802074 w 756"/>
                <a:gd name="T3" fmla="*/ 263660221 h 2184"/>
                <a:gd name="T4" fmla="*/ 0 w 756"/>
                <a:gd name="T5" fmla="*/ 263660221 h 2184"/>
                <a:gd name="T6" fmla="*/ 775222454 w 756"/>
                <a:gd name="T7" fmla="*/ 52610059 h 2184"/>
                <a:gd name="T8" fmla="*/ 969024527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56" name="Freeform 1024">
              <a:extLst>
                <a:ext uri="{FF2B5EF4-FFF2-40B4-BE49-F238E27FC236}">
                  <a16:creationId xmlns:a16="http://schemas.microsoft.com/office/drawing/2014/main" id="{CBE1239C-4F2E-ED4C-BD21-40993AE6C889}"/>
                </a:ext>
              </a:extLst>
            </p:cNvPr>
            <p:cNvSpPr>
              <a:spLocks/>
            </p:cNvSpPr>
            <p:nvPr/>
          </p:nvSpPr>
          <p:spPr bwMode="auto">
            <a:xfrm>
              <a:off x="7599214" y="2567582"/>
              <a:ext cx="327185" cy="62828"/>
            </a:xfrm>
            <a:custGeom>
              <a:avLst/>
              <a:gdLst>
                <a:gd name="T0" fmla="*/ 193829444 w 2773"/>
                <a:gd name="T1" fmla="*/ 0 h 738"/>
                <a:gd name="T2" fmla="*/ 0 w 2773"/>
                <a:gd name="T3" fmla="*/ 52443587 h 738"/>
                <a:gd name="T4" fmla="*/ 2147483646 w 2773"/>
                <a:gd name="T5" fmla="*/ 104894411 h 738"/>
                <a:gd name="T6" fmla="*/ 2147483646 w 2773"/>
                <a:gd name="T7" fmla="*/ 52443587 h 738"/>
                <a:gd name="T8" fmla="*/ 193829444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57" name="Freeform 1025">
              <a:extLst>
                <a:ext uri="{FF2B5EF4-FFF2-40B4-BE49-F238E27FC236}">
                  <a16:creationId xmlns:a16="http://schemas.microsoft.com/office/drawing/2014/main" id="{32E401E2-9C9D-1C41-A94E-50F270EF177D}"/>
                </a:ext>
              </a:extLst>
            </p:cNvPr>
            <p:cNvSpPr>
              <a:spLocks/>
            </p:cNvSpPr>
            <p:nvPr/>
          </p:nvSpPr>
          <p:spPr bwMode="auto">
            <a:xfrm>
              <a:off x="7884138" y="2444918"/>
              <a:ext cx="83549" cy="186909"/>
            </a:xfrm>
            <a:custGeom>
              <a:avLst/>
              <a:gdLst>
                <a:gd name="T0" fmla="*/ 2147483646 w 637"/>
                <a:gd name="T1" fmla="*/ 0 h 1659"/>
                <a:gd name="T2" fmla="*/ 2147483646 w 637"/>
                <a:gd name="T3" fmla="*/ 0 h 1659"/>
                <a:gd name="T4" fmla="*/ 295581541 w 637"/>
                <a:gd name="T5" fmla="*/ 2147483646 h 1659"/>
                <a:gd name="T6" fmla="*/ 0 w 637"/>
                <a:gd name="T7" fmla="*/ 2147483646 h 1659"/>
                <a:gd name="T8" fmla="*/ 2147483646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58" name="Freeform 1026">
              <a:extLst>
                <a:ext uri="{FF2B5EF4-FFF2-40B4-BE49-F238E27FC236}">
                  <a16:creationId xmlns:a16="http://schemas.microsoft.com/office/drawing/2014/main" id="{FA157A51-7F18-4F4D-8C83-BFAD67826499}"/>
                </a:ext>
              </a:extLst>
            </p:cNvPr>
            <p:cNvSpPr>
              <a:spLocks/>
            </p:cNvSpPr>
            <p:nvPr/>
          </p:nvSpPr>
          <p:spPr bwMode="auto">
            <a:xfrm>
              <a:off x="7599603" y="2575928"/>
              <a:ext cx="290961" cy="62041"/>
            </a:xfrm>
            <a:custGeom>
              <a:avLst/>
              <a:gdLst>
                <a:gd name="T0" fmla="*/ 0 w 2216"/>
                <a:gd name="T1" fmla="*/ 0 h 550"/>
                <a:gd name="T2" fmla="*/ 296523134 w 2216"/>
                <a:gd name="T3" fmla="*/ 324379338 h 550"/>
                <a:gd name="T4" fmla="*/ 2147483646 w 2216"/>
                <a:gd name="T5" fmla="*/ 2147483646 h 550"/>
                <a:gd name="T6" fmla="*/ 2147483646 w 2216"/>
                <a:gd name="T7" fmla="*/ 2147483646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659" name="Group 1027">
              <a:extLst>
                <a:ext uri="{FF2B5EF4-FFF2-40B4-BE49-F238E27FC236}">
                  <a16:creationId xmlns:a16="http://schemas.microsoft.com/office/drawing/2014/main" id="{696F2347-1565-6441-8C1A-437A9DAAD472}"/>
                </a:ext>
              </a:extLst>
            </p:cNvPr>
            <p:cNvGrpSpPr>
              <a:grpSpLocks/>
            </p:cNvGrpSpPr>
            <p:nvPr/>
          </p:nvGrpSpPr>
          <p:grpSpPr bwMode="auto">
            <a:xfrm>
              <a:off x="7594735" y="2642220"/>
              <a:ext cx="98740" cy="36846"/>
              <a:chOff x="1740" y="2642"/>
              <a:chExt cx="752" cy="327"/>
            </a:xfrm>
          </p:grpSpPr>
          <p:sp>
            <p:nvSpPr>
              <p:cNvPr id="666" name="Freeform 1028">
                <a:extLst>
                  <a:ext uri="{FF2B5EF4-FFF2-40B4-BE49-F238E27FC236}">
                    <a16:creationId xmlns:a16="http://schemas.microsoft.com/office/drawing/2014/main" id="{D047B827-4325-2047-B189-266567FECB32}"/>
                  </a:ext>
                </a:extLst>
              </p:cNvPr>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67" name="Freeform 1029">
                <a:extLst>
                  <a:ext uri="{FF2B5EF4-FFF2-40B4-BE49-F238E27FC236}">
                    <a16:creationId xmlns:a16="http://schemas.microsoft.com/office/drawing/2014/main" id="{C962B1E0-9734-1845-B0BC-530A5D7EA2B3}"/>
                  </a:ext>
                </a:extLst>
              </p:cNvPr>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68" name="Freeform 1030">
                <a:extLst>
                  <a:ext uri="{FF2B5EF4-FFF2-40B4-BE49-F238E27FC236}">
                    <a16:creationId xmlns:a16="http://schemas.microsoft.com/office/drawing/2014/main" id="{66CDACE3-49D2-1547-B61E-6E0D19A09310}"/>
                  </a:ext>
                </a:extLst>
              </p:cNvPr>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69" name="Freeform 1031">
                <a:extLst>
                  <a:ext uri="{FF2B5EF4-FFF2-40B4-BE49-F238E27FC236}">
                    <a16:creationId xmlns:a16="http://schemas.microsoft.com/office/drawing/2014/main" id="{9744E38D-B189-994A-AC39-2221D16C2E34}"/>
                  </a:ext>
                </a:extLst>
              </p:cNvPr>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70" name="Freeform 1032">
                <a:extLst>
                  <a:ext uri="{FF2B5EF4-FFF2-40B4-BE49-F238E27FC236}">
                    <a16:creationId xmlns:a16="http://schemas.microsoft.com/office/drawing/2014/main" id="{536855A1-ABB1-9446-A60A-574798C2200C}"/>
                  </a:ext>
                </a:extLst>
              </p:cNvPr>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71" name="Freeform 1033">
                <a:extLst>
                  <a:ext uri="{FF2B5EF4-FFF2-40B4-BE49-F238E27FC236}">
                    <a16:creationId xmlns:a16="http://schemas.microsoft.com/office/drawing/2014/main" id="{793FB7DB-D4F3-C047-AB19-9686506659B1}"/>
                  </a:ext>
                </a:extLst>
              </p:cNvPr>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660" name="Freeform 1034">
              <a:extLst>
                <a:ext uri="{FF2B5EF4-FFF2-40B4-BE49-F238E27FC236}">
                  <a16:creationId xmlns:a16="http://schemas.microsoft.com/office/drawing/2014/main" id="{74F1A127-BD96-664E-BA7B-8AB571743829}"/>
                </a:ext>
              </a:extLst>
            </p:cNvPr>
            <p:cNvSpPr>
              <a:spLocks/>
            </p:cNvSpPr>
            <p:nvPr/>
          </p:nvSpPr>
          <p:spPr bwMode="auto">
            <a:xfrm>
              <a:off x="7763780" y="2647731"/>
              <a:ext cx="119578" cy="80936"/>
            </a:xfrm>
            <a:custGeom>
              <a:avLst/>
              <a:gdLst>
                <a:gd name="T0" fmla="*/ 213221464 w 990"/>
                <a:gd name="T1" fmla="*/ 1090686587 h 792"/>
                <a:gd name="T2" fmla="*/ 1915477586 w 990"/>
                <a:gd name="T3" fmla="*/ 0 h 792"/>
                <a:gd name="T4" fmla="*/ 1915477586 w 990"/>
                <a:gd name="T5" fmla="*/ 108859840 h 792"/>
                <a:gd name="T6" fmla="*/ 0 w 990"/>
                <a:gd name="T7" fmla="*/ 1090686587 h 792"/>
                <a:gd name="T8" fmla="*/ 213221464 w 990"/>
                <a:gd name="T9" fmla="*/ 1090686587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61" name="Freeform 1035">
              <a:extLst>
                <a:ext uri="{FF2B5EF4-FFF2-40B4-BE49-F238E27FC236}">
                  <a16:creationId xmlns:a16="http://schemas.microsoft.com/office/drawing/2014/main" id="{B1230F45-F5FF-0841-8D9E-3024466B4D3E}"/>
                </a:ext>
              </a:extLst>
            </p:cNvPr>
            <p:cNvSpPr>
              <a:spLocks/>
            </p:cNvSpPr>
            <p:nvPr/>
          </p:nvSpPr>
          <p:spPr bwMode="auto">
            <a:xfrm>
              <a:off x="7458602" y="2654187"/>
              <a:ext cx="305957" cy="73850"/>
            </a:xfrm>
            <a:custGeom>
              <a:avLst/>
              <a:gdLst>
                <a:gd name="T0" fmla="*/ 213486572 w 2532"/>
                <a:gd name="T1" fmla="*/ 0 h 723"/>
                <a:gd name="T2" fmla="*/ 213486572 w 2532"/>
                <a:gd name="T3" fmla="*/ 0 h 723"/>
                <a:gd name="T4" fmla="*/ 2147483646 w 2532"/>
                <a:gd name="T5" fmla="*/ 979380008 h 723"/>
                <a:gd name="T6" fmla="*/ 2147483646 w 2532"/>
                <a:gd name="T7" fmla="*/ 1088085165 h 723"/>
                <a:gd name="T8" fmla="*/ 0 w 2532"/>
                <a:gd name="T9" fmla="*/ 108705259 h 723"/>
                <a:gd name="T10" fmla="*/ 213486572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62" name="Freeform 1036">
              <a:extLst>
                <a:ext uri="{FF2B5EF4-FFF2-40B4-BE49-F238E27FC236}">
                  <a16:creationId xmlns:a16="http://schemas.microsoft.com/office/drawing/2014/main" id="{BC7097AC-B904-3748-8E04-91D93864FFF0}"/>
                </a:ext>
              </a:extLst>
            </p:cNvPr>
            <p:cNvSpPr>
              <a:spLocks/>
            </p:cNvSpPr>
            <p:nvPr/>
          </p:nvSpPr>
          <p:spPr bwMode="auto">
            <a:xfrm>
              <a:off x="7458797" y="2640645"/>
              <a:ext cx="3311" cy="14959"/>
            </a:xfrm>
            <a:custGeom>
              <a:avLst/>
              <a:gdLst>
                <a:gd name="T0" fmla="*/ 262278191 w 26"/>
                <a:gd name="T1" fmla="*/ 107489981 h 147"/>
                <a:gd name="T2" fmla="*/ 262278191 w 26"/>
                <a:gd name="T3" fmla="*/ 214969480 h 147"/>
                <a:gd name="T4" fmla="*/ 0 w 26"/>
                <a:gd name="T5" fmla="*/ 214969480 h 147"/>
                <a:gd name="T6" fmla="*/ 262278191 w 26"/>
                <a:gd name="T7" fmla="*/ 0 h 147"/>
                <a:gd name="T8" fmla="*/ 262278191 w 26"/>
                <a:gd name="T9" fmla="*/ 107489981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63" name="Freeform 1037">
              <a:extLst>
                <a:ext uri="{FF2B5EF4-FFF2-40B4-BE49-F238E27FC236}">
                  <a16:creationId xmlns:a16="http://schemas.microsoft.com/office/drawing/2014/main" id="{742F7A0F-19C5-814E-8FBF-4B77A3DF6EBF}"/>
                </a:ext>
              </a:extLst>
            </p:cNvPr>
            <p:cNvSpPr>
              <a:spLocks/>
            </p:cNvSpPr>
            <p:nvPr/>
          </p:nvSpPr>
          <p:spPr bwMode="auto">
            <a:xfrm>
              <a:off x="7458992" y="2579707"/>
              <a:ext cx="142170" cy="61883"/>
            </a:xfrm>
            <a:custGeom>
              <a:avLst/>
              <a:gdLst>
                <a:gd name="T0" fmla="*/ 2136125890 w 1176"/>
                <a:gd name="T1" fmla="*/ 0 h 606"/>
                <a:gd name="T2" fmla="*/ 0 w 1176"/>
                <a:gd name="T3" fmla="*/ 870000945 h 606"/>
                <a:gd name="T4" fmla="*/ 213789467 w 1176"/>
                <a:gd name="T5" fmla="*/ 870000945 h 606"/>
                <a:gd name="T6" fmla="*/ 2136125890 w 1176"/>
                <a:gd name="T7" fmla="*/ 108617123 h 606"/>
                <a:gd name="T8" fmla="*/ 2136125890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64" name="Freeform 1038">
              <a:extLst>
                <a:ext uri="{FF2B5EF4-FFF2-40B4-BE49-F238E27FC236}">
                  <a16:creationId xmlns:a16="http://schemas.microsoft.com/office/drawing/2014/main" id="{F08DCC14-2A10-224A-9BDF-59347D32E314}"/>
                </a:ext>
              </a:extLst>
            </p:cNvPr>
            <p:cNvSpPr>
              <a:spLocks/>
            </p:cNvSpPr>
            <p:nvPr/>
          </p:nvSpPr>
          <p:spPr bwMode="auto">
            <a:xfrm>
              <a:off x="7468535" y="2643795"/>
              <a:ext cx="290182" cy="71016"/>
            </a:xfrm>
            <a:custGeom>
              <a:avLst/>
              <a:gdLst>
                <a:gd name="T0" fmla="*/ 173112702 w 2532"/>
                <a:gd name="T1" fmla="*/ 0 h 723"/>
                <a:gd name="T2" fmla="*/ 173112702 w 2532"/>
                <a:gd name="T3" fmla="*/ 0 h 723"/>
                <a:gd name="T4" fmla="*/ 2069773885 w 2532"/>
                <a:gd name="T5" fmla="*/ 558173482 h 723"/>
                <a:gd name="T6" fmla="*/ 2069773885 w 2532"/>
                <a:gd name="T7" fmla="*/ 558173482 h 723"/>
                <a:gd name="T8" fmla="*/ 0 w 2532"/>
                <a:gd name="T9" fmla="*/ 92871346 h 723"/>
                <a:gd name="T10" fmla="*/ 173112702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65" name="Freeform 1039">
              <a:extLst>
                <a:ext uri="{FF2B5EF4-FFF2-40B4-BE49-F238E27FC236}">
                  <a16:creationId xmlns:a16="http://schemas.microsoft.com/office/drawing/2014/main" id="{A6403359-33F6-1F41-9B14-D46854C777D7}"/>
                </a:ext>
              </a:extLst>
            </p:cNvPr>
            <p:cNvSpPr>
              <a:spLocks/>
            </p:cNvSpPr>
            <p:nvPr/>
          </p:nvSpPr>
          <p:spPr bwMode="auto">
            <a:xfrm flipV="1">
              <a:off x="7758327" y="2638756"/>
              <a:ext cx="118410" cy="73535"/>
            </a:xfrm>
            <a:custGeom>
              <a:avLst/>
              <a:gdLst>
                <a:gd name="T0" fmla="*/ 0 w 2532"/>
                <a:gd name="T1" fmla="*/ 0 h 723"/>
                <a:gd name="T2" fmla="*/ 0 w 2532"/>
                <a:gd name="T3" fmla="*/ 0 h 723"/>
                <a:gd name="T4" fmla="*/ 0 w 2532"/>
                <a:gd name="T5" fmla="*/ 962694895 h 723"/>
                <a:gd name="T6" fmla="*/ 0 w 2532"/>
                <a:gd name="T7" fmla="*/ 962694895 h 723"/>
                <a:gd name="T8" fmla="*/ 0 w 2532"/>
                <a:gd name="T9" fmla="*/ 107314314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Tree>
    <p:extLst>
      <p:ext uri="{BB962C8B-B14F-4D97-AF65-F5344CB8AC3E}">
        <p14:creationId xmlns:p14="http://schemas.microsoft.com/office/powerpoint/2010/main" val="39307748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533"/>
                                        </p:tgtEl>
                                        <p:attrNameLst>
                                          <p:attrName>style.visibility</p:attrName>
                                        </p:attrNameLst>
                                      </p:cBhvr>
                                      <p:to>
                                        <p:strVal val="visible"/>
                                      </p:to>
                                    </p:set>
                                    <p:animEffect transition="in" filter="wipe(down)">
                                      <p:cBhvr>
                                        <p:cTn id="7" dur="500"/>
                                        <p:tgtEl>
                                          <p:spTgt spid="533"/>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542"/>
                                        </p:tgtEl>
                                        <p:attrNameLst>
                                          <p:attrName>style.visibility</p:attrName>
                                        </p:attrNameLst>
                                      </p:cBhvr>
                                      <p:to>
                                        <p:strVal val="visible"/>
                                      </p:to>
                                    </p:set>
                                    <p:animEffect transition="in" filter="wipe(up)">
                                      <p:cBhvr>
                                        <p:cTn id="11" dur="1000"/>
                                        <p:tgtEl>
                                          <p:spTgt spid="542"/>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grpId="0" nodeType="clickEffect">
                                  <p:stCondLst>
                                    <p:cond delay="0"/>
                                  </p:stCondLst>
                                  <p:childTnLst>
                                    <p:set>
                                      <p:cBhvr>
                                        <p:cTn id="15" dur="1" fill="hold">
                                          <p:stCondLst>
                                            <p:cond delay="0"/>
                                          </p:stCondLst>
                                        </p:cTn>
                                        <p:tgtEl>
                                          <p:spTgt spid="547"/>
                                        </p:tgtEl>
                                        <p:attrNameLst>
                                          <p:attrName>style.visibility</p:attrName>
                                        </p:attrNameLst>
                                      </p:cBhvr>
                                      <p:to>
                                        <p:strVal val="visible"/>
                                      </p:to>
                                    </p:set>
                                    <p:animEffect transition="in" filter="dissolve">
                                      <p:cBhvr>
                                        <p:cTn id="16" dur="500"/>
                                        <p:tgtEl>
                                          <p:spTgt spid="547"/>
                                        </p:tgtEl>
                                      </p:cBhvr>
                                    </p:animEffect>
                                  </p:childTnLst>
                                </p:cTn>
                              </p:par>
                              <p:par>
                                <p:cTn id="17" presetID="22" presetClass="entr" presetSubtype="1" fill="hold" nodeType="withEffect">
                                  <p:stCondLst>
                                    <p:cond delay="0"/>
                                  </p:stCondLst>
                                  <p:childTnLst>
                                    <p:set>
                                      <p:cBhvr>
                                        <p:cTn id="18" dur="1" fill="hold">
                                          <p:stCondLst>
                                            <p:cond delay="0"/>
                                          </p:stCondLst>
                                        </p:cTn>
                                        <p:tgtEl>
                                          <p:spTgt spid="734"/>
                                        </p:tgtEl>
                                        <p:attrNameLst>
                                          <p:attrName>style.visibility</p:attrName>
                                        </p:attrNameLst>
                                      </p:cBhvr>
                                      <p:to>
                                        <p:strVal val="visible"/>
                                      </p:to>
                                    </p:set>
                                    <p:animEffect transition="in" filter="wipe(up)">
                                      <p:cBhvr>
                                        <p:cTn id="19" dur="1000"/>
                                        <p:tgtEl>
                                          <p:spTgt spid="734"/>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550"/>
                                        </p:tgtEl>
                                        <p:attrNameLst>
                                          <p:attrName>style.visibility</p:attrName>
                                        </p:attrNameLst>
                                      </p:cBhvr>
                                      <p:to>
                                        <p:strVal val="visible"/>
                                      </p:to>
                                    </p:set>
                                  </p:childTnLst>
                                </p:cTn>
                              </p:par>
                              <p:par>
                                <p:cTn id="24" presetID="9" presetClass="entr" presetSubtype="0" fill="hold" grpId="0" nodeType="withEffect">
                                  <p:stCondLst>
                                    <p:cond delay="0"/>
                                  </p:stCondLst>
                                  <p:childTnLst>
                                    <p:set>
                                      <p:cBhvr>
                                        <p:cTn id="25" dur="1" fill="hold">
                                          <p:stCondLst>
                                            <p:cond delay="0"/>
                                          </p:stCondLst>
                                        </p:cTn>
                                        <p:tgtEl>
                                          <p:spTgt spid="548"/>
                                        </p:tgtEl>
                                        <p:attrNameLst>
                                          <p:attrName>style.visibility</p:attrName>
                                        </p:attrNameLst>
                                      </p:cBhvr>
                                      <p:to>
                                        <p:strVal val="visible"/>
                                      </p:to>
                                    </p:set>
                                    <p:animEffect transition="in" filter="dissolve">
                                      <p:cBhvr>
                                        <p:cTn id="26" dur="500"/>
                                        <p:tgtEl>
                                          <p:spTgt spid="548"/>
                                        </p:tgtEl>
                                      </p:cBhvr>
                                    </p:animEffect>
                                  </p:childTnLst>
                                </p:cTn>
                              </p:par>
                            </p:childTnLst>
                          </p:cTn>
                        </p:par>
                        <p:par>
                          <p:cTn id="27" fill="hold">
                            <p:stCondLst>
                              <p:cond delay="500"/>
                            </p:stCondLst>
                            <p:childTnLst>
                              <p:par>
                                <p:cTn id="28" presetID="0" presetClass="path" presetSubtype="0" accel="50000" decel="50000" fill="hold" nodeType="afterEffect">
                                  <p:stCondLst>
                                    <p:cond delay="0"/>
                                  </p:stCondLst>
                                  <p:childTnLst>
                                    <p:animMotion origin="layout" path="M 2.5E-6 -4.44444E-6 C 0.00052 0.02477 -0.0017 0.01806 -0.00117 0.04468 L 0.30299 0.04584 C 0.25677 0.14121 0.25455 0.14862 0.20924 0.23473 C 0.26836 0.18542 0.34922 0.13797 0.40846 0.08843 C 0.35976 0.20903 0.30924 0.34121 0.2612 0.46181 L 0.02838 0.46274 C 0.02838 0.42547 0.02786 0.42223 0.02786 0.38588 " pathEditMode="relative" rAng="0" ptsTypes="AAAAAAAA">
                                      <p:cBhvr>
                                        <p:cTn id="29" dur="3000" fill="hold"/>
                                        <p:tgtEl>
                                          <p:spTgt spid="550"/>
                                        </p:tgtEl>
                                        <p:attrNameLst>
                                          <p:attrName>ppt_x</p:attrName>
                                          <p:attrName>ppt_y</p:attrName>
                                        </p:attrNameLst>
                                      </p:cBhvr>
                                      <p:rCtr x="20365" y="23125"/>
                                    </p:animMotion>
                                  </p:childTnLst>
                                </p:cTn>
                              </p:par>
                              <p:par>
                                <p:cTn id="30" presetID="9" presetClass="exit" presetSubtype="0" fill="hold" nodeType="withEffect">
                                  <p:stCondLst>
                                    <p:cond delay="0"/>
                                  </p:stCondLst>
                                  <p:childTnLst>
                                    <p:animEffect transition="out" filter="dissolve">
                                      <p:cBhvr>
                                        <p:cTn id="31" dur="500"/>
                                        <p:tgtEl>
                                          <p:spTgt spid="734"/>
                                        </p:tgtEl>
                                      </p:cBhvr>
                                    </p:animEffect>
                                    <p:set>
                                      <p:cBhvr>
                                        <p:cTn id="32" dur="1" fill="hold">
                                          <p:stCondLst>
                                            <p:cond delay="499"/>
                                          </p:stCondLst>
                                        </p:cTn>
                                        <p:tgtEl>
                                          <p:spTgt spid="734"/>
                                        </p:tgtEl>
                                        <p:attrNameLst>
                                          <p:attrName>style.visibility</p:attrName>
                                        </p:attrNameLst>
                                      </p:cBhvr>
                                      <p:to>
                                        <p:strVal val="hidden"/>
                                      </p:to>
                                    </p:set>
                                  </p:childTnLst>
                                </p:cTn>
                              </p:par>
                            </p:childTnLst>
                          </p:cTn>
                        </p:par>
                        <p:par>
                          <p:cTn id="33" fill="hold">
                            <p:stCondLst>
                              <p:cond delay="3500"/>
                            </p:stCondLst>
                            <p:childTnLst>
                              <p:par>
                                <p:cTn id="34" presetID="22" presetClass="entr" presetSubtype="4" fill="hold" nodeType="afterEffect">
                                  <p:stCondLst>
                                    <p:cond delay="0"/>
                                  </p:stCondLst>
                                  <p:childTnLst>
                                    <p:set>
                                      <p:cBhvr>
                                        <p:cTn id="35" dur="1" fill="hold">
                                          <p:stCondLst>
                                            <p:cond delay="0"/>
                                          </p:stCondLst>
                                        </p:cTn>
                                        <p:tgtEl>
                                          <p:spTgt spid="725"/>
                                        </p:tgtEl>
                                        <p:attrNameLst>
                                          <p:attrName>style.visibility</p:attrName>
                                        </p:attrNameLst>
                                      </p:cBhvr>
                                      <p:to>
                                        <p:strVal val="visible"/>
                                      </p:to>
                                    </p:set>
                                    <p:animEffect transition="in" filter="wipe(down)">
                                      <p:cBhvr>
                                        <p:cTn id="36" dur="1000"/>
                                        <p:tgtEl>
                                          <p:spTgt spid="725"/>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4" fill="hold" nodeType="clickEffect">
                                  <p:stCondLst>
                                    <p:cond delay="0"/>
                                  </p:stCondLst>
                                  <p:childTnLst>
                                    <p:set>
                                      <p:cBhvr>
                                        <p:cTn id="40" dur="1" fill="hold">
                                          <p:stCondLst>
                                            <p:cond delay="0"/>
                                          </p:stCondLst>
                                        </p:cTn>
                                        <p:tgtEl>
                                          <p:spTgt spid="560"/>
                                        </p:tgtEl>
                                        <p:attrNameLst>
                                          <p:attrName>style.visibility</p:attrName>
                                        </p:attrNameLst>
                                      </p:cBhvr>
                                      <p:to>
                                        <p:strVal val="visible"/>
                                      </p:to>
                                    </p:set>
                                    <p:animEffect transition="in" filter="wipe(down)">
                                      <p:cBhvr>
                                        <p:cTn id="41" dur="500"/>
                                        <p:tgtEl>
                                          <p:spTgt spid="560"/>
                                        </p:tgtEl>
                                      </p:cBhvr>
                                    </p:animEffect>
                                  </p:childTnLst>
                                </p:cTn>
                              </p:par>
                              <p:par>
                                <p:cTn id="42" presetID="9" presetClass="exit" presetSubtype="0" fill="hold" nodeType="withEffect">
                                  <p:stCondLst>
                                    <p:cond delay="0"/>
                                  </p:stCondLst>
                                  <p:childTnLst>
                                    <p:animEffect transition="out" filter="dissolve">
                                      <p:cBhvr>
                                        <p:cTn id="43" dur="500"/>
                                        <p:tgtEl>
                                          <p:spTgt spid="550"/>
                                        </p:tgtEl>
                                      </p:cBhvr>
                                    </p:animEffect>
                                    <p:set>
                                      <p:cBhvr>
                                        <p:cTn id="44" dur="1" fill="hold">
                                          <p:stCondLst>
                                            <p:cond delay="499"/>
                                          </p:stCondLst>
                                        </p:cTn>
                                        <p:tgtEl>
                                          <p:spTgt spid="550"/>
                                        </p:tgtEl>
                                        <p:attrNameLst>
                                          <p:attrName>style.visibility</p:attrName>
                                        </p:attrNameLst>
                                      </p:cBhvr>
                                      <p:to>
                                        <p:strVal val="hidden"/>
                                      </p:to>
                                    </p:set>
                                  </p:childTnLst>
                                </p:cTn>
                              </p:par>
                            </p:childTnLst>
                          </p:cTn>
                        </p:par>
                      </p:childTnLst>
                    </p:cTn>
                  </p:par>
                  <p:par>
                    <p:cTn id="45" fill="hold">
                      <p:stCondLst>
                        <p:cond delay="indefinite"/>
                      </p:stCondLst>
                      <p:childTnLst>
                        <p:par>
                          <p:cTn id="46" fill="hold">
                            <p:stCondLst>
                              <p:cond delay="0"/>
                            </p:stCondLst>
                            <p:childTnLst>
                              <p:par>
                                <p:cTn id="47" presetID="9" presetClass="exit" presetSubtype="0" fill="hold" nodeType="clickEffect">
                                  <p:stCondLst>
                                    <p:cond delay="0"/>
                                  </p:stCondLst>
                                  <p:childTnLst>
                                    <p:animEffect transition="out" filter="dissolve">
                                      <p:cBhvr>
                                        <p:cTn id="48" dur="500"/>
                                        <p:tgtEl>
                                          <p:spTgt spid="560"/>
                                        </p:tgtEl>
                                      </p:cBhvr>
                                    </p:animEffect>
                                    <p:set>
                                      <p:cBhvr>
                                        <p:cTn id="49" dur="1" fill="hold">
                                          <p:stCondLst>
                                            <p:cond delay="499"/>
                                          </p:stCondLst>
                                        </p:cTn>
                                        <p:tgtEl>
                                          <p:spTgt spid="560"/>
                                        </p:tgtEl>
                                        <p:attrNameLst>
                                          <p:attrName>style.visibility</p:attrName>
                                        </p:attrNameLst>
                                      </p:cBhvr>
                                      <p:to>
                                        <p:strVal val="hidden"/>
                                      </p:to>
                                    </p:set>
                                  </p:childTnLst>
                                </p:cTn>
                              </p:par>
                            </p:childTnLst>
                          </p:cTn>
                        </p:par>
                      </p:childTnLst>
                    </p:cTn>
                  </p:par>
                  <p:par>
                    <p:cTn id="50" fill="hold">
                      <p:stCondLst>
                        <p:cond delay="indefinite"/>
                      </p:stCondLst>
                      <p:childTnLst>
                        <p:par>
                          <p:cTn id="51" fill="hold">
                            <p:stCondLst>
                              <p:cond delay="0"/>
                            </p:stCondLst>
                            <p:childTnLst>
                              <p:par>
                                <p:cTn id="52" presetID="22" presetClass="entr" presetSubtype="1" fill="hold" nodeType="clickEffect">
                                  <p:stCondLst>
                                    <p:cond delay="0"/>
                                  </p:stCondLst>
                                  <p:childTnLst>
                                    <p:set>
                                      <p:cBhvr>
                                        <p:cTn id="53" dur="1" fill="hold">
                                          <p:stCondLst>
                                            <p:cond delay="0"/>
                                          </p:stCondLst>
                                        </p:cTn>
                                        <p:tgtEl>
                                          <p:spTgt spid="757"/>
                                        </p:tgtEl>
                                        <p:attrNameLst>
                                          <p:attrName>style.visibility</p:attrName>
                                        </p:attrNameLst>
                                      </p:cBhvr>
                                      <p:to>
                                        <p:strVal val="visible"/>
                                      </p:to>
                                    </p:set>
                                    <p:animEffect transition="in" filter="wipe(up)">
                                      <p:cBhvr>
                                        <p:cTn id="54" dur="500"/>
                                        <p:tgtEl>
                                          <p:spTgt spid="757"/>
                                        </p:tgtEl>
                                      </p:cBhvr>
                                    </p:animEffect>
                                  </p:childTnLst>
                                </p:cTn>
                              </p:par>
                            </p:childTnLst>
                          </p:cTn>
                        </p:par>
                        <p:par>
                          <p:cTn id="55" fill="hold">
                            <p:stCondLst>
                              <p:cond delay="500"/>
                            </p:stCondLst>
                            <p:childTnLst>
                              <p:par>
                                <p:cTn id="56" presetID="9" presetClass="entr" presetSubtype="0" fill="hold" grpId="0" nodeType="afterEffect">
                                  <p:stCondLst>
                                    <p:cond delay="0"/>
                                  </p:stCondLst>
                                  <p:childTnLst>
                                    <p:set>
                                      <p:cBhvr>
                                        <p:cTn id="57" dur="1" fill="hold">
                                          <p:stCondLst>
                                            <p:cond delay="0"/>
                                          </p:stCondLst>
                                        </p:cTn>
                                        <p:tgtEl>
                                          <p:spTgt spid="843"/>
                                        </p:tgtEl>
                                        <p:attrNameLst>
                                          <p:attrName>style.visibility</p:attrName>
                                        </p:attrNameLst>
                                      </p:cBhvr>
                                      <p:to>
                                        <p:strVal val="visible"/>
                                      </p:to>
                                    </p:set>
                                    <p:animEffect transition="in" filter="dissolve">
                                      <p:cBhvr>
                                        <p:cTn id="58" dur="500"/>
                                        <p:tgtEl>
                                          <p:spTgt spid="843"/>
                                        </p:tgtEl>
                                      </p:cBhvr>
                                    </p:animEffect>
                                  </p:childTnLst>
                                </p:cTn>
                              </p:par>
                            </p:childTnLst>
                          </p:cTn>
                        </p:par>
                      </p:childTnLst>
                    </p:cTn>
                  </p:par>
                  <p:par>
                    <p:cTn id="59" fill="hold">
                      <p:stCondLst>
                        <p:cond delay="indefinite"/>
                      </p:stCondLst>
                      <p:childTnLst>
                        <p:par>
                          <p:cTn id="60" fill="hold">
                            <p:stCondLst>
                              <p:cond delay="0"/>
                            </p:stCondLst>
                            <p:childTnLst>
                              <p:par>
                                <p:cTn id="61" presetID="9" presetClass="entr" presetSubtype="0" fill="hold" nodeType="clickEffect">
                                  <p:stCondLst>
                                    <p:cond delay="0"/>
                                  </p:stCondLst>
                                  <p:childTnLst>
                                    <p:set>
                                      <p:cBhvr>
                                        <p:cTn id="62" dur="1" fill="hold">
                                          <p:stCondLst>
                                            <p:cond delay="0"/>
                                          </p:stCondLst>
                                        </p:cTn>
                                        <p:tgtEl>
                                          <p:spTgt spid="833"/>
                                        </p:tgtEl>
                                        <p:attrNameLst>
                                          <p:attrName>style.visibility</p:attrName>
                                        </p:attrNameLst>
                                      </p:cBhvr>
                                      <p:to>
                                        <p:strVal val="visible"/>
                                      </p:to>
                                    </p:set>
                                    <p:animEffect transition="in" filter="dissolve">
                                      <p:cBhvr>
                                        <p:cTn id="63" dur="500"/>
                                        <p:tgtEl>
                                          <p:spTgt spid="833"/>
                                        </p:tgtEl>
                                      </p:cBhvr>
                                    </p:animEffect>
                                  </p:childTnLst>
                                </p:cTn>
                              </p:par>
                            </p:childTnLst>
                          </p:cTn>
                        </p:par>
                        <p:par>
                          <p:cTn id="64" fill="hold">
                            <p:stCondLst>
                              <p:cond delay="500"/>
                            </p:stCondLst>
                            <p:childTnLst>
                              <p:par>
                                <p:cTn id="65" presetID="0" presetClass="path" presetSubtype="0" accel="50000" decel="50000" fill="hold" nodeType="afterEffect">
                                  <p:stCondLst>
                                    <p:cond delay="0"/>
                                  </p:stCondLst>
                                  <p:childTnLst>
                                    <p:animMotion origin="layout" path="M -0.00052 -0.00092 L -0.00052 0.09421 L 0.25287 0.09121 L 0.39297 -0.29166 L 0.18503 -0.15208 L 0.28034 -0.33079 L -0.02916 -0.3331 C -0.02916 -0.3618 -0.02916 -0.3618 -0.02877 -0.39051 " pathEditMode="relative" rAng="0" ptsTypes="AAAAAAAA">
                                      <p:cBhvr>
                                        <p:cTn id="66" dur="3000" fill="hold"/>
                                        <p:tgtEl>
                                          <p:spTgt spid="833"/>
                                        </p:tgtEl>
                                        <p:attrNameLst>
                                          <p:attrName>ppt_x</p:attrName>
                                          <p:attrName>ppt_y</p:attrName>
                                        </p:attrNameLst>
                                      </p:cBhvr>
                                      <p:rCtr x="18242" y="-14722"/>
                                    </p:animMotion>
                                  </p:childTnLst>
                                </p:cTn>
                              </p:par>
                            </p:childTnLst>
                          </p:cTn>
                        </p:par>
                        <p:par>
                          <p:cTn id="67" fill="hold">
                            <p:stCondLst>
                              <p:cond delay="3500"/>
                            </p:stCondLst>
                            <p:childTnLst>
                              <p:par>
                                <p:cTn id="68" presetID="9" presetClass="exit" presetSubtype="0" fill="hold" nodeType="afterEffect">
                                  <p:stCondLst>
                                    <p:cond delay="0"/>
                                  </p:stCondLst>
                                  <p:childTnLst>
                                    <p:animEffect transition="out" filter="dissolve">
                                      <p:cBhvr>
                                        <p:cTn id="69" dur="500"/>
                                        <p:tgtEl>
                                          <p:spTgt spid="757"/>
                                        </p:tgtEl>
                                      </p:cBhvr>
                                    </p:animEffect>
                                    <p:set>
                                      <p:cBhvr>
                                        <p:cTn id="70" dur="1" fill="hold">
                                          <p:stCondLst>
                                            <p:cond delay="499"/>
                                          </p:stCondLst>
                                        </p:cTn>
                                        <p:tgtEl>
                                          <p:spTgt spid="757"/>
                                        </p:tgtEl>
                                        <p:attrNameLst>
                                          <p:attrName>style.visibility</p:attrName>
                                        </p:attrNameLst>
                                      </p:cBhvr>
                                      <p:to>
                                        <p:strVal val="hidden"/>
                                      </p:to>
                                    </p:set>
                                  </p:childTnLst>
                                </p:cTn>
                              </p:par>
                              <p:par>
                                <p:cTn id="71" presetID="9" presetClass="exit" presetSubtype="0" fill="hold" nodeType="withEffect">
                                  <p:stCondLst>
                                    <p:cond delay="0"/>
                                  </p:stCondLst>
                                  <p:childTnLst>
                                    <p:animEffect transition="out" filter="dissolve">
                                      <p:cBhvr>
                                        <p:cTn id="72" dur="500"/>
                                        <p:tgtEl>
                                          <p:spTgt spid="560"/>
                                        </p:tgtEl>
                                      </p:cBhvr>
                                    </p:animEffect>
                                    <p:set>
                                      <p:cBhvr>
                                        <p:cTn id="73" dur="1" fill="hold">
                                          <p:stCondLst>
                                            <p:cond delay="499"/>
                                          </p:stCondLst>
                                        </p:cTn>
                                        <p:tgtEl>
                                          <p:spTgt spid="560"/>
                                        </p:tgtEl>
                                        <p:attrNameLst>
                                          <p:attrName>style.visibility</p:attrName>
                                        </p:attrNameLst>
                                      </p:cBhvr>
                                      <p:to>
                                        <p:strVal val="hidden"/>
                                      </p:to>
                                    </p:set>
                                  </p:childTnLst>
                                </p:cTn>
                              </p:par>
                              <p:par>
                                <p:cTn id="74" presetID="9" presetClass="exit" presetSubtype="0" fill="hold" nodeType="withEffect">
                                  <p:stCondLst>
                                    <p:cond delay="0"/>
                                  </p:stCondLst>
                                  <p:childTnLst>
                                    <p:animEffect transition="out" filter="dissolve">
                                      <p:cBhvr>
                                        <p:cTn id="75" dur="500"/>
                                        <p:tgtEl>
                                          <p:spTgt spid="725"/>
                                        </p:tgtEl>
                                      </p:cBhvr>
                                    </p:animEffect>
                                    <p:set>
                                      <p:cBhvr>
                                        <p:cTn id="76" dur="1" fill="hold">
                                          <p:stCondLst>
                                            <p:cond delay="499"/>
                                          </p:stCondLst>
                                        </p:cTn>
                                        <p:tgtEl>
                                          <p:spTgt spid="725"/>
                                        </p:tgtEl>
                                        <p:attrNameLst>
                                          <p:attrName>style.visibility</p:attrName>
                                        </p:attrNameLst>
                                      </p:cBhvr>
                                      <p:to>
                                        <p:strVal val="hidden"/>
                                      </p:to>
                                    </p:set>
                                  </p:childTnLst>
                                </p:cTn>
                              </p:par>
                            </p:childTnLst>
                          </p:cTn>
                        </p:par>
                      </p:childTnLst>
                    </p:cTn>
                  </p:par>
                  <p:par>
                    <p:cTn id="77" fill="hold">
                      <p:stCondLst>
                        <p:cond delay="indefinite"/>
                      </p:stCondLst>
                      <p:childTnLst>
                        <p:par>
                          <p:cTn id="78" fill="hold">
                            <p:stCondLst>
                              <p:cond delay="0"/>
                            </p:stCondLst>
                            <p:childTnLst>
                              <p:par>
                                <p:cTn id="79" presetID="9" presetClass="exit" presetSubtype="0" fill="hold" nodeType="clickEffect">
                                  <p:stCondLst>
                                    <p:cond delay="0"/>
                                  </p:stCondLst>
                                  <p:childTnLst>
                                    <p:animEffect transition="out" filter="dissolve">
                                      <p:cBhvr>
                                        <p:cTn id="80" dur="500"/>
                                        <p:tgtEl>
                                          <p:spTgt spid="833"/>
                                        </p:tgtEl>
                                      </p:cBhvr>
                                    </p:animEffect>
                                    <p:set>
                                      <p:cBhvr>
                                        <p:cTn id="81" dur="1" fill="hold">
                                          <p:stCondLst>
                                            <p:cond delay="499"/>
                                          </p:stCondLst>
                                        </p:cTn>
                                        <p:tgtEl>
                                          <p:spTgt spid="833"/>
                                        </p:tgtEl>
                                        <p:attrNameLst>
                                          <p:attrName>style.visibility</p:attrName>
                                        </p:attrNameLst>
                                      </p:cBhvr>
                                      <p:to>
                                        <p:strVal val="hidden"/>
                                      </p:to>
                                    </p:set>
                                  </p:childTnLst>
                                </p:cTn>
                              </p:par>
                            </p:childTnLst>
                          </p:cTn>
                        </p:par>
                        <p:par>
                          <p:cTn id="82" fill="hold">
                            <p:stCondLst>
                              <p:cond delay="500"/>
                            </p:stCondLst>
                            <p:childTnLst>
                              <p:par>
                                <p:cTn id="83" presetID="22" presetClass="entr" presetSubtype="4" fill="hold" nodeType="afterEffect">
                                  <p:stCondLst>
                                    <p:cond delay="0"/>
                                  </p:stCondLst>
                                  <p:childTnLst>
                                    <p:set>
                                      <p:cBhvr>
                                        <p:cTn id="84" dur="1" fill="hold">
                                          <p:stCondLst>
                                            <p:cond delay="0"/>
                                          </p:stCondLst>
                                        </p:cTn>
                                        <p:tgtEl>
                                          <p:spTgt spid="812"/>
                                        </p:tgtEl>
                                        <p:attrNameLst>
                                          <p:attrName>style.visibility</p:attrName>
                                        </p:attrNameLst>
                                      </p:cBhvr>
                                      <p:to>
                                        <p:strVal val="visible"/>
                                      </p:to>
                                    </p:set>
                                    <p:animEffect transition="in" filter="wipe(down)">
                                      <p:cBhvr>
                                        <p:cTn id="85" dur="1000"/>
                                        <p:tgtEl>
                                          <p:spTgt spid="812"/>
                                        </p:tgtEl>
                                      </p:cBhvr>
                                    </p:animEffect>
                                  </p:childTnLst>
                                </p:cTn>
                              </p:par>
                            </p:childTnLst>
                          </p:cTn>
                        </p:par>
                        <p:par>
                          <p:cTn id="86" fill="hold">
                            <p:stCondLst>
                              <p:cond delay="1500"/>
                            </p:stCondLst>
                            <p:childTnLst>
                              <p:par>
                                <p:cTn id="87" presetID="9" presetClass="entr" presetSubtype="0" fill="hold" grpId="0" nodeType="afterEffect">
                                  <p:stCondLst>
                                    <p:cond delay="0"/>
                                  </p:stCondLst>
                                  <p:childTnLst>
                                    <p:set>
                                      <p:cBhvr>
                                        <p:cTn id="88" dur="1" fill="hold">
                                          <p:stCondLst>
                                            <p:cond delay="0"/>
                                          </p:stCondLst>
                                        </p:cTn>
                                        <p:tgtEl>
                                          <p:spTgt spid="549"/>
                                        </p:tgtEl>
                                        <p:attrNameLst>
                                          <p:attrName>style.visibility</p:attrName>
                                        </p:attrNameLst>
                                      </p:cBhvr>
                                      <p:to>
                                        <p:strVal val="visible"/>
                                      </p:to>
                                    </p:set>
                                    <p:animEffect transition="in" filter="dissolve">
                                      <p:cBhvr>
                                        <p:cTn id="89" dur="500"/>
                                        <p:tgtEl>
                                          <p:spTgt spid="5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7" grpId="0"/>
      <p:bldP spid="548" grpId="0"/>
      <p:bldP spid="549" grpId="0"/>
      <p:bldP spid="843"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FAC08B47-1C0E-5D48-A9ED-A80A9C43504C}"/>
              </a:ext>
            </a:extLst>
          </p:cNvPr>
          <p:cNvSpPr>
            <a:spLocks noGrp="1"/>
          </p:cNvSpPr>
          <p:nvPr>
            <p:ph type="title"/>
          </p:nvPr>
        </p:nvSpPr>
        <p:spPr>
          <a:xfrm>
            <a:off x="811306" y="303903"/>
            <a:ext cx="10999694" cy="894622"/>
          </a:xfrm>
        </p:spPr>
        <p:txBody>
          <a:bodyPr>
            <a:noAutofit/>
          </a:bodyPr>
          <a:lstStyle/>
          <a:p>
            <a:r>
              <a:rPr lang="en-US" b="0" dirty="0">
                <a:latin typeface="+mn-lt"/>
              </a:rPr>
              <a:t>A day in the life… HTTP request/reply </a:t>
            </a:r>
            <a:endParaRPr lang="en-US" sz="3200" b="0" dirty="0">
              <a:latin typeface="+mn-lt"/>
            </a:endParaRPr>
          </a:p>
        </p:txBody>
      </p:sp>
      <p:sp>
        <p:nvSpPr>
          <p:cNvPr id="5" name="Slide Number Placeholder 4">
            <a:extLst>
              <a:ext uri="{FF2B5EF4-FFF2-40B4-BE49-F238E27FC236}">
                <a16:creationId xmlns:a16="http://schemas.microsoft.com/office/drawing/2014/main" id="{818B350A-665A-4B4E-8611-F7A0C3B2DC51}"/>
              </a:ext>
            </a:extLst>
          </p:cNvPr>
          <p:cNvSpPr>
            <a:spLocks noGrp="1"/>
          </p:cNvSpPr>
          <p:nvPr>
            <p:ph type="sldNum" sz="quarter" idx="4"/>
          </p:nvPr>
        </p:nvSpPr>
        <p:spPr/>
        <p:txBody>
          <a:bodyPr/>
          <a:lstStyle/>
          <a:p>
            <a:r>
              <a:rPr lang="en-US" dirty="0"/>
              <a:t>Link Layer: 6-</a:t>
            </a:r>
            <a:fld id="{C4204591-24BD-A542-B9D5-F8D8A88D2FEE}" type="slidenum">
              <a:rPr lang="en-US" smtClean="0"/>
              <a:pPr/>
              <a:t>33</a:t>
            </a:fld>
            <a:endParaRPr lang="en-US" dirty="0"/>
          </a:p>
        </p:txBody>
      </p:sp>
      <p:sp>
        <p:nvSpPr>
          <p:cNvPr id="295" name="Freeform 3">
            <a:extLst>
              <a:ext uri="{FF2B5EF4-FFF2-40B4-BE49-F238E27FC236}">
                <a16:creationId xmlns:a16="http://schemas.microsoft.com/office/drawing/2014/main" id="{DF7BB4DC-D674-5D48-AD3D-92259D4E8719}"/>
              </a:ext>
            </a:extLst>
          </p:cNvPr>
          <p:cNvSpPr>
            <a:spLocks/>
          </p:cNvSpPr>
          <p:nvPr/>
        </p:nvSpPr>
        <p:spPr bwMode="auto">
          <a:xfrm>
            <a:off x="691870" y="1878292"/>
            <a:ext cx="3554412" cy="2754313"/>
          </a:xfrm>
          <a:custGeom>
            <a:avLst/>
            <a:gdLst>
              <a:gd name="T0" fmla="*/ 2147483647 w 2406"/>
              <a:gd name="T1" fmla="*/ 2147483647 h 958"/>
              <a:gd name="T2" fmla="*/ 2147483647 w 2406"/>
              <a:gd name="T3" fmla="*/ 2147483647 h 958"/>
              <a:gd name="T4" fmla="*/ 2147483647 w 2406"/>
              <a:gd name="T5" fmla="*/ 2147483647 h 958"/>
              <a:gd name="T6" fmla="*/ 2147483647 w 2406"/>
              <a:gd name="T7" fmla="*/ 2147483647 h 958"/>
              <a:gd name="T8" fmla="*/ 2147483647 w 2406"/>
              <a:gd name="T9" fmla="*/ 2147483647 h 958"/>
              <a:gd name="T10" fmla="*/ 2147483647 w 2406"/>
              <a:gd name="T11" fmla="*/ 2147483647 h 958"/>
              <a:gd name="T12" fmla="*/ 2147483647 w 2406"/>
              <a:gd name="T13" fmla="*/ 2147483647 h 958"/>
              <a:gd name="T14" fmla="*/ 2147483647 w 2406"/>
              <a:gd name="T15" fmla="*/ 2147483647 h 958"/>
              <a:gd name="T16" fmla="*/ 2147483647 w 2406"/>
              <a:gd name="T17" fmla="*/ 2147483647 h 958"/>
              <a:gd name="T18" fmla="*/ 2147483647 w 2406"/>
              <a:gd name="T19" fmla="*/ 2147483647 h 958"/>
              <a:gd name="T20" fmla="*/ 2147483647 w 2406"/>
              <a:gd name="T21" fmla="*/ 2147483647 h 958"/>
              <a:gd name="T22" fmla="*/ 2147483647 w 2406"/>
              <a:gd name="T23" fmla="*/ 2147483647 h 958"/>
              <a:gd name="T24" fmla="*/ 2147483647 w 2406"/>
              <a:gd name="T25" fmla="*/ 2147483647 h 95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406"/>
              <a:gd name="T40" fmla="*/ 0 h 958"/>
              <a:gd name="T41" fmla="*/ 2406 w 2406"/>
              <a:gd name="T42" fmla="*/ 958 h 95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406" h="958">
                <a:moveTo>
                  <a:pt x="2192" y="274"/>
                </a:moveTo>
                <a:cubicBezTo>
                  <a:pt x="1978" y="94"/>
                  <a:pt x="1990" y="122"/>
                  <a:pt x="1857" y="77"/>
                </a:cubicBezTo>
                <a:cubicBezTo>
                  <a:pt x="1724" y="32"/>
                  <a:pt x="1584" y="0"/>
                  <a:pt x="1393" y="7"/>
                </a:cubicBezTo>
                <a:cubicBezTo>
                  <a:pt x="1202" y="14"/>
                  <a:pt x="898" y="84"/>
                  <a:pt x="713" y="122"/>
                </a:cubicBezTo>
                <a:cubicBezTo>
                  <a:pt x="528" y="160"/>
                  <a:pt x="395" y="168"/>
                  <a:pt x="280" y="234"/>
                </a:cubicBezTo>
                <a:cubicBezTo>
                  <a:pt x="166" y="301"/>
                  <a:pt x="52" y="432"/>
                  <a:pt x="26" y="522"/>
                </a:cubicBezTo>
                <a:cubicBezTo>
                  <a:pt x="0" y="612"/>
                  <a:pt x="81" y="711"/>
                  <a:pt x="122" y="773"/>
                </a:cubicBezTo>
                <a:cubicBezTo>
                  <a:pt x="163" y="835"/>
                  <a:pt x="99" y="877"/>
                  <a:pt x="273" y="894"/>
                </a:cubicBezTo>
                <a:cubicBezTo>
                  <a:pt x="447" y="911"/>
                  <a:pt x="938" y="866"/>
                  <a:pt x="1169" y="876"/>
                </a:cubicBezTo>
                <a:cubicBezTo>
                  <a:pt x="1400" y="886"/>
                  <a:pt x="1499" y="950"/>
                  <a:pt x="1659" y="954"/>
                </a:cubicBezTo>
                <a:cubicBezTo>
                  <a:pt x="1819" y="958"/>
                  <a:pt x="2014" y="958"/>
                  <a:pt x="2129" y="897"/>
                </a:cubicBezTo>
                <a:cubicBezTo>
                  <a:pt x="2244" y="836"/>
                  <a:pt x="2327" y="856"/>
                  <a:pt x="2350" y="591"/>
                </a:cubicBezTo>
                <a:cubicBezTo>
                  <a:pt x="2373" y="326"/>
                  <a:pt x="2406" y="454"/>
                  <a:pt x="2192" y="274"/>
                </a:cubicBezTo>
                <a:close/>
              </a:path>
            </a:pathLst>
          </a:custGeom>
          <a:solidFill>
            <a:srgbClr val="9CE0FA"/>
          </a:soli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p>
            <a:pPr eaLnBrk="0" fontAlgn="base" hangingPunct="0">
              <a:spcBef>
                <a:spcPct val="0"/>
              </a:spcBef>
              <a:spcAft>
                <a:spcPct val="0"/>
              </a:spcAft>
            </a:pPr>
            <a:endParaRPr lang="en-US" dirty="0">
              <a:solidFill>
                <a:srgbClr val="000000"/>
              </a:solidFill>
              <a:latin typeface="Arial" charset="0"/>
              <a:ea typeface="ＭＳ Ｐゴシック" charset="0"/>
            </a:endParaRPr>
          </a:p>
        </p:txBody>
      </p:sp>
      <p:sp>
        <p:nvSpPr>
          <p:cNvPr id="327" name="Line 36">
            <a:extLst>
              <a:ext uri="{FF2B5EF4-FFF2-40B4-BE49-F238E27FC236}">
                <a16:creationId xmlns:a16="http://schemas.microsoft.com/office/drawing/2014/main" id="{57A4B698-E5A9-CC49-A803-B00E5B0F4E5B}"/>
              </a:ext>
            </a:extLst>
          </p:cNvPr>
          <p:cNvSpPr>
            <a:spLocks noChangeShapeType="1"/>
          </p:cNvSpPr>
          <p:nvPr/>
        </p:nvSpPr>
        <p:spPr bwMode="auto">
          <a:xfrm flipV="1">
            <a:off x="3693832" y="2949855"/>
            <a:ext cx="155575" cy="142875"/>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lstStyle/>
          <a:p>
            <a:pPr eaLnBrk="0" fontAlgn="base" hangingPunct="0">
              <a:spcBef>
                <a:spcPct val="0"/>
              </a:spcBef>
              <a:spcAft>
                <a:spcPct val="0"/>
              </a:spcAft>
            </a:pPr>
            <a:endParaRPr lang="en-US" dirty="0">
              <a:solidFill>
                <a:srgbClr val="000000"/>
              </a:solidFill>
              <a:latin typeface="Arial" charset="0"/>
              <a:ea typeface="ＭＳ Ｐゴシック" charset="0"/>
            </a:endParaRPr>
          </a:p>
        </p:txBody>
      </p:sp>
      <p:sp>
        <p:nvSpPr>
          <p:cNvPr id="328" name="Line 43">
            <a:extLst>
              <a:ext uri="{FF2B5EF4-FFF2-40B4-BE49-F238E27FC236}">
                <a16:creationId xmlns:a16="http://schemas.microsoft.com/office/drawing/2014/main" id="{4299F198-F6BC-D84B-A132-247DE12D88BC}"/>
              </a:ext>
            </a:extLst>
          </p:cNvPr>
          <p:cNvSpPr>
            <a:spLocks noChangeShapeType="1"/>
          </p:cNvSpPr>
          <p:nvPr/>
        </p:nvSpPr>
        <p:spPr bwMode="auto">
          <a:xfrm flipV="1">
            <a:off x="2584170" y="3122892"/>
            <a:ext cx="695325" cy="0"/>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lstStyle/>
          <a:p>
            <a:pPr eaLnBrk="0" fontAlgn="base" hangingPunct="0">
              <a:spcBef>
                <a:spcPct val="0"/>
              </a:spcBef>
              <a:spcAft>
                <a:spcPct val="0"/>
              </a:spcAft>
            </a:pPr>
            <a:endParaRPr lang="en-US" dirty="0">
              <a:solidFill>
                <a:srgbClr val="000000"/>
              </a:solidFill>
              <a:latin typeface="Arial" charset="0"/>
              <a:ea typeface="ＭＳ Ｐゴシック" charset="0"/>
            </a:endParaRPr>
          </a:p>
        </p:txBody>
      </p:sp>
      <p:sp>
        <p:nvSpPr>
          <p:cNvPr id="329" name="Line 44">
            <a:extLst>
              <a:ext uri="{FF2B5EF4-FFF2-40B4-BE49-F238E27FC236}">
                <a16:creationId xmlns:a16="http://schemas.microsoft.com/office/drawing/2014/main" id="{DC9B9DDD-57B4-5C47-B709-CC1E60CA572F}"/>
              </a:ext>
            </a:extLst>
          </p:cNvPr>
          <p:cNvSpPr>
            <a:spLocks noChangeShapeType="1"/>
          </p:cNvSpPr>
          <p:nvPr/>
        </p:nvSpPr>
        <p:spPr bwMode="auto">
          <a:xfrm flipV="1">
            <a:off x="3843057" y="2806980"/>
            <a:ext cx="138113" cy="142875"/>
          </a:xfrm>
          <a:prstGeom prst="line">
            <a:avLst/>
          </a:prstGeom>
          <a:noFill/>
          <a:ln w="9525">
            <a:solidFill>
              <a:srgbClr val="000000"/>
            </a:solidFill>
            <a:prstDash val="dash"/>
            <a:round/>
            <a:headEnd/>
            <a:tailEnd/>
          </a:ln>
          <a:extLst>
            <a:ext uri="{909E8E84-426E-40dd-AFC4-6F175D3DCCD1}">
              <a14:hiddenFill xmlns:a14="http://schemas.microsoft.com/office/drawing/2010/main" xmlns="">
                <a:noFill/>
              </a14:hiddenFill>
            </a:ext>
          </a:extLst>
        </p:spPr>
        <p:txBody>
          <a:bodyPr/>
          <a:lstStyle/>
          <a:p>
            <a:pPr eaLnBrk="0" fontAlgn="base" hangingPunct="0">
              <a:spcBef>
                <a:spcPct val="0"/>
              </a:spcBef>
              <a:spcAft>
                <a:spcPct val="0"/>
              </a:spcAft>
            </a:pPr>
            <a:endParaRPr lang="en-US" dirty="0">
              <a:solidFill>
                <a:srgbClr val="000000"/>
              </a:solidFill>
              <a:latin typeface="Arial" charset="0"/>
              <a:ea typeface="ＭＳ Ｐゴシック" charset="0"/>
            </a:endParaRPr>
          </a:p>
        </p:txBody>
      </p:sp>
      <p:sp>
        <p:nvSpPr>
          <p:cNvPr id="330" name="Line 48">
            <a:extLst>
              <a:ext uri="{FF2B5EF4-FFF2-40B4-BE49-F238E27FC236}">
                <a16:creationId xmlns:a16="http://schemas.microsoft.com/office/drawing/2014/main" id="{4DEE8A35-1100-9F4E-9ADC-43B2758E16DA}"/>
              </a:ext>
            </a:extLst>
          </p:cNvPr>
          <p:cNvSpPr>
            <a:spLocks noChangeShapeType="1"/>
          </p:cNvSpPr>
          <p:nvPr/>
        </p:nvSpPr>
        <p:spPr bwMode="auto">
          <a:xfrm flipV="1">
            <a:off x="3198532" y="3341967"/>
            <a:ext cx="512763" cy="612775"/>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lstStyle/>
          <a:p>
            <a:pPr eaLnBrk="0" fontAlgn="base" hangingPunct="0">
              <a:spcBef>
                <a:spcPct val="0"/>
              </a:spcBef>
              <a:spcAft>
                <a:spcPct val="0"/>
              </a:spcAft>
            </a:pPr>
            <a:endParaRPr lang="en-US" dirty="0">
              <a:solidFill>
                <a:srgbClr val="000000"/>
              </a:solidFill>
              <a:latin typeface="Arial" charset="0"/>
              <a:ea typeface="ＭＳ Ｐゴシック" charset="0"/>
            </a:endParaRPr>
          </a:p>
        </p:txBody>
      </p:sp>
      <p:grpSp>
        <p:nvGrpSpPr>
          <p:cNvPr id="581" name="Group 580">
            <a:extLst>
              <a:ext uri="{FF2B5EF4-FFF2-40B4-BE49-F238E27FC236}">
                <a16:creationId xmlns:a16="http://schemas.microsoft.com/office/drawing/2014/main" id="{4D6B2B90-1080-3C45-8723-93F56B08E56C}"/>
              </a:ext>
            </a:extLst>
          </p:cNvPr>
          <p:cNvGrpSpPr/>
          <p:nvPr/>
        </p:nvGrpSpPr>
        <p:grpSpPr>
          <a:xfrm>
            <a:off x="3087416" y="2965438"/>
            <a:ext cx="960147" cy="436668"/>
            <a:chOff x="3668110" y="2448910"/>
            <a:chExt cx="3794234" cy="2165130"/>
          </a:xfrm>
        </p:grpSpPr>
        <p:sp>
          <p:nvSpPr>
            <p:cNvPr id="582" name="Rectangle 581">
              <a:extLst>
                <a:ext uri="{FF2B5EF4-FFF2-40B4-BE49-F238E27FC236}">
                  <a16:creationId xmlns:a16="http://schemas.microsoft.com/office/drawing/2014/main" id="{B1476A90-F591-974E-B11C-39A30B0F987B}"/>
                </a:ext>
              </a:extLst>
            </p:cNvPr>
            <p:cNvSpPr/>
            <p:nvPr/>
          </p:nvSpPr>
          <p:spPr>
            <a:xfrm>
              <a:off x="3668110" y="3741409"/>
              <a:ext cx="3780587" cy="872631"/>
            </a:xfrm>
            <a:prstGeom prst="rect">
              <a:avLst/>
            </a:prstGeom>
            <a:gradFill>
              <a:gsLst>
                <a:gs pos="0">
                  <a:srgbClr val="B8C2C9"/>
                </a:gs>
                <a:gs pos="21000">
                  <a:schemeClr val="bg1"/>
                </a:gs>
                <a:gs pos="60000">
                  <a:srgbClr val="D6DCE0"/>
                </a:gs>
                <a:gs pos="100000">
                  <a:srgbClr val="B8C2C9"/>
                </a:gs>
              </a:gsLst>
              <a:lin ang="0" scaled="0"/>
            </a:gra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83" name="Freeform 582">
              <a:extLst>
                <a:ext uri="{FF2B5EF4-FFF2-40B4-BE49-F238E27FC236}">
                  <a16:creationId xmlns:a16="http://schemas.microsoft.com/office/drawing/2014/main" id="{FAF65266-E375-3A4E-8042-0B0D6B8CFA60}"/>
                </a:ext>
              </a:extLst>
            </p:cNvPr>
            <p:cNvSpPr/>
            <p:nvPr/>
          </p:nvSpPr>
          <p:spPr>
            <a:xfrm>
              <a:off x="3678620" y="2448910"/>
              <a:ext cx="3783724" cy="1324303"/>
            </a:xfrm>
            <a:custGeom>
              <a:avLst/>
              <a:gdLst>
                <a:gd name="connsiteX0" fmla="*/ 0 w 3783724"/>
                <a:gd name="connsiteY0" fmla="*/ 1313793 h 1324303"/>
                <a:gd name="connsiteX1" fmla="*/ 0 w 3783724"/>
                <a:gd name="connsiteY1" fmla="*/ 1313793 h 1324303"/>
                <a:gd name="connsiteX2" fmla="*/ 252248 w 3783724"/>
                <a:gd name="connsiteY2" fmla="*/ 0 h 1324303"/>
                <a:gd name="connsiteX3" fmla="*/ 3415862 w 3783724"/>
                <a:gd name="connsiteY3" fmla="*/ 21020 h 1324303"/>
                <a:gd name="connsiteX4" fmla="*/ 3783724 w 3783724"/>
                <a:gd name="connsiteY4" fmla="*/ 1324303 h 1324303"/>
                <a:gd name="connsiteX5" fmla="*/ 0 w 3783724"/>
                <a:gd name="connsiteY5" fmla="*/ 1313793 h 1324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83724" h="1324303">
                  <a:moveTo>
                    <a:pt x="0" y="1313793"/>
                  </a:moveTo>
                  <a:lnTo>
                    <a:pt x="0" y="1313793"/>
                  </a:lnTo>
                  <a:lnTo>
                    <a:pt x="252248" y="0"/>
                  </a:lnTo>
                  <a:lnTo>
                    <a:pt x="3415862" y="21020"/>
                  </a:lnTo>
                  <a:lnTo>
                    <a:pt x="3783724" y="1324303"/>
                  </a:lnTo>
                  <a:lnTo>
                    <a:pt x="0" y="1313793"/>
                  </a:lnTo>
                  <a:close/>
                </a:path>
              </a:pathLst>
            </a:cu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nvGrpSpPr>
            <p:cNvPr id="584" name="Group 583">
              <a:extLst>
                <a:ext uri="{FF2B5EF4-FFF2-40B4-BE49-F238E27FC236}">
                  <a16:creationId xmlns:a16="http://schemas.microsoft.com/office/drawing/2014/main" id="{A1FA9C68-339B-614C-9E34-CDEAC150A5DD}"/>
                </a:ext>
              </a:extLst>
            </p:cNvPr>
            <p:cNvGrpSpPr/>
            <p:nvPr/>
          </p:nvGrpSpPr>
          <p:grpSpPr>
            <a:xfrm>
              <a:off x="3941378" y="2603243"/>
              <a:ext cx="3202061" cy="1066110"/>
              <a:chOff x="7939341" y="3037317"/>
              <a:chExt cx="897649" cy="353919"/>
            </a:xfrm>
          </p:grpSpPr>
          <p:sp>
            <p:nvSpPr>
              <p:cNvPr id="585" name="Freeform 584">
                <a:extLst>
                  <a:ext uri="{FF2B5EF4-FFF2-40B4-BE49-F238E27FC236}">
                    <a16:creationId xmlns:a16="http://schemas.microsoft.com/office/drawing/2014/main" id="{D8C9439F-A149-D942-929A-18B7B9A8DCF4}"/>
                  </a:ext>
                </a:extLst>
              </p:cNvPr>
              <p:cNvSpPr/>
              <p:nvPr/>
            </p:nvSpPr>
            <p:spPr>
              <a:xfrm>
                <a:off x="7964170" y="30373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86" name="Freeform 585">
                <a:extLst>
                  <a:ext uri="{FF2B5EF4-FFF2-40B4-BE49-F238E27FC236}">
                    <a16:creationId xmlns:a16="http://schemas.microsoft.com/office/drawing/2014/main" id="{0C0CC8C6-CE81-EF42-BA4E-3A45D13E6CD2}"/>
                  </a:ext>
                </a:extLst>
              </p:cNvPr>
              <p:cNvSpPr/>
              <p:nvPr/>
            </p:nvSpPr>
            <p:spPr>
              <a:xfrm>
                <a:off x="8519948" y="32067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87" name="Freeform 586">
                <a:extLst>
                  <a:ext uri="{FF2B5EF4-FFF2-40B4-BE49-F238E27FC236}">
                    <a16:creationId xmlns:a16="http://schemas.microsoft.com/office/drawing/2014/main" id="{3E8C4D08-870E-A742-950E-F94FEE119597}"/>
                  </a:ext>
                </a:extLst>
              </p:cNvPr>
              <p:cNvSpPr/>
              <p:nvPr/>
            </p:nvSpPr>
            <p:spPr>
              <a:xfrm>
                <a:off x="7939341" y="32067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88" name="Freeform 587">
                <a:extLst>
                  <a:ext uri="{FF2B5EF4-FFF2-40B4-BE49-F238E27FC236}">
                    <a16:creationId xmlns:a16="http://schemas.microsoft.com/office/drawing/2014/main" id="{AF1A2733-0B79-E940-8171-436600A9A36D}"/>
                  </a:ext>
                </a:extLst>
              </p:cNvPr>
              <p:cNvSpPr/>
              <p:nvPr/>
            </p:nvSpPr>
            <p:spPr>
              <a:xfrm>
                <a:off x="8047413" y="31234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sp>
        <p:nvSpPr>
          <p:cNvPr id="638" name="Rectangle 37">
            <a:extLst>
              <a:ext uri="{FF2B5EF4-FFF2-40B4-BE49-F238E27FC236}">
                <a16:creationId xmlns:a16="http://schemas.microsoft.com/office/drawing/2014/main" id="{6E62C662-849A-5546-97FB-27C419E31ED7}"/>
              </a:ext>
            </a:extLst>
          </p:cNvPr>
          <p:cNvSpPr>
            <a:spLocks noChangeArrowheads="1"/>
          </p:cNvSpPr>
          <p:nvPr/>
        </p:nvSpPr>
        <p:spPr bwMode="auto">
          <a:xfrm rot="5400000">
            <a:off x="2648281" y="3003260"/>
            <a:ext cx="134168" cy="255587"/>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Comic Sans MS" pitchFamily="66" charset="0"/>
              <a:ea typeface="ＭＳ Ｐゴシック" charset="0"/>
            </a:endParaRPr>
          </a:p>
        </p:txBody>
      </p:sp>
      <p:sp>
        <p:nvSpPr>
          <p:cNvPr id="639" name="Rectangle 37">
            <a:extLst>
              <a:ext uri="{FF2B5EF4-FFF2-40B4-BE49-F238E27FC236}">
                <a16:creationId xmlns:a16="http://schemas.microsoft.com/office/drawing/2014/main" id="{CE5D4DD5-02BB-9C42-86C9-F0B5A6635376}"/>
              </a:ext>
            </a:extLst>
          </p:cNvPr>
          <p:cNvSpPr>
            <a:spLocks noChangeArrowheads="1"/>
          </p:cNvSpPr>
          <p:nvPr/>
        </p:nvSpPr>
        <p:spPr bwMode="auto">
          <a:xfrm rot="5400000">
            <a:off x="3522564" y="4176324"/>
            <a:ext cx="140795" cy="179874"/>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Comic Sans MS" pitchFamily="66" charset="0"/>
              <a:ea typeface="ＭＳ Ｐゴシック" charset="0"/>
            </a:endParaRPr>
          </a:p>
        </p:txBody>
      </p:sp>
      <p:sp>
        <p:nvSpPr>
          <p:cNvPr id="672" name="Rectangle 37">
            <a:extLst>
              <a:ext uri="{FF2B5EF4-FFF2-40B4-BE49-F238E27FC236}">
                <a16:creationId xmlns:a16="http://schemas.microsoft.com/office/drawing/2014/main" id="{9481655E-53B9-E148-87BB-DA888D40383A}"/>
              </a:ext>
            </a:extLst>
          </p:cNvPr>
          <p:cNvSpPr>
            <a:spLocks noChangeArrowheads="1"/>
          </p:cNvSpPr>
          <p:nvPr/>
        </p:nvSpPr>
        <p:spPr bwMode="auto">
          <a:xfrm rot="2603620">
            <a:off x="3123075" y="3881648"/>
            <a:ext cx="140795" cy="235527"/>
          </a:xfrm>
          <a:prstGeom prst="rect">
            <a:avLst/>
          </a:prstGeom>
          <a:gradFill rotWithShape="1">
            <a:gsLst>
              <a:gs pos="0">
                <a:srgbClr val="0000A8"/>
              </a:gs>
              <a:gs pos="50000">
                <a:srgbClr val="FFFFFF"/>
              </a:gs>
              <a:gs pos="99000">
                <a:srgbClr val="0000A8"/>
              </a:gs>
            </a:gsLst>
            <a:lin ang="0" scaled="1"/>
          </a:gradFill>
          <a:ln w="9525">
            <a:solidFill>
              <a:srgbClr val="008000">
                <a:alpha val="15000"/>
              </a:srgbClr>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Comic Sans MS" pitchFamily="66" charset="0"/>
              <a:ea typeface="ＭＳ Ｐゴシック" charset="0"/>
            </a:endParaRPr>
          </a:p>
        </p:txBody>
      </p:sp>
      <p:grpSp>
        <p:nvGrpSpPr>
          <p:cNvPr id="589" name="Group 588">
            <a:extLst>
              <a:ext uri="{FF2B5EF4-FFF2-40B4-BE49-F238E27FC236}">
                <a16:creationId xmlns:a16="http://schemas.microsoft.com/office/drawing/2014/main" id="{E25D2C38-52A6-D74C-B8F5-760511B66010}"/>
              </a:ext>
            </a:extLst>
          </p:cNvPr>
          <p:cNvGrpSpPr/>
          <p:nvPr/>
        </p:nvGrpSpPr>
        <p:grpSpPr>
          <a:xfrm>
            <a:off x="2647027" y="4019872"/>
            <a:ext cx="853832" cy="472456"/>
            <a:chOff x="7493876" y="2774731"/>
            <a:chExt cx="1481958" cy="894622"/>
          </a:xfrm>
        </p:grpSpPr>
        <p:sp>
          <p:nvSpPr>
            <p:cNvPr id="590" name="Freeform 589">
              <a:extLst>
                <a:ext uri="{FF2B5EF4-FFF2-40B4-BE49-F238E27FC236}">
                  <a16:creationId xmlns:a16="http://schemas.microsoft.com/office/drawing/2014/main" id="{B0A245DD-4B67-F546-BF8C-E3D0A2C89B58}"/>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591" name="Oval 590">
              <a:extLst>
                <a:ext uri="{FF2B5EF4-FFF2-40B4-BE49-F238E27FC236}">
                  <a16:creationId xmlns:a16="http://schemas.microsoft.com/office/drawing/2014/main" id="{70CB17FC-C529-3648-AFDA-8721418A5095}"/>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592" name="Group 591">
              <a:extLst>
                <a:ext uri="{FF2B5EF4-FFF2-40B4-BE49-F238E27FC236}">
                  <a16:creationId xmlns:a16="http://schemas.microsoft.com/office/drawing/2014/main" id="{D413B80D-C7DB-534C-8DA8-F00D300DBC88}"/>
                </a:ext>
              </a:extLst>
            </p:cNvPr>
            <p:cNvGrpSpPr/>
            <p:nvPr/>
          </p:nvGrpSpPr>
          <p:grpSpPr>
            <a:xfrm>
              <a:off x="7713663" y="2848339"/>
              <a:ext cx="1042107" cy="425543"/>
              <a:chOff x="7786941" y="2884917"/>
              <a:chExt cx="897649" cy="353919"/>
            </a:xfrm>
          </p:grpSpPr>
          <p:sp>
            <p:nvSpPr>
              <p:cNvPr id="593" name="Freeform 592">
                <a:extLst>
                  <a:ext uri="{FF2B5EF4-FFF2-40B4-BE49-F238E27FC236}">
                    <a16:creationId xmlns:a16="http://schemas.microsoft.com/office/drawing/2014/main" id="{18E03FC9-7974-9640-9835-27B0131CD76F}"/>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94" name="Freeform 593">
                <a:extLst>
                  <a:ext uri="{FF2B5EF4-FFF2-40B4-BE49-F238E27FC236}">
                    <a16:creationId xmlns:a16="http://schemas.microsoft.com/office/drawing/2014/main" id="{B02F09FE-2B85-5F4C-B1D3-7285C2B56BB5}"/>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95" name="Freeform 594">
                <a:extLst>
                  <a:ext uri="{FF2B5EF4-FFF2-40B4-BE49-F238E27FC236}">
                    <a16:creationId xmlns:a16="http://schemas.microsoft.com/office/drawing/2014/main" id="{1154C3FD-FF9C-E343-A60C-430A6B3F38A5}"/>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96" name="Freeform 595">
                <a:extLst>
                  <a:ext uri="{FF2B5EF4-FFF2-40B4-BE49-F238E27FC236}">
                    <a16:creationId xmlns:a16="http://schemas.microsoft.com/office/drawing/2014/main" id="{978879B9-5CF4-0C42-8D6C-4676831E90D5}"/>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767" name="Group 248">
            <a:extLst>
              <a:ext uri="{FF2B5EF4-FFF2-40B4-BE49-F238E27FC236}">
                <a16:creationId xmlns:a16="http://schemas.microsoft.com/office/drawing/2014/main" id="{BBC0582A-3E28-C146-B822-8892A6C507A6}"/>
              </a:ext>
            </a:extLst>
          </p:cNvPr>
          <p:cNvGrpSpPr>
            <a:grpSpLocks/>
          </p:cNvGrpSpPr>
          <p:nvPr/>
        </p:nvGrpSpPr>
        <p:grpSpPr bwMode="auto">
          <a:xfrm>
            <a:off x="2606022" y="3858371"/>
            <a:ext cx="358775" cy="623888"/>
            <a:chOff x="4140" y="429"/>
            <a:chExt cx="1425" cy="2396"/>
          </a:xfrm>
        </p:grpSpPr>
        <p:sp>
          <p:nvSpPr>
            <p:cNvPr id="768" name="Freeform 148">
              <a:extLst>
                <a:ext uri="{FF2B5EF4-FFF2-40B4-BE49-F238E27FC236}">
                  <a16:creationId xmlns:a16="http://schemas.microsoft.com/office/drawing/2014/main" id="{3CCCBBB4-63BD-EA43-A39D-906E833ADC8D}"/>
                </a:ext>
              </a:extLst>
            </p:cNvPr>
            <p:cNvSpPr>
              <a:spLocks/>
            </p:cNvSpPr>
            <p:nvPr/>
          </p:nvSpPr>
          <p:spPr bwMode="auto">
            <a:xfrm>
              <a:off x="5268" y="433"/>
              <a:ext cx="283" cy="2286"/>
            </a:xfrm>
            <a:custGeom>
              <a:avLst/>
              <a:gdLst>
                <a:gd name="T0" fmla="*/ 21 w 354"/>
                <a:gd name="T1" fmla="*/ 0 h 2742"/>
                <a:gd name="T2" fmla="*/ 116 w 354"/>
                <a:gd name="T3" fmla="*/ 137 h 2742"/>
                <a:gd name="T4" fmla="*/ 114 w 354"/>
                <a:gd name="T5" fmla="*/ 1057 h 2742"/>
                <a:gd name="T6" fmla="*/ 0 w 354"/>
                <a:gd name="T7" fmla="*/ 1105 h 2742"/>
                <a:gd name="T8" fmla="*/ 21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769" name="Rectangle 149">
              <a:extLst>
                <a:ext uri="{FF2B5EF4-FFF2-40B4-BE49-F238E27FC236}">
                  <a16:creationId xmlns:a16="http://schemas.microsoft.com/office/drawing/2014/main" id="{0974CB1E-EE6F-9F45-B007-E10FFC92A669}"/>
                </a:ext>
              </a:extLst>
            </p:cNvPr>
            <p:cNvSpPr>
              <a:spLocks noChangeArrowheads="1"/>
            </p:cNvSpPr>
            <p:nvPr/>
          </p:nvSpPr>
          <p:spPr bwMode="auto">
            <a:xfrm>
              <a:off x="4203" y="429"/>
              <a:ext cx="1053" cy="2286"/>
            </a:xfrm>
            <a:prstGeom prst="rect">
              <a:avLst/>
            </a:pr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770" name="Freeform 150">
              <a:extLst>
                <a:ext uri="{FF2B5EF4-FFF2-40B4-BE49-F238E27FC236}">
                  <a16:creationId xmlns:a16="http://schemas.microsoft.com/office/drawing/2014/main" id="{D1A9E57E-DC2A-1D4B-BD1F-082302E9764B}"/>
                </a:ext>
              </a:extLst>
            </p:cNvPr>
            <p:cNvSpPr>
              <a:spLocks/>
            </p:cNvSpPr>
            <p:nvPr/>
          </p:nvSpPr>
          <p:spPr bwMode="auto">
            <a:xfrm>
              <a:off x="5321" y="570"/>
              <a:ext cx="169" cy="2115"/>
            </a:xfrm>
            <a:custGeom>
              <a:avLst/>
              <a:gdLst>
                <a:gd name="T0" fmla="*/ 2 w 211"/>
                <a:gd name="T1" fmla="*/ 0 h 2537"/>
                <a:gd name="T2" fmla="*/ 70 w 211"/>
                <a:gd name="T3" fmla="*/ 88 h 2537"/>
                <a:gd name="T4" fmla="*/ 2 w 211"/>
                <a:gd name="T5" fmla="*/ 1007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771" name="Freeform 151">
              <a:extLst>
                <a:ext uri="{FF2B5EF4-FFF2-40B4-BE49-F238E27FC236}">
                  <a16:creationId xmlns:a16="http://schemas.microsoft.com/office/drawing/2014/main" id="{ECE9DDFF-83C2-2B4C-ABB2-610424C988C4}"/>
                </a:ext>
              </a:extLst>
            </p:cNvPr>
            <p:cNvSpPr>
              <a:spLocks/>
            </p:cNvSpPr>
            <p:nvPr/>
          </p:nvSpPr>
          <p:spPr bwMode="auto">
            <a:xfrm>
              <a:off x="5284" y="1640"/>
              <a:ext cx="263" cy="189"/>
            </a:xfrm>
            <a:custGeom>
              <a:avLst/>
              <a:gdLst>
                <a:gd name="T0" fmla="*/ 2 w 328"/>
                <a:gd name="T1" fmla="*/ 0 h 226"/>
                <a:gd name="T2" fmla="*/ 109 w 328"/>
                <a:gd name="T3" fmla="*/ 52 h 226"/>
                <a:gd name="T4" fmla="*/ 108 w 328"/>
                <a:gd name="T5" fmla="*/ 92 h 226"/>
                <a:gd name="T6" fmla="*/ 0 w 328"/>
                <a:gd name="T7" fmla="*/ 41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772" name="Rectangle 152">
              <a:extLst>
                <a:ext uri="{FF2B5EF4-FFF2-40B4-BE49-F238E27FC236}">
                  <a16:creationId xmlns:a16="http://schemas.microsoft.com/office/drawing/2014/main" id="{E6ECB8C9-90DF-DD48-ABC0-7756BD8AD9CF}"/>
                </a:ext>
              </a:extLst>
            </p:cNvPr>
            <p:cNvSpPr>
              <a:spLocks noChangeArrowheads="1"/>
            </p:cNvSpPr>
            <p:nvPr/>
          </p:nvSpPr>
          <p:spPr bwMode="auto">
            <a:xfrm>
              <a:off x="4209" y="691"/>
              <a:ext cx="599"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nvGrpSpPr>
            <p:cNvPr id="773" name="Group 153">
              <a:extLst>
                <a:ext uri="{FF2B5EF4-FFF2-40B4-BE49-F238E27FC236}">
                  <a16:creationId xmlns:a16="http://schemas.microsoft.com/office/drawing/2014/main" id="{DE8B4D5B-13BE-A642-8255-4AD348F07FF9}"/>
                </a:ext>
              </a:extLst>
            </p:cNvPr>
            <p:cNvGrpSpPr>
              <a:grpSpLocks/>
            </p:cNvGrpSpPr>
            <p:nvPr/>
          </p:nvGrpSpPr>
          <p:grpSpPr bwMode="auto">
            <a:xfrm>
              <a:off x="4749" y="668"/>
              <a:ext cx="581" cy="145"/>
              <a:chOff x="614" y="2568"/>
              <a:chExt cx="725" cy="139"/>
            </a:xfrm>
          </p:grpSpPr>
          <p:sp>
            <p:nvSpPr>
              <p:cNvPr id="798" name="AutoShape 154">
                <a:extLst>
                  <a:ext uri="{FF2B5EF4-FFF2-40B4-BE49-F238E27FC236}">
                    <a16:creationId xmlns:a16="http://schemas.microsoft.com/office/drawing/2014/main" id="{EBB08B72-91CC-634D-9721-24C2FA8C67C3}"/>
                  </a:ext>
                </a:extLst>
              </p:cNvPr>
              <p:cNvSpPr>
                <a:spLocks noChangeArrowheads="1"/>
              </p:cNvSpPr>
              <p:nvPr/>
            </p:nvSpPr>
            <p:spPr bwMode="auto">
              <a:xfrm>
                <a:off x="617" y="2567"/>
                <a:ext cx="724" cy="140"/>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799" name="AutoShape 155">
                <a:extLst>
                  <a:ext uri="{FF2B5EF4-FFF2-40B4-BE49-F238E27FC236}">
                    <a16:creationId xmlns:a16="http://schemas.microsoft.com/office/drawing/2014/main" id="{6232554D-4EC4-3A4E-BADD-0E979EDE086F}"/>
                  </a:ext>
                </a:extLst>
              </p:cNvPr>
              <p:cNvSpPr>
                <a:spLocks noChangeArrowheads="1"/>
              </p:cNvSpPr>
              <p:nvPr/>
            </p:nvSpPr>
            <p:spPr bwMode="auto">
              <a:xfrm>
                <a:off x="633" y="2584"/>
                <a:ext cx="692" cy="105"/>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sp>
          <p:nvSpPr>
            <p:cNvPr id="774" name="Rectangle 156">
              <a:extLst>
                <a:ext uri="{FF2B5EF4-FFF2-40B4-BE49-F238E27FC236}">
                  <a16:creationId xmlns:a16="http://schemas.microsoft.com/office/drawing/2014/main" id="{2546A6DD-1D0C-7842-9D41-F06F1C5381D4}"/>
                </a:ext>
              </a:extLst>
            </p:cNvPr>
            <p:cNvSpPr>
              <a:spLocks noChangeArrowheads="1"/>
            </p:cNvSpPr>
            <p:nvPr/>
          </p:nvSpPr>
          <p:spPr bwMode="auto">
            <a:xfrm>
              <a:off x="4222" y="1020"/>
              <a:ext cx="599" cy="43"/>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nvGrpSpPr>
            <p:cNvPr id="775" name="Group 157">
              <a:extLst>
                <a:ext uri="{FF2B5EF4-FFF2-40B4-BE49-F238E27FC236}">
                  <a16:creationId xmlns:a16="http://schemas.microsoft.com/office/drawing/2014/main" id="{34703394-632C-984A-A448-ECD8882A2A84}"/>
                </a:ext>
              </a:extLst>
            </p:cNvPr>
            <p:cNvGrpSpPr>
              <a:grpSpLocks/>
            </p:cNvGrpSpPr>
            <p:nvPr/>
          </p:nvGrpSpPr>
          <p:grpSpPr bwMode="auto">
            <a:xfrm>
              <a:off x="4747" y="994"/>
              <a:ext cx="581" cy="134"/>
              <a:chOff x="614" y="2568"/>
              <a:chExt cx="725" cy="139"/>
            </a:xfrm>
          </p:grpSpPr>
          <p:sp>
            <p:nvSpPr>
              <p:cNvPr id="796" name="AutoShape 158">
                <a:extLst>
                  <a:ext uri="{FF2B5EF4-FFF2-40B4-BE49-F238E27FC236}">
                    <a16:creationId xmlns:a16="http://schemas.microsoft.com/office/drawing/2014/main" id="{76033BA2-2C0A-D044-87F7-4C68D7CC33AA}"/>
                  </a:ext>
                </a:extLst>
              </p:cNvPr>
              <p:cNvSpPr>
                <a:spLocks noChangeArrowheads="1"/>
              </p:cNvSpPr>
              <p:nvPr/>
            </p:nvSpPr>
            <p:spPr bwMode="auto">
              <a:xfrm>
                <a:off x="612" y="2570"/>
                <a:ext cx="724" cy="139"/>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797" name="AutoShape 159">
                <a:extLst>
                  <a:ext uri="{FF2B5EF4-FFF2-40B4-BE49-F238E27FC236}">
                    <a16:creationId xmlns:a16="http://schemas.microsoft.com/office/drawing/2014/main" id="{51AF1619-376A-ED4A-B696-DEA3DCB639AE}"/>
                  </a:ext>
                </a:extLst>
              </p:cNvPr>
              <p:cNvSpPr>
                <a:spLocks noChangeArrowheads="1"/>
              </p:cNvSpPr>
              <p:nvPr/>
            </p:nvSpPr>
            <p:spPr bwMode="auto">
              <a:xfrm>
                <a:off x="628" y="2589"/>
                <a:ext cx="692" cy="101"/>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sp>
          <p:nvSpPr>
            <p:cNvPr id="776" name="Rectangle 160">
              <a:extLst>
                <a:ext uri="{FF2B5EF4-FFF2-40B4-BE49-F238E27FC236}">
                  <a16:creationId xmlns:a16="http://schemas.microsoft.com/office/drawing/2014/main" id="{8DF2F679-CA89-2342-9682-EB7F28F10DAF}"/>
                </a:ext>
              </a:extLst>
            </p:cNvPr>
            <p:cNvSpPr>
              <a:spLocks noChangeArrowheads="1"/>
            </p:cNvSpPr>
            <p:nvPr/>
          </p:nvSpPr>
          <p:spPr bwMode="auto">
            <a:xfrm>
              <a:off x="4216" y="1356"/>
              <a:ext cx="599"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777" name="Rectangle 161">
              <a:extLst>
                <a:ext uri="{FF2B5EF4-FFF2-40B4-BE49-F238E27FC236}">
                  <a16:creationId xmlns:a16="http://schemas.microsoft.com/office/drawing/2014/main" id="{8B243454-074D-8346-AFE1-3BB5C3E642B9}"/>
                </a:ext>
              </a:extLst>
            </p:cNvPr>
            <p:cNvSpPr>
              <a:spLocks noChangeArrowheads="1"/>
            </p:cNvSpPr>
            <p:nvPr/>
          </p:nvSpPr>
          <p:spPr bwMode="auto">
            <a:xfrm>
              <a:off x="4228" y="1654"/>
              <a:ext cx="593"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nvGrpSpPr>
            <p:cNvPr id="778" name="Group 162">
              <a:extLst>
                <a:ext uri="{FF2B5EF4-FFF2-40B4-BE49-F238E27FC236}">
                  <a16:creationId xmlns:a16="http://schemas.microsoft.com/office/drawing/2014/main" id="{F952B7CD-AD2D-9742-9EE1-E9F5E9B22929}"/>
                </a:ext>
              </a:extLst>
            </p:cNvPr>
            <p:cNvGrpSpPr>
              <a:grpSpLocks/>
            </p:cNvGrpSpPr>
            <p:nvPr/>
          </p:nvGrpSpPr>
          <p:grpSpPr bwMode="auto">
            <a:xfrm>
              <a:off x="4735" y="1627"/>
              <a:ext cx="582" cy="151"/>
              <a:chOff x="614" y="2568"/>
              <a:chExt cx="725" cy="139"/>
            </a:xfrm>
          </p:grpSpPr>
          <p:sp>
            <p:nvSpPr>
              <p:cNvPr id="794" name="AutoShape 163">
                <a:extLst>
                  <a:ext uri="{FF2B5EF4-FFF2-40B4-BE49-F238E27FC236}">
                    <a16:creationId xmlns:a16="http://schemas.microsoft.com/office/drawing/2014/main" id="{20016974-868C-BD4F-9665-1B53F78C8F7F}"/>
                  </a:ext>
                </a:extLst>
              </p:cNvPr>
              <p:cNvSpPr>
                <a:spLocks noChangeArrowheads="1"/>
              </p:cNvSpPr>
              <p:nvPr/>
            </p:nvSpPr>
            <p:spPr bwMode="auto">
              <a:xfrm>
                <a:off x="611" y="2576"/>
                <a:ext cx="730" cy="129"/>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795" name="AutoShape 164">
                <a:extLst>
                  <a:ext uri="{FF2B5EF4-FFF2-40B4-BE49-F238E27FC236}">
                    <a16:creationId xmlns:a16="http://schemas.microsoft.com/office/drawing/2014/main" id="{A88B0A1E-CC2B-3B46-B6A2-53F0C41204D2}"/>
                  </a:ext>
                </a:extLst>
              </p:cNvPr>
              <p:cNvSpPr>
                <a:spLocks noChangeArrowheads="1"/>
              </p:cNvSpPr>
              <p:nvPr/>
            </p:nvSpPr>
            <p:spPr bwMode="auto">
              <a:xfrm>
                <a:off x="627" y="2588"/>
                <a:ext cx="699" cy="101"/>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sp>
          <p:nvSpPr>
            <p:cNvPr id="779" name="Freeform 165">
              <a:extLst>
                <a:ext uri="{FF2B5EF4-FFF2-40B4-BE49-F238E27FC236}">
                  <a16:creationId xmlns:a16="http://schemas.microsoft.com/office/drawing/2014/main" id="{2D7267B4-3F73-B744-90B8-E9BCE3D682BB}"/>
                </a:ext>
              </a:extLst>
            </p:cNvPr>
            <p:cNvSpPr>
              <a:spLocks/>
            </p:cNvSpPr>
            <p:nvPr/>
          </p:nvSpPr>
          <p:spPr bwMode="auto">
            <a:xfrm>
              <a:off x="5288" y="1354"/>
              <a:ext cx="263" cy="188"/>
            </a:xfrm>
            <a:custGeom>
              <a:avLst/>
              <a:gdLst>
                <a:gd name="T0" fmla="*/ 2 w 328"/>
                <a:gd name="T1" fmla="*/ 0 h 226"/>
                <a:gd name="T2" fmla="*/ 109 w 328"/>
                <a:gd name="T3" fmla="*/ 51 h 226"/>
                <a:gd name="T4" fmla="*/ 108 w 328"/>
                <a:gd name="T5" fmla="*/ 90 h 226"/>
                <a:gd name="T6" fmla="*/ 0 w 328"/>
                <a:gd name="T7" fmla="*/ 39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nvGrpSpPr>
            <p:cNvPr id="780" name="Group 166">
              <a:extLst>
                <a:ext uri="{FF2B5EF4-FFF2-40B4-BE49-F238E27FC236}">
                  <a16:creationId xmlns:a16="http://schemas.microsoft.com/office/drawing/2014/main" id="{389A7FB0-2CC9-7D49-A293-D5C9D206E219}"/>
                </a:ext>
              </a:extLst>
            </p:cNvPr>
            <p:cNvGrpSpPr>
              <a:grpSpLocks/>
            </p:cNvGrpSpPr>
            <p:nvPr/>
          </p:nvGrpSpPr>
          <p:grpSpPr bwMode="auto">
            <a:xfrm>
              <a:off x="4739" y="1327"/>
              <a:ext cx="582" cy="139"/>
              <a:chOff x="614" y="2568"/>
              <a:chExt cx="725" cy="139"/>
            </a:xfrm>
          </p:grpSpPr>
          <p:sp>
            <p:nvSpPr>
              <p:cNvPr id="792" name="AutoShape 167">
                <a:extLst>
                  <a:ext uri="{FF2B5EF4-FFF2-40B4-BE49-F238E27FC236}">
                    <a16:creationId xmlns:a16="http://schemas.microsoft.com/office/drawing/2014/main" id="{1C60BF9E-DC7B-F846-9F0E-B2E13E4833FE}"/>
                  </a:ext>
                </a:extLst>
              </p:cNvPr>
              <p:cNvSpPr>
                <a:spLocks noChangeArrowheads="1"/>
              </p:cNvSpPr>
              <p:nvPr/>
            </p:nvSpPr>
            <p:spPr bwMode="auto">
              <a:xfrm>
                <a:off x="614" y="2566"/>
                <a:ext cx="723" cy="140"/>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793" name="AutoShape 168">
                <a:extLst>
                  <a:ext uri="{FF2B5EF4-FFF2-40B4-BE49-F238E27FC236}">
                    <a16:creationId xmlns:a16="http://schemas.microsoft.com/office/drawing/2014/main" id="{15DF1283-BAAE-5A42-AEA0-93EC39A2CC8C}"/>
                  </a:ext>
                </a:extLst>
              </p:cNvPr>
              <p:cNvSpPr>
                <a:spLocks noChangeArrowheads="1"/>
              </p:cNvSpPr>
              <p:nvPr/>
            </p:nvSpPr>
            <p:spPr bwMode="auto">
              <a:xfrm>
                <a:off x="630" y="2585"/>
                <a:ext cx="691" cy="104"/>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sp>
          <p:nvSpPr>
            <p:cNvPr id="781" name="Rectangle 169">
              <a:extLst>
                <a:ext uri="{FF2B5EF4-FFF2-40B4-BE49-F238E27FC236}">
                  <a16:creationId xmlns:a16="http://schemas.microsoft.com/office/drawing/2014/main" id="{B78E8FF1-3A93-F04F-8BBF-F7DC1ED65AED}"/>
                </a:ext>
              </a:extLst>
            </p:cNvPr>
            <p:cNvSpPr>
              <a:spLocks noChangeArrowheads="1"/>
            </p:cNvSpPr>
            <p:nvPr/>
          </p:nvSpPr>
          <p:spPr bwMode="auto">
            <a:xfrm>
              <a:off x="5250" y="429"/>
              <a:ext cx="69" cy="2286"/>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782" name="Freeform 170">
              <a:extLst>
                <a:ext uri="{FF2B5EF4-FFF2-40B4-BE49-F238E27FC236}">
                  <a16:creationId xmlns:a16="http://schemas.microsoft.com/office/drawing/2014/main" id="{8358E42F-2052-D34A-8961-6C954E823CA4}"/>
                </a:ext>
              </a:extLst>
            </p:cNvPr>
            <p:cNvSpPr>
              <a:spLocks/>
            </p:cNvSpPr>
            <p:nvPr/>
          </p:nvSpPr>
          <p:spPr bwMode="auto">
            <a:xfrm>
              <a:off x="5312" y="1007"/>
              <a:ext cx="237" cy="213"/>
            </a:xfrm>
            <a:custGeom>
              <a:avLst/>
              <a:gdLst>
                <a:gd name="T0" fmla="*/ 2 w 296"/>
                <a:gd name="T1" fmla="*/ 0 h 256"/>
                <a:gd name="T2" fmla="*/ 96 w 296"/>
                <a:gd name="T3" fmla="*/ 57 h 256"/>
                <a:gd name="T4" fmla="*/ 98 w 296"/>
                <a:gd name="T5" fmla="*/ 102 h 256"/>
                <a:gd name="T6" fmla="*/ 0 w 296"/>
                <a:gd name="T7" fmla="*/ 39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783" name="Freeform 171">
              <a:extLst>
                <a:ext uri="{FF2B5EF4-FFF2-40B4-BE49-F238E27FC236}">
                  <a16:creationId xmlns:a16="http://schemas.microsoft.com/office/drawing/2014/main" id="{E15908DC-3FEB-A24B-86BC-8C1DC62E3013}"/>
                </a:ext>
              </a:extLst>
            </p:cNvPr>
            <p:cNvSpPr>
              <a:spLocks/>
            </p:cNvSpPr>
            <p:nvPr/>
          </p:nvSpPr>
          <p:spPr bwMode="auto">
            <a:xfrm>
              <a:off x="5315" y="680"/>
              <a:ext cx="244" cy="240"/>
            </a:xfrm>
            <a:custGeom>
              <a:avLst/>
              <a:gdLst>
                <a:gd name="T0" fmla="*/ 0 w 304"/>
                <a:gd name="T1" fmla="*/ 0 h 288"/>
                <a:gd name="T2" fmla="*/ 101 w 304"/>
                <a:gd name="T3" fmla="*/ 66 h 288"/>
                <a:gd name="T4" fmla="*/ 95 w 304"/>
                <a:gd name="T5" fmla="*/ 116 h 288"/>
                <a:gd name="T6" fmla="*/ 2 w 304"/>
                <a:gd name="T7" fmla="*/ 5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784" name="Oval 172">
              <a:extLst>
                <a:ext uri="{FF2B5EF4-FFF2-40B4-BE49-F238E27FC236}">
                  <a16:creationId xmlns:a16="http://schemas.microsoft.com/office/drawing/2014/main" id="{55D3D4C7-0F27-7847-9BA6-976BE282CB1C}"/>
                </a:ext>
              </a:extLst>
            </p:cNvPr>
            <p:cNvSpPr>
              <a:spLocks noChangeArrowheads="1"/>
            </p:cNvSpPr>
            <p:nvPr/>
          </p:nvSpPr>
          <p:spPr bwMode="auto">
            <a:xfrm>
              <a:off x="5515" y="2612"/>
              <a:ext cx="50" cy="98"/>
            </a:xfrm>
            <a:prstGeom prst="ellipse">
              <a:avLst/>
            </a:prstGeom>
            <a:solidFill>
              <a:srgbClr val="3333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785" name="Freeform 173">
              <a:extLst>
                <a:ext uri="{FF2B5EF4-FFF2-40B4-BE49-F238E27FC236}">
                  <a16:creationId xmlns:a16="http://schemas.microsoft.com/office/drawing/2014/main" id="{F5D28E4C-64C9-9241-87AF-620E7F6916B1}"/>
                </a:ext>
              </a:extLst>
            </p:cNvPr>
            <p:cNvSpPr>
              <a:spLocks/>
            </p:cNvSpPr>
            <p:nvPr/>
          </p:nvSpPr>
          <p:spPr bwMode="auto">
            <a:xfrm>
              <a:off x="5302" y="2614"/>
              <a:ext cx="245" cy="200"/>
            </a:xfrm>
            <a:custGeom>
              <a:avLst/>
              <a:gdLst>
                <a:gd name="T0" fmla="*/ 0 w 306"/>
                <a:gd name="T1" fmla="*/ 43 h 240"/>
                <a:gd name="T2" fmla="*/ 2 w 306"/>
                <a:gd name="T3" fmla="*/ 97 h 240"/>
                <a:gd name="T4" fmla="*/ 101 w 306"/>
                <a:gd name="T5" fmla="*/ 44 h 240"/>
                <a:gd name="T6" fmla="*/ 98 w 306"/>
                <a:gd name="T7" fmla="*/ 0 h 240"/>
                <a:gd name="T8" fmla="*/ 0 w 306"/>
                <a:gd name="T9" fmla="*/ 43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786" name="AutoShape 174">
              <a:extLst>
                <a:ext uri="{FF2B5EF4-FFF2-40B4-BE49-F238E27FC236}">
                  <a16:creationId xmlns:a16="http://schemas.microsoft.com/office/drawing/2014/main" id="{426EB745-6167-D14B-A776-4448FAAB10D9}"/>
                </a:ext>
              </a:extLst>
            </p:cNvPr>
            <p:cNvSpPr>
              <a:spLocks noChangeArrowheads="1"/>
            </p:cNvSpPr>
            <p:nvPr/>
          </p:nvSpPr>
          <p:spPr bwMode="auto">
            <a:xfrm>
              <a:off x="4140" y="2679"/>
              <a:ext cx="1198" cy="146"/>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787" name="AutoShape 175">
              <a:extLst>
                <a:ext uri="{FF2B5EF4-FFF2-40B4-BE49-F238E27FC236}">
                  <a16:creationId xmlns:a16="http://schemas.microsoft.com/office/drawing/2014/main" id="{0292EAF2-9AF0-A84A-A39E-10D96929B9D5}"/>
                </a:ext>
              </a:extLst>
            </p:cNvPr>
            <p:cNvSpPr>
              <a:spLocks noChangeArrowheads="1"/>
            </p:cNvSpPr>
            <p:nvPr/>
          </p:nvSpPr>
          <p:spPr bwMode="auto">
            <a:xfrm>
              <a:off x="4203" y="2709"/>
              <a:ext cx="1072" cy="85"/>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788" name="Oval 176">
              <a:extLst>
                <a:ext uri="{FF2B5EF4-FFF2-40B4-BE49-F238E27FC236}">
                  <a16:creationId xmlns:a16="http://schemas.microsoft.com/office/drawing/2014/main" id="{CF51263E-374B-244C-8313-AC3747A055D9}"/>
                </a:ext>
              </a:extLst>
            </p:cNvPr>
            <p:cNvSpPr>
              <a:spLocks noChangeArrowheads="1"/>
            </p:cNvSpPr>
            <p:nvPr/>
          </p:nvSpPr>
          <p:spPr bwMode="auto">
            <a:xfrm>
              <a:off x="4310" y="2386"/>
              <a:ext cx="158" cy="140"/>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789" name="Oval 177">
              <a:extLst>
                <a:ext uri="{FF2B5EF4-FFF2-40B4-BE49-F238E27FC236}">
                  <a16:creationId xmlns:a16="http://schemas.microsoft.com/office/drawing/2014/main" id="{6084D4F4-9EA7-F048-99DE-9AD5FDE1E5C5}"/>
                </a:ext>
              </a:extLst>
            </p:cNvPr>
            <p:cNvSpPr>
              <a:spLocks noChangeArrowheads="1"/>
            </p:cNvSpPr>
            <p:nvPr/>
          </p:nvSpPr>
          <p:spPr bwMode="auto">
            <a:xfrm>
              <a:off x="4487" y="2386"/>
              <a:ext cx="158" cy="140"/>
            </a:xfrm>
            <a:prstGeom prst="ellipse">
              <a:avLst/>
            </a:prstGeom>
            <a:solidFill>
              <a:srgbClr val="FF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0000"/>
                </a:solidFill>
                <a:effectLst/>
                <a:uLnTx/>
                <a:uFillTx/>
                <a:latin typeface="Arial" charset="0"/>
                <a:ea typeface="ＭＳ Ｐゴシック" charset="0"/>
              </a:endParaRPr>
            </a:p>
          </p:txBody>
        </p:sp>
        <p:sp>
          <p:nvSpPr>
            <p:cNvPr id="790" name="Oval 178">
              <a:extLst>
                <a:ext uri="{FF2B5EF4-FFF2-40B4-BE49-F238E27FC236}">
                  <a16:creationId xmlns:a16="http://schemas.microsoft.com/office/drawing/2014/main" id="{D953B547-8892-2A44-B775-A5EE550E8E55}"/>
                </a:ext>
              </a:extLst>
            </p:cNvPr>
            <p:cNvSpPr>
              <a:spLocks noChangeArrowheads="1"/>
            </p:cNvSpPr>
            <p:nvPr/>
          </p:nvSpPr>
          <p:spPr bwMode="auto">
            <a:xfrm>
              <a:off x="4663" y="2380"/>
              <a:ext cx="158" cy="140"/>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791" name="Rectangle 179">
              <a:extLst>
                <a:ext uri="{FF2B5EF4-FFF2-40B4-BE49-F238E27FC236}">
                  <a16:creationId xmlns:a16="http://schemas.microsoft.com/office/drawing/2014/main" id="{326922C6-F013-6B47-915C-187F1C8FFA48}"/>
                </a:ext>
              </a:extLst>
            </p:cNvPr>
            <p:cNvSpPr>
              <a:spLocks noChangeArrowheads="1"/>
            </p:cNvSpPr>
            <p:nvPr/>
          </p:nvSpPr>
          <p:spPr bwMode="auto">
            <a:xfrm>
              <a:off x="5061" y="1837"/>
              <a:ext cx="88" cy="756"/>
            </a:xfrm>
            <a:prstGeom prst="rect">
              <a:avLst/>
            </a:prstGeom>
            <a:solidFill>
              <a:srgbClr val="292929"/>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grpSp>
        <p:nvGrpSpPr>
          <p:cNvPr id="404" name="Group 276">
            <a:extLst>
              <a:ext uri="{FF2B5EF4-FFF2-40B4-BE49-F238E27FC236}">
                <a16:creationId xmlns:a16="http://schemas.microsoft.com/office/drawing/2014/main" id="{51C6E466-A1A9-2A4E-92E4-8816C1F17376}"/>
              </a:ext>
            </a:extLst>
          </p:cNvPr>
          <p:cNvGrpSpPr>
            <a:grpSpLocks/>
          </p:cNvGrpSpPr>
          <p:nvPr/>
        </p:nvGrpSpPr>
        <p:grpSpPr bwMode="auto">
          <a:xfrm>
            <a:off x="0" y="-1181562"/>
            <a:ext cx="762000" cy="876300"/>
            <a:chOff x="177" y="729"/>
            <a:chExt cx="480" cy="552"/>
          </a:xfrm>
        </p:grpSpPr>
        <p:grpSp>
          <p:nvGrpSpPr>
            <p:cNvPr id="405" name="Group 54">
              <a:extLst>
                <a:ext uri="{FF2B5EF4-FFF2-40B4-BE49-F238E27FC236}">
                  <a16:creationId xmlns:a16="http://schemas.microsoft.com/office/drawing/2014/main" id="{AD9780B1-15CB-5543-B6E4-4E067E0AE818}"/>
                </a:ext>
              </a:extLst>
            </p:cNvPr>
            <p:cNvGrpSpPr>
              <a:grpSpLocks/>
            </p:cNvGrpSpPr>
            <p:nvPr/>
          </p:nvGrpSpPr>
          <p:grpSpPr bwMode="auto">
            <a:xfrm>
              <a:off x="343" y="732"/>
              <a:ext cx="290" cy="154"/>
              <a:chOff x="844" y="3337"/>
              <a:chExt cx="290" cy="154"/>
            </a:xfrm>
          </p:grpSpPr>
          <p:sp>
            <p:nvSpPr>
              <p:cNvPr id="423" name="Rectangle 55">
                <a:extLst>
                  <a:ext uri="{FF2B5EF4-FFF2-40B4-BE49-F238E27FC236}">
                    <a16:creationId xmlns:a16="http://schemas.microsoft.com/office/drawing/2014/main" id="{747308DA-08E3-F647-A4FE-F53AA331F1F0}"/>
                  </a:ext>
                </a:extLst>
              </p:cNvPr>
              <p:cNvSpPr>
                <a:spLocks noChangeArrowheads="1"/>
              </p:cNvSpPr>
              <p:nvPr/>
            </p:nvSpPr>
            <p:spPr bwMode="auto">
              <a:xfrm>
                <a:off x="889" y="3370"/>
                <a:ext cx="245" cy="86"/>
              </a:xfrm>
              <a:prstGeom prst="rect">
                <a:avLst/>
              </a:prstGeom>
              <a:solidFill>
                <a:srgbClr val="FF0000"/>
              </a:solidFill>
              <a:ln w="9525">
                <a:solidFill>
                  <a:srgbClr val="FFFFFF"/>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424" name="Text Box 56">
                <a:extLst>
                  <a:ext uri="{FF2B5EF4-FFF2-40B4-BE49-F238E27FC236}">
                    <a16:creationId xmlns:a16="http://schemas.microsoft.com/office/drawing/2014/main" id="{8DDA48C8-F1B8-3D4B-9243-90AD2C6DF4C9}"/>
                  </a:ext>
                </a:extLst>
              </p:cNvPr>
              <p:cNvSpPr txBox="1">
                <a:spLocks noChangeArrowheads="1"/>
              </p:cNvSpPr>
              <p:nvPr/>
            </p:nvSpPr>
            <p:spPr bwMode="auto">
              <a:xfrm>
                <a:off x="844" y="3337"/>
                <a:ext cx="285" cy="1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srgbClr val="FFFFFF"/>
                    </a:solidFill>
                    <a:effectLst/>
                    <a:uLnTx/>
                    <a:uFillTx/>
                    <a:latin typeface="Arial" charset="0"/>
                    <a:ea typeface="ＭＳ Ｐゴシック" charset="0"/>
                  </a:rPr>
                  <a:t>DNS</a:t>
                </a:r>
              </a:p>
            </p:txBody>
          </p:sp>
        </p:grpSp>
        <p:grpSp>
          <p:nvGrpSpPr>
            <p:cNvPr id="406" name="Group 59">
              <a:extLst>
                <a:ext uri="{FF2B5EF4-FFF2-40B4-BE49-F238E27FC236}">
                  <a16:creationId xmlns:a16="http://schemas.microsoft.com/office/drawing/2014/main" id="{4F8080DC-ECC7-B749-BDD0-FDD71938B426}"/>
                </a:ext>
              </a:extLst>
            </p:cNvPr>
            <p:cNvGrpSpPr>
              <a:grpSpLocks/>
            </p:cNvGrpSpPr>
            <p:nvPr/>
          </p:nvGrpSpPr>
          <p:grpSpPr bwMode="auto">
            <a:xfrm>
              <a:off x="290" y="874"/>
              <a:ext cx="354" cy="154"/>
              <a:chOff x="740" y="3209"/>
              <a:chExt cx="354" cy="154"/>
            </a:xfrm>
          </p:grpSpPr>
          <p:grpSp>
            <p:nvGrpSpPr>
              <p:cNvPr id="418" name="Group 60">
                <a:extLst>
                  <a:ext uri="{FF2B5EF4-FFF2-40B4-BE49-F238E27FC236}">
                    <a16:creationId xmlns:a16="http://schemas.microsoft.com/office/drawing/2014/main" id="{61E6282E-90CC-384D-965A-D5A439F939EF}"/>
                  </a:ext>
                </a:extLst>
              </p:cNvPr>
              <p:cNvGrpSpPr>
                <a:grpSpLocks/>
              </p:cNvGrpSpPr>
              <p:nvPr/>
            </p:nvGrpSpPr>
            <p:grpSpPr bwMode="auto">
              <a:xfrm>
                <a:off x="794" y="3209"/>
                <a:ext cx="290" cy="154"/>
                <a:chOff x="844" y="3337"/>
                <a:chExt cx="290" cy="154"/>
              </a:xfrm>
            </p:grpSpPr>
            <p:sp>
              <p:nvSpPr>
                <p:cNvPr id="421" name="Rectangle 61">
                  <a:extLst>
                    <a:ext uri="{FF2B5EF4-FFF2-40B4-BE49-F238E27FC236}">
                      <a16:creationId xmlns:a16="http://schemas.microsoft.com/office/drawing/2014/main" id="{ECB8DEAD-01C9-AB45-B72E-A484126572A6}"/>
                    </a:ext>
                  </a:extLst>
                </p:cNvPr>
                <p:cNvSpPr>
                  <a:spLocks noChangeArrowheads="1"/>
                </p:cNvSpPr>
                <p:nvPr/>
              </p:nvSpPr>
              <p:spPr bwMode="auto">
                <a:xfrm>
                  <a:off x="889" y="3370"/>
                  <a:ext cx="245" cy="86"/>
                </a:xfrm>
                <a:prstGeom prst="rect">
                  <a:avLst/>
                </a:prstGeom>
                <a:solidFill>
                  <a:srgbClr val="FF0000"/>
                </a:solidFill>
                <a:ln w="9525">
                  <a:solidFill>
                    <a:srgbClr val="FFFFFF"/>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422" name="Text Box 62">
                  <a:extLst>
                    <a:ext uri="{FF2B5EF4-FFF2-40B4-BE49-F238E27FC236}">
                      <a16:creationId xmlns:a16="http://schemas.microsoft.com/office/drawing/2014/main" id="{790558CC-63C0-D640-8147-A79BA4249F03}"/>
                    </a:ext>
                  </a:extLst>
                </p:cNvPr>
                <p:cNvSpPr txBox="1">
                  <a:spLocks noChangeArrowheads="1"/>
                </p:cNvSpPr>
                <p:nvPr/>
              </p:nvSpPr>
              <p:spPr bwMode="auto">
                <a:xfrm>
                  <a:off x="844" y="3337"/>
                  <a:ext cx="285" cy="1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srgbClr val="FFFFFF"/>
                      </a:solidFill>
                      <a:effectLst/>
                      <a:uLnTx/>
                      <a:uFillTx/>
                      <a:latin typeface="Arial" charset="0"/>
                      <a:ea typeface="ＭＳ Ｐゴシック" charset="0"/>
                    </a:rPr>
                    <a:t>DNS</a:t>
                  </a:r>
                </a:p>
              </p:txBody>
            </p:sp>
          </p:grpSp>
          <p:sp>
            <p:nvSpPr>
              <p:cNvPr id="419" name="Rectangle 63">
                <a:extLst>
                  <a:ext uri="{FF2B5EF4-FFF2-40B4-BE49-F238E27FC236}">
                    <a16:creationId xmlns:a16="http://schemas.microsoft.com/office/drawing/2014/main" id="{F5DC526A-59E3-654D-8A44-E4FD8EF5D6DB}"/>
                  </a:ext>
                </a:extLst>
              </p:cNvPr>
              <p:cNvSpPr>
                <a:spLocks noChangeArrowheads="1"/>
              </p:cNvSpPr>
              <p:nvPr/>
            </p:nvSpPr>
            <p:spPr bwMode="auto">
              <a:xfrm>
                <a:off x="750" y="3244"/>
                <a:ext cx="88" cy="82"/>
              </a:xfrm>
              <a:prstGeom prst="rect">
                <a:avLst/>
              </a:prstGeom>
              <a:solidFill>
                <a:srgbClr val="00CC99"/>
              </a:solidFill>
              <a:ln w="9525">
                <a:solidFill>
                  <a:srgbClr val="FFFFFF"/>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420" name="Rectangle 64">
                <a:extLst>
                  <a:ext uri="{FF2B5EF4-FFF2-40B4-BE49-F238E27FC236}">
                    <a16:creationId xmlns:a16="http://schemas.microsoft.com/office/drawing/2014/main" id="{245CE827-FBBA-0247-857D-C7827D072266}"/>
                  </a:ext>
                </a:extLst>
              </p:cNvPr>
              <p:cNvSpPr>
                <a:spLocks noChangeArrowheads="1"/>
              </p:cNvSpPr>
              <p:nvPr/>
            </p:nvSpPr>
            <p:spPr bwMode="auto">
              <a:xfrm>
                <a:off x="740" y="3238"/>
                <a:ext cx="354" cy="94"/>
              </a:xfrm>
              <a:prstGeom prst="rect">
                <a:avLst/>
              </a:prstGeom>
              <a:noFill/>
              <a:ln w="9525">
                <a:solidFill>
                  <a:srgbClr val="00CC99"/>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grpSp>
          <p:nvGrpSpPr>
            <p:cNvPr id="407" name="Group 65">
              <a:extLst>
                <a:ext uri="{FF2B5EF4-FFF2-40B4-BE49-F238E27FC236}">
                  <a16:creationId xmlns:a16="http://schemas.microsoft.com/office/drawing/2014/main" id="{15F4C111-5623-584F-913F-25611109636E}"/>
                </a:ext>
              </a:extLst>
            </p:cNvPr>
            <p:cNvGrpSpPr>
              <a:grpSpLocks/>
            </p:cNvGrpSpPr>
            <p:nvPr/>
          </p:nvGrpSpPr>
          <p:grpSpPr bwMode="auto">
            <a:xfrm>
              <a:off x="290" y="1022"/>
              <a:ext cx="354" cy="154"/>
              <a:chOff x="836" y="3305"/>
              <a:chExt cx="354" cy="154"/>
            </a:xfrm>
          </p:grpSpPr>
          <p:grpSp>
            <p:nvGrpSpPr>
              <p:cNvPr id="412" name="Group 66">
                <a:extLst>
                  <a:ext uri="{FF2B5EF4-FFF2-40B4-BE49-F238E27FC236}">
                    <a16:creationId xmlns:a16="http://schemas.microsoft.com/office/drawing/2014/main" id="{E087F74B-C76E-324D-BC2A-9DF19D12BFDB}"/>
                  </a:ext>
                </a:extLst>
              </p:cNvPr>
              <p:cNvGrpSpPr>
                <a:grpSpLocks/>
              </p:cNvGrpSpPr>
              <p:nvPr/>
            </p:nvGrpSpPr>
            <p:grpSpPr bwMode="auto">
              <a:xfrm>
                <a:off x="890" y="3305"/>
                <a:ext cx="290" cy="154"/>
                <a:chOff x="844" y="3337"/>
                <a:chExt cx="290" cy="154"/>
              </a:xfrm>
            </p:grpSpPr>
            <p:sp>
              <p:nvSpPr>
                <p:cNvPr id="416" name="Rectangle 67">
                  <a:extLst>
                    <a:ext uri="{FF2B5EF4-FFF2-40B4-BE49-F238E27FC236}">
                      <a16:creationId xmlns:a16="http://schemas.microsoft.com/office/drawing/2014/main" id="{79931AC2-B756-844F-8B0A-D4AE323FC9C7}"/>
                    </a:ext>
                  </a:extLst>
                </p:cNvPr>
                <p:cNvSpPr>
                  <a:spLocks noChangeArrowheads="1"/>
                </p:cNvSpPr>
                <p:nvPr/>
              </p:nvSpPr>
              <p:spPr bwMode="auto">
                <a:xfrm>
                  <a:off x="889" y="3370"/>
                  <a:ext cx="245" cy="86"/>
                </a:xfrm>
                <a:prstGeom prst="rect">
                  <a:avLst/>
                </a:prstGeom>
                <a:solidFill>
                  <a:srgbClr val="FF0000"/>
                </a:solidFill>
                <a:ln w="9525">
                  <a:solidFill>
                    <a:srgbClr val="FFFFFF"/>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417" name="Text Box 68">
                  <a:extLst>
                    <a:ext uri="{FF2B5EF4-FFF2-40B4-BE49-F238E27FC236}">
                      <a16:creationId xmlns:a16="http://schemas.microsoft.com/office/drawing/2014/main" id="{090733E3-62AE-8D4A-B199-3E54FE059479}"/>
                    </a:ext>
                  </a:extLst>
                </p:cNvPr>
                <p:cNvSpPr txBox="1">
                  <a:spLocks noChangeArrowheads="1"/>
                </p:cNvSpPr>
                <p:nvPr/>
              </p:nvSpPr>
              <p:spPr bwMode="auto">
                <a:xfrm>
                  <a:off x="844" y="3337"/>
                  <a:ext cx="285" cy="1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srgbClr val="FFFFFF"/>
                      </a:solidFill>
                      <a:effectLst/>
                      <a:uLnTx/>
                      <a:uFillTx/>
                      <a:latin typeface="Arial" charset="0"/>
                      <a:ea typeface="ＭＳ Ｐゴシック" charset="0"/>
                    </a:rPr>
                    <a:t>DNS</a:t>
                  </a:r>
                </a:p>
              </p:txBody>
            </p:sp>
          </p:grpSp>
          <p:grpSp>
            <p:nvGrpSpPr>
              <p:cNvPr id="413" name="Group 69">
                <a:extLst>
                  <a:ext uri="{FF2B5EF4-FFF2-40B4-BE49-F238E27FC236}">
                    <a16:creationId xmlns:a16="http://schemas.microsoft.com/office/drawing/2014/main" id="{66E9D74C-5677-6F4F-89BA-6D54E258B5A4}"/>
                  </a:ext>
                </a:extLst>
              </p:cNvPr>
              <p:cNvGrpSpPr>
                <a:grpSpLocks/>
              </p:cNvGrpSpPr>
              <p:nvPr/>
            </p:nvGrpSpPr>
            <p:grpSpPr bwMode="auto">
              <a:xfrm>
                <a:off x="836" y="3334"/>
                <a:ext cx="354" cy="94"/>
                <a:chOff x="836" y="3334"/>
                <a:chExt cx="354" cy="94"/>
              </a:xfrm>
            </p:grpSpPr>
            <p:sp>
              <p:nvSpPr>
                <p:cNvPr id="414" name="Rectangle 70">
                  <a:extLst>
                    <a:ext uri="{FF2B5EF4-FFF2-40B4-BE49-F238E27FC236}">
                      <a16:creationId xmlns:a16="http://schemas.microsoft.com/office/drawing/2014/main" id="{0161C2AA-FEFC-C041-9E7E-268E6DE5A8F1}"/>
                    </a:ext>
                  </a:extLst>
                </p:cNvPr>
                <p:cNvSpPr>
                  <a:spLocks noChangeArrowheads="1"/>
                </p:cNvSpPr>
                <p:nvPr/>
              </p:nvSpPr>
              <p:spPr bwMode="auto">
                <a:xfrm>
                  <a:off x="846" y="3340"/>
                  <a:ext cx="88" cy="82"/>
                </a:xfrm>
                <a:prstGeom prst="rect">
                  <a:avLst/>
                </a:prstGeom>
                <a:solidFill>
                  <a:srgbClr val="00CC99"/>
                </a:solidFill>
                <a:ln w="9525">
                  <a:solidFill>
                    <a:srgbClr val="FFFFFF"/>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415" name="Rectangle 71">
                  <a:extLst>
                    <a:ext uri="{FF2B5EF4-FFF2-40B4-BE49-F238E27FC236}">
                      <a16:creationId xmlns:a16="http://schemas.microsoft.com/office/drawing/2014/main" id="{3CD27586-D015-EA44-85D6-CD5CD84D1A10}"/>
                    </a:ext>
                  </a:extLst>
                </p:cNvPr>
                <p:cNvSpPr>
                  <a:spLocks noChangeArrowheads="1"/>
                </p:cNvSpPr>
                <p:nvPr/>
              </p:nvSpPr>
              <p:spPr bwMode="auto">
                <a:xfrm>
                  <a:off x="836" y="3334"/>
                  <a:ext cx="354" cy="94"/>
                </a:xfrm>
                <a:prstGeom prst="rect">
                  <a:avLst/>
                </a:prstGeom>
                <a:noFill/>
                <a:ln w="9525">
                  <a:solidFill>
                    <a:srgbClr val="00CC99"/>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grpSp>
        <p:grpSp>
          <p:nvGrpSpPr>
            <p:cNvPr id="408" name="Group 72">
              <a:extLst>
                <a:ext uri="{FF2B5EF4-FFF2-40B4-BE49-F238E27FC236}">
                  <a16:creationId xmlns:a16="http://schemas.microsoft.com/office/drawing/2014/main" id="{60AC4F1B-9923-B042-A804-547AE196E95C}"/>
                </a:ext>
              </a:extLst>
            </p:cNvPr>
            <p:cNvGrpSpPr>
              <a:grpSpLocks/>
            </p:cNvGrpSpPr>
            <p:nvPr/>
          </p:nvGrpSpPr>
          <p:grpSpPr bwMode="auto">
            <a:xfrm>
              <a:off x="177" y="1042"/>
              <a:ext cx="480" cy="112"/>
              <a:chOff x="627" y="3377"/>
              <a:chExt cx="480" cy="112"/>
            </a:xfrm>
          </p:grpSpPr>
          <p:sp>
            <p:nvSpPr>
              <p:cNvPr id="410" name="Rectangle 73">
                <a:extLst>
                  <a:ext uri="{FF2B5EF4-FFF2-40B4-BE49-F238E27FC236}">
                    <a16:creationId xmlns:a16="http://schemas.microsoft.com/office/drawing/2014/main" id="{6BFA39D2-A95F-1A42-AABE-822C47AB3E4E}"/>
                  </a:ext>
                </a:extLst>
              </p:cNvPr>
              <p:cNvSpPr>
                <a:spLocks noChangeArrowheads="1"/>
              </p:cNvSpPr>
              <p:nvPr/>
            </p:nvSpPr>
            <p:spPr bwMode="auto">
              <a:xfrm>
                <a:off x="636" y="3388"/>
                <a:ext cx="96" cy="93"/>
              </a:xfrm>
              <a:prstGeom prst="rect">
                <a:avLst/>
              </a:prstGeom>
              <a:solidFill>
                <a:srgbClr val="3333CC"/>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411" name="Rectangle 74">
                <a:extLst>
                  <a:ext uri="{FF2B5EF4-FFF2-40B4-BE49-F238E27FC236}">
                    <a16:creationId xmlns:a16="http://schemas.microsoft.com/office/drawing/2014/main" id="{7920D845-4AF7-1A4B-B83D-F6E5623129AB}"/>
                  </a:ext>
                </a:extLst>
              </p:cNvPr>
              <p:cNvSpPr>
                <a:spLocks noChangeArrowheads="1"/>
              </p:cNvSpPr>
              <p:nvPr/>
            </p:nvSpPr>
            <p:spPr bwMode="auto">
              <a:xfrm>
                <a:off x="627" y="3377"/>
                <a:ext cx="480" cy="112"/>
              </a:xfrm>
              <a:prstGeom prst="rect">
                <a:avLst/>
              </a:prstGeom>
              <a:noFill/>
              <a:ln w="9525">
                <a:solidFill>
                  <a:srgbClr val="3333CC"/>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sp>
          <p:nvSpPr>
            <p:cNvPr id="409" name="AutoShape 89">
              <a:extLst>
                <a:ext uri="{FF2B5EF4-FFF2-40B4-BE49-F238E27FC236}">
                  <a16:creationId xmlns:a16="http://schemas.microsoft.com/office/drawing/2014/main" id="{20655E62-4CCD-E046-A993-525D3A99931C}"/>
                </a:ext>
              </a:extLst>
            </p:cNvPr>
            <p:cNvSpPr>
              <a:spLocks noChangeArrowheads="1"/>
            </p:cNvSpPr>
            <p:nvPr/>
          </p:nvSpPr>
          <p:spPr bwMode="auto">
            <a:xfrm>
              <a:off x="393" y="729"/>
              <a:ext cx="240" cy="552"/>
            </a:xfrm>
            <a:prstGeom prst="downArrow">
              <a:avLst>
                <a:gd name="adj1" fmla="val 54167"/>
                <a:gd name="adj2" fmla="val 36928"/>
              </a:avLst>
            </a:prstGeom>
            <a:gradFill rotWithShape="1">
              <a:gsLst>
                <a:gs pos="0">
                  <a:srgbClr val="FF0000">
                    <a:alpha val="25000"/>
                  </a:srgbClr>
                </a:gs>
                <a:gs pos="100000">
                  <a:srgbClr val="FF0000">
                    <a:alpha val="25000"/>
                  </a:srgbClr>
                </a:gs>
              </a:gsLst>
              <a:lin ang="540000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sp>
        <p:nvSpPr>
          <p:cNvPr id="148" name="Freeform 406">
            <a:extLst>
              <a:ext uri="{FF2B5EF4-FFF2-40B4-BE49-F238E27FC236}">
                <a16:creationId xmlns:a16="http://schemas.microsoft.com/office/drawing/2014/main" id="{54BF1E4D-3404-E64B-B107-B9844493CA09}"/>
              </a:ext>
            </a:extLst>
          </p:cNvPr>
          <p:cNvSpPr>
            <a:spLocks/>
          </p:cNvSpPr>
          <p:nvPr/>
        </p:nvSpPr>
        <p:spPr bwMode="auto">
          <a:xfrm>
            <a:off x="4781673" y="1792392"/>
            <a:ext cx="3486028" cy="2590938"/>
          </a:xfrm>
          <a:custGeom>
            <a:avLst/>
            <a:gdLst>
              <a:gd name="T0" fmla="*/ 2147483647 w 2453"/>
              <a:gd name="T1" fmla="*/ 2147483647 h 2011"/>
              <a:gd name="T2" fmla="*/ 2147483647 w 2453"/>
              <a:gd name="T3" fmla="*/ 2147483647 h 2011"/>
              <a:gd name="T4" fmla="*/ 2147483647 w 2453"/>
              <a:gd name="T5" fmla="*/ 2147483647 h 2011"/>
              <a:gd name="T6" fmla="*/ 2147483647 w 2453"/>
              <a:gd name="T7" fmla="*/ 2147483647 h 2011"/>
              <a:gd name="T8" fmla="*/ 2147483647 w 2453"/>
              <a:gd name="T9" fmla="*/ 2147483647 h 2011"/>
              <a:gd name="T10" fmla="*/ 2147483647 w 2453"/>
              <a:gd name="T11" fmla="*/ 2147483647 h 2011"/>
              <a:gd name="T12" fmla="*/ 2147483647 w 2453"/>
              <a:gd name="T13" fmla="*/ 2147483647 h 2011"/>
              <a:gd name="T14" fmla="*/ 2147483647 w 2453"/>
              <a:gd name="T15" fmla="*/ 2147483647 h 2011"/>
              <a:gd name="T16" fmla="*/ 2147483647 w 2453"/>
              <a:gd name="T17" fmla="*/ 2147483647 h 2011"/>
              <a:gd name="T18" fmla="*/ 2147483647 w 2453"/>
              <a:gd name="T19" fmla="*/ 2147483647 h 2011"/>
              <a:gd name="T20" fmla="*/ 2147483647 w 2453"/>
              <a:gd name="T21" fmla="*/ 2147483647 h 2011"/>
              <a:gd name="T22" fmla="*/ 2147483647 w 2453"/>
              <a:gd name="T23" fmla="*/ 2147483647 h 2011"/>
              <a:gd name="T24" fmla="*/ 2147483647 w 2453"/>
              <a:gd name="T25" fmla="*/ 2147483647 h 2011"/>
              <a:gd name="T26" fmla="*/ 2147483647 w 2453"/>
              <a:gd name="T27" fmla="*/ 2147483647 h 2011"/>
              <a:gd name="T28" fmla="*/ 2147483647 w 2453"/>
              <a:gd name="T29" fmla="*/ 2147483647 h 2011"/>
              <a:gd name="T30" fmla="*/ 2147483647 w 2453"/>
              <a:gd name="T31" fmla="*/ 2147483647 h 2011"/>
              <a:gd name="T32" fmla="*/ 2147483647 w 2453"/>
              <a:gd name="T33" fmla="*/ 2147483647 h 2011"/>
              <a:gd name="T34" fmla="*/ 2147483647 w 2453"/>
              <a:gd name="T35" fmla="*/ 2147483647 h 2011"/>
              <a:gd name="T36" fmla="*/ 2147483647 w 2453"/>
              <a:gd name="T37" fmla="*/ 2147483647 h 2011"/>
              <a:gd name="T38" fmla="*/ 2147483647 w 2453"/>
              <a:gd name="T39" fmla="*/ 2147483647 h 2011"/>
              <a:gd name="T40" fmla="*/ 2147483647 w 2453"/>
              <a:gd name="T41" fmla="*/ 2147483647 h 2011"/>
              <a:gd name="T42" fmla="*/ 2147483647 w 2453"/>
              <a:gd name="T43" fmla="*/ 2147483647 h 2011"/>
              <a:gd name="T44" fmla="*/ 2147483647 w 2453"/>
              <a:gd name="T45" fmla="*/ 2147483647 h 2011"/>
              <a:gd name="T46" fmla="*/ 2147483647 w 2453"/>
              <a:gd name="T47" fmla="*/ 2147483647 h 2011"/>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connsiteX0" fmla="*/ 326 w 9852"/>
              <a:gd name="connsiteY0" fmla="*/ 3101 h 9830"/>
              <a:gd name="connsiteX1" fmla="*/ 49 w 9852"/>
              <a:gd name="connsiteY1" fmla="*/ 3981 h 9830"/>
              <a:gd name="connsiteX2" fmla="*/ 21 w 9852"/>
              <a:gd name="connsiteY2" fmla="*/ 4956 h 9830"/>
              <a:gd name="connsiteX3" fmla="*/ 269 w 9852"/>
              <a:gd name="connsiteY3" fmla="*/ 5662 h 9830"/>
              <a:gd name="connsiteX4" fmla="*/ 657 w 9852"/>
              <a:gd name="connsiteY4" fmla="*/ 6741 h 9830"/>
              <a:gd name="connsiteX5" fmla="*/ 1125 w 9852"/>
              <a:gd name="connsiteY5" fmla="*/ 7148 h 9830"/>
              <a:gd name="connsiteX6" fmla="*/ 2222 w 9852"/>
              <a:gd name="connsiteY6" fmla="*/ 8049 h 9830"/>
              <a:gd name="connsiteX7" fmla="*/ 4680 w 9852"/>
              <a:gd name="connsiteY7" fmla="*/ 8347 h 9830"/>
              <a:gd name="connsiteX8" fmla="*/ 6812 w 9852"/>
              <a:gd name="connsiteY8" fmla="*/ 9729 h 9830"/>
              <a:gd name="connsiteX9" fmla="*/ 7864 w 9852"/>
              <a:gd name="connsiteY9" fmla="*/ 9630 h 9830"/>
              <a:gd name="connsiteX10" fmla="*/ 9670 w 9852"/>
              <a:gd name="connsiteY10" fmla="*/ 8874 h 9830"/>
              <a:gd name="connsiteX11" fmla="*/ 9752 w 9852"/>
              <a:gd name="connsiteY11" fmla="*/ 7457 h 9830"/>
              <a:gd name="connsiteX12" fmla="*/ 9332 w 9852"/>
              <a:gd name="connsiteY12" fmla="*/ 6408 h 9830"/>
              <a:gd name="connsiteX13" fmla="*/ 9552 w 9852"/>
              <a:gd name="connsiteY13" fmla="*/ 4150 h 9830"/>
              <a:gd name="connsiteX14" fmla="*/ 9523 w 9852"/>
              <a:gd name="connsiteY14" fmla="*/ 3205 h 9830"/>
              <a:gd name="connsiteX15" fmla="*/ 8859 w 9852"/>
              <a:gd name="connsiteY15" fmla="*/ 2226 h 9830"/>
              <a:gd name="connsiteX16" fmla="*/ 7811 w 9852"/>
              <a:gd name="connsiteY16" fmla="*/ 778 h 9830"/>
              <a:gd name="connsiteX17" fmla="*/ 6511 w 9852"/>
              <a:gd name="connsiteY17" fmla="*/ 137 h 9830"/>
              <a:gd name="connsiteX18" fmla="*/ 4994 w 9852"/>
              <a:gd name="connsiteY18" fmla="*/ 38 h 9830"/>
              <a:gd name="connsiteX19" fmla="*/ 3722 w 9852"/>
              <a:gd name="connsiteY19" fmla="*/ 609 h 9830"/>
              <a:gd name="connsiteX20" fmla="*/ 1929 w 9852"/>
              <a:gd name="connsiteY20" fmla="*/ 1251 h 9830"/>
              <a:gd name="connsiteX21" fmla="*/ 848 w 9852"/>
              <a:gd name="connsiteY21" fmla="*/ 1823 h 9830"/>
              <a:gd name="connsiteX22" fmla="*/ 326 w 9852"/>
              <a:gd name="connsiteY22" fmla="*/ 3101 h 9830"/>
              <a:gd name="connsiteX0" fmla="*/ 331 w 9999"/>
              <a:gd name="connsiteY0" fmla="*/ 3155 h 9906"/>
              <a:gd name="connsiteX1" fmla="*/ 50 w 9999"/>
              <a:gd name="connsiteY1" fmla="*/ 4050 h 9906"/>
              <a:gd name="connsiteX2" fmla="*/ 21 w 9999"/>
              <a:gd name="connsiteY2" fmla="*/ 5042 h 9906"/>
              <a:gd name="connsiteX3" fmla="*/ 273 w 9999"/>
              <a:gd name="connsiteY3" fmla="*/ 5760 h 9906"/>
              <a:gd name="connsiteX4" fmla="*/ 667 w 9999"/>
              <a:gd name="connsiteY4" fmla="*/ 6858 h 9906"/>
              <a:gd name="connsiteX5" fmla="*/ 1142 w 9999"/>
              <a:gd name="connsiteY5" fmla="*/ 7272 h 9906"/>
              <a:gd name="connsiteX6" fmla="*/ 2255 w 9999"/>
              <a:gd name="connsiteY6" fmla="*/ 8188 h 9906"/>
              <a:gd name="connsiteX7" fmla="*/ 4750 w 9999"/>
              <a:gd name="connsiteY7" fmla="*/ 8491 h 9906"/>
              <a:gd name="connsiteX8" fmla="*/ 6914 w 9999"/>
              <a:gd name="connsiteY8" fmla="*/ 9897 h 9906"/>
              <a:gd name="connsiteX9" fmla="*/ 9815 w 9999"/>
              <a:gd name="connsiteY9" fmla="*/ 9027 h 9906"/>
              <a:gd name="connsiteX10" fmla="*/ 9898 w 9999"/>
              <a:gd name="connsiteY10" fmla="*/ 7586 h 9906"/>
              <a:gd name="connsiteX11" fmla="*/ 9472 w 9999"/>
              <a:gd name="connsiteY11" fmla="*/ 6519 h 9906"/>
              <a:gd name="connsiteX12" fmla="*/ 9695 w 9999"/>
              <a:gd name="connsiteY12" fmla="*/ 4222 h 9906"/>
              <a:gd name="connsiteX13" fmla="*/ 9666 w 9999"/>
              <a:gd name="connsiteY13" fmla="*/ 3260 h 9906"/>
              <a:gd name="connsiteX14" fmla="*/ 8992 w 9999"/>
              <a:gd name="connsiteY14" fmla="*/ 2264 h 9906"/>
              <a:gd name="connsiteX15" fmla="*/ 7928 w 9999"/>
              <a:gd name="connsiteY15" fmla="*/ 791 h 9906"/>
              <a:gd name="connsiteX16" fmla="*/ 6609 w 9999"/>
              <a:gd name="connsiteY16" fmla="*/ 139 h 9906"/>
              <a:gd name="connsiteX17" fmla="*/ 5069 w 9999"/>
              <a:gd name="connsiteY17" fmla="*/ 39 h 9906"/>
              <a:gd name="connsiteX18" fmla="*/ 3778 w 9999"/>
              <a:gd name="connsiteY18" fmla="*/ 620 h 9906"/>
              <a:gd name="connsiteX19" fmla="*/ 1958 w 9999"/>
              <a:gd name="connsiteY19" fmla="*/ 1273 h 9906"/>
              <a:gd name="connsiteX20" fmla="*/ 861 w 9999"/>
              <a:gd name="connsiteY20" fmla="*/ 1855 h 9906"/>
              <a:gd name="connsiteX21" fmla="*/ 331 w 9999"/>
              <a:gd name="connsiteY21" fmla="*/ 3155 h 9906"/>
              <a:gd name="connsiteX0" fmla="*/ 331 w 9946"/>
              <a:gd name="connsiteY0" fmla="*/ 3185 h 10000"/>
              <a:gd name="connsiteX1" fmla="*/ 50 w 9946"/>
              <a:gd name="connsiteY1" fmla="*/ 4088 h 10000"/>
              <a:gd name="connsiteX2" fmla="*/ 21 w 9946"/>
              <a:gd name="connsiteY2" fmla="*/ 5090 h 10000"/>
              <a:gd name="connsiteX3" fmla="*/ 273 w 9946"/>
              <a:gd name="connsiteY3" fmla="*/ 5815 h 10000"/>
              <a:gd name="connsiteX4" fmla="*/ 667 w 9946"/>
              <a:gd name="connsiteY4" fmla="*/ 6923 h 10000"/>
              <a:gd name="connsiteX5" fmla="*/ 1142 w 9946"/>
              <a:gd name="connsiteY5" fmla="*/ 7341 h 10000"/>
              <a:gd name="connsiteX6" fmla="*/ 2255 w 9946"/>
              <a:gd name="connsiteY6" fmla="*/ 8266 h 10000"/>
              <a:gd name="connsiteX7" fmla="*/ 4750 w 9946"/>
              <a:gd name="connsiteY7" fmla="*/ 8572 h 10000"/>
              <a:gd name="connsiteX8" fmla="*/ 6915 w 9946"/>
              <a:gd name="connsiteY8" fmla="*/ 9991 h 10000"/>
              <a:gd name="connsiteX9" fmla="*/ 9816 w 9946"/>
              <a:gd name="connsiteY9" fmla="*/ 9113 h 10000"/>
              <a:gd name="connsiteX10" fmla="*/ 9473 w 9946"/>
              <a:gd name="connsiteY10" fmla="*/ 6581 h 10000"/>
              <a:gd name="connsiteX11" fmla="*/ 9696 w 9946"/>
              <a:gd name="connsiteY11" fmla="*/ 4262 h 10000"/>
              <a:gd name="connsiteX12" fmla="*/ 9667 w 9946"/>
              <a:gd name="connsiteY12" fmla="*/ 3291 h 10000"/>
              <a:gd name="connsiteX13" fmla="*/ 8993 w 9946"/>
              <a:gd name="connsiteY13" fmla="*/ 2285 h 10000"/>
              <a:gd name="connsiteX14" fmla="*/ 7929 w 9946"/>
              <a:gd name="connsiteY14" fmla="*/ 799 h 10000"/>
              <a:gd name="connsiteX15" fmla="*/ 6610 w 9946"/>
              <a:gd name="connsiteY15" fmla="*/ 140 h 10000"/>
              <a:gd name="connsiteX16" fmla="*/ 5070 w 9946"/>
              <a:gd name="connsiteY16" fmla="*/ 39 h 10000"/>
              <a:gd name="connsiteX17" fmla="*/ 3778 w 9946"/>
              <a:gd name="connsiteY17" fmla="*/ 626 h 10000"/>
              <a:gd name="connsiteX18" fmla="*/ 1958 w 9946"/>
              <a:gd name="connsiteY18" fmla="*/ 1285 h 10000"/>
              <a:gd name="connsiteX19" fmla="*/ 861 w 9946"/>
              <a:gd name="connsiteY19" fmla="*/ 1873 h 10000"/>
              <a:gd name="connsiteX20" fmla="*/ 331 w 9946"/>
              <a:gd name="connsiteY20" fmla="*/ 3185 h 10000"/>
              <a:gd name="connsiteX0" fmla="*/ 333 w 10000"/>
              <a:gd name="connsiteY0" fmla="*/ 3185 h 10000"/>
              <a:gd name="connsiteX1" fmla="*/ 50 w 10000"/>
              <a:gd name="connsiteY1" fmla="*/ 4088 h 10000"/>
              <a:gd name="connsiteX2" fmla="*/ 21 w 10000"/>
              <a:gd name="connsiteY2" fmla="*/ 5090 h 10000"/>
              <a:gd name="connsiteX3" fmla="*/ 274 w 10000"/>
              <a:gd name="connsiteY3" fmla="*/ 5815 h 10000"/>
              <a:gd name="connsiteX4" fmla="*/ 671 w 10000"/>
              <a:gd name="connsiteY4" fmla="*/ 6923 h 10000"/>
              <a:gd name="connsiteX5" fmla="*/ 1148 w 10000"/>
              <a:gd name="connsiteY5" fmla="*/ 7341 h 10000"/>
              <a:gd name="connsiteX6" fmla="*/ 2267 w 10000"/>
              <a:gd name="connsiteY6" fmla="*/ 8266 h 10000"/>
              <a:gd name="connsiteX7" fmla="*/ 4776 w 10000"/>
              <a:gd name="connsiteY7" fmla="*/ 8572 h 10000"/>
              <a:gd name="connsiteX8" fmla="*/ 6953 w 10000"/>
              <a:gd name="connsiteY8" fmla="*/ 9991 h 10000"/>
              <a:gd name="connsiteX9" fmla="*/ 9869 w 10000"/>
              <a:gd name="connsiteY9" fmla="*/ 9113 h 10000"/>
              <a:gd name="connsiteX10" fmla="*/ 9524 w 10000"/>
              <a:gd name="connsiteY10" fmla="*/ 6581 h 10000"/>
              <a:gd name="connsiteX11" fmla="*/ 9749 w 10000"/>
              <a:gd name="connsiteY11" fmla="*/ 4262 h 10000"/>
              <a:gd name="connsiteX12" fmla="*/ 9042 w 10000"/>
              <a:gd name="connsiteY12" fmla="*/ 2285 h 10000"/>
              <a:gd name="connsiteX13" fmla="*/ 7972 w 10000"/>
              <a:gd name="connsiteY13" fmla="*/ 799 h 10000"/>
              <a:gd name="connsiteX14" fmla="*/ 6646 w 10000"/>
              <a:gd name="connsiteY14" fmla="*/ 140 h 10000"/>
              <a:gd name="connsiteX15" fmla="*/ 5098 w 10000"/>
              <a:gd name="connsiteY15" fmla="*/ 39 h 10000"/>
              <a:gd name="connsiteX16" fmla="*/ 3799 w 10000"/>
              <a:gd name="connsiteY16" fmla="*/ 626 h 10000"/>
              <a:gd name="connsiteX17" fmla="*/ 1969 w 10000"/>
              <a:gd name="connsiteY17" fmla="*/ 1285 h 10000"/>
              <a:gd name="connsiteX18" fmla="*/ 866 w 10000"/>
              <a:gd name="connsiteY18" fmla="*/ 1873 h 10000"/>
              <a:gd name="connsiteX19" fmla="*/ 333 w 10000"/>
              <a:gd name="connsiteY19" fmla="*/ 3185 h 10000"/>
              <a:gd name="connsiteX0" fmla="*/ 333 w 10000"/>
              <a:gd name="connsiteY0" fmla="*/ 3268 h 10083"/>
              <a:gd name="connsiteX1" fmla="*/ 50 w 10000"/>
              <a:gd name="connsiteY1" fmla="*/ 4171 h 10083"/>
              <a:gd name="connsiteX2" fmla="*/ 21 w 10000"/>
              <a:gd name="connsiteY2" fmla="*/ 5173 h 10083"/>
              <a:gd name="connsiteX3" fmla="*/ 274 w 10000"/>
              <a:gd name="connsiteY3" fmla="*/ 5898 h 10083"/>
              <a:gd name="connsiteX4" fmla="*/ 671 w 10000"/>
              <a:gd name="connsiteY4" fmla="*/ 7006 h 10083"/>
              <a:gd name="connsiteX5" fmla="*/ 1148 w 10000"/>
              <a:gd name="connsiteY5" fmla="*/ 7424 h 10083"/>
              <a:gd name="connsiteX6" fmla="*/ 2267 w 10000"/>
              <a:gd name="connsiteY6" fmla="*/ 8349 h 10083"/>
              <a:gd name="connsiteX7" fmla="*/ 4776 w 10000"/>
              <a:gd name="connsiteY7" fmla="*/ 8655 h 10083"/>
              <a:gd name="connsiteX8" fmla="*/ 6953 w 10000"/>
              <a:gd name="connsiteY8" fmla="*/ 10074 h 10083"/>
              <a:gd name="connsiteX9" fmla="*/ 9869 w 10000"/>
              <a:gd name="connsiteY9" fmla="*/ 9196 h 10083"/>
              <a:gd name="connsiteX10" fmla="*/ 9524 w 10000"/>
              <a:gd name="connsiteY10" fmla="*/ 6664 h 10083"/>
              <a:gd name="connsiteX11" fmla="*/ 9749 w 10000"/>
              <a:gd name="connsiteY11" fmla="*/ 4345 h 10083"/>
              <a:gd name="connsiteX12" fmla="*/ 9042 w 10000"/>
              <a:gd name="connsiteY12" fmla="*/ 2368 h 10083"/>
              <a:gd name="connsiteX13" fmla="*/ 6646 w 10000"/>
              <a:gd name="connsiteY13" fmla="*/ 223 h 10083"/>
              <a:gd name="connsiteX14" fmla="*/ 5098 w 10000"/>
              <a:gd name="connsiteY14" fmla="*/ 122 h 10083"/>
              <a:gd name="connsiteX15" fmla="*/ 3799 w 10000"/>
              <a:gd name="connsiteY15" fmla="*/ 709 h 10083"/>
              <a:gd name="connsiteX16" fmla="*/ 1969 w 10000"/>
              <a:gd name="connsiteY16" fmla="*/ 1368 h 10083"/>
              <a:gd name="connsiteX17" fmla="*/ 866 w 10000"/>
              <a:gd name="connsiteY17" fmla="*/ 1956 h 10083"/>
              <a:gd name="connsiteX18" fmla="*/ 333 w 10000"/>
              <a:gd name="connsiteY18" fmla="*/ 3268 h 10083"/>
              <a:gd name="connsiteX0" fmla="*/ 333 w 10000"/>
              <a:gd name="connsiteY0" fmla="*/ 3214 h 10029"/>
              <a:gd name="connsiteX1" fmla="*/ 50 w 10000"/>
              <a:gd name="connsiteY1" fmla="*/ 4117 h 10029"/>
              <a:gd name="connsiteX2" fmla="*/ 21 w 10000"/>
              <a:gd name="connsiteY2" fmla="*/ 5119 h 10029"/>
              <a:gd name="connsiteX3" fmla="*/ 274 w 10000"/>
              <a:gd name="connsiteY3" fmla="*/ 5844 h 10029"/>
              <a:gd name="connsiteX4" fmla="*/ 671 w 10000"/>
              <a:gd name="connsiteY4" fmla="*/ 6952 h 10029"/>
              <a:gd name="connsiteX5" fmla="*/ 1148 w 10000"/>
              <a:gd name="connsiteY5" fmla="*/ 7370 h 10029"/>
              <a:gd name="connsiteX6" fmla="*/ 2267 w 10000"/>
              <a:gd name="connsiteY6" fmla="*/ 8295 h 10029"/>
              <a:gd name="connsiteX7" fmla="*/ 4776 w 10000"/>
              <a:gd name="connsiteY7" fmla="*/ 8601 h 10029"/>
              <a:gd name="connsiteX8" fmla="*/ 6953 w 10000"/>
              <a:gd name="connsiteY8" fmla="*/ 10020 h 10029"/>
              <a:gd name="connsiteX9" fmla="*/ 9869 w 10000"/>
              <a:gd name="connsiteY9" fmla="*/ 9142 h 10029"/>
              <a:gd name="connsiteX10" fmla="*/ 9524 w 10000"/>
              <a:gd name="connsiteY10" fmla="*/ 6610 h 10029"/>
              <a:gd name="connsiteX11" fmla="*/ 9749 w 10000"/>
              <a:gd name="connsiteY11" fmla="*/ 4291 h 10029"/>
              <a:gd name="connsiteX12" fmla="*/ 9042 w 10000"/>
              <a:gd name="connsiteY12" fmla="*/ 2314 h 10029"/>
              <a:gd name="connsiteX13" fmla="*/ 5098 w 10000"/>
              <a:gd name="connsiteY13" fmla="*/ 68 h 10029"/>
              <a:gd name="connsiteX14" fmla="*/ 3799 w 10000"/>
              <a:gd name="connsiteY14" fmla="*/ 655 h 10029"/>
              <a:gd name="connsiteX15" fmla="*/ 1969 w 10000"/>
              <a:gd name="connsiteY15" fmla="*/ 1314 h 10029"/>
              <a:gd name="connsiteX16" fmla="*/ 866 w 10000"/>
              <a:gd name="connsiteY16" fmla="*/ 1902 h 10029"/>
              <a:gd name="connsiteX17" fmla="*/ 333 w 10000"/>
              <a:gd name="connsiteY17" fmla="*/ 3214 h 10029"/>
              <a:gd name="connsiteX0" fmla="*/ 333 w 10000"/>
              <a:gd name="connsiteY0" fmla="*/ 2561 h 9376"/>
              <a:gd name="connsiteX1" fmla="*/ 50 w 10000"/>
              <a:gd name="connsiteY1" fmla="*/ 3464 h 9376"/>
              <a:gd name="connsiteX2" fmla="*/ 21 w 10000"/>
              <a:gd name="connsiteY2" fmla="*/ 4466 h 9376"/>
              <a:gd name="connsiteX3" fmla="*/ 274 w 10000"/>
              <a:gd name="connsiteY3" fmla="*/ 5191 h 9376"/>
              <a:gd name="connsiteX4" fmla="*/ 671 w 10000"/>
              <a:gd name="connsiteY4" fmla="*/ 6299 h 9376"/>
              <a:gd name="connsiteX5" fmla="*/ 1148 w 10000"/>
              <a:gd name="connsiteY5" fmla="*/ 6717 h 9376"/>
              <a:gd name="connsiteX6" fmla="*/ 2267 w 10000"/>
              <a:gd name="connsiteY6" fmla="*/ 7642 h 9376"/>
              <a:gd name="connsiteX7" fmla="*/ 4776 w 10000"/>
              <a:gd name="connsiteY7" fmla="*/ 7948 h 9376"/>
              <a:gd name="connsiteX8" fmla="*/ 6953 w 10000"/>
              <a:gd name="connsiteY8" fmla="*/ 9367 h 9376"/>
              <a:gd name="connsiteX9" fmla="*/ 9869 w 10000"/>
              <a:gd name="connsiteY9" fmla="*/ 8489 h 9376"/>
              <a:gd name="connsiteX10" fmla="*/ 9524 w 10000"/>
              <a:gd name="connsiteY10" fmla="*/ 5957 h 9376"/>
              <a:gd name="connsiteX11" fmla="*/ 9749 w 10000"/>
              <a:gd name="connsiteY11" fmla="*/ 3638 h 9376"/>
              <a:gd name="connsiteX12" fmla="*/ 9042 w 10000"/>
              <a:gd name="connsiteY12" fmla="*/ 1661 h 9376"/>
              <a:gd name="connsiteX13" fmla="*/ 6085 w 10000"/>
              <a:gd name="connsiteY13" fmla="*/ 540 h 9376"/>
              <a:gd name="connsiteX14" fmla="*/ 3799 w 10000"/>
              <a:gd name="connsiteY14" fmla="*/ 2 h 9376"/>
              <a:gd name="connsiteX15" fmla="*/ 1969 w 10000"/>
              <a:gd name="connsiteY15" fmla="*/ 661 h 9376"/>
              <a:gd name="connsiteX16" fmla="*/ 866 w 10000"/>
              <a:gd name="connsiteY16" fmla="*/ 1249 h 9376"/>
              <a:gd name="connsiteX17" fmla="*/ 333 w 10000"/>
              <a:gd name="connsiteY17" fmla="*/ 2561 h 9376"/>
              <a:gd name="connsiteX0" fmla="*/ 333 w 10000"/>
              <a:gd name="connsiteY0" fmla="*/ 2230 h 9498"/>
              <a:gd name="connsiteX1" fmla="*/ 50 w 10000"/>
              <a:gd name="connsiteY1" fmla="*/ 3194 h 9498"/>
              <a:gd name="connsiteX2" fmla="*/ 21 w 10000"/>
              <a:gd name="connsiteY2" fmla="*/ 4262 h 9498"/>
              <a:gd name="connsiteX3" fmla="*/ 274 w 10000"/>
              <a:gd name="connsiteY3" fmla="*/ 5035 h 9498"/>
              <a:gd name="connsiteX4" fmla="*/ 671 w 10000"/>
              <a:gd name="connsiteY4" fmla="*/ 6217 h 9498"/>
              <a:gd name="connsiteX5" fmla="*/ 1148 w 10000"/>
              <a:gd name="connsiteY5" fmla="*/ 6663 h 9498"/>
              <a:gd name="connsiteX6" fmla="*/ 2267 w 10000"/>
              <a:gd name="connsiteY6" fmla="*/ 7650 h 9498"/>
              <a:gd name="connsiteX7" fmla="*/ 4776 w 10000"/>
              <a:gd name="connsiteY7" fmla="*/ 7976 h 9498"/>
              <a:gd name="connsiteX8" fmla="*/ 6953 w 10000"/>
              <a:gd name="connsiteY8" fmla="*/ 9489 h 9498"/>
              <a:gd name="connsiteX9" fmla="*/ 9869 w 10000"/>
              <a:gd name="connsiteY9" fmla="*/ 8553 h 9498"/>
              <a:gd name="connsiteX10" fmla="*/ 9524 w 10000"/>
              <a:gd name="connsiteY10" fmla="*/ 5852 h 9498"/>
              <a:gd name="connsiteX11" fmla="*/ 9749 w 10000"/>
              <a:gd name="connsiteY11" fmla="*/ 3379 h 9498"/>
              <a:gd name="connsiteX12" fmla="*/ 9042 w 10000"/>
              <a:gd name="connsiteY12" fmla="*/ 1271 h 9498"/>
              <a:gd name="connsiteX13" fmla="*/ 6085 w 10000"/>
              <a:gd name="connsiteY13" fmla="*/ 75 h 9498"/>
              <a:gd name="connsiteX14" fmla="*/ 1969 w 10000"/>
              <a:gd name="connsiteY14" fmla="*/ 204 h 9498"/>
              <a:gd name="connsiteX15" fmla="*/ 866 w 10000"/>
              <a:gd name="connsiteY15" fmla="*/ 831 h 9498"/>
              <a:gd name="connsiteX16" fmla="*/ 333 w 10000"/>
              <a:gd name="connsiteY16" fmla="*/ 2230 h 9498"/>
              <a:gd name="connsiteX0" fmla="*/ 333 w 10000"/>
              <a:gd name="connsiteY0" fmla="*/ 2316 h 9969"/>
              <a:gd name="connsiteX1" fmla="*/ 50 w 10000"/>
              <a:gd name="connsiteY1" fmla="*/ 3331 h 9969"/>
              <a:gd name="connsiteX2" fmla="*/ 21 w 10000"/>
              <a:gd name="connsiteY2" fmla="*/ 4455 h 9969"/>
              <a:gd name="connsiteX3" fmla="*/ 274 w 10000"/>
              <a:gd name="connsiteY3" fmla="*/ 5269 h 9969"/>
              <a:gd name="connsiteX4" fmla="*/ 671 w 10000"/>
              <a:gd name="connsiteY4" fmla="*/ 6514 h 9969"/>
              <a:gd name="connsiteX5" fmla="*/ 1148 w 10000"/>
              <a:gd name="connsiteY5" fmla="*/ 6983 h 9969"/>
              <a:gd name="connsiteX6" fmla="*/ 2267 w 10000"/>
              <a:gd name="connsiteY6" fmla="*/ 8022 h 9969"/>
              <a:gd name="connsiteX7" fmla="*/ 4776 w 10000"/>
              <a:gd name="connsiteY7" fmla="*/ 8366 h 9969"/>
              <a:gd name="connsiteX8" fmla="*/ 6953 w 10000"/>
              <a:gd name="connsiteY8" fmla="*/ 9959 h 9969"/>
              <a:gd name="connsiteX9" fmla="*/ 9869 w 10000"/>
              <a:gd name="connsiteY9" fmla="*/ 8973 h 9969"/>
              <a:gd name="connsiteX10" fmla="*/ 9524 w 10000"/>
              <a:gd name="connsiteY10" fmla="*/ 6129 h 9969"/>
              <a:gd name="connsiteX11" fmla="*/ 9749 w 10000"/>
              <a:gd name="connsiteY11" fmla="*/ 3526 h 9969"/>
              <a:gd name="connsiteX12" fmla="*/ 9042 w 10000"/>
              <a:gd name="connsiteY12" fmla="*/ 1306 h 9969"/>
              <a:gd name="connsiteX13" fmla="*/ 6085 w 10000"/>
              <a:gd name="connsiteY13" fmla="*/ 47 h 9969"/>
              <a:gd name="connsiteX14" fmla="*/ 2392 w 10000"/>
              <a:gd name="connsiteY14" fmla="*/ 329 h 9969"/>
              <a:gd name="connsiteX15" fmla="*/ 866 w 10000"/>
              <a:gd name="connsiteY15" fmla="*/ 843 h 9969"/>
              <a:gd name="connsiteX16" fmla="*/ 333 w 10000"/>
              <a:gd name="connsiteY16" fmla="*/ 2316 h 9969"/>
              <a:gd name="connsiteX0" fmla="*/ 333 w 10000"/>
              <a:gd name="connsiteY0" fmla="*/ 2322 h 9999"/>
              <a:gd name="connsiteX1" fmla="*/ 50 w 10000"/>
              <a:gd name="connsiteY1" fmla="*/ 3340 h 9999"/>
              <a:gd name="connsiteX2" fmla="*/ 21 w 10000"/>
              <a:gd name="connsiteY2" fmla="*/ 4468 h 9999"/>
              <a:gd name="connsiteX3" fmla="*/ 274 w 10000"/>
              <a:gd name="connsiteY3" fmla="*/ 5284 h 9999"/>
              <a:gd name="connsiteX4" fmla="*/ 671 w 10000"/>
              <a:gd name="connsiteY4" fmla="*/ 6533 h 9999"/>
              <a:gd name="connsiteX5" fmla="*/ 1148 w 10000"/>
              <a:gd name="connsiteY5" fmla="*/ 7004 h 9999"/>
              <a:gd name="connsiteX6" fmla="*/ 2267 w 10000"/>
              <a:gd name="connsiteY6" fmla="*/ 8046 h 9999"/>
              <a:gd name="connsiteX7" fmla="*/ 4776 w 10000"/>
              <a:gd name="connsiteY7" fmla="*/ 8391 h 9999"/>
              <a:gd name="connsiteX8" fmla="*/ 6953 w 10000"/>
              <a:gd name="connsiteY8" fmla="*/ 9989 h 9999"/>
              <a:gd name="connsiteX9" fmla="*/ 9869 w 10000"/>
              <a:gd name="connsiteY9" fmla="*/ 9000 h 9999"/>
              <a:gd name="connsiteX10" fmla="*/ 9524 w 10000"/>
              <a:gd name="connsiteY10" fmla="*/ 6147 h 9999"/>
              <a:gd name="connsiteX11" fmla="*/ 9749 w 10000"/>
              <a:gd name="connsiteY11" fmla="*/ 3536 h 9999"/>
              <a:gd name="connsiteX12" fmla="*/ 9042 w 10000"/>
              <a:gd name="connsiteY12" fmla="*/ 1309 h 9999"/>
              <a:gd name="connsiteX13" fmla="*/ 6085 w 10000"/>
              <a:gd name="connsiteY13" fmla="*/ 46 h 9999"/>
              <a:gd name="connsiteX14" fmla="*/ 2392 w 10000"/>
              <a:gd name="connsiteY14" fmla="*/ 329 h 9999"/>
              <a:gd name="connsiteX15" fmla="*/ 333 w 10000"/>
              <a:gd name="connsiteY15" fmla="*/ 2322 h 9999"/>
              <a:gd name="connsiteX0" fmla="*/ 315 w 9982"/>
              <a:gd name="connsiteY0" fmla="*/ 2322 h 10000"/>
              <a:gd name="connsiteX1" fmla="*/ 3 w 9982"/>
              <a:gd name="connsiteY1" fmla="*/ 4468 h 10000"/>
              <a:gd name="connsiteX2" fmla="*/ 256 w 9982"/>
              <a:gd name="connsiteY2" fmla="*/ 5285 h 10000"/>
              <a:gd name="connsiteX3" fmla="*/ 653 w 9982"/>
              <a:gd name="connsiteY3" fmla="*/ 6534 h 10000"/>
              <a:gd name="connsiteX4" fmla="*/ 1130 w 9982"/>
              <a:gd name="connsiteY4" fmla="*/ 7005 h 10000"/>
              <a:gd name="connsiteX5" fmla="*/ 2249 w 9982"/>
              <a:gd name="connsiteY5" fmla="*/ 8047 h 10000"/>
              <a:gd name="connsiteX6" fmla="*/ 4758 w 9982"/>
              <a:gd name="connsiteY6" fmla="*/ 8392 h 10000"/>
              <a:gd name="connsiteX7" fmla="*/ 6935 w 9982"/>
              <a:gd name="connsiteY7" fmla="*/ 9990 h 10000"/>
              <a:gd name="connsiteX8" fmla="*/ 9851 w 9982"/>
              <a:gd name="connsiteY8" fmla="*/ 9001 h 10000"/>
              <a:gd name="connsiteX9" fmla="*/ 9506 w 9982"/>
              <a:gd name="connsiteY9" fmla="*/ 6148 h 10000"/>
              <a:gd name="connsiteX10" fmla="*/ 9731 w 9982"/>
              <a:gd name="connsiteY10" fmla="*/ 3536 h 10000"/>
              <a:gd name="connsiteX11" fmla="*/ 9024 w 9982"/>
              <a:gd name="connsiteY11" fmla="*/ 1309 h 10000"/>
              <a:gd name="connsiteX12" fmla="*/ 6067 w 9982"/>
              <a:gd name="connsiteY12" fmla="*/ 46 h 10000"/>
              <a:gd name="connsiteX13" fmla="*/ 2374 w 9982"/>
              <a:gd name="connsiteY13" fmla="*/ 329 h 10000"/>
              <a:gd name="connsiteX14" fmla="*/ 315 w 9982"/>
              <a:gd name="connsiteY14" fmla="*/ 2322 h 10000"/>
              <a:gd name="connsiteX0" fmla="*/ 191 w 9876"/>
              <a:gd name="connsiteY0" fmla="*/ 2322 h 10000"/>
              <a:gd name="connsiteX1" fmla="*/ 131 w 9876"/>
              <a:gd name="connsiteY1" fmla="*/ 5285 h 10000"/>
              <a:gd name="connsiteX2" fmla="*/ 529 w 9876"/>
              <a:gd name="connsiteY2" fmla="*/ 6534 h 10000"/>
              <a:gd name="connsiteX3" fmla="*/ 1007 w 9876"/>
              <a:gd name="connsiteY3" fmla="*/ 7005 h 10000"/>
              <a:gd name="connsiteX4" fmla="*/ 2128 w 9876"/>
              <a:gd name="connsiteY4" fmla="*/ 8047 h 10000"/>
              <a:gd name="connsiteX5" fmla="*/ 4642 w 9876"/>
              <a:gd name="connsiteY5" fmla="*/ 8392 h 10000"/>
              <a:gd name="connsiteX6" fmla="*/ 6823 w 9876"/>
              <a:gd name="connsiteY6" fmla="*/ 9990 h 10000"/>
              <a:gd name="connsiteX7" fmla="*/ 9744 w 9876"/>
              <a:gd name="connsiteY7" fmla="*/ 9001 h 10000"/>
              <a:gd name="connsiteX8" fmla="*/ 9398 w 9876"/>
              <a:gd name="connsiteY8" fmla="*/ 6148 h 10000"/>
              <a:gd name="connsiteX9" fmla="*/ 9624 w 9876"/>
              <a:gd name="connsiteY9" fmla="*/ 3536 h 10000"/>
              <a:gd name="connsiteX10" fmla="*/ 8915 w 9876"/>
              <a:gd name="connsiteY10" fmla="*/ 1309 h 10000"/>
              <a:gd name="connsiteX11" fmla="*/ 5953 w 9876"/>
              <a:gd name="connsiteY11" fmla="*/ 46 h 10000"/>
              <a:gd name="connsiteX12" fmla="*/ 2253 w 9876"/>
              <a:gd name="connsiteY12" fmla="*/ 329 h 10000"/>
              <a:gd name="connsiteX13" fmla="*/ 191 w 9876"/>
              <a:gd name="connsiteY13" fmla="*/ 2322 h 10000"/>
              <a:gd name="connsiteX0" fmla="*/ 193 w 10000"/>
              <a:gd name="connsiteY0" fmla="*/ 2322 h 10000"/>
              <a:gd name="connsiteX1" fmla="*/ 133 w 10000"/>
              <a:gd name="connsiteY1" fmla="*/ 5285 h 10000"/>
              <a:gd name="connsiteX2" fmla="*/ 1020 w 10000"/>
              <a:gd name="connsiteY2" fmla="*/ 7005 h 10000"/>
              <a:gd name="connsiteX3" fmla="*/ 2155 w 10000"/>
              <a:gd name="connsiteY3" fmla="*/ 8047 h 10000"/>
              <a:gd name="connsiteX4" fmla="*/ 4700 w 10000"/>
              <a:gd name="connsiteY4" fmla="*/ 8392 h 10000"/>
              <a:gd name="connsiteX5" fmla="*/ 6909 w 10000"/>
              <a:gd name="connsiteY5" fmla="*/ 9990 h 10000"/>
              <a:gd name="connsiteX6" fmla="*/ 9866 w 10000"/>
              <a:gd name="connsiteY6" fmla="*/ 9001 h 10000"/>
              <a:gd name="connsiteX7" fmla="*/ 9516 w 10000"/>
              <a:gd name="connsiteY7" fmla="*/ 6148 h 10000"/>
              <a:gd name="connsiteX8" fmla="*/ 9745 w 10000"/>
              <a:gd name="connsiteY8" fmla="*/ 3536 h 10000"/>
              <a:gd name="connsiteX9" fmla="*/ 9027 w 10000"/>
              <a:gd name="connsiteY9" fmla="*/ 1309 h 10000"/>
              <a:gd name="connsiteX10" fmla="*/ 6028 w 10000"/>
              <a:gd name="connsiteY10" fmla="*/ 46 h 10000"/>
              <a:gd name="connsiteX11" fmla="*/ 2281 w 10000"/>
              <a:gd name="connsiteY11" fmla="*/ 329 h 10000"/>
              <a:gd name="connsiteX12" fmla="*/ 193 w 10000"/>
              <a:gd name="connsiteY12" fmla="*/ 2322 h 10000"/>
              <a:gd name="connsiteX0" fmla="*/ 535 w 9877"/>
              <a:gd name="connsiteY0" fmla="*/ 2468 h 10000"/>
              <a:gd name="connsiteX1" fmla="*/ 10 w 9877"/>
              <a:gd name="connsiteY1" fmla="*/ 5285 h 10000"/>
              <a:gd name="connsiteX2" fmla="*/ 897 w 9877"/>
              <a:gd name="connsiteY2" fmla="*/ 7005 h 10000"/>
              <a:gd name="connsiteX3" fmla="*/ 2032 w 9877"/>
              <a:gd name="connsiteY3" fmla="*/ 8047 h 10000"/>
              <a:gd name="connsiteX4" fmla="*/ 4577 w 9877"/>
              <a:gd name="connsiteY4" fmla="*/ 8392 h 10000"/>
              <a:gd name="connsiteX5" fmla="*/ 6786 w 9877"/>
              <a:gd name="connsiteY5" fmla="*/ 9990 h 10000"/>
              <a:gd name="connsiteX6" fmla="*/ 9743 w 9877"/>
              <a:gd name="connsiteY6" fmla="*/ 9001 h 10000"/>
              <a:gd name="connsiteX7" fmla="*/ 9393 w 9877"/>
              <a:gd name="connsiteY7" fmla="*/ 6148 h 10000"/>
              <a:gd name="connsiteX8" fmla="*/ 9622 w 9877"/>
              <a:gd name="connsiteY8" fmla="*/ 3536 h 10000"/>
              <a:gd name="connsiteX9" fmla="*/ 8904 w 9877"/>
              <a:gd name="connsiteY9" fmla="*/ 1309 h 10000"/>
              <a:gd name="connsiteX10" fmla="*/ 5905 w 9877"/>
              <a:gd name="connsiteY10" fmla="*/ 46 h 10000"/>
              <a:gd name="connsiteX11" fmla="*/ 2158 w 9877"/>
              <a:gd name="connsiteY11" fmla="*/ 329 h 10000"/>
              <a:gd name="connsiteX12" fmla="*/ 535 w 9877"/>
              <a:gd name="connsiteY12" fmla="*/ 2468 h 10000"/>
              <a:gd name="connsiteX0" fmla="*/ 224 w 9682"/>
              <a:gd name="connsiteY0" fmla="*/ 2468 h 10000"/>
              <a:gd name="connsiteX1" fmla="*/ 54 w 9682"/>
              <a:gd name="connsiteY1" fmla="*/ 5334 h 10000"/>
              <a:gd name="connsiteX2" fmla="*/ 590 w 9682"/>
              <a:gd name="connsiteY2" fmla="*/ 7005 h 10000"/>
              <a:gd name="connsiteX3" fmla="*/ 1739 w 9682"/>
              <a:gd name="connsiteY3" fmla="*/ 8047 h 10000"/>
              <a:gd name="connsiteX4" fmla="*/ 4316 w 9682"/>
              <a:gd name="connsiteY4" fmla="*/ 8392 h 10000"/>
              <a:gd name="connsiteX5" fmla="*/ 6553 w 9682"/>
              <a:gd name="connsiteY5" fmla="*/ 9990 h 10000"/>
              <a:gd name="connsiteX6" fmla="*/ 9546 w 9682"/>
              <a:gd name="connsiteY6" fmla="*/ 9001 h 10000"/>
              <a:gd name="connsiteX7" fmla="*/ 9192 w 9682"/>
              <a:gd name="connsiteY7" fmla="*/ 6148 h 10000"/>
              <a:gd name="connsiteX8" fmla="*/ 9424 w 9682"/>
              <a:gd name="connsiteY8" fmla="*/ 3536 h 10000"/>
              <a:gd name="connsiteX9" fmla="*/ 8697 w 9682"/>
              <a:gd name="connsiteY9" fmla="*/ 1309 h 10000"/>
              <a:gd name="connsiteX10" fmla="*/ 5661 w 9682"/>
              <a:gd name="connsiteY10" fmla="*/ 46 h 10000"/>
              <a:gd name="connsiteX11" fmla="*/ 1867 w 9682"/>
              <a:gd name="connsiteY11" fmla="*/ 329 h 10000"/>
              <a:gd name="connsiteX12" fmla="*/ 224 w 9682"/>
              <a:gd name="connsiteY12" fmla="*/ 2468 h 10000"/>
              <a:gd name="connsiteX0" fmla="*/ 369 w 9951"/>
              <a:gd name="connsiteY0" fmla="*/ 2078 h 10000"/>
              <a:gd name="connsiteX1" fmla="*/ 7 w 9951"/>
              <a:gd name="connsiteY1" fmla="*/ 5334 h 10000"/>
              <a:gd name="connsiteX2" fmla="*/ 560 w 9951"/>
              <a:gd name="connsiteY2" fmla="*/ 7005 h 10000"/>
              <a:gd name="connsiteX3" fmla="*/ 1747 w 9951"/>
              <a:gd name="connsiteY3" fmla="*/ 8047 h 10000"/>
              <a:gd name="connsiteX4" fmla="*/ 4409 w 9951"/>
              <a:gd name="connsiteY4" fmla="*/ 8392 h 10000"/>
              <a:gd name="connsiteX5" fmla="*/ 6719 w 9951"/>
              <a:gd name="connsiteY5" fmla="*/ 9990 h 10000"/>
              <a:gd name="connsiteX6" fmla="*/ 9811 w 9951"/>
              <a:gd name="connsiteY6" fmla="*/ 9001 h 10000"/>
              <a:gd name="connsiteX7" fmla="*/ 9445 w 9951"/>
              <a:gd name="connsiteY7" fmla="*/ 6148 h 10000"/>
              <a:gd name="connsiteX8" fmla="*/ 9685 w 9951"/>
              <a:gd name="connsiteY8" fmla="*/ 3536 h 10000"/>
              <a:gd name="connsiteX9" fmla="*/ 8934 w 9951"/>
              <a:gd name="connsiteY9" fmla="*/ 1309 h 10000"/>
              <a:gd name="connsiteX10" fmla="*/ 5798 w 9951"/>
              <a:gd name="connsiteY10" fmla="*/ 46 h 10000"/>
              <a:gd name="connsiteX11" fmla="*/ 1879 w 9951"/>
              <a:gd name="connsiteY11" fmla="*/ 329 h 10000"/>
              <a:gd name="connsiteX12" fmla="*/ 369 w 9951"/>
              <a:gd name="connsiteY12" fmla="*/ 2078 h 10000"/>
              <a:gd name="connsiteX0" fmla="*/ 378 w 10007"/>
              <a:gd name="connsiteY0" fmla="*/ 2035 h 9957"/>
              <a:gd name="connsiteX1" fmla="*/ 14 w 10007"/>
              <a:gd name="connsiteY1" fmla="*/ 5291 h 9957"/>
              <a:gd name="connsiteX2" fmla="*/ 570 w 10007"/>
              <a:gd name="connsiteY2" fmla="*/ 6962 h 9957"/>
              <a:gd name="connsiteX3" fmla="*/ 1763 w 10007"/>
              <a:gd name="connsiteY3" fmla="*/ 8004 h 9957"/>
              <a:gd name="connsiteX4" fmla="*/ 4438 w 10007"/>
              <a:gd name="connsiteY4" fmla="*/ 8349 h 9957"/>
              <a:gd name="connsiteX5" fmla="*/ 6759 w 10007"/>
              <a:gd name="connsiteY5" fmla="*/ 9947 h 9957"/>
              <a:gd name="connsiteX6" fmla="*/ 9866 w 10007"/>
              <a:gd name="connsiteY6" fmla="*/ 8958 h 9957"/>
              <a:gd name="connsiteX7" fmla="*/ 9499 w 10007"/>
              <a:gd name="connsiteY7" fmla="*/ 6105 h 9957"/>
              <a:gd name="connsiteX8" fmla="*/ 9740 w 10007"/>
              <a:gd name="connsiteY8" fmla="*/ 3493 h 9957"/>
              <a:gd name="connsiteX9" fmla="*/ 8985 w 10007"/>
              <a:gd name="connsiteY9" fmla="*/ 1266 h 9957"/>
              <a:gd name="connsiteX10" fmla="*/ 5834 w 10007"/>
              <a:gd name="connsiteY10" fmla="*/ 3 h 9957"/>
              <a:gd name="connsiteX11" fmla="*/ 2496 w 10007"/>
              <a:gd name="connsiteY11" fmla="*/ 1553 h 9957"/>
              <a:gd name="connsiteX12" fmla="*/ 378 w 10007"/>
              <a:gd name="connsiteY12" fmla="*/ 2035 h 9957"/>
              <a:gd name="connsiteX0" fmla="*/ 378 w 10000"/>
              <a:gd name="connsiteY0" fmla="*/ 2044 h 10000"/>
              <a:gd name="connsiteX1" fmla="*/ 14 w 10000"/>
              <a:gd name="connsiteY1" fmla="*/ 5314 h 10000"/>
              <a:gd name="connsiteX2" fmla="*/ 570 w 10000"/>
              <a:gd name="connsiteY2" fmla="*/ 6992 h 10000"/>
              <a:gd name="connsiteX3" fmla="*/ 1762 w 10000"/>
              <a:gd name="connsiteY3" fmla="*/ 8039 h 10000"/>
              <a:gd name="connsiteX4" fmla="*/ 4435 w 10000"/>
              <a:gd name="connsiteY4" fmla="*/ 8385 h 10000"/>
              <a:gd name="connsiteX5" fmla="*/ 6754 w 10000"/>
              <a:gd name="connsiteY5" fmla="*/ 9990 h 10000"/>
              <a:gd name="connsiteX6" fmla="*/ 9859 w 10000"/>
              <a:gd name="connsiteY6" fmla="*/ 8997 h 10000"/>
              <a:gd name="connsiteX7" fmla="*/ 9492 w 10000"/>
              <a:gd name="connsiteY7" fmla="*/ 6131 h 10000"/>
              <a:gd name="connsiteX8" fmla="*/ 9733 w 10000"/>
              <a:gd name="connsiteY8" fmla="*/ 3508 h 10000"/>
              <a:gd name="connsiteX9" fmla="*/ 8979 w 10000"/>
              <a:gd name="connsiteY9" fmla="*/ 1271 h 10000"/>
              <a:gd name="connsiteX10" fmla="*/ 5830 w 10000"/>
              <a:gd name="connsiteY10" fmla="*/ 3 h 10000"/>
              <a:gd name="connsiteX11" fmla="*/ 2494 w 10000"/>
              <a:gd name="connsiteY11" fmla="*/ 1560 h 10000"/>
              <a:gd name="connsiteX12" fmla="*/ 378 w 10000"/>
              <a:gd name="connsiteY12" fmla="*/ 2044 h 10000"/>
              <a:gd name="connsiteX0" fmla="*/ 326 w 10023"/>
              <a:gd name="connsiteY0" fmla="*/ 2533 h 10000"/>
              <a:gd name="connsiteX1" fmla="*/ 37 w 10023"/>
              <a:gd name="connsiteY1" fmla="*/ 5314 h 10000"/>
              <a:gd name="connsiteX2" fmla="*/ 593 w 10023"/>
              <a:gd name="connsiteY2" fmla="*/ 6992 h 10000"/>
              <a:gd name="connsiteX3" fmla="*/ 1785 w 10023"/>
              <a:gd name="connsiteY3" fmla="*/ 8039 h 10000"/>
              <a:gd name="connsiteX4" fmla="*/ 4458 w 10023"/>
              <a:gd name="connsiteY4" fmla="*/ 8385 h 10000"/>
              <a:gd name="connsiteX5" fmla="*/ 6777 w 10023"/>
              <a:gd name="connsiteY5" fmla="*/ 9990 h 10000"/>
              <a:gd name="connsiteX6" fmla="*/ 9882 w 10023"/>
              <a:gd name="connsiteY6" fmla="*/ 8997 h 10000"/>
              <a:gd name="connsiteX7" fmla="*/ 9515 w 10023"/>
              <a:gd name="connsiteY7" fmla="*/ 6131 h 10000"/>
              <a:gd name="connsiteX8" fmla="*/ 9756 w 10023"/>
              <a:gd name="connsiteY8" fmla="*/ 3508 h 10000"/>
              <a:gd name="connsiteX9" fmla="*/ 9002 w 10023"/>
              <a:gd name="connsiteY9" fmla="*/ 1271 h 10000"/>
              <a:gd name="connsiteX10" fmla="*/ 5853 w 10023"/>
              <a:gd name="connsiteY10" fmla="*/ 3 h 10000"/>
              <a:gd name="connsiteX11" fmla="*/ 2517 w 10023"/>
              <a:gd name="connsiteY11" fmla="*/ 1560 h 10000"/>
              <a:gd name="connsiteX12" fmla="*/ 326 w 10023"/>
              <a:gd name="connsiteY12" fmla="*/ 2533 h 10000"/>
              <a:gd name="connsiteX0" fmla="*/ 326 w 10023"/>
              <a:gd name="connsiteY0" fmla="*/ 1901 h 9368"/>
              <a:gd name="connsiteX1" fmla="*/ 37 w 10023"/>
              <a:gd name="connsiteY1" fmla="*/ 4682 h 9368"/>
              <a:gd name="connsiteX2" fmla="*/ 593 w 10023"/>
              <a:gd name="connsiteY2" fmla="*/ 6360 h 9368"/>
              <a:gd name="connsiteX3" fmla="*/ 1785 w 10023"/>
              <a:gd name="connsiteY3" fmla="*/ 7407 h 9368"/>
              <a:gd name="connsiteX4" fmla="*/ 4458 w 10023"/>
              <a:gd name="connsiteY4" fmla="*/ 7753 h 9368"/>
              <a:gd name="connsiteX5" fmla="*/ 6777 w 10023"/>
              <a:gd name="connsiteY5" fmla="*/ 9358 h 9368"/>
              <a:gd name="connsiteX6" fmla="*/ 9882 w 10023"/>
              <a:gd name="connsiteY6" fmla="*/ 8365 h 9368"/>
              <a:gd name="connsiteX7" fmla="*/ 9515 w 10023"/>
              <a:gd name="connsiteY7" fmla="*/ 5499 h 9368"/>
              <a:gd name="connsiteX8" fmla="*/ 9756 w 10023"/>
              <a:gd name="connsiteY8" fmla="*/ 2876 h 9368"/>
              <a:gd name="connsiteX9" fmla="*/ 9002 w 10023"/>
              <a:gd name="connsiteY9" fmla="*/ 639 h 9368"/>
              <a:gd name="connsiteX10" fmla="*/ 5628 w 10023"/>
              <a:gd name="connsiteY10" fmla="*/ 7 h 9368"/>
              <a:gd name="connsiteX11" fmla="*/ 2517 w 10023"/>
              <a:gd name="connsiteY11" fmla="*/ 928 h 9368"/>
              <a:gd name="connsiteX12" fmla="*/ 326 w 10023"/>
              <a:gd name="connsiteY12" fmla="*/ 1901 h 9368"/>
              <a:gd name="connsiteX0" fmla="*/ 325 w 9734"/>
              <a:gd name="connsiteY0" fmla="*/ 2029 h 10093"/>
              <a:gd name="connsiteX1" fmla="*/ 37 w 9734"/>
              <a:gd name="connsiteY1" fmla="*/ 4998 h 10093"/>
              <a:gd name="connsiteX2" fmla="*/ 592 w 9734"/>
              <a:gd name="connsiteY2" fmla="*/ 6789 h 10093"/>
              <a:gd name="connsiteX3" fmla="*/ 1781 w 9734"/>
              <a:gd name="connsiteY3" fmla="*/ 7907 h 10093"/>
              <a:gd name="connsiteX4" fmla="*/ 4448 w 9734"/>
              <a:gd name="connsiteY4" fmla="*/ 8276 h 10093"/>
              <a:gd name="connsiteX5" fmla="*/ 6761 w 9734"/>
              <a:gd name="connsiteY5" fmla="*/ 9989 h 10093"/>
              <a:gd name="connsiteX6" fmla="*/ 9484 w 9734"/>
              <a:gd name="connsiteY6" fmla="*/ 9608 h 10093"/>
              <a:gd name="connsiteX7" fmla="*/ 9493 w 9734"/>
              <a:gd name="connsiteY7" fmla="*/ 5870 h 10093"/>
              <a:gd name="connsiteX8" fmla="*/ 9734 w 9734"/>
              <a:gd name="connsiteY8" fmla="*/ 3070 h 10093"/>
              <a:gd name="connsiteX9" fmla="*/ 8981 w 9734"/>
              <a:gd name="connsiteY9" fmla="*/ 682 h 10093"/>
              <a:gd name="connsiteX10" fmla="*/ 5615 w 9734"/>
              <a:gd name="connsiteY10" fmla="*/ 7 h 10093"/>
              <a:gd name="connsiteX11" fmla="*/ 2511 w 9734"/>
              <a:gd name="connsiteY11" fmla="*/ 991 h 10093"/>
              <a:gd name="connsiteX12" fmla="*/ 325 w 9734"/>
              <a:gd name="connsiteY12" fmla="*/ 2029 h 10093"/>
              <a:gd name="connsiteX0" fmla="*/ 334 w 10000"/>
              <a:gd name="connsiteY0" fmla="*/ 2010 h 9973"/>
              <a:gd name="connsiteX1" fmla="*/ 38 w 10000"/>
              <a:gd name="connsiteY1" fmla="*/ 4952 h 9973"/>
              <a:gd name="connsiteX2" fmla="*/ 608 w 10000"/>
              <a:gd name="connsiteY2" fmla="*/ 6726 h 9973"/>
              <a:gd name="connsiteX3" fmla="*/ 1830 w 10000"/>
              <a:gd name="connsiteY3" fmla="*/ 7834 h 9973"/>
              <a:gd name="connsiteX4" fmla="*/ 4532 w 10000"/>
              <a:gd name="connsiteY4" fmla="*/ 8562 h 9973"/>
              <a:gd name="connsiteX5" fmla="*/ 6946 w 10000"/>
              <a:gd name="connsiteY5" fmla="*/ 9897 h 9973"/>
              <a:gd name="connsiteX6" fmla="*/ 9743 w 10000"/>
              <a:gd name="connsiteY6" fmla="*/ 9519 h 9973"/>
              <a:gd name="connsiteX7" fmla="*/ 9752 w 10000"/>
              <a:gd name="connsiteY7" fmla="*/ 5816 h 9973"/>
              <a:gd name="connsiteX8" fmla="*/ 10000 w 10000"/>
              <a:gd name="connsiteY8" fmla="*/ 3042 h 9973"/>
              <a:gd name="connsiteX9" fmla="*/ 9226 w 10000"/>
              <a:gd name="connsiteY9" fmla="*/ 676 h 9973"/>
              <a:gd name="connsiteX10" fmla="*/ 5768 w 10000"/>
              <a:gd name="connsiteY10" fmla="*/ 7 h 9973"/>
              <a:gd name="connsiteX11" fmla="*/ 2580 w 10000"/>
              <a:gd name="connsiteY11" fmla="*/ 982 h 9973"/>
              <a:gd name="connsiteX12" fmla="*/ 334 w 10000"/>
              <a:gd name="connsiteY12" fmla="*/ 2010 h 9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000" h="9973">
                <a:moveTo>
                  <a:pt x="334" y="2010"/>
                </a:moveTo>
                <a:cubicBezTo>
                  <a:pt x="-90" y="2671"/>
                  <a:pt x="-7" y="4166"/>
                  <a:pt x="38" y="4952"/>
                </a:cubicBezTo>
                <a:cubicBezTo>
                  <a:pt x="83" y="5738"/>
                  <a:pt x="308" y="6246"/>
                  <a:pt x="608" y="6726"/>
                </a:cubicBezTo>
                <a:cubicBezTo>
                  <a:pt x="906" y="7207"/>
                  <a:pt x="1176" y="7528"/>
                  <a:pt x="1830" y="7834"/>
                </a:cubicBezTo>
                <a:cubicBezTo>
                  <a:pt x="2484" y="8140"/>
                  <a:pt x="3678" y="8218"/>
                  <a:pt x="4532" y="8562"/>
                </a:cubicBezTo>
                <a:cubicBezTo>
                  <a:pt x="5384" y="8905"/>
                  <a:pt x="6078" y="9738"/>
                  <a:pt x="6946" y="9897"/>
                </a:cubicBezTo>
                <a:cubicBezTo>
                  <a:pt x="7814" y="10056"/>
                  <a:pt x="9200" y="9984"/>
                  <a:pt x="9743" y="9519"/>
                </a:cubicBezTo>
                <a:cubicBezTo>
                  <a:pt x="10214" y="8840"/>
                  <a:pt x="9709" y="6896"/>
                  <a:pt x="9752" y="5816"/>
                </a:cubicBezTo>
                <a:cubicBezTo>
                  <a:pt x="9796" y="4736"/>
                  <a:pt x="9959" y="3695"/>
                  <a:pt x="10000" y="3042"/>
                </a:cubicBezTo>
                <a:cubicBezTo>
                  <a:pt x="9911" y="2184"/>
                  <a:pt x="9932" y="1181"/>
                  <a:pt x="9226" y="676"/>
                </a:cubicBezTo>
                <a:cubicBezTo>
                  <a:pt x="8522" y="170"/>
                  <a:pt x="6876" y="-44"/>
                  <a:pt x="5768" y="7"/>
                </a:cubicBezTo>
                <a:cubicBezTo>
                  <a:pt x="4662" y="58"/>
                  <a:pt x="3493" y="270"/>
                  <a:pt x="2580" y="982"/>
                </a:cubicBezTo>
                <a:cubicBezTo>
                  <a:pt x="1535" y="1383"/>
                  <a:pt x="757" y="1348"/>
                  <a:pt x="334" y="2010"/>
                </a:cubicBezTo>
                <a:close/>
              </a:path>
            </a:pathLst>
          </a:custGeom>
          <a:gradFill>
            <a:gsLst>
              <a:gs pos="0">
                <a:srgbClr val="9CE0FA"/>
              </a:gs>
              <a:gs pos="65000">
                <a:schemeClr val="bg1"/>
              </a:gs>
              <a:gs pos="100000">
                <a:schemeClr val="bg1"/>
              </a:gs>
            </a:gsLst>
            <a:lin ang="0" scaled="0"/>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eaLnBrk="0" fontAlgn="base" hangingPunct="0">
              <a:spcBef>
                <a:spcPct val="0"/>
              </a:spcBef>
              <a:spcAft>
                <a:spcPct val="0"/>
              </a:spcAft>
            </a:pPr>
            <a:endParaRPr lang="en-US" dirty="0">
              <a:solidFill>
                <a:srgbClr val="000000"/>
              </a:solidFill>
              <a:latin typeface="Arial" charset="0"/>
              <a:ea typeface="ＭＳ Ｐゴシック" charset="0"/>
            </a:endParaRPr>
          </a:p>
        </p:txBody>
      </p:sp>
      <p:sp>
        <p:nvSpPr>
          <p:cNvPr id="149" name="Text Box 34">
            <a:extLst>
              <a:ext uri="{FF2B5EF4-FFF2-40B4-BE49-F238E27FC236}">
                <a16:creationId xmlns:a16="http://schemas.microsoft.com/office/drawing/2014/main" id="{8E3C4FE4-16B8-2E48-AAFC-131508FBCD63}"/>
              </a:ext>
            </a:extLst>
          </p:cNvPr>
          <p:cNvSpPr txBox="1">
            <a:spLocks noChangeArrowheads="1"/>
          </p:cNvSpPr>
          <p:nvPr/>
        </p:nvSpPr>
        <p:spPr bwMode="auto">
          <a:xfrm>
            <a:off x="4838700" y="2566706"/>
            <a:ext cx="1811337" cy="5810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pPr fontAlgn="base">
              <a:spcBef>
                <a:spcPct val="0"/>
              </a:spcBef>
              <a:spcAft>
                <a:spcPct val="0"/>
              </a:spcAft>
            </a:pPr>
            <a:r>
              <a:rPr lang="en-US" sz="1600" i="0" dirty="0">
                <a:solidFill>
                  <a:srgbClr val="000000"/>
                </a:solidFill>
                <a:latin typeface="Arial" charset="0"/>
              </a:rPr>
              <a:t>Comcast network </a:t>
            </a:r>
          </a:p>
          <a:p>
            <a:pPr fontAlgn="base">
              <a:spcBef>
                <a:spcPct val="0"/>
              </a:spcBef>
              <a:spcAft>
                <a:spcPct val="0"/>
              </a:spcAft>
            </a:pPr>
            <a:r>
              <a:rPr lang="en-US" sz="1600" i="0" dirty="0">
                <a:solidFill>
                  <a:srgbClr val="000000"/>
                </a:solidFill>
                <a:latin typeface="Arial" charset="0"/>
              </a:rPr>
              <a:t>68.80.0.0/13</a:t>
            </a:r>
          </a:p>
        </p:txBody>
      </p:sp>
      <p:sp>
        <p:nvSpPr>
          <p:cNvPr id="150" name="Line 68">
            <a:extLst>
              <a:ext uri="{FF2B5EF4-FFF2-40B4-BE49-F238E27FC236}">
                <a16:creationId xmlns:a16="http://schemas.microsoft.com/office/drawing/2014/main" id="{6703089F-58F3-E042-8B10-16A415A056F6}"/>
              </a:ext>
            </a:extLst>
          </p:cNvPr>
          <p:cNvSpPr>
            <a:spLocks noChangeShapeType="1"/>
          </p:cNvSpPr>
          <p:nvPr/>
        </p:nvSpPr>
        <p:spPr bwMode="auto">
          <a:xfrm flipV="1">
            <a:off x="3670020" y="3535642"/>
            <a:ext cx="1819275" cy="733425"/>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lstStyle/>
          <a:p>
            <a:pPr eaLnBrk="0" fontAlgn="base" hangingPunct="0">
              <a:spcBef>
                <a:spcPct val="0"/>
              </a:spcBef>
              <a:spcAft>
                <a:spcPct val="0"/>
              </a:spcAft>
            </a:pPr>
            <a:endParaRPr lang="en-US" dirty="0">
              <a:solidFill>
                <a:srgbClr val="000000"/>
              </a:solidFill>
              <a:latin typeface="Arial" charset="0"/>
              <a:ea typeface="ＭＳ Ｐゴシック" charset="0"/>
            </a:endParaRPr>
          </a:p>
        </p:txBody>
      </p:sp>
      <p:grpSp>
        <p:nvGrpSpPr>
          <p:cNvPr id="153" name="Group 167">
            <a:extLst>
              <a:ext uri="{FF2B5EF4-FFF2-40B4-BE49-F238E27FC236}">
                <a16:creationId xmlns:a16="http://schemas.microsoft.com/office/drawing/2014/main" id="{F5EB6B7E-CF56-1D40-9A5F-78A0D7F7527F}"/>
              </a:ext>
            </a:extLst>
          </p:cNvPr>
          <p:cNvGrpSpPr>
            <a:grpSpLocks/>
          </p:cNvGrpSpPr>
          <p:nvPr/>
        </p:nvGrpSpPr>
        <p:grpSpPr bwMode="auto">
          <a:xfrm flipH="1">
            <a:off x="5635438" y="3627064"/>
            <a:ext cx="400050" cy="152400"/>
            <a:chOff x="3228" y="1776"/>
            <a:chExt cx="252" cy="96"/>
          </a:xfrm>
        </p:grpSpPr>
        <p:sp>
          <p:nvSpPr>
            <p:cNvPr id="154" name="Line 168">
              <a:extLst>
                <a:ext uri="{FF2B5EF4-FFF2-40B4-BE49-F238E27FC236}">
                  <a16:creationId xmlns:a16="http://schemas.microsoft.com/office/drawing/2014/main" id="{1802CB0D-BD6D-D74F-A9D8-5BACFFCCBC0F}"/>
                </a:ext>
              </a:extLst>
            </p:cNvPr>
            <p:cNvSpPr>
              <a:spLocks noChangeShapeType="1"/>
            </p:cNvSpPr>
            <p:nvPr/>
          </p:nvSpPr>
          <p:spPr bwMode="auto">
            <a:xfrm flipV="1">
              <a:off x="3339" y="1776"/>
              <a:ext cx="141" cy="51"/>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lstStyle/>
            <a:p>
              <a:pPr eaLnBrk="0" fontAlgn="base" hangingPunct="0">
                <a:spcBef>
                  <a:spcPct val="0"/>
                </a:spcBef>
                <a:spcAft>
                  <a:spcPct val="0"/>
                </a:spcAft>
              </a:pPr>
              <a:endParaRPr lang="en-US" dirty="0">
                <a:solidFill>
                  <a:srgbClr val="000000"/>
                </a:solidFill>
                <a:latin typeface="Arial" charset="0"/>
                <a:ea typeface="ＭＳ Ｐゴシック" charset="0"/>
              </a:endParaRPr>
            </a:p>
          </p:txBody>
        </p:sp>
        <p:sp>
          <p:nvSpPr>
            <p:cNvPr id="155" name="Line 169">
              <a:extLst>
                <a:ext uri="{FF2B5EF4-FFF2-40B4-BE49-F238E27FC236}">
                  <a16:creationId xmlns:a16="http://schemas.microsoft.com/office/drawing/2014/main" id="{BC8A6DEC-D893-BC48-A065-216616CA78D6}"/>
                </a:ext>
              </a:extLst>
            </p:cNvPr>
            <p:cNvSpPr>
              <a:spLocks noChangeShapeType="1"/>
            </p:cNvSpPr>
            <p:nvPr/>
          </p:nvSpPr>
          <p:spPr bwMode="auto">
            <a:xfrm flipV="1">
              <a:off x="3228" y="1833"/>
              <a:ext cx="102" cy="39"/>
            </a:xfrm>
            <a:prstGeom prst="line">
              <a:avLst/>
            </a:prstGeom>
            <a:noFill/>
            <a:ln w="9525">
              <a:solidFill>
                <a:srgbClr val="000000"/>
              </a:solidFill>
              <a:prstDash val="dash"/>
              <a:round/>
              <a:headEnd/>
              <a:tailEnd/>
            </a:ln>
            <a:extLst>
              <a:ext uri="{909E8E84-426E-40dd-AFC4-6F175D3DCCD1}">
                <a14:hiddenFill xmlns:a14="http://schemas.microsoft.com/office/drawing/2010/main" xmlns="">
                  <a:noFill/>
                </a14:hiddenFill>
              </a:ext>
            </a:extLst>
          </p:spPr>
          <p:txBody>
            <a:bodyPr/>
            <a:lstStyle/>
            <a:p>
              <a:pPr eaLnBrk="0" fontAlgn="base" hangingPunct="0">
                <a:spcBef>
                  <a:spcPct val="0"/>
                </a:spcBef>
                <a:spcAft>
                  <a:spcPct val="0"/>
                </a:spcAft>
              </a:pPr>
              <a:endParaRPr lang="en-US" dirty="0">
                <a:solidFill>
                  <a:srgbClr val="000000"/>
                </a:solidFill>
                <a:latin typeface="Arial" charset="0"/>
                <a:ea typeface="ＭＳ Ｐゴシック" charset="0"/>
              </a:endParaRPr>
            </a:p>
          </p:txBody>
        </p:sp>
      </p:grpSp>
      <p:grpSp>
        <p:nvGrpSpPr>
          <p:cNvPr id="156" name="Group 170">
            <a:extLst>
              <a:ext uri="{FF2B5EF4-FFF2-40B4-BE49-F238E27FC236}">
                <a16:creationId xmlns:a16="http://schemas.microsoft.com/office/drawing/2014/main" id="{926875FC-494C-BB45-B7F8-8827688CC13F}"/>
              </a:ext>
            </a:extLst>
          </p:cNvPr>
          <p:cNvGrpSpPr>
            <a:grpSpLocks/>
          </p:cNvGrpSpPr>
          <p:nvPr/>
        </p:nvGrpSpPr>
        <p:grpSpPr bwMode="auto">
          <a:xfrm flipH="1" flipV="1">
            <a:off x="5787838" y="3103189"/>
            <a:ext cx="400050" cy="152400"/>
            <a:chOff x="3228" y="1776"/>
            <a:chExt cx="252" cy="96"/>
          </a:xfrm>
        </p:grpSpPr>
        <p:sp>
          <p:nvSpPr>
            <p:cNvPr id="157" name="Line 171">
              <a:extLst>
                <a:ext uri="{FF2B5EF4-FFF2-40B4-BE49-F238E27FC236}">
                  <a16:creationId xmlns:a16="http://schemas.microsoft.com/office/drawing/2014/main" id="{36C97ACA-ADA8-6C4D-918D-B9A573ADEE61}"/>
                </a:ext>
              </a:extLst>
            </p:cNvPr>
            <p:cNvSpPr>
              <a:spLocks noChangeShapeType="1"/>
            </p:cNvSpPr>
            <p:nvPr/>
          </p:nvSpPr>
          <p:spPr bwMode="auto">
            <a:xfrm flipV="1">
              <a:off x="3339" y="1776"/>
              <a:ext cx="141" cy="51"/>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lstStyle/>
            <a:p>
              <a:pPr eaLnBrk="0" fontAlgn="base" hangingPunct="0">
                <a:spcBef>
                  <a:spcPct val="0"/>
                </a:spcBef>
                <a:spcAft>
                  <a:spcPct val="0"/>
                </a:spcAft>
              </a:pPr>
              <a:endParaRPr lang="en-US" dirty="0">
                <a:solidFill>
                  <a:srgbClr val="000000"/>
                </a:solidFill>
                <a:latin typeface="Arial" charset="0"/>
                <a:ea typeface="ＭＳ Ｐゴシック" charset="0"/>
              </a:endParaRPr>
            </a:p>
          </p:txBody>
        </p:sp>
        <p:sp>
          <p:nvSpPr>
            <p:cNvPr id="158" name="Line 172">
              <a:extLst>
                <a:ext uri="{FF2B5EF4-FFF2-40B4-BE49-F238E27FC236}">
                  <a16:creationId xmlns:a16="http://schemas.microsoft.com/office/drawing/2014/main" id="{BAFF6B07-8046-764A-BBC9-29723059062E}"/>
                </a:ext>
              </a:extLst>
            </p:cNvPr>
            <p:cNvSpPr>
              <a:spLocks noChangeShapeType="1"/>
            </p:cNvSpPr>
            <p:nvPr/>
          </p:nvSpPr>
          <p:spPr bwMode="auto">
            <a:xfrm flipV="1">
              <a:off x="3228" y="1833"/>
              <a:ext cx="102" cy="39"/>
            </a:xfrm>
            <a:prstGeom prst="line">
              <a:avLst/>
            </a:prstGeom>
            <a:noFill/>
            <a:ln w="9525">
              <a:solidFill>
                <a:srgbClr val="000000"/>
              </a:solidFill>
              <a:prstDash val="dash"/>
              <a:round/>
              <a:headEnd/>
              <a:tailEnd/>
            </a:ln>
            <a:extLst>
              <a:ext uri="{909E8E84-426E-40dd-AFC4-6F175D3DCCD1}">
                <a14:hiddenFill xmlns:a14="http://schemas.microsoft.com/office/drawing/2010/main" xmlns="">
                  <a:noFill/>
                </a14:hiddenFill>
              </a:ext>
            </a:extLst>
          </p:spPr>
          <p:txBody>
            <a:bodyPr/>
            <a:lstStyle/>
            <a:p>
              <a:pPr eaLnBrk="0" fontAlgn="base" hangingPunct="0">
                <a:spcBef>
                  <a:spcPct val="0"/>
                </a:spcBef>
                <a:spcAft>
                  <a:spcPct val="0"/>
                </a:spcAft>
              </a:pPr>
              <a:endParaRPr lang="en-US" dirty="0">
                <a:solidFill>
                  <a:srgbClr val="000000"/>
                </a:solidFill>
                <a:latin typeface="Arial" charset="0"/>
                <a:ea typeface="ＭＳ Ｐゴシック" charset="0"/>
              </a:endParaRPr>
            </a:p>
          </p:txBody>
        </p:sp>
      </p:grpSp>
      <p:grpSp>
        <p:nvGrpSpPr>
          <p:cNvPr id="210" name="Group 209">
            <a:extLst>
              <a:ext uri="{FF2B5EF4-FFF2-40B4-BE49-F238E27FC236}">
                <a16:creationId xmlns:a16="http://schemas.microsoft.com/office/drawing/2014/main" id="{83E8644E-9ABF-8D40-91C1-3E38F4EEBD93}"/>
              </a:ext>
            </a:extLst>
          </p:cNvPr>
          <p:cNvGrpSpPr/>
          <p:nvPr/>
        </p:nvGrpSpPr>
        <p:grpSpPr>
          <a:xfrm>
            <a:off x="5174932" y="3229968"/>
            <a:ext cx="853832" cy="472456"/>
            <a:chOff x="7493876" y="2774731"/>
            <a:chExt cx="1481958" cy="894622"/>
          </a:xfrm>
        </p:grpSpPr>
        <p:sp>
          <p:nvSpPr>
            <p:cNvPr id="211" name="Freeform 210">
              <a:extLst>
                <a:ext uri="{FF2B5EF4-FFF2-40B4-BE49-F238E27FC236}">
                  <a16:creationId xmlns:a16="http://schemas.microsoft.com/office/drawing/2014/main" id="{E07DE3FA-8AF6-194D-A476-AEA1B09F7B09}"/>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212" name="Oval 211">
              <a:extLst>
                <a:ext uri="{FF2B5EF4-FFF2-40B4-BE49-F238E27FC236}">
                  <a16:creationId xmlns:a16="http://schemas.microsoft.com/office/drawing/2014/main" id="{34A4F16A-CB62-4A41-9419-62CD9E0C5919}"/>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213" name="Group 212">
              <a:extLst>
                <a:ext uri="{FF2B5EF4-FFF2-40B4-BE49-F238E27FC236}">
                  <a16:creationId xmlns:a16="http://schemas.microsoft.com/office/drawing/2014/main" id="{7BEB6CE9-D98E-F84D-A398-B92F19578A78}"/>
                </a:ext>
              </a:extLst>
            </p:cNvPr>
            <p:cNvGrpSpPr/>
            <p:nvPr/>
          </p:nvGrpSpPr>
          <p:grpSpPr>
            <a:xfrm>
              <a:off x="7713663" y="2848339"/>
              <a:ext cx="1042107" cy="425543"/>
              <a:chOff x="7786941" y="2884917"/>
              <a:chExt cx="897649" cy="353919"/>
            </a:xfrm>
          </p:grpSpPr>
          <p:sp>
            <p:nvSpPr>
              <p:cNvPr id="214" name="Freeform 213">
                <a:extLst>
                  <a:ext uri="{FF2B5EF4-FFF2-40B4-BE49-F238E27FC236}">
                    <a16:creationId xmlns:a16="http://schemas.microsoft.com/office/drawing/2014/main" id="{5500E3F7-C826-414F-8AB9-A8131E41A9A7}"/>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15" name="Freeform 214">
                <a:extLst>
                  <a:ext uri="{FF2B5EF4-FFF2-40B4-BE49-F238E27FC236}">
                    <a16:creationId xmlns:a16="http://schemas.microsoft.com/office/drawing/2014/main" id="{273829F3-5B2A-3D43-B4EF-DDBF4450431B}"/>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16" name="Freeform 215">
                <a:extLst>
                  <a:ext uri="{FF2B5EF4-FFF2-40B4-BE49-F238E27FC236}">
                    <a16:creationId xmlns:a16="http://schemas.microsoft.com/office/drawing/2014/main" id="{16BC6710-FF10-F94F-B985-0B24DE112FE9}"/>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17" name="Freeform 216">
                <a:extLst>
                  <a:ext uri="{FF2B5EF4-FFF2-40B4-BE49-F238E27FC236}">
                    <a16:creationId xmlns:a16="http://schemas.microsoft.com/office/drawing/2014/main" id="{B4D233B4-AC73-4C4F-B219-7217862D8F1F}"/>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sp>
        <p:nvSpPr>
          <p:cNvPr id="300" name="Freeform 94">
            <a:extLst>
              <a:ext uri="{FF2B5EF4-FFF2-40B4-BE49-F238E27FC236}">
                <a16:creationId xmlns:a16="http://schemas.microsoft.com/office/drawing/2014/main" id="{DB154763-7D17-3045-99D6-33E2B8DEBEF3}"/>
              </a:ext>
            </a:extLst>
          </p:cNvPr>
          <p:cNvSpPr>
            <a:spLocks/>
          </p:cNvSpPr>
          <p:nvPr/>
        </p:nvSpPr>
        <p:spPr bwMode="auto">
          <a:xfrm>
            <a:off x="915707" y="4764367"/>
            <a:ext cx="6419850" cy="1620838"/>
          </a:xfrm>
          <a:custGeom>
            <a:avLst/>
            <a:gdLst>
              <a:gd name="T0" fmla="*/ 2147483647 w 2406"/>
              <a:gd name="T1" fmla="*/ 2147483647 h 958"/>
              <a:gd name="T2" fmla="*/ 2147483647 w 2406"/>
              <a:gd name="T3" fmla="*/ 2147483647 h 958"/>
              <a:gd name="T4" fmla="*/ 2147483647 w 2406"/>
              <a:gd name="T5" fmla="*/ 2147483647 h 958"/>
              <a:gd name="T6" fmla="*/ 2147483647 w 2406"/>
              <a:gd name="T7" fmla="*/ 2147483647 h 958"/>
              <a:gd name="T8" fmla="*/ 2147483647 w 2406"/>
              <a:gd name="T9" fmla="*/ 2147483647 h 958"/>
              <a:gd name="T10" fmla="*/ 2147483647 w 2406"/>
              <a:gd name="T11" fmla="*/ 2147483647 h 958"/>
              <a:gd name="T12" fmla="*/ 2147483647 w 2406"/>
              <a:gd name="T13" fmla="*/ 2147483647 h 958"/>
              <a:gd name="T14" fmla="*/ 2147483647 w 2406"/>
              <a:gd name="T15" fmla="*/ 2147483647 h 958"/>
              <a:gd name="T16" fmla="*/ 2147483647 w 2406"/>
              <a:gd name="T17" fmla="*/ 2147483647 h 958"/>
              <a:gd name="T18" fmla="*/ 2147483647 w 2406"/>
              <a:gd name="T19" fmla="*/ 2147483647 h 958"/>
              <a:gd name="T20" fmla="*/ 2147483647 w 2406"/>
              <a:gd name="T21" fmla="*/ 2147483647 h 958"/>
              <a:gd name="T22" fmla="*/ 2147483647 w 2406"/>
              <a:gd name="T23" fmla="*/ 2147483647 h 958"/>
              <a:gd name="T24" fmla="*/ 2147483647 w 2406"/>
              <a:gd name="T25" fmla="*/ 2147483647 h 95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406"/>
              <a:gd name="T40" fmla="*/ 0 h 958"/>
              <a:gd name="T41" fmla="*/ 2406 w 2406"/>
              <a:gd name="T42" fmla="*/ 958 h 95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406" h="958">
                <a:moveTo>
                  <a:pt x="2192" y="274"/>
                </a:moveTo>
                <a:cubicBezTo>
                  <a:pt x="1978" y="94"/>
                  <a:pt x="1990" y="122"/>
                  <a:pt x="1857" y="77"/>
                </a:cubicBezTo>
                <a:cubicBezTo>
                  <a:pt x="1724" y="32"/>
                  <a:pt x="1584" y="0"/>
                  <a:pt x="1393" y="7"/>
                </a:cubicBezTo>
                <a:cubicBezTo>
                  <a:pt x="1202" y="14"/>
                  <a:pt x="898" y="84"/>
                  <a:pt x="713" y="122"/>
                </a:cubicBezTo>
                <a:cubicBezTo>
                  <a:pt x="528" y="160"/>
                  <a:pt x="395" y="168"/>
                  <a:pt x="280" y="234"/>
                </a:cubicBezTo>
                <a:cubicBezTo>
                  <a:pt x="166" y="301"/>
                  <a:pt x="52" y="432"/>
                  <a:pt x="26" y="522"/>
                </a:cubicBezTo>
                <a:cubicBezTo>
                  <a:pt x="0" y="612"/>
                  <a:pt x="81" y="711"/>
                  <a:pt x="122" y="773"/>
                </a:cubicBezTo>
                <a:cubicBezTo>
                  <a:pt x="163" y="835"/>
                  <a:pt x="99" y="877"/>
                  <a:pt x="273" y="894"/>
                </a:cubicBezTo>
                <a:cubicBezTo>
                  <a:pt x="447" y="911"/>
                  <a:pt x="938" y="866"/>
                  <a:pt x="1169" y="876"/>
                </a:cubicBezTo>
                <a:cubicBezTo>
                  <a:pt x="1400" y="886"/>
                  <a:pt x="1499" y="950"/>
                  <a:pt x="1659" y="954"/>
                </a:cubicBezTo>
                <a:cubicBezTo>
                  <a:pt x="1819" y="958"/>
                  <a:pt x="2014" y="958"/>
                  <a:pt x="2129" y="897"/>
                </a:cubicBezTo>
                <a:cubicBezTo>
                  <a:pt x="2244" y="836"/>
                  <a:pt x="2327" y="856"/>
                  <a:pt x="2350" y="591"/>
                </a:cubicBezTo>
                <a:cubicBezTo>
                  <a:pt x="2373" y="326"/>
                  <a:pt x="2406" y="454"/>
                  <a:pt x="2192" y="274"/>
                </a:cubicBezTo>
                <a:close/>
              </a:path>
            </a:pathLst>
          </a:custGeom>
          <a:gradFill>
            <a:gsLst>
              <a:gs pos="0">
                <a:srgbClr val="9CE0FA"/>
              </a:gs>
              <a:gs pos="65000">
                <a:schemeClr val="bg1"/>
              </a:gs>
              <a:gs pos="100000">
                <a:schemeClr val="bg1"/>
              </a:gs>
            </a:gsLst>
            <a:lin ang="0" scaled="0"/>
          </a:gra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p>
            <a:pPr eaLnBrk="0" fontAlgn="base" hangingPunct="0">
              <a:spcBef>
                <a:spcPct val="0"/>
              </a:spcBef>
              <a:spcAft>
                <a:spcPct val="0"/>
              </a:spcAft>
            </a:pPr>
            <a:endParaRPr lang="en-US" dirty="0">
              <a:solidFill>
                <a:srgbClr val="000000"/>
              </a:solidFill>
              <a:latin typeface="Arial" charset="0"/>
              <a:ea typeface="ＭＳ Ｐゴシック" charset="0"/>
            </a:endParaRPr>
          </a:p>
        </p:txBody>
      </p:sp>
      <p:sp>
        <p:nvSpPr>
          <p:cNvPr id="301" name="Line 134">
            <a:extLst>
              <a:ext uri="{FF2B5EF4-FFF2-40B4-BE49-F238E27FC236}">
                <a16:creationId xmlns:a16="http://schemas.microsoft.com/office/drawing/2014/main" id="{23269057-3E10-0842-B50F-AD9089B2147F}"/>
              </a:ext>
            </a:extLst>
          </p:cNvPr>
          <p:cNvSpPr>
            <a:spLocks noChangeShapeType="1"/>
          </p:cNvSpPr>
          <p:nvPr/>
        </p:nvSpPr>
        <p:spPr bwMode="auto">
          <a:xfrm flipV="1">
            <a:off x="4306607" y="3692805"/>
            <a:ext cx="1174750" cy="1651000"/>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lstStyle/>
          <a:p>
            <a:pPr eaLnBrk="0" fontAlgn="base" hangingPunct="0">
              <a:spcBef>
                <a:spcPct val="0"/>
              </a:spcBef>
              <a:spcAft>
                <a:spcPct val="0"/>
              </a:spcAft>
            </a:pPr>
            <a:endParaRPr lang="en-US" dirty="0">
              <a:solidFill>
                <a:srgbClr val="000000"/>
              </a:solidFill>
              <a:latin typeface="Arial" charset="0"/>
              <a:ea typeface="ＭＳ Ｐゴシック" charset="0"/>
            </a:endParaRPr>
          </a:p>
        </p:txBody>
      </p:sp>
      <p:sp>
        <p:nvSpPr>
          <p:cNvPr id="303" name="Line 136">
            <a:extLst>
              <a:ext uri="{FF2B5EF4-FFF2-40B4-BE49-F238E27FC236}">
                <a16:creationId xmlns:a16="http://schemas.microsoft.com/office/drawing/2014/main" id="{3AFEBAD8-BCD5-3045-B4AF-E50B6AEA1778}"/>
              </a:ext>
            </a:extLst>
          </p:cNvPr>
          <p:cNvSpPr>
            <a:spLocks noChangeShapeType="1"/>
          </p:cNvSpPr>
          <p:nvPr/>
        </p:nvSpPr>
        <p:spPr bwMode="auto">
          <a:xfrm flipV="1">
            <a:off x="2885795" y="5512080"/>
            <a:ext cx="942975" cy="1587"/>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lstStyle/>
          <a:p>
            <a:pPr eaLnBrk="0" fontAlgn="base" hangingPunct="0">
              <a:spcBef>
                <a:spcPct val="0"/>
              </a:spcBef>
              <a:spcAft>
                <a:spcPct val="0"/>
              </a:spcAft>
            </a:pPr>
            <a:endParaRPr lang="en-US" dirty="0">
              <a:solidFill>
                <a:srgbClr val="000000"/>
              </a:solidFill>
              <a:latin typeface="Arial" charset="0"/>
              <a:ea typeface="ＭＳ Ｐゴシック" charset="0"/>
            </a:endParaRPr>
          </a:p>
        </p:txBody>
      </p:sp>
      <p:sp>
        <p:nvSpPr>
          <p:cNvPr id="304" name="Text Box 137">
            <a:extLst>
              <a:ext uri="{FF2B5EF4-FFF2-40B4-BE49-F238E27FC236}">
                <a16:creationId xmlns:a16="http://schemas.microsoft.com/office/drawing/2014/main" id="{B02E6458-4F99-D348-B986-C3DBF7171178}"/>
              </a:ext>
            </a:extLst>
          </p:cNvPr>
          <p:cNvSpPr txBox="1">
            <a:spLocks noChangeArrowheads="1"/>
          </p:cNvSpPr>
          <p:nvPr/>
        </p:nvSpPr>
        <p:spPr bwMode="auto">
          <a:xfrm>
            <a:off x="1798357" y="5904192"/>
            <a:ext cx="1595438" cy="336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pPr fontAlgn="base">
              <a:spcBef>
                <a:spcPct val="0"/>
              </a:spcBef>
              <a:spcAft>
                <a:spcPct val="0"/>
              </a:spcAft>
            </a:pPr>
            <a:r>
              <a:rPr lang="en-US" sz="1600" i="0" dirty="0">
                <a:solidFill>
                  <a:srgbClr val="000000"/>
                </a:solidFill>
                <a:latin typeface="Arial" charset="0"/>
              </a:rPr>
              <a:t>64.233.169.105</a:t>
            </a:r>
          </a:p>
        </p:txBody>
      </p:sp>
      <p:sp>
        <p:nvSpPr>
          <p:cNvPr id="305" name="Text Box 138">
            <a:extLst>
              <a:ext uri="{FF2B5EF4-FFF2-40B4-BE49-F238E27FC236}">
                <a16:creationId xmlns:a16="http://schemas.microsoft.com/office/drawing/2014/main" id="{B04C2766-4464-6446-87AB-67B8CB7F660A}"/>
              </a:ext>
            </a:extLst>
          </p:cNvPr>
          <p:cNvSpPr txBox="1">
            <a:spLocks noChangeArrowheads="1"/>
          </p:cNvSpPr>
          <p:nvPr/>
        </p:nvSpPr>
        <p:spPr bwMode="auto">
          <a:xfrm>
            <a:off x="1779307" y="5648605"/>
            <a:ext cx="1906291" cy="33855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pPr fontAlgn="base">
              <a:spcBef>
                <a:spcPct val="0"/>
              </a:spcBef>
              <a:spcAft>
                <a:spcPct val="0"/>
              </a:spcAft>
            </a:pPr>
            <a:r>
              <a:rPr lang="en-US" sz="1600" i="0" dirty="0">
                <a:solidFill>
                  <a:srgbClr val="000000"/>
                </a:solidFill>
                <a:latin typeface="Arial" charset="0"/>
              </a:rPr>
              <a:t>Google web server</a:t>
            </a:r>
          </a:p>
        </p:txBody>
      </p:sp>
      <p:grpSp>
        <p:nvGrpSpPr>
          <p:cNvPr id="312" name="Group 194">
            <a:extLst>
              <a:ext uri="{FF2B5EF4-FFF2-40B4-BE49-F238E27FC236}">
                <a16:creationId xmlns:a16="http://schemas.microsoft.com/office/drawing/2014/main" id="{E84BEC05-5A7F-224F-95D4-9DAB0F871EA1}"/>
              </a:ext>
            </a:extLst>
          </p:cNvPr>
          <p:cNvGrpSpPr>
            <a:grpSpLocks/>
          </p:cNvGrpSpPr>
          <p:nvPr/>
        </p:nvGrpSpPr>
        <p:grpSpPr bwMode="auto">
          <a:xfrm>
            <a:off x="3765270" y="5718455"/>
            <a:ext cx="295275" cy="114300"/>
            <a:chOff x="3228" y="1776"/>
            <a:chExt cx="252" cy="96"/>
          </a:xfrm>
        </p:grpSpPr>
        <p:sp>
          <p:nvSpPr>
            <p:cNvPr id="313" name="Line 195">
              <a:extLst>
                <a:ext uri="{FF2B5EF4-FFF2-40B4-BE49-F238E27FC236}">
                  <a16:creationId xmlns:a16="http://schemas.microsoft.com/office/drawing/2014/main" id="{5A3176AD-244A-FC40-803C-74F3441D6AE8}"/>
                </a:ext>
              </a:extLst>
            </p:cNvPr>
            <p:cNvSpPr>
              <a:spLocks noChangeShapeType="1"/>
            </p:cNvSpPr>
            <p:nvPr/>
          </p:nvSpPr>
          <p:spPr bwMode="auto">
            <a:xfrm flipV="1">
              <a:off x="3339" y="1776"/>
              <a:ext cx="141" cy="51"/>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lstStyle/>
            <a:p>
              <a:pPr eaLnBrk="0" fontAlgn="base" hangingPunct="0">
                <a:spcBef>
                  <a:spcPct val="0"/>
                </a:spcBef>
                <a:spcAft>
                  <a:spcPct val="0"/>
                </a:spcAft>
              </a:pPr>
              <a:endParaRPr lang="en-US" dirty="0">
                <a:solidFill>
                  <a:srgbClr val="000000"/>
                </a:solidFill>
                <a:latin typeface="Arial" charset="0"/>
                <a:ea typeface="ＭＳ Ｐゴシック" charset="0"/>
              </a:endParaRPr>
            </a:p>
          </p:txBody>
        </p:sp>
        <p:sp>
          <p:nvSpPr>
            <p:cNvPr id="314" name="Line 196">
              <a:extLst>
                <a:ext uri="{FF2B5EF4-FFF2-40B4-BE49-F238E27FC236}">
                  <a16:creationId xmlns:a16="http://schemas.microsoft.com/office/drawing/2014/main" id="{6B3ADCCD-5CCA-E245-804F-105E3A97EBE6}"/>
                </a:ext>
              </a:extLst>
            </p:cNvPr>
            <p:cNvSpPr>
              <a:spLocks noChangeShapeType="1"/>
            </p:cNvSpPr>
            <p:nvPr/>
          </p:nvSpPr>
          <p:spPr bwMode="auto">
            <a:xfrm flipV="1">
              <a:off x="3228" y="1833"/>
              <a:ext cx="102" cy="39"/>
            </a:xfrm>
            <a:prstGeom prst="line">
              <a:avLst/>
            </a:prstGeom>
            <a:noFill/>
            <a:ln w="9525">
              <a:solidFill>
                <a:srgbClr val="000000"/>
              </a:solidFill>
              <a:prstDash val="dash"/>
              <a:round/>
              <a:headEnd/>
              <a:tailEnd/>
            </a:ln>
            <a:extLst>
              <a:ext uri="{909E8E84-426E-40dd-AFC4-6F175D3DCCD1}">
                <a14:hiddenFill xmlns:a14="http://schemas.microsoft.com/office/drawing/2010/main" xmlns="">
                  <a:noFill/>
                </a14:hiddenFill>
              </a:ext>
            </a:extLst>
          </p:spPr>
          <p:txBody>
            <a:bodyPr/>
            <a:lstStyle/>
            <a:p>
              <a:pPr eaLnBrk="0" fontAlgn="base" hangingPunct="0">
                <a:spcBef>
                  <a:spcPct val="0"/>
                </a:spcBef>
                <a:spcAft>
                  <a:spcPct val="0"/>
                </a:spcAft>
              </a:pPr>
              <a:endParaRPr lang="en-US" dirty="0">
                <a:solidFill>
                  <a:srgbClr val="000000"/>
                </a:solidFill>
                <a:latin typeface="Arial" charset="0"/>
                <a:ea typeface="ＭＳ Ｐゴシック" charset="0"/>
              </a:endParaRPr>
            </a:p>
          </p:txBody>
        </p:sp>
      </p:grpSp>
      <p:grpSp>
        <p:nvGrpSpPr>
          <p:cNvPr id="315" name="Group 197">
            <a:extLst>
              <a:ext uri="{FF2B5EF4-FFF2-40B4-BE49-F238E27FC236}">
                <a16:creationId xmlns:a16="http://schemas.microsoft.com/office/drawing/2014/main" id="{11561174-0DD6-384F-ADA8-7238039F9176}"/>
              </a:ext>
            </a:extLst>
          </p:cNvPr>
          <p:cNvGrpSpPr>
            <a:grpSpLocks/>
          </p:cNvGrpSpPr>
          <p:nvPr/>
        </p:nvGrpSpPr>
        <p:grpSpPr bwMode="auto">
          <a:xfrm flipH="1">
            <a:off x="4403445" y="5718455"/>
            <a:ext cx="295275" cy="114300"/>
            <a:chOff x="3228" y="1776"/>
            <a:chExt cx="252" cy="96"/>
          </a:xfrm>
        </p:grpSpPr>
        <p:sp>
          <p:nvSpPr>
            <p:cNvPr id="316" name="Line 198">
              <a:extLst>
                <a:ext uri="{FF2B5EF4-FFF2-40B4-BE49-F238E27FC236}">
                  <a16:creationId xmlns:a16="http://schemas.microsoft.com/office/drawing/2014/main" id="{163D3623-F55F-6248-89FA-5C316BDD26D9}"/>
                </a:ext>
              </a:extLst>
            </p:cNvPr>
            <p:cNvSpPr>
              <a:spLocks noChangeShapeType="1"/>
            </p:cNvSpPr>
            <p:nvPr/>
          </p:nvSpPr>
          <p:spPr bwMode="auto">
            <a:xfrm flipV="1">
              <a:off x="3339" y="1776"/>
              <a:ext cx="141" cy="51"/>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lstStyle/>
            <a:p>
              <a:pPr eaLnBrk="0" fontAlgn="base" hangingPunct="0">
                <a:spcBef>
                  <a:spcPct val="0"/>
                </a:spcBef>
                <a:spcAft>
                  <a:spcPct val="0"/>
                </a:spcAft>
              </a:pPr>
              <a:endParaRPr lang="en-US" dirty="0">
                <a:solidFill>
                  <a:srgbClr val="000000"/>
                </a:solidFill>
                <a:latin typeface="Arial" charset="0"/>
                <a:ea typeface="ＭＳ Ｐゴシック" charset="0"/>
              </a:endParaRPr>
            </a:p>
          </p:txBody>
        </p:sp>
        <p:sp>
          <p:nvSpPr>
            <p:cNvPr id="317" name="Line 199">
              <a:extLst>
                <a:ext uri="{FF2B5EF4-FFF2-40B4-BE49-F238E27FC236}">
                  <a16:creationId xmlns:a16="http://schemas.microsoft.com/office/drawing/2014/main" id="{00F61339-BB36-F44F-AD77-22B4AA9128E0}"/>
                </a:ext>
              </a:extLst>
            </p:cNvPr>
            <p:cNvSpPr>
              <a:spLocks noChangeShapeType="1"/>
            </p:cNvSpPr>
            <p:nvPr/>
          </p:nvSpPr>
          <p:spPr bwMode="auto">
            <a:xfrm flipV="1">
              <a:off x="3228" y="1833"/>
              <a:ext cx="102" cy="39"/>
            </a:xfrm>
            <a:prstGeom prst="line">
              <a:avLst/>
            </a:prstGeom>
            <a:noFill/>
            <a:ln w="9525">
              <a:solidFill>
                <a:srgbClr val="000000"/>
              </a:solidFill>
              <a:prstDash val="dash"/>
              <a:round/>
              <a:headEnd/>
              <a:tailEnd/>
            </a:ln>
            <a:extLst>
              <a:ext uri="{909E8E84-426E-40dd-AFC4-6F175D3DCCD1}">
                <a14:hiddenFill xmlns:a14="http://schemas.microsoft.com/office/drawing/2010/main" xmlns="">
                  <a:noFill/>
                </a14:hiddenFill>
              </a:ext>
            </a:extLst>
          </p:spPr>
          <p:txBody>
            <a:bodyPr/>
            <a:lstStyle/>
            <a:p>
              <a:pPr eaLnBrk="0" fontAlgn="base" hangingPunct="0">
                <a:spcBef>
                  <a:spcPct val="0"/>
                </a:spcBef>
                <a:spcAft>
                  <a:spcPct val="0"/>
                </a:spcAft>
              </a:pPr>
              <a:endParaRPr lang="en-US" dirty="0">
                <a:solidFill>
                  <a:srgbClr val="000000"/>
                </a:solidFill>
                <a:latin typeface="Arial" charset="0"/>
                <a:ea typeface="ＭＳ Ｐゴシック" charset="0"/>
              </a:endParaRPr>
            </a:p>
          </p:txBody>
        </p:sp>
      </p:grpSp>
      <p:grpSp>
        <p:nvGrpSpPr>
          <p:cNvPr id="318" name="Group 200">
            <a:extLst>
              <a:ext uri="{FF2B5EF4-FFF2-40B4-BE49-F238E27FC236}">
                <a16:creationId xmlns:a16="http://schemas.microsoft.com/office/drawing/2014/main" id="{99A70FAB-0459-7A43-BC2D-6A7CFE6F8620}"/>
              </a:ext>
            </a:extLst>
          </p:cNvPr>
          <p:cNvGrpSpPr>
            <a:grpSpLocks/>
          </p:cNvGrpSpPr>
          <p:nvPr/>
        </p:nvGrpSpPr>
        <p:grpSpPr bwMode="auto">
          <a:xfrm flipH="1" flipV="1">
            <a:off x="4608232" y="5423180"/>
            <a:ext cx="295275" cy="114300"/>
            <a:chOff x="3228" y="1776"/>
            <a:chExt cx="252" cy="96"/>
          </a:xfrm>
        </p:grpSpPr>
        <p:sp>
          <p:nvSpPr>
            <p:cNvPr id="319" name="Line 201">
              <a:extLst>
                <a:ext uri="{FF2B5EF4-FFF2-40B4-BE49-F238E27FC236}">
                  <a16:creationId xmlns:a16="http://schemas.microsoft.com/office/drawing/2014/main" id="{DAF385D4-A4D0-AA41-8C33-83D0C4D89A1A}"/>
                </a:ext>
              </a:extLst>
            </p:cNvPr>
            <p:cNvSpPr>
              <a:spLocks noChangeShapeType="1"/>
            </p:cNvSpPr>
            <p:nvPr/>
          </p:nvSpPr>
          <p:spPr bwMode="auto">
            <a:xfrm flipV="1">
              <a:off x="3339" y="1776"/>
              <a:ext cx="141" cy="51"/>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lstStyle/>
            <a:p>
              <a:pPr eaLnBrk="0" fontAlgn="base" hangingPunct="0">
                <a:spcBef>
                  <a:spcPct val="0"/>
                </a:spcBef>
                <a:spcAft>
                  <a:spcPct val="0"/>
                </a:spcAft>
              </a:pPr>
              <a:endParaRPr lang="en-US" dirty="0">
                <a:solidFill>
                  <a:srgbClr val="000000"/>
                </a:solidFill>
                <a:latin typeface="Arial" charset="0"/>
                <a:ea typeface="ＭＳ Ｐゴシック" charset="0"/>
              </a:endParaRPr>
            </a:p>
          </p:txBody>
        </p:sp>
        <p:sp>
          <p:nvSpPr>
            <p:cNvPr id="320" name="Line 202">
              <a:extLst>
                <a:ext uri="{FF2B5EF4-FFF2-40B4-BE49-F238E27FC236}">
                  <a16:creationId xmlns:a16="http://schemas.microsoft.com/office/drawing/2014/main" id="{9EF706F5-A8DC-BF46-B040-1A4D4717108E}"/>
                </a:ext>
              </a:extLst>
            </p:cNvPr>
            <p:cNvSpPr>
              <a:spLocks noChangeShapeType="1"/>
            </p:cNvSpPr>
            <p:nvPr/>
          </p:nvSpPr>
          <p:spPr bwMode="auto">
            <a:xfrm flipV="1">
              <a:off x="3228" y="1833"/>
              <a:ext cx="102" cy="39"/>
            </a:xfrm>
            <a:prstGeom prst="line">
              <a:avLst/>
            </a:prstGeom>
            <a:noFill/>
            <a:ln w="9525">
              <a:solidFill>
                <a:srgbClr val="000000"/>
              </a:solidFill>
              <a:prstDash val="dash"/>
              <a:round/>
              <a:headEnd/>
              <a:tailEnd/>
            </a:ln>
            <a:extLst>
              <a:ext uri="{909E8E84-426E-40dd-AFC4-6F175D3DCCD1}">
                <a14:hiddenFill xmlns:a14="http://schemas.microsoft.com/office/drawing/2010/main" xmlns="">
                  <a:noFill/>
                </a14:hiddenFill>
              </a:ext>
            </a:extLst>
          </p:spPr>
          <p:txBody>
            <a:bodyPr/>
            <a:lstStyle/>
            <a:p>
              <a:pPr eaLnBrk="0" fontAlgn="base" hangingPunct="0">
                <a:spcBef>
                  <a:spcPct val="0"/>
                </a:spcBef>
                <a:spcAft>
                  <a:spcPct val="0"/>
                </a:spcAft>
              </a:pPr>
              <a:endParaRPr lang="en-US" dirty="0">
                <a:solidFill>
                  <a:srgbClr val="000000"/>
                </a:solidFill>
                <a:latin typeface="Arial" charset="0"/>
                <a:ea typeface="ＭＳ Ｐゴシック" charset="0"/>
              </a:endParaRPr>
            </a:p>
          </p:txBody>
        </p:sp>
      </p:grpSp>
      <p:grpSp>
        <p:nvGrpSpPr>
          <p:cNvPr id="321" name="Group 320">
            <a:extLst>
              <a:ext uri="{FF2B5EF4-FFF2-40B4-BE49-F238E27FC236}">
                <a16:creationId xmlns:a16="http://schemas.microsoft.com/office/drawing/2014/main" id="{734858D1-1FE7-0841-97C3-49C70001FDDA}"/>
              </a:ext>
            </a:extLst>
          </p:cNvPr>
          <p:cNvGrpSpPr/>
          <p:nvPr/>
        </p:nvGrpSpPr>
        <p:grpSpPr>
          <a:xfrm>
            <a:off x="3885507" y="5310841"/>
            <a:ext cx="809010" cy="502026"/>
            <a:chOff x="7493876" y="2774731"/>
            <a:chExt cx="1481958" cy="894622"/>
          </a:xfrm>
        </p:grpSpPr>
        <p:sp>
          <p:nvSpPr>
            <p:cNvPr id="322" name="Freeform 321">
              <a:extLst>
                <a:ext uri="{FF2B5EF4-FFF2-40B4-BE49-F238E27FC236}">
                  <a16:creationId xmlns:a16="http://schemas.microsoft.com/office/drawing/2014/main" id="{372B1AC8-74B7-C34C-8289-9B65FDFB6CC2}"/>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323" name="Oval 322">
              <a:extLst>
                <a:ext uri="{FF2B5EF4-FFF2-40B4-BE49-F238E27FC236}">
                  <a16:creationId xmlns:a16="http://schemas.microsoft.com/office/drawing/2014/main" id="{2961F798-D661-3D46-B5CE-6D402C201DD6}"/>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324" name="Group 323">
              <a:extLst>
                <a:ext uri="{FF2B5EF4-FFF2-40B4-BE49-F238E27FC236}">
                  <a16:creationId xmlns:a16="http://schemas.microsoft.com/office/drawing/2014/main" id="{673344D6-1FC8-1A47-97EC-9418BA45005A}"/>
                </a:ext>
              </a:extLst>
            </p:cNvPr>
            <p:cNvGrpSpPr/>
            <p:nvPr/>
          </p:nvGrpSpPr>
          <p:grpSpPr>
            <a:xfrm>
              <a:off x="7713663" y="2848339"/>
              <a:ext cx="1042107" cy="425543"/>
              <a:chOff x="7786941" y="2884917"/>
              <a:chExt cx="897649" cy="353919"/>
            </a:xfrm>
          </p:grpSpPr>
          <p:sp>
            <p:nvSpPr>
              <p:cNvPr id="325" name="Freeform 324">
                <a:extLst>
                  <a:ext uri="{FF2B5EF4-FFF2-40B4-BE49-F238E27FC236}">
                    <a16:creationId xmlns:a16="http://schemas.microsoft.com/office/drawing/2014/main" id="{7C4028CC-B424-154D-BD93-E61E50C24CED}"/>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26" name="Freeform 325">
                <a:extLst>
                  <a:ext uri="{FF2B5EF4-FFF2-40B4-BE49-F238E27FC236}">
                    <a16:creationId xmlns:a16="http://schemas.microsoft.com/office/drawing/2014/main" id="{552CB30F-0709-FE43-BD31-587F8E1B154C}"/>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31" name="Freeform 330">
                <a:extLst>
                  <a:ext uri="{FF2B5EF4-FFF2-40B4-BE49-F238E27FC236}">
                    <a16:creationId xmlns:a16="http://schemas.microsoft.com/office/drawing/2014/main" id="{F3ECD5A3-700D-4346-A225-E4F327AF7D7B}"/>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32" name="Freeform 331">
                <a:extLst>
                  <a:ext uri="{FF2B5EF4-FFF2-40B4-BE49-F238E27FC236}">
                    <a16:creationId xmlns:a16="http://schemas.microsoft.com/office/drawing/2014/main" id="{8FD5A214-3BBB-7F48-B4FD-71505D61E3A6}"/>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345" name="Group 248">
            <a:extLst>
              <a:ext uri="{FF2B5EF4-FFF2-40B4-BE49-F238E27FC236}">
                <a16:creationId xmlns:a16="http://schemas.microsoft.com/office/drawing/2014/main" id="{78FE3AED-24A8-6C4B-823D-34D843152649}"/>
              </a:ext>
            </a:extLst>
          </p:cNvPr>
          <p:cNvGrpSpPr>
            <a:grpSpLocks/>
          </p:cNvGrpSpPr>
          <p:nvPr/>
        </p:nvGrpSpPr>
        <p:grpSpPr bwMode="auto">
          <a:xfrm>
            <a:off x="2703232" y="5072342"/>
            <a:ext cx="358775" cy="623888"/>
            <a:chOff x="4140" y="429"/>
            <a:chExt cx="1425" cy="2396"/>
          </a:xfrm>
        </p:grpSpPr>
        <p:sp>
          <p:nvSpPr>
            <p:cNvPr id="346" name="Freeform 148">
              <a:extLst>
                <a:ext uri="{FF2B5EF4-FFF2-40B4-BE49-F238E27FC236}">
                  <a16:creationId xmlns:a16="http://schemas.microsoft.com/office/drawing/2014/main" id="{85451C8D-4747-E845-BDD8-6D77469706B6}"/>
                </a:ext>
              </a:extLst>
            </p:cNvPr>
            <p:cNvSpPr>
              <a:spLocks/>
            </p:cNvSpPr>
            <p:nvPr/>
          </p:nvSpPr>
          <p:spPr bwMode="auto">
            <a:xfrm>
              <a:off x="5268" y="433"/>
              <a:ext cx="283" cy="2286"/>
            </a:xfrm>
            <a:custGeom>
              <a:avLst/>
              <a:gdLst>
                <a:gd name="T0" fmla="*/ 21 w 354"/>
                <a:gd name="T1" fmla="*/ 0 h 2742"/>
                <a:gd name="T2" fmla="*/ 116 w 354"/>
                <a:gd name="T3" fmla="*/ 137 h 2742"/>
                <a:gd name="T4" fmla="*/ 114 w 354"/>
                <a:gd name="T5" fmla="*/ 1057 h 2742"/>
                <a:gd name="T6" fmla="*/ 0 w 354"/>
                <a:gd name="T7" fmla="*/ 1105 h 2742"/>
                <a:gd name="T8" fmla="*/ 21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347" name="Rectangle 149">
              <a:extLst>
                <a:ext uri="{FF2B5EF4-FFF2-40B4-BE49-F238E27FC236}">
                  <a16:creationId xmlns:a16="http://schemas.microsoft.com/office/drawing/2014/main" id="{720F8F77-9254-F144-9D40-FF595E87F92D}"/>
                </a:ext>
              </a:extLst>
            </p:cNvPr>
            <p:cNvSpPr>
              <a:spLocks noChangeArrowheads="1"/>
            </p:cNvSpPr>
            <p:nvPr/>
          </p:nvSpPr>
          <p:spPr bwMode="auto">
            <a:xfrm>
              <a:off x="4203" y="429"/>
              <a:ext cx="1053" cy="2286"/>
            </a:xfrm>
            <a:prstGeom prst="rect">
              <a:avLst/>
            </a:pr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348" name="Freeform 150">
              <a:extLst>
                <a:ext uri="{FF2B5EF4-FFF2-40B4-BE49-F238E27FC236}">
                  <a16:creationId xmlns:a16="http://schemas.microsoft.com/office/drawing/2014/main" id="{6A486C96-F765-2943-90E4-63862879C5B9}"/>
                </a:ext>
              </a:extLst>
            </p:cNvPr>
            <p:cNvSpPr>
              <a:spLocks/>
            </p:cNvSpPr>
            <p:nvPr/>
          </p:nvSpPr>
          <p:spPr bwMode="auto">
            <a:xfrm>
              <a:off x="5321" y="570"/>
              <a:ext cx="169" cy="2115"/>
            </a:xfrm>
            <a:custGeom>
              <a:avLst/>
              <a:gdLst>
                <a:gd name="T0" fmla="*/ 2 w 211"/>
                <a:gd name="T1" fmla="*/ 0 h 2537"/>
                <a:gd name="T2" fmla="*/ 70 w 211"/>
                <a:gd name="T3" fmla="*/ 88 h 2537"/>
                <a:gd name="T4" fmla="*/ 2 w 211"/>
                <a:gd name="T5" fmla="*/ 1007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349" name="Freeform 151">
              <a:extLst>
                <a:ext uri="{FF2B5EF4-FFF2-40B4-BE49-F238E27FC236}">
                  <a16:creationId xmlns:a16="http://schemas.microsoft.com/office/drawing/2014/main" id="{A86769A5-BBB3-024C-B65A-503F62823AB5}"/>
                </a:ext>
              </a:extLst>
            </p:cNvPr>
            <p:cNvSpPr>
              <a:spLocks/>
            </p:cNvSpPr>
            <p:nvPr/>
          </p:nvSpPr>
          <p:spPr bwMode="auto">
            <a:xfrm>
              <a:off x="5284" y="1640"/>
              <a:ext cx="263" cy="189"/>
            </a:xfrm>
            <a:custGeom>
              <a:avLst/>
              <a:gdLst>
                <a:gd name="T0" fmla="*/ 2 w 328"/>
                <a:gd name="T1" fmla="*/ 0 h 226"/>
                <a:gd name="T2" fmla="*/ 109 w 328"/>
                <a:gd name="T3" fmla="*/ 52 h 226"/>
                <a:gd name="T4" fmla="*/ 108 w 328"/>
                <a:gd name="T5" fmla="*/ 92 h 226"/>
                <a:gd name="T6" fmla="*/ 0 w 328"/>
                <a:gd name="T7" fmla="*/ 41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350" name="Rectangle 152">
              <a:extLst>
                <a:ext uri="{FF2B5EF4-FFF2-40B4-BE49-F238E27FC236}">
                  <a16:creationId xmlns:a16="http://schemas.microsoft.com/office/drawing/2014/main" id="{EDEA3D72-19C4-0445-996E-0463B4F73485}"/>
                </a:ext>
              </a:extLst>
            </p:cNvPr>
            <p:cNvSpPr>
              <a:spLocks noChangeArrowheads="1"/>
            </p:cNvSpPr>
            <p:nvPr/>
          </p:nvSpPr>
          <p:spPr bwMode="auto">
            <a:xfrm>
              <a:off x="4209" y="691"/>
              <a:ext cx="599"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nvGrpSpPr>
            <p:cNvPr id="351" name="Group 153">
              <a:extLst>
                <a:ext uri="{FF2B5EF4-FFF2-40B4-BE49-F238E27FC236}">
                  <a16:creationId xmlns:a16="http://schemas.microsoft.com/office/drawing/2014/main" id="{1F11C69D-094E-F747-B5C0-2DA1FE0201C2}"/>
                </a:ext>
              </a:extLst>
            </p:cNvPr>
            <p:cNvGrpSpPr>
              <a:grpSpLocks/>
            </p:cNvGrpSpPr>
            <p:nvPr/>
          </p:nvGrpSpPr>
          <p:grpSpPr bwMode="auto">
            <a:xfrm>
              <a:off x="4749" y="668"/>
              <a:ext cx="581" cy="145"/>
              <a:chOff x="614" y="2568"/>
              <a:chExt cx="725" cy="139"/>
            </a:xfrm>
          </p:grpSpPr>
          <p:sp>
            <p:nvSpPr>
              <p:cNvPr id="376" name="AutoShape 154">
                <a:extLst>
                  <a:ext uri="{FF2B5EF4-FFF2-40B4-BE49-F238E27FC236}">
                    <a16:creationId xmlns:a16="http://schemas.microsoft.com/office/drawing/2014/main" id="{C55CA8C4-32A7-154A-B758-95A762915348}"/>
                  </a:ext>
                </a:extLst>
              </p:cNvPr>
              <p:cNvSpPr>
                <a:spLocks noChangeArrowheads="1"/>
              </p:cNvSpPr>
              <p:nvPr/>
            </p:nvSpPr>
            <p:spPr bwMode="auto">
              <a:xfrm>
                <a:off x="617" y="2567"/>
                <a:ext cx="724" cy="140"/>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377" name="AutoShape 155">
                <a:extLst>
                  <a:ext uri="{FF2B5EF4-FFF2-40B4-BE49-F238E27FC236}">
                    <a16:creationId xmlns:a16="http://schemas.microsoft.com/office/drawing/2014/main" id="{7184AF16-B87E-9F43-917C-2C88AAEF086C}"/>
                  </a:ext>
                </a:extLst>
              </p:cNvPr>
              <p:cNvSpPr>
                <a:spLocks noChangeArrowheads="1"/>
              </p:cNvSpPr>
              <p:nvPr/>
            </p:nvSpPr>
            <p:spPr bwMode="auto">
              <a:xfrm>
                <a:off x="633" y="2584"/>
                <a:ext cx="692" cy="105"/>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sp>
          <p:nvSpPr>
            <p:cNvPr id="352" name="Rectangle 156">
              <a:extLst>
                <a:ext uri="{FF2B5EF4-FFF2-40B4-BE49-F238E27FC236}">
                  <a16:creationId xmlns:a16="http://schemas.microsoft.com/office/drawing/2014/main" id="{48FF4647-B309-D64A-B015-19391B161765}"/>
                </a:ext>
              </a:extLst>
            </p:cNvPr>
            <p:cNvSpPr>
              <a:spLocks noChangeArrowheads="1"/>
            </p:cNvSpPr>
            <p:nvPr/>
          </p:nvSpPr>
          <p:spPr bwMode="auto">
            <a:xfrm>
              <a:off x="4222" y="1020"/>
              <a:ext cx="599" cy="43"/>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nvGrpSpPr>
            <p:cNvPr id="353" name="Group 157">
              <a:extLst>
                <a:ext uri="{FF2B5EF4-FFF2-40B4-BE49-F238E27FC236}">
                  <a16:creationId xmlns:a16="http://schemas.microsoft.com/office/drawing/2014/main" id="{BABA5FE5-37CC-EC4C-BDFC-7DCFD023A3E7}"/>
                </a:ext>
              </a:extLst>
            </p:cNvPr>
            <p:cNvGrpSpPr>
              <a:grpSpLocks/>
            </p:cNvGrpSpPr>
            <p:nvPr/>
          </p:nvGrpSpPr>
          <p:grpSpPr bwMode="auto">
            <a:xfrm>
              <a:off x="4747" y="994"/>
              <a:ext cx="581" cy="134"/>
              <a:chOff x="614" y="2568"/>
              <a:chExt cx="725" cy="139"/>
            </a:xfrm>
          </p:grpSpPr>
          <p:sp>
            <p:nvSpPr>
              <p:cNvPr id="374" name="AutoShape 158">
                <a:extLst>
                  <a:ext uri="{FF2B5EF4-FFF2-40B4-BE49-F238E27FC236}">
                    <a16:creationId xmlns:a16="http://schemas.microsoft.com/office/drawing/2014/main" id="{5C52FD21-5CA0-3043-8E83-A75B2F33FB73}"/>
                  </a:ext>
                </a:extLst>
              </p:cNvPr>
              <p:cNvSpPr>
                <a:spLocks noChangeArrowheads="1"/>
              </p:cNvSpPr>
              <p:nvPr/>
            </p:nvSpPr>
            <p:spPr bwMode="auto">
              <a:xfrm>
                <a:off x="612" y="2570"/>
                <a:ext cx="724" cy="139"/>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375" name="AutoShape 159">
                <a:extLst>
                  <a:ext uri="{FF2B5EF4-FFF2-40B4-BE49-F238E27FC236}">
                    <a16:creationId xmlns:a16="http://schemas.microsoft.com/office/drawing/2014/main" id="{9026DFAE-BC0A-DB40-AA40-5414F6E19E77}"/>
                  </a:ext>
                </a:extLst>
              </p:cNvPr>
              <p:cNvSpPr>
                <a:spLocks noChangeArrowheads="1"/>
              </p:cNvSpPr>
              <p:nvPr/>
            </p:nvSpPr>
            <p:spPr bwMode="auto">
              <a:xfrm>
                <a:off x="628" y="2589"/>
                <a:ext cx="692" cy="101"/>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sp>
          <p:nvSpPr>
            <p:cNvPr id="354" name="Rectangle 160">
              <a:extLst>
                <a:ext uri="{FF2B5EF4-FFF2-40B4-BE49-F238E27FC236}">
                  <a16:creationId xmlns:a16="http://schemas.microsoft.com/office/drawing/2014/main" id="{B0BD4174-1E2C-CC47-8B22-39E3AD432769}"/>
                </a:ext>
              </a:extLst>
            </p:cNvPr>
            <p:cNvSpPr>
              <a:spLocks noChangeArrowheads="1"/>
            </p:cNvSpPr>
            <p:nvPr/>
          </p:nvSpPr>
          <p:spPr bwMode="auto">
            <a:xfrm>
              <a:off x="4216" y="1356"/>
              <a:ext cx="599"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355" name="Rectangle 161">
              <a:extLst>
                <a:ext uri="{FF2B5EF4-FFF2-40B4-BE49-F238E27FC236}">
                  <a16:creationId xmlns:a16="http://schemas.microsoft.com/office/drawing/2014/main" id="{5D1D6DF0-40D7-0D45-A917-4840AE931C3D}"/>
                </a:ext>
              </a:extLst>
            </p:cNvPr>
            <p:cNvSpPr>
              <a:spLocks noChangeArrowheads="1"/>
            </p:cNvSpPr>
            <p:nvPr/>
          </p:nvSpPr>
          <p:spPr bwMode="auto">
            <a:xfrm>
              <a:off x="4228" y="1654"/>
              <a:ext cx="593"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nvGrpSpPr>
            <p:cNvPr id="356" name="Group 162">
              <a:extLst>
                <a:ext uri="{FF2B5EF4-FFF2-40B4-BE49-F238E27FC236}">
                  <a16:creationId xmlns:a16="http://schemas.microsoft.com/office/drawing/2014/main" id="{7594B754-6C4A-7748-BFD2-4996DB6EF7D4}"/>
                </a:ext>
              </a:extLst>
            </p:cNvPr>
            <p:cNvGrpSpPr>
              <a:grpSpLocks/>
            </p:cNvGrpSpPr>
            <p:nvPr/>
          </p:nvGrpSpPr>
          <p:grpSpPr bwMode="auto">
            <a:xfrm>
              <a:off x="4735" y="1627"/>
              <a:ext cx="582" cy="151"/>
              <a:chOff x="614" y="2568"/>
              <a:chExt cx="725" cy="139"/>
            </a:xfrm>
          </p:grpSpPr>
          <p:sp>
            <p:nvSpPr>
              <p:cNvPr id="372" name="AutoShape 163">
                <a:extLst>
                  <a:ext uri="{FF2B5EF4-FFF2-40B4-BE49-F238E27FC236}">
                    <a16:creationId xmlns:a16="http://schemas.microsoft.com/office/drawing/2014/main" id="{5F147DEA-3B24-5D47-B987-8996EBD1EDC6}"/>
                  </a:ext>
                </a:extLst>
              </p:cNvPr>
              <p:cNvSpPr>
                <a:spLocks noChangeArrowheads="1"/>
              </p:cNvSpPr>
              <p:nvPr/>
            </p:nvSpPr>
            <p:spPr bwMode="auto">
              <a:xfrm>
                <a:off x="611" y="2576"/>
                <a:ext cx="730" cy="129"/>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373" name="AutoShape 164">
                <a:extLst>
                  <a:ext uri="{FF2B5EF4-FFF2-40B4-BE49-F238E27FC236}">
                    <a16:creationId xmlns:a16="http://schemas.microsoft.com/office/drawing/2014/main" id="{ED721BA0-A51B-AB48-8703-6EE160A82149}"/>
                  </a:ext>
                </a:extLst>
              </p:cNvPr>
              <p:cNvSpPr>
                <a:spLocks noChangeArrowheads="1"/>
              </p:cNvSpPr>
              <p:nvPr/>
            </p:nvSpPr>
            <p:spPr bwMode="auto">
              <a:xfrm>
                <a:off x="627" y="2588"/>
                <a:ext cx="699" cy="101"/>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sp>
          <p:nvSpPr>
            <p:cNvPr id="357" name="Freeform 165">
              <a:extLst>
                <a:ext uri="{FF2B5EF4-FFF2-40B4-BE49-F238E27FC236}">
                  <a16:creationId xmlns:a16="http://schemas.microsoft.com/office/drawing/2014/main" id="{780D91FC-F251-D942-B17A-68640A718688}"/>
                </a:ext>
              </a:extLst>
            </p:cNvPr>
            <p:cNvSpPr>
              <a:spLocks/>
            </p:cNvSpPr>
            <p:nvPr/>
          </p:nvSpPr>
          <p:spPr bwMode="auto">
            <a:xfrm>
              <a:off x="5288" y="1354"/>
              <a:ext cx="263" cy="188"/>
            </a:xfrm>
            <a:custGeom>
              <a:avLst/>
              <a:gdLst>
                <a:gd name="T0" fmla="*/ 2 w 328"/>
                <a:gd name="T1" fmla="*/ 0 h 226"/>
                <a:gd name="T2" fmla="*/ 109 w 328"/>
                <a:gd name="T3" fmla="*/ 51 h 226"/>
                <a:gd name="T4" fmla="*/ 108 w 328"/>
                <a:gd name="T5" fmla="*/ 90 h 226"/>
                <a:gd name="T6" fmla="*/ 0 w 328"/>
                <a:gd name="T7" fmla="*/ 39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nvGrpSpPr>
            <p:cNvPr id="358" name="Group 166">
              <a:extLst>
                <a:ext uri="{FF2B5EF4-FFF2-40B4-BE49-F238E27FC236}">
                  <a16:creationId xmlns:a16="http://schemas.microsoft.com/office/drawing/2014/main" id="{C9B91C48-BF55-C149-9929-BFB6413B7922}"/>
                </a:ext>
              </a:extLst>
            </p:cNvPr>
            <p:cNvGrpSpPr>
              <a:grpSpLocks/>
            </p:cNvGrpSpPr>
            <p:nvPr/>
          </p:nvGrpSpPr>
          <p:grpSpPr bwMode="auto">
            <a:xfrm>
              <a:off x="4739" y="1327"/>
              <a:ext cx="582" cy="139"/>
              <a:chOff x="614" y="2568"/>
              <a:chExt cx="725" cy="139"/>
            </a:xfrm>
          </p:grpSpPr>
          <p:sp>
            <p:nvSpPr>
              <p:cNvPr id="370" name="AutoShape 167">
                <a:extLst>
                  <a:ext uri="{FF2B5EF4-FFF2-40B4-BE49-F238E27FC236}">
                    <a16:creationId xmlns:a16="http://schemas.microsoft.com/office/drawing/2014/main" id="{CA38CE73-BBD3-F144-8AD8-FFFF8346D93C}"/>
                  </a:ext>
                </a:extLst>
              </p:cNvPr>
              <p:cNvSpPr>
                <a:spLocks noChangeArrowheads="1"/>
              </p:cNvSpPr>
              <p:nvPr/>
            </p:nvSpPr>
            <p:spPr bwMode="auto">
              <a:xfrm>
                <a:off x="614" y="2566"/>
                <a:ext cx="723" cy="140"/>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371" name="AutoShape 168">
                <a:extLst>
                  <a:ext uri="{FF2B5EF4-FFF2-40B4-BE49-F238E27FC236}">
                    <a16:creationId xmlns:a16="http://schemas.microsoft.com/office/drawing/2014/main" id="{FCAA7936-D811-CE4C-92B6-2D0E1B549EF2}"/>
                  </a:ext>
                </a:extLst>
              </p:cNvPr>
              <p:cNvSpPr>
                <a:spLocks noChangeArrowheads="1"/>
              </p:cNvSpPr>
              <p:nvPr/>
            </p:nvSpPr>
            <p:spPr bwMode="auto">
              <a:xfrm>
                <a:off x="630" y="2585"/>
                <a:ext cx="691" cy="104"/>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sp>
          <p:nvSpPr>
            <p:cNvPr id="359" name="Rectangle 169">
              <a:extLst>
                <a:ext uri="{FF2B5EF4-FFF2-40B4-BE49-F238E27FC236}">
                  <a16:creationId xmlns:a16="http://schemas.microsoft.com/office/drawing/2014/main" id="{86075665-1B3C-684E-8884-99FC7886C5FD}"/>
                </a:ext>
              </a:extLst>
            </p:cNvPr>
            <p:cNvSpPr>
              <a:spLocks noChangeArrowheads="1"/>
            </p:cNvSpPr>
            <p:nvPr/>
          </p:nvSpPr>
          <p:spPr bwMode="auto">
            <a:xfrm>
              <a:off x="5250" y="429"/>
              <a:ext cx="69" cy="2286"/>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360" name="Freeform 170">
              <a:extLst>
                <a:ext uri="{FF2B5EF4-FFF2-40B4-BE49-F238E27FC236}">
                  <a16:creationId xmlns:a16="http://schemas.microsoft.com/office/drawing/2014/main" id="{3F8E3655-B42F-284B-8ADF-B4BA131ABE7D}"/>
                </a:ext>
              </a:extLst>
            </p:cNvPr>
            <p:cNvSpPr>
              <a:spLocks/>
            </p:cNvSpPr>
            <p:nvPr/>
          </p:nvSpPr>
          <p:spPr bwMode="auto">
            <a:xfrm>
              <a:off x="5312" y="1007"/>
              <a:ext cx="237" cy="213"/>
            </a:xfrm>
            <a:custGeom>
              <a:avLst/>
              <a:gdLst>
                <a:gd name="T0" fmla="*/ 2 w 296"/>
                <a:gd name="T1" fmla="*/ 0 h 256"/>
                <a:gd name="T2" fmla="*/ 96 w 296"/>
                <a:gd name="T3" fmla="*/ 57 h 256"/>
                <a:gd name="T4" fmla="*/ 98 w 296"/>
                <a:gd name="T5" fmla="*/ 102 h 256"/>
                <a:gd name="T6" fmla="*/ 0 w 296"/>
                <a:gd name="T7" fmla="*/ 39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361" name="Freeform 171">
              <a:extLst>
                <a:ext uri="{FF2B5EF4-FFF2-40B4-BE49-F238E27FC236}">
                  <a16:creationId xmlns:a16="http://schemas.microsoft.com/office/drawing/2014/main" id="{3E7B122E-A4D1-0149-86F1-E7947F9C7446}"/>
                </a:ext>
              </a:extLst>
            </p:cNvPr>
            <p:cNvSpPr>
              <a:spLocks/>
            </p:cNvSpPr>
            <p:nvPr/>
          </p:nvSpPr>
          <p:spPr bwMode="auto">
            <a:xfrm>
              <a:off x="5315" y="680"/>
              <a:ext cx="244" cy="240"/>
            </a:xfrm>
            <a:custGeom>
              <a:avLst/>
              <a:gdLst>
                <a:gd name="T0" fmla="*/ 0 w 304"/>
                <a:gd name="T1" fmla="*/ 0 h 288"/>
                <a:gd name="T2" fmla="*/ 101 w 304"/>
                <a:gd name="T3" fmla="*/ 66 h 288"/>
                <a:gd name="T4" fmla="*/ 95 w 304"/>
                <a:gd name="T5" fmla="*/ 116 h 288"/>
                <a:gd name="T6" fmla="*/ 2 w 304"/>
                <a:gd name="T7" fmla="*/ 5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362" name="Oval 172">
              <a:extLst>
                <a:ext uri="{FF2B5EF4-FFF2-40B4-BE49-F238E27FC236}">
                  <a16:creationId xmlns:a16="http://schemas.microsoft.com/office/drawing/2014/main" id="{3A381F49-16C5-C44C-8033-6EB7B98D6B31}"/>
                </a:ext>
              </a:extLst>
            </p:cNvPr>
            <p:cNvSpPr>
              <a:spLocks noChangeArrowheads="1"/>
            </p:cNvSpPr>
            <p:nvPr/>
          </p:nvSpPr>
          <p:spPr bwMode="auto">
            <a:xfrm>
              <a:off x="5515" y="2612"/>
              <a:ext cx="50" cy="98"/>
            </a:xfrm>
            <a:prstGeom prst="ellipse">
              <a:avLst/>
            </a:prstGeom>
            <a:solidFill>
              <a:srgbClr val="3333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363" name="Freeform 173">
              <a:extLst>
                <a:ext uri="{FF2B5EF4-FFF2-40B4-BE49-F238E27FC236}">
                  <a16:creationId xmlns:a16="http://schemas.microsoft.com/office/drawing/2014/main" id="{53DD2DD1-F942-774A-9AD8-909D94CF0288}"/>
                </a:ext>
              </a:extLst>
            </p:cNvPr>
            <p:cNvSpPr>
              <a:spLocks/>
            </p:cNvSpPr>
            <p:nvPr/>
          </p:nvSpPr>
          <p:spPr bwMode="auto">
            <a:xfrm>
              <a:off x="5302" y="2614"/>
              <a:ext cx="245" cy="200"/>
            </a:xfrm>
            <a:custGeom>
              <a:avLst/>
              <a:gdLst>
                <a:gd name="T0" fmla="*/ 0 w 306"/>
                <a:gd name="T1" fmla="*/ 43 h 240"/>
                <a:gd name="T2" fmla="*/ 2 w 306"/>
                <a:gd name="T3" fmla="*/ 97 h 240"/>
                <a:gd name="T4" fmla="*/ 101 w 306"/>
                <a:gd name="T5" fmla="*/ 44 h 240"/>
                <a:gd name="T6" fmla="*/ 98 w 306"/>
                <a:gd name="T7" fmla="*/ 0 h 240"/>
                <a:gd name="T8" fmla="*/ 0 w 306"/>
                <a:gd name="T9" fmla="*/ 43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364" name="AutoShape 174">
              <a:extLst>
                <a:ext uri="{FF2B5EF4-FFF2-40B4-BE49-F238E27FC236}">
                  <a16:creationId xmlns:a16="http://schemas.microsoft.com/office/drawing/2014/main" id="{51AB5E8C-DA29-F543-AA82-E3C0444BBAFF}"/>
                </a:ext>
              </a:extLst>
            </p:cNvPr>
            <p:cNvSpPr>
              <a:spLocks noChangeArrowheads="1"/>
            </p:cNvSpPr>
            <p:nvPr/>
          </p:nvSpPr>
          <p:spPr bwMode="auto">
            <a:xfrm>
              <a:off x="4140" y="2679"/>
              <a:ext cx="1198" cy="146"/>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365" name="AutoShape 175">
              <a:extLst>
                <a:ext uri="{FF2B5EF4-FFF2-40B4-BE49-F238E27FC236}">
                  <a16:creationId xmlns:a16="http://schemas.microsoft.com/office/drawing/2014/main" id="{ECC97CA2-9BF9-AC42-93A7-08F531929FEF}"/>
                </a:ext>
              </a:extLst>
            </p:cNvPr>
            <p:cNvSpPr>
              <a:spLocks noChangeArrowheads="1"/>
            </p:cNvSpPr>
            <p:nvPr/>
          </p:nvSpPr>
          <p:spPr bwMode="auto">
            <a:xfrm>
              <a:off x="4203" y="2709"/>
              <a:ext cx="1072" cy="85"/>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366" name="Oval 176">
              <a:extLst>
                <a:ext uri="{FF2B5EF4-FFF2-40B4-BE49-F238E27FC236}">
                  <a16:creationId xmlns:a16="http://schemas.microsoft.com/office/drawing/2014/main" id="{7DFF487A-620D-B94B-8455-1E84061B6ACA}"/>
                </a:ext>
              </a:extLst>
            </p:cNvPr>
            <p:cNvSpPr>
              <a:spLocks noChangeArrowheads="1"/>
            </p:cNvSpPr>
            <p:nvPr/>
          </p:nvSpPr>
          <p:spPr bwMode="auto">
            <a:xfrm>
              <a:off x="4310" y="2386"/>
              <a:ext cx="158" cy="140"/>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367" name="Oval 177">
              <a:extLst>
                <a:ext uri="{FF2B5EF4-FFF2-40B4-BE49-F238E27FC236}">
                  <a16:creationId xmlns:a16="http://schemas.microsoft.com/office/drawing/2014/main" id="{A16BD41A-B6A4-D04A-8EB2-0316CCD30D35}"/>
                </a:ext>
              </a:extLst>
            </p:cNvPr>
            <p:cNvSpPr>
              <a:spLocks noChangeArrowheads="1"/>
            </p:cNvSpPr>
            <p:nvPr/>
          </p:nvSpPr>
          <p:spPr bwMode="auto">
            <a:xfrm>
              <a:off x="4487" y="2386"/>
              <a:ext cx="158" cy="140"/>
            </a:xfrm>
            <a:prstGeom prst="ellipse">
              <a:avLst/>
            </a:prstGeom>
            <a:solidFill>
              <a:srgbClr val="FF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0000"/>
                </a:solidFill>
                <a:effectLst/>
                <a:uLnTx/>
                <a:uFillTx/>
                <a:latin typeface="Arial" charset="0"/>
                <a:ea typeface="ＭＳ Ｐゴシック" charset="0"/>
              </a:endParaRPr>
            </a:p>
          </p:txBody>
        </p:sp>
        <p:sp>
          <p:nvSpPr>
            <p:cNvPr id="368" name="Oval 178">
              <a:extLst>
                <a:ext uri="{FF2B5EF4-FFF2-40B4-BE49-F238E27FC236}">
                  <a16:creationId xmlns:a16="http://schemas.microsoft.com/office/drawing/2014/main" id="{FC2BA1AF-4A9A-4243-B0EC-76AAE9F13BC7}"/>
                </a:ext>
              </a:extLst>
            </p:cNvPr>
            <p:cNvSpPr>
              <a:spLocks noChangeArrowheads="1"/>
            </p:cNvSpPr>
            <p:nvPr/>
          </p:nvSpPr>
          <p:spPr bwMode="auto">
            <a:xfrm>
              <a:off x="4663" y="2380"/>
              <a:ext cx="158" cy="140"/>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369" name="Rectangle 179">
              <a:extLst>
                <a:ext uri="{FF2B5EF4-FFF2-40B4-BE49-F238E27FC236}">
                  <a16:creationId xmlns:a16="http://schemas.microsoft.com/office/drawing/2014/main" id="{8BFA87B3-0B70-5640-BD33-A553E40D4036}"/>
                </a:ext>
              </a:extLst>
            </p:cNvPr>
            <p:cNvSpPr>
              <a:spLocks noChangeArrowheads="1"/>
            </p:cNvSpPr>
            <p:nvPr/>
          </p:nvSpPr>
          <p:spPr bwMode="auto">
            <a:xfrm>
              <a:off x="5061" y="1837"/>
              <a:ext cx="88" cy="756"/>
            </a:xfrm>
            <a:prstGeom prst="rect">
              <a:avLst/>
            </a:prstGeom>
            <a:solidFill>
              <a:srgbClr val="292929"/>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grpSp>
        <p:nvGrpSpPr>
          <p:cNvPr id="533" name="Group 43">
            <a:extLst>
              <a:ext uri="{FF2B5EF4-FFF2-40B4-BE49-F238E27FC236}">
                <a16:creationId xmlns:a16="http://schemas.microsoft.com/office/drawing/2014/main" id="{C4F663FE-5F45-CE47-85DD-15B11F49D43C}"/>
              </a:ext>
            </a:extLst>
          </p:cNvPr>
          <p:cNvGrpSpPr>
            <a:grpSpLocks/>
          </p:cNvGrpSpPr>
          <p:nvPr/>
        </p:nvGrpSpPr>
        <p:grpSpPr bwMode="auto">
          <a:xfrm>
            <a:off x="1323975" y="1595438"/>
            <a:ext cx="976312" cy="1460500"/>
            <a:chOff x="651" y="681"/>
            <a:chExt cx="615" cy="920"/>
          </a:xfrm>
        </p:grpSpPr>
        <p:sp>
          <p:nvSpPr>
            <p:cNvPr id="534" name="Freeform 44">
              <a:extLst>
                <a:ext uri="{FF2B5EF4-FFF2-40B4-BE49-F238E27FC236}">
                  <a16:creationId xmlns:a16="http://schemas.microsoft.com/office/drawing/2014/main" id="{891F45F2-C6F3-C642-99A3-916BE7A36415}"/>
                </a:ext>
              </a:extLst>
            </p:cNvPr>
            <p:cNvSpPr>
              <a:spLocks/>
            </p:cNvSpPr>
            <p:nvPr/>
          </p:nvSpPr>
          <p:spPr bwMode="auto">
            <a:xfrm>
              <a:off x="662" y="698"/>
              <a:ext cx="604" cy="903"/>
            </a:xfrm>
            <a:custGeom>
              <a:avLst/>
              <a:gdLst>
                <a:gd name="T0" fmla="*/ 496 w 604"/>
                <a:gd name="T1" fmla="*/ 0 h 903"/>
                <a:gd name="T2" fmla="*/ 604 w 604"/>
                <a:gd name="T3" fmla="*/ 903 h 903"/>
                <a:gd name="T4" fmla="*/ 0 w 604"/>
                <a:gd name="T5" fmla="*/ 788 h 903"/>
                <a:gd name="T6" fmla="*/ 456 w 604"/>
                <a:gd name="T7" fmla="*/ 750 h 903"/>
                <a:gd name="T8" fmla="*/ 496 w 604"/>
                <a:gd name="T9" fmla="*/ 0 h 903"/>
                <a:gd name="T10" fmla="*/ 0 60000 65536"/>
                <a:gd name="T11" fmla="*/ 0 60000 65536"/>
                <a:gd name="T12" fmla="*/ 0 60000 65536"/>
                <a:gd name="T13" fmla="*/ 0 60000 65536"/>
                <a:gd name="T14" fmla="*/ 0 60000 65536"/>
                <a:gd name="connsiteX0" fmla="*/ 8212 w 10000"/>
                <a:gd name="connsiteY0" fmla="*/ 0 h 10000"/>
                <a:gd name="connsiteX1" fmla="*/ 10000 w 10000"/>
                <a:gd name="connsiteY1" fmla="*/ 10000 h 10000"/>
                <a:gd name="connsiteX2" fmla="*/ 0 w 10000"/>
                <a:gd name="connsiteY2" fmla="*/ 8726 h 10000"/>
                <a:gd name="connsiteX3" fmla="*/ 7951 w 10000"/>
                <a:gd name="connsiteY3" fmla="*/ 8723 h 10000"/>
                <a:gd name="connsiteX4" fmla="*/ 8212 w 10000"/>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0">
                  <a:moveTo>
                    <a:pt x="8212" y="0"/>
                  </a:moveTo>
                  <a:lnTo>
                    <a:pt x="10000" y="10000"/>
                  </a:lnTo>
                  <a:lnTo>
                    <a:pt x="0" y="8726"/>
                  </a:lnTo>
                  <a:lnTo>
                    <a:pt x="7951" y="8723"/>
                  </a:lnTo>
                  <a:lnTo>
                    <a:pt x="8212" y="0"/>
                  </a:lnTo>
                  <a:close/>
                </a:path>
              </a:pathLst>
            </a:custGeom>
            <a:gradFill rotWithShape="1">
              <a:gsLst>
                <a:gs pos="0">
                  <a:schemeClr val="bg1">
                    <a:lumMod val="50000"/>
                  </a:schemeClr>
                </a:gs>
                <a:gs pos="100000">
                  <a:schemeClr val="bg1">
                    <a:alpha val="78000"/>
                  </a:schemeClr>
                </a:gs>
              </a:gsLst>
              <a:lin ang="2700000" scaled="1"/>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nvGrpSpPr>
            <p:cNvPr id="535" name="Group 45">
              <a:extLst>
                <a:ext uri="{FF2B5EF4-FFF2-40B4-BE49-F238E27FC236}">
                  <a16:creationId xmlns:a16="http://schemas.microsoft.com/office/drawing/2014/main" id="{03424AF6-F140-5044-B424-F839DC56C685}"/>
                </a:ext>
              </a:extLst>
            </p:cNvPr>
            <p:cNvGrpSpPr>
              <a:grpSpLocks/>
            </p:cNvGrpSpPr>
            <p:nvPr/>
          </p:nvGrpSpPr>
          <p:grpSpPr bwMode="auto">
            <a:xfrm>
              <a:off x="651" y="681"/>
              <a:ext cx="500" cy="834"/>
              <a:chOff x="569" y="2954"/>
              <a:chExt cx="500" cy="834"/>
            </a:xfrm>
          </p:grpSpPr>
          <p:sp>
            <p:nvSpPr>
              <p:cNvPr id="536" name="Rectangle 46">
                <a:extLst>
                  <a:ext uri="{FF2B5EF4-FFF2-40B4-BE49-F238E27FC236}">
                    <a16:creationId xmlns:a16="http://schemas.microsoft.com/office/drawing/2014/main" id="{2A83F15E-AC56-9047-933E-C7FC4B751BBD}"/>
                  </a:ext>
                </a:extLst>
              </p:cNvPr>
              <p:cNvSpPr>
                <a:spLocks noChangeArrowheads="1"/>
              </p:cNvSpPr>
              <p:nvPr/>
            </p:nvSpPr>
            <p:spPr bwMode="auto">
              <a:xfrm>
                <a:off x="576" y="2973"/>
                <a:ext cx="493" cy="790"/>
              </a:xfrm>
              <a:prstGeom prst="rect">
                <a:avLst/>
              </a:prstGeom>
              <a:solidFill>
                <a:srgbClr val="FFFFFF"/>
              </a:solidFill>
              <a:ln w="9525">
                <a:solidFill>
                  <a:srgbClr val="000000"/>
                </a:solidFill>
                <a:miter lim="800000"/>
                <a:headEnd/>
                <a:tailEnd/>
              </a:ln>
              <a:effectLst>
                <a:outerShdw blurRad="50800" dist="38100" dir="18900000" algn="bl" rotWithShape="0">
                  <a:prstClr val="black">
                    <a:alpha val="40000"/>
                  </a:prstClr>
                </a:outerShdw>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537" name="Text Box 47">
                <a:extLst>
                  <a:ext uri="{FF2B5EF4-FFF2-40B4-BE49-F238E27FC236}">
                    <a16:creationId xmlns:a16="http://schemas.microsoft.com/office/drawing/2014/main" id="{40B4C487-0D29-384E-9FBF-2933FC189FE0}"/>
                  </a:ext>
                </a:extLst>
              </p:cNvPr>
              <p:cNvSpPr txBox="1">
                <a:spLocks noChangeArrowheads="1"/>
              </p:cNvSpPr>
              <p:nvPr/>
            </p:nvSpPr>
            <p:spPr bwMode="auto">
              <a:xfrm>
                <a:off x="606" y="2954"/>
                <a:ext cx="453" cy="83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Arial" charset="0"/>
                    <a:ea typeface="ＭＳ Ｐゴシック" charset="0"/>
                  </a:rPr>
                  <a:t>HTTP</a:t>
                </a:r>
              </a:p>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Arial" charset="0"/>
                    <a:ea typeface="ＭＳ Ｐゴシック" charset="0"/>
                  </a:rPr>
                  <a:t>TCP</a:t>
                </a:r>
              </a:p>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Arial" charset="0"/>
                    <a:ea typeface="ＭＳ Ｐゴシック" charset="0"/>
                  </a:rPr>
                  <a:t>IP</a:t>
                </a:r>
              </a:p>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Arial" charset="0"/>
                    <a:ea typeface="ＭＳ Ｐゴシック" charset="0"/>
                  </a:rPr>
                  <a:t>Eth</a:t>
                </a:r>
              </a:p>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Arial" charset="0"/>
                    <a:ea typeface="ＭＳ Ｐゴシック" charset="0"/>
                  </a:rPr>
                  <a:t>Phy</a:t>
                </a:r>
              </a:p>
            </p:txBody>
          </p:sp>
          <p:sp>
            <p:nvSpPr>
              <p:cNvPr id="538" name="Line 48">
                <a:extLst>
                  <a:ext uri="{FF2B5EF4-FFF2-40B4-BE49-F238E27FC236}">
                    <a16:creationId xmlns:a16="http://schemas.microsoft.com/office/drawing/2014/main" id="{E5855A0A-4145-524E-AF03-40B19030BBAA}"/>
                  </a:ext>
                </a:extLst>
              </p:cNvPr>
              <p:cNvSpPr>
                <a:spLocks noChangeShapeType="1"/>
              </p:cNvSpPr>
              <p:nvPr/>
            </p:nvSpPr>
            <p:spPr bwMode="auto">
              <a:xfrm>
                <a:off x="578" y="3130"/>
                <a:ext cx="489"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539" name="Line 49">
                <a:extLst>
                  <a:ext uri="{FF2B5EF4-FFF2-40B4-BE49-F238E27FC236}">
                    <a16:creationId xmlns:a16="http://schemas.microsoft.com/office/drawing/2014/main" id="{5337342B-4FDA-0646-A04C-3117B3209F27}"/>
                  </a:ext>
                </a:extLst>
              </p:cNvPr>
              <p:cNvSpPr>
                <a:spLocks noChangeShapeType="1"/>
              </p:cNvSpPr>
              <p:nvPr/>
            </p:nvSpPr>
            <p:spPr bwMode="auto">
              <a:xfrm>
                <a:off x="575" y="3289"/>
                <a:ext cx="489"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540" name="Line 50">
                <a:extLst>
                  <a:ext uri="{FF2B5EF4-FFF2-40B4-BE49-F238E27FC236}">
                    <a16:creationId xmlns:a16="http://schemas.microsoft.com/office/drawing/2014/main" id="{B1569789-ADB1-1343-8746-60FF932C5162}"/>
                  </a:ext>
                </a:extLst>
              </p:cNvPr>
              <p:cNvSpPr>
                <a:spLocks noChangeShapeType="1"/>
              </p:cNvSpPr>
              <p:nvPr/>
            </p:nvSpPr>
            <p:spPr bwMode="auto">
              <a:xfrm>
                <a:off x="572" y="3448"/>
                <a:ext cx="489"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541" name="Line 51">
                <a:extLst>
                  <a:ext uri="{FF2B5EF4-FFF2-40B4-BE49-F238E27FC236}">
                    <a16:creationId xmlns:a16="http://schemas.microsoft.com/office/drawing/2014/main" id="{3227A074-26EB-4F40-9804-D2ECB13D8CEC}"/>
                  </a:ext>
                </a:extLst>
              </p:cNvPr>
              <p:cNvSpPr>
                <a:spLocks noChangeShapeType="1"/>
              </p:cNvSpPr>
              <p:nvPr/>
            </p:nvSpPr>
            <p:spPr bwMode="auto">
              <a:xfrm>
                <a:off x="569" y="3607"/>
                <a:ext cx="489"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grpSp>
      <p:grpSp>
        <p:nvGrpSpPr>
          <p:cNvPr id="725" name="Group 336">
            <a:extLst>
              <a:ext uri="{FF2B5EF4-FFF2-40B4-BE49-F238E27FC236}">
                <a16:creationId xmlns:a16="http://schemas.microsoft.com/office/drawing/2014/main" id="{107D05EF-6115-084F-86DB-BA3615F99A17}"/>
              </a:ext>
            </a:extLst>
          </p:cNvPr>
          <p:cNvGrpSpPr>
            <a:grpSpLocks/>
          </p:cNvGrpSpPr>
          <p:nvPr/>
        </p:nvGrpSpPr>
        <p:grpSpPr bwMode="auto">
          <a:xfrm>
            <a:off x="1751013" y="4270375"/>
            <a:ext cx="973137" cy="1416050"/>
            <a:chOff x="4000" y="1895"/>
            <a:chExt cx="613" cy="892"/>
          </a:xfrm>
        </p:grpSpPr>
        <p:sp>
          <p:nvSpPr>
            <p:cNvPr id="726" name="Freeform 328">
              <a:extLst>
                <a:ext uri="{FF2B5EF4-FFF2-40B4-BE49-F238E27FC236}">
                  <a16:creationId xmlns:a16="http://schemas.microsoft.com/office/drawing/2014/main" id="{C808993F-94F8-8A45-897A-1CEA5B97AA23}"/>
                </a:ext>
              </a:extLst>
            </p:cNvPr>
            <p:cNvSpPr>
              <a:spLocks/>
            </p:cNvSpPr>
            <p:nvPr/>
          </p:nvSpPr>
          <p:spPr bwMode="auto">
            <a:xfrm>
              <a:off x="4011" y="1912"/>
              <a:ext cx="602" cy="875"/>
            </a:xfrm>
            <a:custGeom>
              <a:avLst/>
              <a:gdLst>
                <a:gd name="T0" fmla="*/ 496 w 604"/>
                <a:gd name="T1" fmla="*/ 0 h 903"/>
                <a:gd name="T2" fmla="*/ 604 w 604"/>
                <a:gd name="T3" fmla="*/ 903 h 903"/>
                <a:gd name="T4" fmla="*/ 0 w 604"/>
                <a:gd name="T5" fmla="*/ 788 h 903"/>
                <a:gd name="T6" fmla="*/ 456 w 604"/>
                <a:gd name="T7" fmla="*/ 750 h 903"/>
                <a:gd name="T8" fmla="*/ 496 w 604"/>
                <a:gd name="T9" fmla="*/ 0 h 903"/>
                <a:gd name="T10" fmla="*/ 0 60000 65536"/>
                <a:gd name="T11" fmla="*/ 0 60000 65536"/>
                <a:gd name="T12" fmla="*/ 0 60000 65536"/>
                <a:gd name="T13" fmla="*/ 0 60000 65536"/>
                <a:gd name="T14" fmla="*/ 0 60000 65536"/>
                <a:gd name="connsiteX0" fmla="*/ 8212 w 10000"/>
                <a:gd name="connsiteY0" fmla="*/ 0 h 10000"/>
                <a:gd name="connsiteX1" fmla="*/ 9536 w 10000"/>
                <a:gd name="connsiteY1" fmla="*/ 7497 h 10000"/>
                <a:gd name="connsiteX2" fmla="*/ 10000 w 10000"/>
                <a:gd name="connsiteY2" fmla="*/ 10000 h 10000"/>
                <a:gd name="connsiteX3" fmla="*/ 0 w 10000"/>
                <a:gd name="connsiteY3" fmla="*/ 8726 h 10000"/>
                <a:gd name="connsiteX4" fmla="*/ 7550 w 10000"/>
                <a:gd name="connsiteY4" fmla="*/ 8306 h 10000"/>
                <a:gd name="connsiteX5" fmla="*/ 8212 w 10000"/>
                <a:gd name="connsiteY5" fmla="*/ 0 h 10000"/>
                <a:gd name="connsiteX0" fmla="*/ 8212 w 10000"/>
                <a:gd name="connsiteY0" fmla="*/ 0 h 10000"/>
                <a:gd name="connsiteX1" fmla="*/ 9867 w 10000"/>
                <a:gd name="connsiteY1" fmla="*/ 6212 h 10000"/>
                <a:gd name="connsiteX2" fmla="*/ 10000 w 10000"/>
                <a:gd name="connsiteY2" fmla="*/ 10000 h 10000"/>
                <a:gd name="connsiteX3" fmla="*/ 0 w 10000"/>
                <a:gd name="connsiteY3" fmla="*/ 8726 h 10000"/>
                <a:gd name="connsiteX4" fmla="*/ 7550 w 10000"/>
                <a:gd name="connsiteY4" fmla="*/ 8306 h 10000"/>
                <a:gd name="connsiteX5" fmla="*/ 8212 w 10000"/>
                <a:gd name="connsiteY5" fmla="*/ 0 h 10000"/>
                <a:gd name="connsiteX0" fmla="*/ 8212 w 10000"/>
                <a:gd name="connsiteY0" fmla="*/ 0 h 10000"/>
                <a:gd name="connsiteX1" fmla="*/ 9867 w 10000"/>
                <a:gd name="connsiteY1" fmla="*/ 6212 h 10000"/>
                <a:gd name="connsiteX2" fmla="*/ 10000 w 10000"/>
                <a:gd name="connsiteY2" fmla="*/ 10000 h 10000"/>
                <a:gd name="connsiteX3" fmla="*/ 0 w 10000"/>
                <a:gd name="connsiteY3" fmla="*/ 8726 h 10000"/>
                <a:gd name="connsiteX4" fmla="*/ 7550 w 10000"/>
                <a:gd name="connsiteY4" fmla="*/ 8306 h 10000"/>
                <a:gd name="connsiteX5" fmla="*/ 8212 w 10000"/>
                <a:gd name="connsiteY5" fmla="*/ 0 h 10000"/>
                <a:gd name="connsiteX0" fmla="*/ 8212 w 9967"/>
                <a:gd name="connsiteY0" fmla="*/ 0 h 9690"/>
                <a:gd name="connsiteX1" fmla="*/ 9867 w 9967"/>
                <a:gd name="connsiteY1" fmla="*/ 6212 h 9690"/>
                <a:gd name="connsiteX2" fmla="*/ 9967 w 9967"/>
                <a:gd name="connsiteY2" fmla="*/ 9690 h 9690"/>
                <a:gd name="connsiteX3" fmla="*/ 0 w 9967"/>
                <a:gd name="connsiteY3" fmla="*/ 8726 h 9690"/>
                <a:gd name="connsiteX4" fmla="*/ 7550 w 9967"/>
                <a:gd name="connsiteY4" fmla="*/ 8306 h 9690"/>
                <a:gd name="connsiteX5" fmla="*/ 8212 w 9967"/>
                <a:gd name="connsiteY5" fmla="*/ 0 h 9690"/>
                <a:gd name="connsiteX0" fmla="*/ 8239 w 10000"/>
                <a:gd name="connsiteY0" fmla="*/ 0 h 10000"/>
                <a:gd name="connsiteX1" fmla="*/ 9900 w 10000"/>
                <a:gd name="connsiteY1" fmla="*/ 6411 h 10000"/>
                <a:gd name="connsiteX2" fmla="*/ 10000 w 10000"/>
                <a:gd name="connsiteY2" fmla="*/ 10000 h 10000"/>
                <a:gd name="connsiteX3" fmla="*/ 0 w 10000"/>
                <a:gd name="connsiteY3" fmla="*/ 9005 h 10000"/>
                <a:gd name="connsiteX4" fmla="*/ 7575 w 10000"/>
                <a:gd name="connsiteY4" fmla="*/ 8572 h 10000"/>
                <a:gd name="connsiteX5" fmla="*/ 8239 w 10000"/>
                <a:gd name="connsiteY5" fmla="*/ 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0" h="10000">
                  <a:moveTo>
                    <a:pt x="8239" y="0"/>
                  </a:moveTo>
                  <a:cubicBezTo>
                    <a:pt x="8793" y="2137"/>
                    <a:pt x="8981" y="4731"/>
                    <a:pt x="9900" y="6411"/>
                  </a:cubicBezTo>
                  <a:cubicBezTo>
                    <a:pt x="10055" y="7271"/>
                    <a:pt x="9844" y="9139"/>
                    <a:pt x="10000" y="10000"/>
                  </a:cubicBezTo>
                  <a:cubicBezTo>
                    <a:pt x="6733" y="9577"/>
                    <a:pt x="3333" y="9337"/>
                    <a:pt x="0" y="9005"/>
                  </a:cubicBezTo>
                  <a:lnTo>
                    <a:pt x="7575" y="8572"/>
                  </a:lnTo>
                  <a:cubicBezTo>
                    <a:pt x="7797" y="5714"/>
                    <a:pt x="8017" y="2858"/>
                    <a:pt x="8239" y="0"/>
                  </a:cubicBezTo>
                  <a:close/>
                </a:path>
              </a:pathLst>
            </a:custGeom>
            <a:gradFill rotWithShape="1">
              <a:gsLst>
                <a:gs pos="0">
                  <a:schemeClr val="bg1">
                    <a:lumMod val="50000"/>
                  </a:schemeClr>
                </a:gs>
                <a:gs pos="99000">
                  <a:schemeClr val="bg1">
                    <a:alpha val="82000"/>
                  </a:schemeClr>
                </a:gs>
              </a:gsLst>
              <a:lin ang="0" scaled="0"/>
            </a:gradFill>
            <a:ln>
              <a:noFill/>
            </a:ln>
            <a:effectLst/>
            <a:extLst>
              <a:ext uri="{91240B29-F687-4f45-9708-019B960494DF}">
                <a14:hiddenLine xmlns:a14="http://schemas.microsoft.com/office/drawing/2010/main" xmlns="" w="9525" cap="flat" cmpd="sng">
                  <a:solidFill>
                    <a:schemeClr val="tx1"/>
                  </a:solidFill>
                  <a:prstDash val="solid"/>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nvGrpSpPr>
            <p:cNvPr id="727" name="Group 329">
              <a:extLst>
                <a:ext uri="{FF2B5EF4-FFF2-40B4-BE49-F238E27FC236}">
                  <a16:creationId xmlns:a16="http://schemas.microsoft.com/office/drawing/2014/main" id="{B5BE8796-97B9-3644-B950-2C1616F274EA}"/>
                </a:ext>
              </a:extLst>
            </p:cNvPr>
            <p:cNvGrpSpPr>
              <a:grpSpLocks/>
            </p:cNvGrpSpPr>
            <p:nvPr/>
          </p:nvGrpSpPr>
          <p:grpSpPr bwMode="auto">
            <a:xfrm>
              <a:off x="4000" y="1895"/>
              <a:ext cx="500" cy="834"/>
              <a:chOff x="569" y="2954"/>
              <a:chExt cx="500" cy="834"/>
            </a:xfrm>
          </p:grpSpPr>
          <p:sp>
            <p:nvSpPr>
              <p:cNvPr id="728" name="Rectangle 330">
                <a:extLst>
                  <a:ext uri="{FF2B5EF4-FFF2-40B4-BE49-F238E27FC236}">
                    <a16:creationId xmlns:a16="http://schemas.microsoft.com/office/drawing/2014/main" id="{91474FC9-D174-724F-8612-26D3BA8DB5D2}"/>
                  </a:ext>
                </a:extLst>
              </p:cNvPr>
              <p:cNvSpPr>
                <a:spLocks noChangeArrowheads="1"/>
              </p:cNvSpPr>
              <p:nvPr/>
            </p:nvSpPr>
            <p:spPr bwMode="auto">
              <a:xfrm>
                <a:off x="576" y="2973"/>
                <a:ext cx="493" cy="790"/>
              </a:xfrm>
              <a:prstGeom prst="rect">
                <a:avLst/>
              </a:prstGeom>
              <a:solidFill>
                <a:srgbClr val="FFFFFF"/>
              </a:solidFill>
              <a:ln w="9525">
                <a:solidFill>
                  <a:srgbClr val="000000"/>
                </a:solidFill>
                <a:miter lim="800000"/>
                <a:headEnd/>
                <a:tailEnd/>
              </a:ln>
              <a:effectLst>
                <a:outerShdw blurRad="50800" dist="38100" dir="18900000" algn="bl" rotWithShape="0">
                  <a:prstClr val="black">
                    <a:alpha val="40000"/>
                  </a:prstClr>
                </a:outerShdw>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729" name="Text Box 331">
                <a:extLst>
                  <a:ext uri="{FF2B5EF4-FFF2-40B4-BE49-F238E27FC236}">
                    <a16:creationId xmlns:a16="http://schemas.microsoft.com/office/drawing/2014/main" id="{A5CD626E-60BB-A74C-964A-D17E6993C7DA}"/>
                  </a:ext>
                </a:extLst>
              </p:cNvPr>
              <p:cNvSpPr txBox="1">
                <a:spLocks noChangeArrowheads="1"/>
              </p:cNvSpPr>
              <p:nvPr/>
            </p:nvSpPr>
            <p:spPr bwMode="auto">
              <a:xfrm>
                <a:off x="606" y="2954"/>
                <a:ext cx="453" cy="83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Arial" charset="0"/>
                    <a:ea typeface="ＭＳ Ｐゴシック" charset="0"/>
                  </a:rPr>
                  <a:t>HTTP</a:t>
                </a:r>
              </a:p>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Arial" charset="0"/>
                    <a:ea typeface="ＭＳ Ｐゴシック" charset="0"/>
                  </a:rPr>
                  <a:t>TCP</a:t>
                </a:r>
              </a:p>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Arial" charset="0"/>
                    <a:ea typeface="ＭＳ Ｐゴシック" charset="0"/>
                  </a:rPr>
                  <a:t>IP</a:t>
                </a:r>
              </a:p>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Arial" charset="0"/>
                    <a:ea typeface="ＭＳ Ｐゴシック" charset="0"/>
                  </a:rPr>
                  <a:t>Eth</a:t>
                </a:r>
              </a:p>
              <a:p>
                <a:pPr marL="0" marR="0" lvl="0" indent="0" algn="ctr" defTabSz="91440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Arial" charset="0"/>
                    <a:ea typeface="ＭＳ Ｐゴシック" charset="0"/>
                  </a:rPr>
                  <a:t>Phy</a:t>
                </a:r>
              </a:p>
            </p:txBody>
          </p:sp>
          <p:sp>
            <p:nvSpPr>
              <p:cNvPr id="730" name="Line 332">
                <a:extLst>
                  <a:ext uri="{FF2B5EF4-FFF2-40B4-BE49-F238E27FC236}">
                    <a16:creationId xmlns:a16="http://schemas.microsoft.com/office/drawing/2014/main" id="{92735F6A-D69A-0741-B5A9-AD43554A9C78}"/>
                  </a:ext>
                </a:extLst>
              </p:cNvPr>
              <p:cNvSpPr>
                <a:spLocks noChangeShapeType="1"/>
              </p:cNvSpPr>
              <p:nvPr/>
            </p:nvSpPr>
            <p:spPr bwMode="auto">
              <a:xfrm>
                <a:off x="578" y="3130"/>
                <a:ext cx="489"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731" name="Line 333">
                <a:extLst>
                  <a:ext uri="{FF2B5EF4-FFF2-40B4-BE49-F238E27FC236}">
                    <a16:creationId xmlns:a16="http://schemas.microsoft.com/office/drawing/2014/main" id="{8EFB313E-BEDF-E246-B22C-448C44512854}"/>
                  </a:ext>
                </a:extLst>
              </p:cNvPr>
              <p:cNvSpPr>
                <a:spLocks noChangeShapeType="1"/>
              </p:cNvSpPr>
              <p:nvPr/>
            </p:nvSpPr>
            <p:spPr bwMode="auto">
              <a:xfrm>
                <a:off x="575" y="3289"/>
                <a:ext cx="489"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732" name="Line 334">
                <a:extLst>
                  <a:ext uri="{FF2B5EF4-FFF2-40B4-BE49-F238E27FC236}">
                    <a16:creationId xmlns:a16="http://schemas.microsoft.com/office/drawing/2014/main" id="{826CB045-CB87-5742-B58C-FEAC79CB0197}"/>
                  </a:ext>
                </a:extLst>
              </p:cNvPr>
              <p:cNvSpPr>
                <a:spLocks noChangeShapeType="1"/>
              </p:cNvSpPr>
              <p:nvPr/>
            </p:nvSpPr>
            <p:spPr bwMode="auto">
              <a:xfrm>
                <a:off x="572" y="3448"/>
                <a:ext cx="489"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733" name="Line 335">
                <a:extLst>
                  <a:ext uri="{FF2B5EF4-FFF2-40B4-BE49-F238E27FC236}">
                    <a16:creationId xmlns:a16="http://schemas.microsoft.com/office/drawing/2014/main" id="{8B5391D7-FC0B-6B43-8C19-675DAEA82C04}"/>
                  </a:ext>
                </a:extLst>
              </p:cNvPr>
              <p:cNvSpPr>
                <a:spLocks noChangeShapeType="1"/>
              </p:cNvSpPr>
              <p:nvPr/>
            </p:nvSpPr>
            <p:spPr bwMode="auto">
              <a:xfrm>
                <a:off x="569" y="3607"/>
                <a:ext cx="489"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grpSp>
      <p:grpSp>
        <p:nvGrpSpPr>
          <p:cNvPr id="648" name="Group 647">
            <a:extLst>
              <a:ext uri="{FF2B5EF4-FFF2-40B4-BE49-F238E27FC236}">
                <a16:creationId xmlns:a16="http://schemas.microsoft.com/office/drawing/2014/main" id="{371E96AA-2C01-0648-99EC-0745CB0A4923}"/>
              </a:ext>
            </a:extLst>
          </p:cNvPr>
          <p:cNvGrpSpPr/>
          <p:nvPr/>
        </p:nvGrpSpPr>
        <p:grpSpPr>
          <a:xfrm>
            <a:off x="1950870" y="2678242"/>
            <a:ext cx="908821" cy="651136"/>
            <a:chOff x="7458407" y="2414528"/>
            <a:chExt cx="509280" cy="320753"/>
          </a:xfrm>
        </p:grpSpPr>
        <p:pic>
          <p:nvPicPr>
            <p:cNvPr id="650" name="Picture 1018" descr="laptop_keyboard">
              <a:extLst>
                <a:ext uri="{FF2B5EF4-FFF2-40B4-BE49-F238E27FC236}">
                  <a16:creationId xmlns:a16="http://schemas.microsoft.com/office/drawing/2014/main" id="{135B603F-8336-2440-90DD-B68520A9F98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109064" flipH="1">
              <a:off x="7458407" y="2575770"/>
              <a:ext cx="437221" cy="1595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51" name="Freeform 1019">
              <a:extLst>
                <a:ext uri="{FF2B5EF4-FFF2-40B4-BE49-F238E27FC236}">
                  <a16:creationId xmlns:a16="http://schemas.microsoft.com/office/drawing/2014/main" id="{A555F850-562D-AD4F-B452-96C73D01DD3B}"/>
                </a:ext>
              </a:extLst>
            </p:cNvPr>
            <p:cNvSpPr>
              <a:spLocks/>
            </p:cNvSpPr>
            <p:nvPr/>
          </p:nvSpPr>
          <p:spPr bwMode="auto">
            <a:xfrm>
              <a:off x="7603304" y="2420984"/>
              <a:ext cx="351919" cy="208167"/>
            </a:xfrm>
            <a:custGeom>
              <a:avLst/>
              <a:gdLst>
                <a:gd name="T0" fmla="*/ 775798119 w 2982"/>
                <a:gd name="T1" fmla="*/ 0 h 2442"/>
                <a:gd name="T2" fmla="*/ 0 w 2982"/>
                <a:gd name="T3" fmla="*/ 211226083 h 2442"/>
                <a:gd name="T4" fmla="*/ 2147483646 w 2982"/>
                <a:gd name="T5" fmla="*/ 263880059 h 2442"/>
                <a:gd name="T6" fmla="*/ 2147483646 w 2982"/>
                <a:gd name="T7" fmla="*/ 52653891 h 2442"/>
                <a:gd name="T8" fmla="*/ 775798119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652" name="Picture 1020" descr="screen">
              <a:extLst>
                <a:ext uri="{FF2B5EF4-FFF2-40B4-BE49-F238E27FC236}">
                  <a16:creationId xmlns:a16="http://schemas.microsoft.com/office/drawing/2014/main" id="{180E4E9B-5575-C04C-B7DB-B5BA7C4AA484}"/>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620637" y="2426338"/>
              <a:ext cx="319785" cy="1894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53" name="Freeform 1021">
              <a:extLst>
                <a:ext uri="{FF2B5EF4-FFF2-40B4-BE49-F238E27FC236}">
                  <a16:creationId xmlns:a16="http://schemas.microsoft.com/office/drawing/2014/main" id="{7DBE96E5-E342-0640-A4FB-8433BEA2C3EA}"/>
                </a:ext>
              </a:extLst>
            </p:cNvPr>
            <p:cNvSpPr>
              <a:spLocks/>
            </p:cNvSpPr>
            <p:nvPr/>
          </p:nvSpPr>
          <p:spPr bwMode="auto">
            <a:xfrm>
              <a:off x="7667378" y="2414843"/>
              <a:ext cx="298167" cy="38736"/>
            </a:xfrm>
            <a:custGeom>
              <a:avLst/>
              <a:gdLst>
                <a:gd name="T0" fmla="*/ 193616298 w 2528"/>
                <a:gd name="T1" fmla="*/ 0 h 455"/>
                <a:gd name="T2" fmla="*/ 2147483646 w 2528"/>
                <a:gd name="T3" fmla="*/ 52445139 h 455"/>
                <a:gd name="T4" fmla="*/ 2147483646 w 2528"/>
                <a:gd name="T5" fmla="*/ 52445139 h 455"/>
                <a:gd name="T6" fmla="*/ 0 w 2528"/>
                <a:gd name="T7" fmla="*/ 52445139 h 455"/>
                <a:gd name="T8" fmla="*/ 193616298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54" name="Freeform 1022">
              <a:extLst>
                <a:ext uri="{FF2B5EF4-FFF2-40B4-BE49-F238E27FC236}">
                  <a16:creationId xmlns:a16="http://schemas.microsoft.com/office/drawing/2014/main" id="{C685E858-73F6-304D-A9B2-FB408EAEAE89}"/>
                </a:ext>
              </a:extLst>
            </p:cNvPr>
            <p:cNvSpPr>
              <a:spLocks/>
            </p:cNvSpPr>
            <p:nvPr/>
          </p:nvSpPr>
          <p:spPr bwMode="auto">
            <a:xfrm>
              <a:off x="7600188" y="2414528"/>
              <a:ext cx="82770" cy="161243"/>
            </a:xfrm>
            <a:custGeom>
              <a:avLst/>
              <a:gdLst>
                <a:gd name="T0" fmla="*/ 773664160 w 702"/>
                <a:gd name="T1" fmla="*/ 0 h 1893"/>
                <a:gd name="T2" fmla="*/ 0 w 702"/>
                <a:gd name="T3" fmla="*/ 210739916 h 1893"/>
                <a:gd name="T4" fmla="*/ 193416040 w 702"/>
                <a:gd name="T5" fmla="*/ 210739916 h 1893"/>
                <a:gd name="T6" fmla="*/ 967080200 w 702"/>
                <a:gd name="T7" fmla="*/ 52529017 h 1893"/>
                <a:gd name="T8" fmla="*/ 773664160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55" name="Freeform 1023">
              <a:extLst>
                <a:ext uri="{FF2B5EF4-FFF2-40B4-BE49-F238E27FC236}">
                  <a16:creationId xmlns:a16="http://schemas.microsoft.com/office/drawing/2014/main" id="{AF64C085-2E7B-BA45-A92C-0400AAF3A656}"/>
                </a:ext>
              </a:extLst>
            </p:cNvPr>
            <p:cNvSpPr>
              <a:spLocks/>
            </p:cNvSpPr>
            <p:nvPr/>
          </p:nvSpPr>
          <p:spPr bwMode="auto">
            <a:xfrm>
              <a:off x="7874205" y="2443344"/>
              <a:ext cx="89197" cy="186122"/>
            </a:xfrm>
            <a:custGeom>
              <a:avLst/>
              <a:gdLst>
                <a:gd name="T0" fmla="*/ 969024527 w 756"/>
                <a:gd name="T1" fmla="*/ 0 h 2184"/>
                <a:gd name="T2" fmla="*/ 193802074 w 756"/>
                <a:gd name="T3" fmla="*/ 263660221 h 2184"/>
                <a:gd name="T4" fmla="*/ 0 w 756"/>
                <a:gd name="T5" fmla="*/ 263660221 h 2184"/>
                <a:gd name="T6" fmla="*/ 775222454 w 756"/>
                <a:gd name="T7" fmla="*/ 52610059 h 2184"/>
                <a:gd name="T8" fmla="*/ 969024527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56" name="Freeform 1024">
              <a:extLst>
                <a:ext uri="{FF2B5EF4-FFF2-40B4-BE49-F238E27FC236}">
                  <a16:creationId xmlns:a16="http://schemas.microsoft.com/office/drawing/2014/main" id="{CBE1239C-4F2E-ED4C-BD21-40993AE6C889}"/>
                </a:ext>
              </a:extLst>
            </p:cNvPr>
            <p:cNvSpPr>
              <a:spLocks/>
            </p:cNvSpPr>
            <p:nvPr/>
          </p:nvSpPr>
          <p:spPr bwMode="auto">
            <a:xfrm>
              <a:off x="7599214" y="2567582"/>
              <a:ext cx="327185" cy="62828"/>
            </a:xfrm>
            <a:custGeom>
              <a:avLst/>
              <a:gdLst>
                <a:gd name="T0" fmla="*/ 193829444 w 2773"/>
                <a:gd name="T1" fmla="*/ 0 h 738"/>
                <a:gd name="T2" fmla="*/ 0 w 2773"/>
                <a:gd name="T3" fmla="*/ 52443587 h 738"/>
                <a:gd name="T4" fmla="*/ 2147483646 w 2773"/>
                <a:gd name="T5" fmla="*/ 104894411 h 738"/>
                <a:gd name="T6" fmla="*/ 2147483646 w 2773"/>
                <a:gd name="T7" fmla="*/ 52443587 h 738"/>
                <a:gd name="T8" fmla="*/ 193829444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57" name="Freeform 1025">
              <a:extLst>
                <a:ext uri="{FF2B5EF4-FFF2-40B4-BE49-F238E27FC236}">
                  <a16:creationId xmlns:a16="http://schemas.microsoft.com/office/drawing/2014/main" id="{32E401E2-9C9D-1C41-A94E-50F270EF177D}"/>
                </a:ext>
              </a:extLst>
            </p:cNvPr>
            <p:cNvSpPr>
              <a:spLocks/>
            </p:cNvSpPr>
            <p:nvPr/>
          </p:nvSpPr>
          <p:spPr bwMode="auto">
            <a:xfrm>
              <a:off x="7884138" y="2444918"/>
              <a:ext cx="83549" cy="186909"/>
            </a:xfrm>
            <a:custGeom>
              <a:avLst/>
              <a:gdLst>
                <a:gd name="T0" fmla="*/ 2147483646 w 637"/>
                <a:gd name="T1" fmla="*/ 0 h 1659"/>
                <a:gd name="T2" fmla="*/ 2147483646 w 637"/>
                <a:gd name="T3" fmla="*/ 0 h 1659"/>
                <a:gd name="T4" fmla="*/ 295581541 w 637"/>
                <a:gd name="T5" fmla="*/ 2147483646 h 1659"/>
                <a:gd name="T6" fmla="*/ 0 w 637"/>
                <a:gd name="T7" fmla="*/ 2147483646 h 1659"/>
                <a:gd name="T8" fmla="*/ 2147483646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58" name="Freeform 1026">
              <a:extLst>
                <a:ext uri="{FF2B5EF4-FFF2-40B4-BE49-F238E27FC236}">
                  <a16:creationId xmlns:a16="http://schemas.microsoft.com/office/drawing/2014/main" id="{FA157A51-7F18-4F4D-8C83-BFAD67826499}"/>
                </a:ext>
              </a:extLst>
            </p:cNvPr>
            <p:cNvSpPr>
              <a:spLocks/>
            </p:cNvSpPr>
            <p:nvPr/>
          </p:nvSpPr>
          <p:spPr bwMode="auto">
            <a:xfrm>
              <a:off x="7599603" y="2575928"/>
              <a:ext cx="290961" cy="62041"/>
            </a:xfrm>
            <a:custGeom>
              <a:avLst/>
              <a:gdLst>
                <a:gd name="T0" fmla="*/ 0 w 2216"/>
                <a:gd name="T1" fmla="*/ 0 h 550"/>
                <a:gd name="T2" fmla="*/ 296523134 w 2216"/>
                <a:gd name="T3" fmla="*/ 324379338 h 550"/>
                <a:gd name="T4" fmla="*/ 2147483646 w 2216"/>
                <a:gd name="T5" fmla="*/ 2147483646 h 550"/>
                <a:gd name="T6" fmla="*/ 2147483646 w 2216"/>
                <a:gd name="T7" fmla="*/ 2147483646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659" name="Group 1027">
              <a:extLst>
                <a:ext uri="{FF2B5EF4-FFF2-40B4-BE49-F238E27FC236}">
                  <a16:creationId xmlns:a16="http://schemas.microsoft.com/office/drawing/2014/main" id="{696F2347-1565-6441-8C1A-437A9DAAD472}"/>
                </a:ext>
              </a:extLst>
            </p:cNvPr>
            <p:cNvGrpSpPr>
              <a:grpSpLocks/>
            </p:cNvGrpSpPr>
            <p:nvPr/>
          </p:nvGrpSpPr>
          <p:grpSpPr bwMode="auto">
            <a:xfrm>
              <a:off x="7594735" y="2642220"/>
              <a:ext cx="98740" cy="36846"/>
              <a:chOff x="1740" y="2642"/>
              <a:chExt cx="752" cy="327"/>
            </a:xfrm>
          </p:grpSpPr>
          <p:sp>
            <p:nvSpPr>
              <p:cNvPr id="666" name="Freeform 1028">
                <a:extLst>
                  <a:ext uri="{FF2B5EF4-FFF2-40B4-BE49-F238E27FC236}">
                    <a16:creationId xmlns:a16="http://schemas.microsoft.com/office/drawing/2014/main" id="{D047B827-4325-2047-B189-266567FECB32}"/>
                  </a:ext>
                </a:extLst>
              </p:cNvPr>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67" name="Freeform 1029">
                <a:extLst>
                  <a:ext uri="{FF2B5EF4-FFF2-40B4-BE49-F238E27FC236}">
                    <a16:creationId xmlns:a16="http://schemas.microsoft.com/office/drawing/2014/main" id="{C962B1E0-9734-1845-B0BC-530A5D7EA2B3}"/>
                  </a:ext>
                </a:extLst>
              </p:cNvPr>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68" name="Freeform 1030">
                <a:extLst>
                  <a:ext uri="{FF2B5EF4-FFF2-40B4-BE49-F238E27FC236}">
                    <a16:creationId xmlns:a16="http://schemas.microsoft.com/office/drawing/2014/main" id="{66CDACE3-49D2-1547-B61E-6E0D19A09310}"/>
                  </a:ext>
                </a:extLst>
              </p:cNvPr>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69" name="Freeform 1031">
                <a:extLst>
                  <a:ext uri="{FF2B5EF4-FFF2-40B4-BE49-F238E27FC236}">
                    <a16:creationId xmlns:a16="http://schemas.microsoft.com/office/drawing/2014/main" id="{9744E38D-B189-994A-AC39-2221D16C2E34}"/>
                  </a:ext>
                </a:extLst>
              </p:cNvPr>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70" name="Freeform 1032">
                <a:extLst>
                  <a:ext uri="{FF2B5EF4-FFF2-40B4-BE49-F238E27FC236}">
                    <a16:creationId xmlns:a16="http://schemas.microsoft.com/office/drawing/2014/main" id="{536855A1-ABB1-9446-A60A-574798C2200C}"/>
                  </a:ext>
                </a:extLst>
              </p:cNvPr>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71" name="Freeform 1033">
                <a:extLst>
                  <a:ext uri="{FF2B5EF4-FFF2-40B4-BE49-F238E27FC236}">
                    <a16:creationId xmlns:a16="http://schemas.microsoft.com/office/drawing/2014/main" id="{793FB7DB-D4F3-C047-AB19-9686506659B1}"/>
                  </a:ext>
                </a:extLst>
              </p:cNvPr>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660" name="Freeform 1034">
              <a:extLst>
                <a:ext uri="{FF2B5EF4-FFF2-40B4-BE49-F238E27FC236}">
                  <a16:creationId xmlns:a16="http://schemas.microsoft.com/office/drawing/2014/main" id="{74F1A127-BD96-664E-BA7B-8AB571743829}"/>
                </a:ext>
              </a:extLst>
            </p:cNvPr>
            <p:cNvSpPr>
              <a:spLocks/>
            </p:cNvSpPr>
            <p:nvPr/>
          </p:nvSpPr>
          <p:spPr bwMode="auto">
            <a:xfrm>
              <a:off x="7763780" y="2647731"/>
              <a:ext cx="119578" cy="80936"/>
            </a:xfrm>
            <a:custGeom>
              <a:avLst/>
              <a:gdLst>
                <a:gd name="T0" fmla="*/ 213221464 w 990"/>
                <a:gd name="T1" fmla="*/ 1090686587 h 792"/>
                <a:gd name="T2" fmla="*/ 1915477586 w 990"/>
                <a:gd name="T3" fmla="*/ 0 h 792"/>
                <a:gd name="T4" fmla="*/ 1915477586 w 990"/>
                <a:gd name="T5" fmla="*/ 108859840 h 792"/>
                <a:gd name="T6" fmla="*/ 0 w 990"/>
                <a:gd name="T7" fmla="*/ 1090686587 h 792"/>
                <a:gd name="T8" fmla="*/ 213221464 w 990"/>
                <a:gd name="T9" fmla="*/ 1090686587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61" name="Freeform 1035">
              <a:extLst>
                <a:ext uri="{FF2B5EF4-FFF2-40B4-BE49-F238E27FC236}">
                  <a16:creationId xmlns:a16="http://schemas.microsoft.com/office/drawing/2014/main" id="{B1230F45-F5FF-0841-8D9E-3024466B4D3E}"/>
                </a:ext>
              </a:extLst>
            </p:cNvPr>
            <p:cNvSpPr>
              <a:spLocks/>
            </p:cNvSpPr>
            <p:nvPr/>
          </p:nvSpPr>
          <p:spPr bwMode="auto">
            <a:xfrm>
              <a:off x="7458602" y="2654187"/>
              <a:ext cx="305957" cy="73850"/>
            </a:xfrm>
            <a:custGeom>
              <a:avLst/>
              <a:gdLst>
                <a:gd name="T0" fmla="*/ 213486572 w 2532"/>
                <a:gd name="T1" fmla="*/ 0 h 723"/>
                <a:gd name="T2" fmla="*/ 213486572 w 2532"/>
                <a:gd name="T3" fmla="*/ 0 h 723"/>
                <a:gd name="T4" fmla="*/ 2147483646 w 2532"/>
                <a:gd name="T5" fmla="*/ 979380008 h 723"/>
                <a:gd name="T6" fmla="*/ 2147483646 w 2532"/>
                <a:gd name="T7" fmla="*/ 1088085165 h 723"/>
                <a:gd name="T8" fmla="*/ 0 w 2532"/>
                <a:gd name="T9" fmla="*/ 108705259 h 723"/>
                <a:gd name="T10" fmla="*/ 213486572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62" name="Freeform 1036">
              <a:extLst>
                <a:ext uri="{FF2B5EF4-FFF2-40B4-BE49-F238E27FC236}">
                  <a16:creationId xmlns:a16="http://schemas.microsoft.com/office/drawing/2014/main" id="{BC7097AC-B904-3748-8E04-91D93864FFF0}"/>
                </a:ext>
              </a:extLst>
            </p:cNvPr>
            <p:cNvSpPr>
              <a:spLocks/>
            </p:cNvSpPr>
            <p:nvPr/>
          </p:nvSpPr>
          <p:spPr bwMode="auto">
            <a:xfrm>
              <a:off x="7458797" y="2640645"/>
              <a:ext cx="3311" cy="14959"/>
            </a:xfrm>
            <a:custGeom>
              <a:avLst/>
              <a:gdLst>
                <a:gd name="T0" fmla="*/ 262278191 w 26"/>
                <a:gd name="T1" fmla="*/ 107489981 h 147"/>
                <a:gd name="T2" fmla="*/ 262278191 w 26"/>
                <a:gd name="T3" fmla="*/ 214969480 h 147"/>
                <a:gd name="T4" fmla="*/ 0 w 26"/>
                <a:gd name="T5" fmla="*/ 214969480 h 147"/>
                <a:gd name="T6" fmla="*/ 262278191 w 26"/>
                <a:gd name="T7" fmla="*/ 0 h 147"/>
                <a:gd name="T8" fmla="*/ 262278191 w 26"/>
                <a:gd name="T9" fmla="*/ 107489981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63" name="Freeform 1037">
              <a:extLst>
                <a:ext uri="{FF2B5EF4-FFF2-40B4-BE49-F238E27FC236}">
                  <a16:creationId xmlns:a16="http://schemas.microsoft.com/office/drawing/2014/main" id="{742F7A0F-19C5-814E-8FBF-4B77A3DF6EBF}"/>
                </a:ext>
              </a:extLst>
            </p:cNvPr>
            <p:cNvSpPr>
              <a:spLocks/>
            </p:cNvSpPr>
            <p:nvPr/>
          </p:nvSpPr>
          <p:spPr bwMode="auto">
            <a:xfrm>
              <a:off x="7458992" y="2579707"/>
              <a:ext cx="142170" cy="61883"/>
            </a:xfrm>
            <a:custGeom>
              <a:avLst/>
              <a:gdLst>
                <a:gd name="T0" fmla="*/ 2136125890 w 1176"/>
                <a:gd name="T1" fmla="*/ 0 h 606"/>
                <a:gd name="T2" fmla="*/ 0 w 1176"/>
                <a:gd name="T3" fmla="*/ 870000945 h 606"/>
                <a:gd name="T4" fmla="*/ 213789467 w 1176"/>
                <a:gd name="T5" fmla="*/ 870000945 h 606"/>
                <a:gd name="T6" fmla="*/ 2136125890 w 1176"/>
                <a:gd name="T7" fmla="*/ 108617123 h 606"/>
                <a:gd name="T8" fmla="*/ 2136125890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64" name="Freeform 1038">
              <a:extLst>
                <a:ext uri="{FF2B5EF4-FFF2-40B4-BE49-F238E27FC236}">
                  <a16:creationId xmlns:a16="http://schemas.microsoft.com/office/drawing/2014/main" id="{F08DCC14-2A10-224A-9BDF-59347D32E314}"/>
                </a:ext>
              </a:extLst>
            </p:cNvPr>
            <p:cNvSpPr>
              <a:spLocks/>
            </p:cNvSpPr>
            <p:nvPr/>
          </p:nvSpPr>
          <p:spPr bwMode="auto">
            <a:xfrm>
              <a:off x="7468535" y="2643795"/>
              <a:ext cx="290182" cy="71016"/>
            </a:xfrm>
            <a:custGeom>
              <a:avLst/>
              <a:gdLst>
                <a:gd name="T0" fmla="*/ 173112702 w 2532"/>
                <a:gd name="T1" fmla="*/ 0 h 723"/>
                <a:gd name="T2" fmla="*/ 173112702 w 2532"/>
                <a:gd name="T3" fmla="*/ 0 h 723"/>
                <a:gd name="T4" fmla="*/ 2069773885 w 2532"/>
                <a:gd name="T5" fmla="*/ 558173482 h 723"/>
                <a:gd name="T6" fmla="*/ 2069773885 w 2532"/>
                <a:gd name="T7" fmla="*/ 558173482 h 723"/>
                <a:gd name="T8" fmla="*/ 0 w 2532"/>
                <a:gd name="T9" fmla="*/ 92871346 h 723"/>
                <a:gd name="T10" fmla="*/ 173112702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65" name="Freeform 1039">
              <a:extLst>
                <a:ext uri="{FF2B5EF4-FFF2-40B4-BE49-F238E27FC236}">
                  <a16:creationId xmlns:a16="http://schemas.microsoft.com/office/drawing/2014/main" id="{A6403359-33F6-1F41-9B14-D46854C777D7}"/>
                </a:ext>
              </a:extLst>
            </p:cNvPr>
            <p:cNvSpPr>
              <a:spLocks/>
            </p:cNvSpPr>
            <p:nvPr/>
          </p:nvSpPr>
          <p:spPr bwMode="auto">
            <a:xfrm flipV="1">
              <a:off x="7758327" y="2638756"/>
              <a:ext cx="118410" cy="73535"/>
            </a:xfrm>
            <a:custGeom>
              <a:avLst/>
              <a:gdLst>
                <a:gd name="T0" fmla="*/ 0 w 2532"/>
                <a:gd name="T1" fmla="*/ 0 h 723"/>
                <a:gd name="T2" fmla="*/ 0 w 2532"/>
                <a:gd name="T3" fmla="*/ 0 h 723"/>
                <a:gd name="T4" fmla="*/ 0 w 2532"/>
                <a:gd name="T5" fmla="*/ 962694895 h 723"/>
                <a:gd name="T6" fmla="*/ 0 w 2532"/>
                <a:gd name="T7" fmla="*/ 962694895 h 723"/>
                <a:gd name="T8" fmla="*/ 0 w 2532"/>
                <a:gd name="T9" fmla="*/ 107314314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1325" name="Group 44">
            <a:extLst>
              <a:ext uri="{FF2B5EF4-FFF2-40B4-BE49-F238E27FC236}">
                <a16:creationId xmlns:a16="http://schemas.microsoft.com/office/drawing/2014/main" id="{7D080CBD-9770-0F45-BF83-E0C84073A156}"/>
              </a:ext>
            </a:extLst>
          </p:cNvPr>
          <p:cNvGrpSpPr>
            <a:grpSpLocks/>
          </p:cNvGrpSpPr>
          <p:nvPr/>
        </p:nvGrpSpPr>
        <p:grpSpPr bwMode="auto">
          <a:xfrm>
            <a:off x="544513" y="1574800"/>
            <a:ext cx="515937" cy="333375"/>
            <a:chOff x="328" y="678"/>
            <a:chExt cx="325" cy="210"/>
          </a:xfrm>
        </p:grpSpPr>
        <p:grpSp>
          <p:nvGrpSpPr>
            <p:cNvPr id="1326" name="Group 45">
              <a:extLst>
                <a:ext uri="{FF2B5EF4-FFF2-40B4-BE49-F238E27FC236}">
                  <a16:creationId xmlns:a16="http://schemas.microsoft.com/office/drawing/2014/main" id="{7590256B-9C4F-0C4E-9BC9-B6D369E67B78}"/>
                </a:ext>
              </a:extLst>
            </p:cNvPr>
            <p:cNvGrpSpPr>
              <a:grpSpLocks/>
            </p:cNvGrpSpPr>
            <p:nvPr/>
          </p:nvGrpSpPr>
          <p:grpSpPr bwMode="auto">
            <a:xfrm>
              <a:off x="328" y="693"/>
              <a:ext cx="325" cy="154"/>
              <a:chOff x="844" y="3337"/>
              <a:chExt cx="325" cy="154"/>
            </a:xfrm>
          </p:grpSpPr>
          <p:sp>
            <p:nvSpPr>
              <p:cNvPr id="1328" name="Rectangle 46">
                <a:extLst>
                  <a:ext uri="{FF2B5EF4-FFF2-40B4-BE49-F238E27FC236}">
                    <a16:creationId xmlns:a16="http://schemas.microsoft.com/office/drawing/2014/main" id="{0A2ACA70-A173-A945-A6CE-F1BA1D5520FC}"/>
                  </a:ext>
                </a:extLst>
              </p:cNvPr>
              <p:cNvSpPr>
                <a:spLocks noChangeArrowheads="1"/>
              </p:cNvSpPr>
              <p:nvPr/>
            </p:nvSpPr>
            <p:spPr bwMode="auto">
              <a:xfrm>
                <a:off x="889" y="3370"/>
                <a:ext cx="245" cy="86"/>
              </a:xfrm>
              <a:prstGeom prst="rect">
                <a:avLst/>
              </a:prstGeom>
              <a:solidFill>
                <a:srgbClr val="FF0000"/>
              </a:solidFill>
              <a:ln w="9525">
                <a:solidFill>
                  <a:srgbClr val="FFFFFF"/>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1329" name="Text Box 47">
                <a:extLst>
                  <a:ext uri="{FF2B5EF4-FFF2-40B4-BE49-F238E27FC236}">
                    <a16:creationId xmlns:a16="http://schemas.microsoft.com/office/drawing/2014/main" id="{C6594267-3465-984D-9173-026428035599}"/>
                  </a:ext>
                </a:extLst>
              </p:cNvPr>
              <p:cNvSpPr txBox="1">
                <a:spLocks noChangeArrowheads="1"/>
              </p:cNvSpPr>
              <p:nvPr/>
            </p:nvSpPr>
            <p:spPr bwMode="auto">
              <a:xfrm>
                <a:off x="844" y="3337"/>
                <a:ext cx="325" cy="1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srgbClr val="FFFFFF"/>
                    </a:solidFill>
                    <a:effectLst/>
                    <a:uLnTx/>
                    <a:uFillTx/>
                    <a:latin typeface="Arial" charset="0"/>
                    <a:ea typeface="ＭＳ Ｐゴシック" charset="0"/>
                  </a:rPr>
                  <a:t>HTTP</a:t>
                </a:r>
              </a:p>
            </p:txBody>
          </p:sp>
        </p:grpSp>
        <p:sp>
          <p:nvSpPr>
            <p:cNvPr id="1327" name="AutoShape 48">
              <a:extLst>
                <a:ext uri="{FF2B5EF4-FFF2-40B4-BE49-F238E27FC236}">
                  <a16:creationId xmlns:a16="http://schemas.microsoft.com/office/drawing/2014/main" id="{318DC197-ADA3-8D40-B2D1-6A3B69CE6F1B}"/>
                </a:ext>
              </a:extLst>
            </p:cNvPr>
            <p:cNvSpPr>
              <a:spLocks noChangeArrowheads="1"/>
            </p:cNvSpPr>
            <p:nvPr/>
          </p:nvSpPr>
          <p:spPr bwMode="auto">
            <a:xfrm>
              <a:off x="396" y="678"/>
              <a:ext cx="240" cy="210"/>
            </a:xfrm>
            <a:prstGeom prst="downArrow">
              <a:avLst>
                <a:gd name="adj1" fmla="val 49167"/>
                <a:gd name="adj2" fmla="val 24292"/>
              </a:avLst>
            </a:prstGeom>
            <a:gradFill rotWithShape="1">
              <a:gsLst>
                <a:gs pos="0">
                  <a:srgbClr val="FF0000">
                    <a:alpha val="25000"/>
                  </a:srgbClr>
                </a:gs>
                <a:gs pos="100000">
                  <a:srgbClr val="FF0000">
                    <a:alpha val="25000"/>
                  </a:srgbClr>
                </a:gs>
              </a:gsLst>
              <a:lin ang="540000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sp>
        <p:nvSpPr>
          <p:cNvPr id="1330" name="Rectangle 49">
            <a:extLst>
              <a:ext uri="{FF2B5EF4-FFF2-40B4-BE49-F238E27FC236}">
                <a16:creationId xmlns:a16="http://schemas.microsoft.com/office/drawing/2014/main" id="{99FA9281-64A1-3C45-962E-4C46EDCFA254}"/>
              </a:ext>
            </a:extLst>
          </p:cNvPr>
          <p:cNvSpPr>
            <a:spLocks noChangeArrowheads="1"/>
          </p:cNvSpPr>
          <p:nvPr/>
        </p:nvSpPr>
        <p:spPr bwMode="auto">
          <a:xfrm>
            <a:off x="7289800" y="1581150"/>
            <a:ext cx="4383088" cy="9509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342900" indent="-342900" eaLnBrk="0" fontAlgn="base" hangingPunct="0">
              <a:lnSpc>
                <a:spcPct val="90000"/>
              </a:lnSpc>
              <a:spcBef>
                <a:spcPct val="20000"/>
              </a:spcBef>
              <a:spcAft>
                <a:spcPct val="0"/>
              </a:spcAft>
              <a:buClr>
                <a:srgbClr val="000099"/>
              </a:buClr>
              <a:buSzPct val="100000"/>
              <a:buFont typeface="Wingdings" charset="2"/>
              <a:buChar char="§"/>
              <a:defRPr/>
            </a:pPr>
            <a:r>
              <a:rPr lang="en-US" sz="2800" dirty="0">
                <a:solidFill>
                  <a:srgbClr val="C00000"/>
                </a:solidFill>
                <a:ea typeface="ＭＳ Ｐゴシック" charset="0"/>
              </a:rPr>
              <a:t>HTTP request </a:t>
            </a:r>
            <a:r>
              <a:rPr lang="en-US" sz="2800" dirty="0">
                <a:solidFill>
                  <a:srgbClr val="000000"/>
                </a:solidFill>
                <a:ea typeface="ＭＳ Ｐゴシック" charset="0"/>
              </a:rPr>
              <a:t>sent into TCP socket</a:t>
            </a:r>
          </a:p>
        </p:txBody>
      </p:sp>
      <p:sp>
        <p:nvSpPr>
          <p:cNvPr id="1331" name="Rectangle 50">
            <a:extLst>
              <a:ext uri="{FF2B5EF4-FFF2-40B4-BE49-F238E27FC236}">
                <a16:creationId xmlns:a16="http://schemas.microsoft.com/office/drawing/2014/main" id="{AA08BDAE-F57E-5E40-9927-D2F1F7617B95}"/>
              </a:ext>
            </a:extLst>
          </p:cNvPr>
          <p:cNvSpPr>
            <a:spLocks noChangeArrowheads="1"/>
          </p:cNvSpPr>
          <p:nvPr/>
        </p:nvSpPr>
        <p:spPr bwMode="auto">
          <a:xfrm>
            <a:off x="7264991" y="2527300"/>
            <a:ext cx="4558710" cy="98583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342900" indent="-342900" eaLnBrk="0" fontAlgn="base" hangingPunct="0">
              <a:lnSpc>
                <a:spcPct val="90000"/>
              </a:lnSpc>
              <a:spcBef>
                <a:spcPct val="20000"/>
              </a:spcBef>
              <a:spcAft>
                <a:spcPct val="0"/>
              </a:spcAft>
              <a:buClr>
                <a:srgbClr val="000099"/>
              </a:buClr>
              <a:buSzPct val="100000"/>
              <a:buFont typeface="Wingdings" charset="2"/>
              <a:buChar char="§"/>
              <a:defRPr/>
            </a:pPr>
            <a:r>
              <a:rPr lang="en-US" sz="2800" dirty="0">
                <a:solidFill>
                  <a:srgbClr val="000000"/>
                </a:solidFill>
                <a:ea typeface="ＭＳ Ｐゴシック" charset="0"/>
              </a:rPr>
              <a:t>IP datagram containing HTTP request routed to www.google.com</a:t>
            </a:r>
          </a:p>
        </p:txBody>
      </p:sp>
      <p:sp>
        <p:nvSpPr>
          <p:cNvPr id="1332" name="Rectangle 51">
            <a:extLst>
              <a:ext uri="{FF2B5EF4-FFF2-40B4-BE49-F238E27FC236}">
                <a16:creationId xmlns:a16="http://schemas.microsoft.com/office/drawing/2014/main" id="{266F9D11-DB8B-9746-BCB5-3E2896050F10}"/>
              </a:ext>
            </a:extLst>
          </p:cNvPr>
          <p:cNvSpPr>
            <a:spLocks noChangeArrowheads="1"/>
          </p:cNvSpPr>
          <p:nvPr/>
        </p:nvSpPr>
        <p:spPr bwMode="auto">
          <a:xfrm>
            <a:off x="7269114" y="5168900"/>
            <a:ext cx="4364086" cy="5365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342900" indent="-342900" eaLnBrk="0" fontAlgn="base" hangingPunct="0">
              <a:lnSpc>
                <a:spcPct val="90000"/>
              </a:lnSpc>
              <a:spcBef>
                <a:spcPct val="20000"/>
              </a:spcBef>
              <a:spcAft>
                <a:spcPct val="0"/>
              </a:spcAft>
              <a:buClr>
                <a:srgbClr val="000099"/>
              </a:buClr>
              <a:buSzPct val="100000"/>
              <a:buFont typeface="Wingdings" charset="2"/>
              <a:buChar char="§"/>
              <a:defRPr/>
            </a:pPr>
            <a:r>
              <a:rPr lang="en-US" sz="2800" dirty="0">
                <a:solidFill>
                  <a:srgbClr val="000000"/>
                </a:solidFill>
                <a:ea typeface="ＭＳ Ｐゴシック" charset="0"/>
              </a:rPr>
              <a:t>IP datagram containing HTTP reply routed back to client</a:t>
            </a:r>
          </a:p>
        </p:txBody>
      </p:sp>
      <p:sp>
        <p:nvSpPr>
          <p:cNvPr id="1335" name="Rectangle 229">
            <a:extLst>
              <a:ext uri="{FF2B5EF4-FFF2-40B4-BE49-F238E27FC236}">
                <a16:creationId xmlns:a16="http://schemas.microsoft.com/office/drawing/2014/main" id="{C5EC8EF9-6B00-CE43-96D3-46334FDB5DEB}"/>
              </a:ext>
            </a:extLst>
          </p:cNvPr>
          <p:cNvSpPr>
            <a:spLocks noChangeArrowheads="1"/>
          </p:cNvSpPr>
          <p:nvPr/>
        </p:nvSpPr>
        <p:spPr bwMode="auto">
          <a:xfrm>
            <a:off x="7271340" y="3859213"/>
            <a:ext cx="4823823" cy="98583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342900" indent="-342900" eaLnBrk="0" fontAlgn="base" hangingPunct="0">
              <a:lnSpc>
                <a:spcPct val="90000"/>
              </a:lnSpc>
              <a:spcBef>
                <a:spcPct val="20000"/>
              </a:spcBef>
              <a:spcAft>
                <a:spcPct val="0"/>
              </a:spcAft>
              <a:buClr>
                <a:srgbClr val="000099"/>
              </a:buClr>
              <a:buSzPct val="100000"/>
              <a:buFont typeface="Wingdings" charset="2"/>
              <a:buChar char="§"/>
              <a:defRPr/>
            </a:pPr>
            <a:r>
              <a:rPr lang="en-US" sz="2800" dirty="0">
                <a:solidFill>
                  <a:srgbClr val="000000"/>
                </a:solidFill>
                <a:ea typeface="ＭＳ Ｐゴシック" charset="0"/>
              </a:rPr>
              <a:t>web server responds with </a:t>
            </a:r>
            <a:r>
              <a:rPr lang="en-US" sz="2800" dirty="0">
                <a:solidFill>
                  <a:srgbClr val="C00000"/>
                </a:solidFill>
                <a:ea typeface="ＭＳ Ｐゴシック" charset="0"/>
              </a:rPr>
              <a:t>HTTP reply </a:t>
            </a:r>
            <a:r>
              <a:rPr lang="en-US" sz="2800" dirty="0">
                <a:solidFill>
                  <a:srgbClr val="000000"/>
                </a:solidFill>
                <a:ea typeface="ＭＳ Ｐゴシック" charset="0"/>
              </a:rPr>
              <a:t>(containing web page)</a:t>
            </a:r>
          </a:p>
        </p:txBody>
      </p:sp>
      <p:grpSp>
        <p:nvGrpSpPr>
          <p:cNvPr id="1336" name="Group 357">
            <a:extLst>
              <a:ext uri="{FF2B5EF4-FFF2-40B4-BE49-F238E27FC236}">
                <a16:creationId xmlns:a16="http://schemas.microsoft.com/office/drawing/2014/main" id="{498FC3B9-C849-D046-93C0-E903FF687CA1}"/>
              </a:ext>
            </a:extLst>
          </p:cNvPr>
          <p:cNvGrpSpPr>
            <a:grpSpLocks/>
          </p:cNvGrpSpPr>
          <p:nvPr/>
        </p:nvGrpSpPr>
        <p:grpSpPr bwMode="auto">
          <a:xfrm>
            <a:off x="190500" y="1884363"/>
            <a:ext cx="1081088" cy="1058862"/>
            <a:chOff x="56" y="859"/>
            <a:chExt cx="681" cy="667"/>
          </a:xfrm>
        </p:grpSpPr>
        <p:grpSp>
          <p:nvGrpSpPr>
            <p:cNvPr id="1337" name="Group 230">
              <a:extLst>
                <a:ext uri="{FF2B5EF4-FFF2-40B4-BE49-F238E27FC236}">
                  <a16:creationId xmlns:a16="http://schemas.microsoft.com/office/drawing/2014/main" id="{211485D0-CF18-8243-B23E-3DF2FE0182DE}"/>
                </a:ext>
              </a:extLst>
            </p:cNvPr>
            <p:cNvGrpSpPr>
              <a:grpSpLocks/>
            </p:cNvGrpSpPr>
            <p:nvPr/>
          </p:nvGrpSpPr>
          <p:grpSpPr bwMode="auto">
            <a:xfrm>
              <a:off x="290" y="874"/>
              <a:ext cx="379" cy="154"/>
              <a:chOff x="740" y="3209"/>
              <a:chExt cx="379" cy="154"/>
            </a:xfrm>
          </p:grpSpPr>
          <p:grpSp>
            <p:nvGrpSpPr>
              <p:cNvPr id="1363" name="Group 231">
                <a:extLst>
                  <a:ext uri="{FF2B5EF4-FFF2-40B4-BE49-F238E27FC236}">
                    <a16:creationId xmlns:a16="http://schemas.microsoft.com/office/drawing/2014/main" id="{60D840E1-BAA7-6747-854D-AC0EC30943C8}"/>
                  </a:ext>
                </a:extLst>
              </p:cNvPr>
              <p:cNvGrpSpPr>
                <a:grpSpLocks/>
              </p:cNvGrpSpPr>
              <p:nvPr/>
            </p:nvGrpSpPr>
            <p:grpSpPr bwMode="auto">
              <a:xfrm>
                <a:off x="794" y="3209"/>
                <a:ext cx="325" cy="154"/>
                <a:chOff x="844" y="3337"/>
                <a:chExt cx="325" cy="154"/>
              </a:xfrm>
            </p:grpSpPr>
            <p:sp>
              <p:nvSpPr>
                <p:cNvPr id="1366" name="Rectangle 232">
                  <a:extLst>
                    <a:ext uri="{FF2B5EF4-FFF2-40B4-BE49-F238E27FC236}">
                      <a16:creationId xmlns:a16="http://schemas.microsoft.com/office/drawing/2014/main" id="{F6DEB09B-85EA-8A4F-B600-C0A42D5F1613}"/>
                    </a:ext>
                  </a:extLst>
                </p:cNvPr>
                <p:cNvSpPr>
                  <a:spLocks noChangeArrowheads="1"/>
                </p:cNvSpPr>
                <p:nvPr/>
              </p:nvSpPr>
              <p:spPr bwMode="auto">
                <a:xfrm>
                  <a:off x="889" y="3370"/>
                  <a:ext cx="245" cy="86"/>
                </a:xfrm>
                <a:prstGeom prst="rect">
                  <a:avLst/>
                </a:prstGeom>
                <a:solidFill>
                  <a:srgbClr val="FF0000"/>
                </a:solidFill>
                <a:ln w="9525">
                  <a:solidFill>
                    <a:srgbClr val="FFFFFF"/>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1367" name="Text Box 233">
                  <a:extLst>
                    <a:ext uri="{FF2B5EF4-FFF2-40B4-BE49-F238E27FC236}">
                      <a16:creationId xmlns:a16="http://schemas.microsoft.com/office/drawing/2014/main" id="{6BB9D797-F7E1-EE4F-9126-32E8EE854948}"/>
                    </a:ext>
                  </a:extLst>
                </p:cNvPr>
                <p:cNvSpPr txBox="1">
                  <a:spLocks noChangeArrowheads="1"/>
                </p:cNvSpPr>
                <p:nvPr/>
              </p:nvSpPr>
              <p:spPr bwMode="auto">
                <a:xfrm>
                  <a:off x="844" y="3337"/>
                  <a:ext cx="325" cy="1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srgbClr val="FFFFFF"/>
                      </a:solidFill>
                      <a:effectLst/>
                      <a:uLnTx/>
                      <a:uFillTx/>
                      <a:latin typeface="Arial" charset="0"/>
                      <a:ea typeface="ＭＳ Ｐゴシック" charset="0"/>
                    </a:rPr>
                    <a:t>HTTP</a:t>
                  </a:r>
                </a:p>
              </p:txBody>
            </p:sp>
          </p:grpSp>
          <p:sp>
            <p:nvSpPr>
              <p:cNvPr id="1364" name="Rectangle 234">
                <a:extLst>
                  <a:ext uri="{FF2B5EF4-FFF2-40B4-BE49-F238E27FC236}">
                    <a16:creationId xmlns:a16="http://schemas.microsoft.com/office/drawing/2014/main" id="{0133C8DE-62B1-B14A-8153-6B446DA19ADF}"/>
                  </a:ext>
                </a:extLst>
              </p:cNvPr>
              <p:cNvSpPr>
                <a:spLocks noChangeArrowheads="1"/>
              </p:cNvSpPr>
              <p:nvPr/>
            </p:nvSpPr>
            <p:spPr bwMode="auto">
              <a:xfrm>
                <a:off x="750" y="3244"/>
                <a:ext cx="88" cy="82"/>
              </a:xfrm>
              <a:prstGeom prst="rect">
                <a:avLst/>
              </a:prstGeom>
              <a:solidFill>
                <a:srgbClr val="00CC99"/>
              </a:solidFill>
              <a:ln w="9525">
                <a:solidFill>
                  <a:srgbClr val="FFFFFF"/>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1365" name="Rectangle 235">
                <a:extLst>
                  <a:ext uri="{FF2B5EF4-FFF2-40B4-BE49-F238E27FC236}">
                    <a16:creationId xmlns:a16="http://schemas.microsoft.com/office/drawing/2014/main" id="{35F0D385-1891-B544-83AB-60FBCA31AADE}"/>
                  </a:ext>
                </a:extLst>
              </p:cNvPr>
              <p:cNvSpPr>
                <a:spLocks noChangeArrowheads="1"/>
              </p:cNvSpPr>
              <p:nvPr/>
            </p:nvSpPr>
            <p:spPr bwMode="auto">
              <a:xfrm>
                <a:off x="740" y="3238"/>
                <a:ext cx="354" cy="94"/>
              </a:xfrm>
              <a:prstGeom prst="rect">
                <a:avLst/>
              </a:prstGeom>
              <a:noFill/>
              <a:ln w="9525">
                <a:solidFill>
                  <a:srgbClr val="00CC99"/>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grpSp>
          <p:nvGrpSpPr>
            <p:cNvPr id="1338" name="Group 236">
              <a:extLst>
                <a:ext uri="{FF2B5EF4-FFF2-40B4-BE49-F238E27FC236}">
                  <a16:creationId xmlns:a16="http://schemas.microsoft.com/office/drawing/2014/main" id="{D35C09D2-55E4-1E46-A8DD-4F7F9A32BB73}"/>
                </a:ext>
              </a:extLst>
            </p:cNvPr>
            <p:cNvGrpSpPr>
              <a:grpSpLocks/>
            </p:cNvGrpSpPr>
            <p:nvPr/>
          </p:nvGrpSpPr>
          <p:grpSpPr bwMode="auto">
            <a:xfrm>
              <a:off x="290" y="1022"/>
              <a:ext cx="379" cy="154"/>
              <a:chOff x="836" y="3305"/>
              <a:chExt cx="379" cy="154"/>
            </a:xfrm>
          </p:grpSpPr>
          <p:grpSp>
            <p:nvGrpSpPr>
              <p:cNvPr id="1357" name="Group 237">
                <a:extLst>
                  <a:ext uri="{FF2B5EF4-FFF2-40B4-BE49-F238E27FC236}">
                    <a16:creationId xmlns:a16="http://schemas.microsoft.com/office/drawing/2014/main" id="{8568F975-82C6-A245-BE57-C6B8341A2A96}"/>
                  </a:ext>
                </a:extLst>
              </p:cNvPr>
              <p:cNvGrpSpPr>
                <a:grpSpLocks/>
              </p:cNvGrpSpPr>
              <p:nvPr/>
            </p:nvGrpSpPr>
            <p:grpSpPr bwMode="auto">
              <a:xfrm>
                <a:off x="890" y="3305"/>
                <a:ext cx="325" cy="154"/>
                <a:chOff x="844" y="3337"/>
                <a:chExt cx="325" cy="154"/>
              </a:xfrm>
            </p:grpSpPr>
            <p:sp>
              <p:nvSpPr>
                <p:cNvPr id="1361" name="Rectangle 238">
                  <a:extLst>
                    <a:ext uri="{FF2B5EF4-FFF2-40B4-BE49-F238E27FC236}">
                      <a16:creationId xmlns:a16="http://schemas.microsoft.com/office/drawing/2014/main" id="{95728DE9-470A-9F4E-82B4-F58E4FC8822E}"/>
                    </a:ext>
                  </a:extLst>
                </p:cNvPr>
                <p:cNvSpPr>
                  <a:spLocks noChangeArrowheads="1"/>
                </p:cNvSpPr>
                <p:nvPr/>
              </p:nvSpPr>
              <p:spPr bwMode="auto">
                <a:xfrm>
                  <a:off x="889" y="3370"/>
                  <a:ext cx="245" cy="86"/>
                </a:xfrm>
                <a:prstGeom prst="rect">
                  <a:avLst/>
                </a:prstGeom>
                <a:solidFill>
                  <a:srgbClr val="FF0000"/>
                </a:solidFill>
                <a:ln w="9525">
                  <a:solidFill>
                    <a:srgbClr val="FFFFFF"/>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1362" name="Text Box 239">
                  <a:extLst>
                    <a:ext uri="{FF2B5EF4-FFF2-40B4-BE49-F238E27FC236}">
                      <a16:creationId xmlns:a16="http://schemas.microsoft.com/office/drawing/2014/main" id="{6497CDFB-8416-6643-AC3B-D3BAAE95658E}"/>
                    </a:ext>
                  </a:extLst>
                </p:cNvPr>
                <p:cNvSpPr txBox="1">
                  <a:spLocks noChangeArrowheads="1"/>
                </p:cNvSpPr>
                <p:nvPr/>
              </p:nvSpPr>
              <p:spPr bwMode="auto">
                <a:xfrm>
                  <a:off x="844" y="3337"/>
                  <a:ext cx="325" cy="1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srgbClr val="FFFFFF"/>
                      </a:solidFill>
                      <a:effectLst/>
                      <a:uLnTx/>
                      <a:uFillTx/>
                      <a:latin typeface="Arial" charset="0"/>
                      <a:ea typeface="ＭＳ Ｐゴシック" charset="0"/>
                    </a:rPr>
                    <a:t>HTTP</a:t>
                  </a:r>
                </a:p>
              </p:txBody>
            </p:sp>
          </p:grpSp>
          <p:grpSp>
            <p:nvGrpSpPr>
              <p:cNvPr id="1358" name="Group 240">
                <a:extLst>
                  <a:ext uri="{FF2B5EF4-FFF2-40B4-BE49-F238E27FC236}">
                    <a16:creationId xmlns:a16="http://schemas.microsoft.com/office/drawing/2014/main" id="{BC9BDF36-2BB9-284A-9094-CEABBD97BB8F}"/>
                  </a:ext>
                </a:extLst>
              </p:cNvPr>
              <p:cNvGrpSpPr>
                <a:grpSpLocks/>
              </p:cNvGrpSpPr>
              <p:nvPr/>
            </p:nvGrpSpPr>
            <p:grpSpPr bwMode="auto">
              <a:xfrm>
                <a:off x="836" y="3334"/>
                <a:ext cx="354" cy="94"/>
                <a:chOff x="836" y="3334"/>
                <a:chExt cx="354" cy="94"/>
              </a:xfrm>
            </p:grpSpPr>
            <p:sp>
              <p:nvSpPr>
                <p:cNvPr id="1359" name="Rectangle 241">
                  <a:extLst>
                    <a:ext uri="{FF2B5EF4-FFF2-40B4-BE49-F238E27FC236}">
                      <a16:creationId xmlns:a16="http://schemas.microsoft.com/office/drawing/2014/main" id="{015762AE-9D71-7F43-AB3C-5771B544E628}"/>
                    </a:ext>
                  </a:extLst>
                </p:cNvPr>
                <p:cNvSpPr>
                  <a:spLocks noChangeArrowheads="1"/>
                </p:cNvSpPr>
                <p:nvPr/>
              </p:nvSpPr>
              <p:spPr bwMode="auto">
                <a:xfrm>
                  <a:off x="846" y="3340"/>
                  <a:ext cx="88" cy="82"/>
                </a:xfrm>
                <a:prstGeom prst="rect">
                  <a:avLst/>
                </a:prstGeom>
                <a:solidFill>
                  <a:srgbClr val="00CC99"/>
                </a:solidFill>
                <a:ln w="9525">
                  <a:solidFill>
                    <a:srgbClr val="FFFFFF"/>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1360" name="Rectangle 242">
                  <a:extLst>
                    <a:ext uri="{FF2B5EF4-FFF2-40B4-BE49-F238E27FC236}">
                      <a16:creationId xmlns:a16="http://schemas.microsoft.com/office/drawing/2014/main" id="{BB45A8C1-A77B-CF46-87CA-131561CF2E11}"/>
                    </a:ext>
                  </a:extLst>
                </p:cNvPr>
                <p:cNvSpPr>
                  <a:spLocks noChangeArrowheads="1"/>
                </p:cNvSpPr>
                <p:nvPr/>
              </p:nvSpPr>
              <p:spPr bwMode="auto">
                <a:xfrm>
                  <a:off x="836" y="3334"/>
                  <a:ext cx="354" cy="94"/>
                </a:xfrm>
                <a:prstGeom prst="rect">
                  <a:avLst/>
                </a:prstGeom>
                <a:noFill/>
                <a:ln w="9525">
                  <a:solidFill>
                    <a:srgbClr val="00CC99"/>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grpSp>
        <p:grpSp>
          <p:nvGrpSpPr>
            <p:cNvPr id="1339" name="Group 243">
              <a:extLst>
                <a:ext uri="{FF2B5EF4-FFF2-40B4-BE49-F238E27FC236}">
                  <a16:creationId xmlns:a16="http://schemas.microsoft.com/office/drawing/2014/main" id="{1C89D901-01BF-A841-BD93-150D9FBDE30E}"/>
                </a:ext>
              </a:extLst>
            </p:cNvPr>
            <p:cNvGrpSpPr>
              <a:grpSpLocks/>
            </p:cNvGrpSpPr>
            <p:nvPr/>
          </p:nvGrpSpPr>
          <p:grpSpPr bwMode="auto">
            <a:xfrm>
              <a:off x="177" y="1042"/>
              <a:ext cx="480" cy="112"/>
              <a:chOff x="627" y="3377"/>
              <a:chExt cx="480" cy="112"/>
            </a:xfrm>
          </p:grpSpPr>
          <p:sp>
            <p:nvSpPr>
              <p:cNvPr id="1355" name="Rectangle 244">
                <a:extLst>
                  <a:ext uri="{FF2B5EF4-FFF2-40B4-BE49-F238E27FC236}">
                    <a16:creationId xmlns:a16="http://schemas.microsoft.com/office/drawing/2014/main" id="{DDCC2DC4-37D5-AD43-AD6B-0CDC2F621563}"/>
                  </a:ext>
                </a:extLst>
              </p:cNvPr>
              <p:cNvSpPr>
                <a:spLocks noChangeArrowheads="1"/>
              </p:cNvSpPr>
              <p:nvPr/>
            </p:nvSpPr>
            <p:spPr bwMode="auto">
              <a:xfrm>
                <a:off x="636" y="3388"/>
                <a:ext cx="96" cy="93"/>
              </a:xfrm>
              <a:prstGeom prst="rect">
                <a:avLst/>
              </a:prstGeom>
              <a:solidFill>
                <a:srgbClr val="3333CC"/>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1356" name="Rectangle 245">
                <a:extLst>
                  <a:ext uri="{FF2B5EF4-FFF2-40B4-BE49-F238E27FC236}">
                    <a16:creationId xmlns:a16="http://schemas.microsoft.com/office/drawing/2014/main" id="{A9608D03-34B6-A04D-9860-20DD5F48C911}"/>
                  </a:ext>
                </a:extLst>
              </p:cNvPr>
              <p:cNvSpPr>
                <a:spLocks noChangeArrowheads="1"/>
              </p:cNvSpPr>
              <p:nvPr/>
            </p:nvSpPr>
            <p:spPr bwMode="auto">
              <a:xfrm>
                <a:off x="627" y="3377"/>
                <a:ext cx="480" cy="112"/>
              </a:xfrm>
              <a:prstGeom prst="rect">
                <a:avLst/>
              </a:prstGeom>
              <a:noFill/>
              <a:ln w="9525">
                <a:solidFill>
                  <a:srgbClr val="3333CC"/>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grpSp>
          <p:nvGrpSpPr>
            <p:cNvPr id="1340" name="Group 246">
              <a:extLst>
                <a:ext uri="{FF2B5EF4-FFF2-40B4-BE49-F238E27FC236}">
                  <a16:creationId xmlns:a16="http://schemas.microsoft.com/office/drawing/2014/main" id="{16BA17B6-D2AB-8E47-B2F9-3F2DED5ABBBA}"/>
                </a:ext>
              </a:extLst>
            </p:cNvPr>
            <p:cNvGrpSpPr>
              <a:grpSpLocks/>
            </p:cNvGrpSpPr>
            <p:nvPr/>
          </p:nvGrpSpPr>
          <p:grpSpPr bwMode="auto">
            <a:xfrm>
              <a:off x="56" y="1189"/>
              <a:ext cx="681" cy="154"/>
              <a:chOff x="504" y="3523"/>
              <a:chExt cx="681" cy="154"/>
            </a:xfrm>
          </p:grpSpPr>
          <p:grpSp>
            <p:nvGrpSpPr>
              <p:cNvPr id="1342" name="Group 247">
                <a:extLst>
                  <a:ext uri="{FF2B5EF4-FFF2-40B4-BE49-F238E27FC236}">
                    <a16:creationId xmlns:a16="http://schemas.microsoft.com/office/drawing/2014/main" id="{C160BE36-EC02-D940-9D1D-9591143A061B}"/>
                  </a:ext>
                </a:extLst>
              </p:cNvPr>
              <p:cNvGrpSpPr>
                <a:grpSpLocks/>
              </p:cNvGrpSpPr>
              <p:nvPr/>
            </p:nvGrpSpPr>
            <p:grpSpPr bwMode="auto">
              <a:xfrm>
                <a:off x="623" y="3523"/>
                <a:ext cx="492" cy="154"/>
                <a:chOff x="723" y="3453"/>
                <a:chExt cx="492" cy="154"/>
              </a:xfrm>
            </p:grpSpPr>
            <p:grpSp>
              <p:nvGrpSpPr>
                <p:cNvPr id="1346" name="Group 248">
                  <a:extLst>
                    <a:ext uri="{FF2B5EF4-FFF2-40B4-BE49-F238E27FC236}">
                      <a16:creationId xmlns:a16="http://schemas.microsoft.com/office/drawing/2014/main" id="{283F0D02-4B90-6143-8184-A9DB80401862}"/>
                    </a:ext>
                  </a:extLst>
                </p:cNvPr>
                <p:cNvGrpSpPr>
                  <a:grpSpLocks/>
                </p:cNvGrpSpPr>
                <p:nvPr/>
              </p:nvGrpSpPr>
              <p:grpSpPr bwMode="auto">
                <a:xfrm>
                  <a:off x="836" y="3453"/>
                  <a:ext cx="379" cy="154"/>
                  <a:chOff x="836" y="3305"/>
                  <a:chExt cx="379" cy="154"/>
                </a:xfrm>
              </p:grpSpPr>
              <p:grpSp>
                <p:nvGrpSpPr>
                  <p:cNvPr id="1349" name="Group 249">
                    <a:extLst>
                      <a:ext uri="{FF2B5EF4-FFF2-40B4-BE49-F238E27FC236}">
                        <a16:creationId xmlns:a16="http://schemas.microsoft.com/office/drawing/2014/main" id="{67049BBA-983F-3D41-8E5A-CD1393902B94}"/>
                      </a:ext>
                    </a:extLst>
                  </p:cNvPr>
                  <p:cNvGrpSpPr>
                    <a:grpSpLocks/>
                  </p:cNvGrpSpPr>
                  <p:nvPr/>
                </p:nvGrpSpPr>
                <p:grpSpPr bwMode="auto">
                  <a:xfrm>
                    <a:off x="890" y="3305"/>
                    <a:ext cx="325" cy="154"/>
                    <a:chOff x="844" y="3337"/>
                    <a:chExt cx="325" cy="154"/>
                  </a:xfrm>
                </p:grpSpPr>
                <p:sp>
                  <p:nvSpPr>
                    <p:cNvPr id="1353" name="Rectangle 250">
                      <a:extLst>
                        <a:ext uri="{FF2B5EF4-FFF2-40B4-BE49-F238E27FC236}">
                          <a16:creationId xmlns:a16="http://schemas.microsoft.com/office/drawing/2014/main" id="{68B3C2DF-C8E3-124D-BFEC-8D6B75EA4714}"/>
                        </a:ext>
                      </a:extLst>
                    </p:cNvPr>
                    <p:cNvSpPr>
                      <a:spLocks noChangeArrowheads="1"/>
                    </p:cNvSpPr>
                    <p:nvPr/>
                  </p:nvSpPr>
                  <p:spPr bwMode="auto">
                    <a:xfrm>
                      <a:off x="889" y="3370"/>
                      <a:ext cx="245" cy="86"/>
                    </a:xfrm>
                    <a:prstGeom prst="rect">
                      <a:avLst/>
                    </a:prstGeom>
                    <a:solidFill>
                      <a:srgbClr val="FF0000"/>
                    </a:solidFill>
                    <a:ln w="9525">
                      <a:solidFill>
                        <a:srgbClr val="FFFFFF"/>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1354" name="Text Box 251">
                      <a:extLst>
                        <a:ext uri="{FF2B5EF4-FFF2-40B4-BE49-F238E27FC236}">
                          <a16:creationId xmlns:a16="http://schemas.microsoft.com/office/drawing/2014/main" id="{7C7E334C-58E7-9A43-AE59-87AF2FEDF35F}"/>
                        </a:ext>
                      </a:extLst>
                    </p:cNvPr>
                    <p:cNvSpPr txBox="1">
                      <a:spLocks noChangeArrowheads="1"/>
                    </p:cNvSpPr>
                    <p:nvPr/>
                  </p:nvSpPr>
                  <p:spPr bwMode="auto">
                    <a:xfrm>
                      <a:off x="844" y="3337"/>
                      <a:ext cx="325" cy="1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srgbClr val="FFFFFF"/>
                          </a:solidFill>
                          <a:effectLst/>
                          <a:uLnTx/>
                          <a:uFillTx/>
                          <a:latin typeface="Arial" charset="0"/>
                          <a:ea typeface="ＭＳ Ｐゴシック" charset="0"/>
                        </a:rPr>
                        <a:t>HTTP</a:t>
                      </a:r>
                    </a:p>
                  </p:txBody>
                </p:sp>
              </p:grpSp>
              <p:grpSp>
                <p:nvGrpSpPr>
                  <p:cNvPr id="1350" name="Group 252">
                    <a:extLst>
                      <a:ext uri="{FF2B5EF4-FFF2-40B4-BE49-F238E27FC236}">
                        <a16:creationId xmlns:a16="http://schemas.microsoft.com/office/drawing/2014/main" id="{8F9FBDEA-818E-9640-98FC-B4BED7F48071}"/>
                      </a:ext>
                    </a:extLst>
                  </p:cNvPr>
                  <p:cNvGrpSpPr>
                    <a:grpSpLocks/>
                  </p:cNvGrpSpPr>
                  <p:nvPr/>
                </p:nvGrpSpPr>
                <p:grpSpPr bwMode="auto">
                  <a:xfrm>
                    <a:off x="836" y="3334"/>
                    <a:ext cx="354" cy="94"/>
                    <a:chOff x="836" y="3334"/>
                    <a:chExt cx="354" cy="94"/>
                  </a:xfrm>
                </p:grpSpPr>
                <p:sp>
                  <p:nvSpPr>
                    <p:cNvPr id="1351" name="Rectangle 253">
                      <a:extLst>
                        <a:ext uri="{FF2B5EF4-FFF2-40B4-BE49-F238E27FC236}">
                          <a16:creationId xmlns:a16="http://schemas.microsoft.com/office/drawing/2014/main" id="{6A64B999-D129-854E-B639-2BFA092804A7}"/>
                        </a:ext>
                      </a:extLst>
                    </p:cNvPr>
                    <p:cNvSpPr>
                      <a:spLocks noChangeArrowheads="1"/>
                    </p:cNvSpPr>
                    <p:nvPr/>
                  </p:nvSpPr>
                  <p:spPr bwMode="auto">
                    <a:xfrm>
                      <a:off x="846" y="3340"/>
                      <a:ext cx="88" cy="82"/>
                    </a:xfrm>
                    <a:prstGeom prst="rect">
                      <a:avLst/>
                    </a:prstGeom>
                    <a:solidFill>
                      <a:srgbClr val="00CC99"/>
                    </a:solidFill>
                    <a:ln w="9525">
                      <a:solidFill>
                        <a:srgbClr val="FFFFFF"/>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1352" name="Rectangle 254">
                      <a:extLst>
                        <a:ext uri="{FF2B5EF4-FFF2-40B4-BE49-F238E27FC236}">
                          <a16:creationId xmlns:a16="http://schemas.microsoft.com/office/drawing/2014/main" id="{F4C7C486-565F-8C44-97CC-F98A59FD7EFA}"/>
                        </a:ext>
                      </a:extLst>
                    </p:cNvPr>
                    <p:cNvSpPr>
                      <a:spLocks noChangeArrowheads="1"/>
                    </p:cNvSpPr>
                    <p:nvPr/>
                  </p:nvSpPr>
                  <p:spPr bwMode="auto">
                    <a:xfrm>
                      <a:off x="836" y="3334"/>
                      <a:ext cx="354" cy="94"/>
                    </a:xfrm>
                    <a:prstGeom prst="rect">
                      <a:avLst/>
                    </a:prstGeom>
                    <a:noFill/>
                    <a:ln w="9525">
                      <a:solidFill>
                        <a:srgbClr val="00CC99"/>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grpSp>
            <p:sp>
              <p:nvSpPr>
                <p:cNvPr id="1347" name="Rectangle 255">
                  <a:extLst>
                    <a:ext uri="{FF2B5EF4-FFF2-40B4-BE49-F238E27FC236}">
                      <a16:creationId xmlns:a16="http://schemas.microsoft.com/office/drawing/2014/main" id="{4557EB11-2CE1-A94C-A3B8-AC3F6671AA0C}"/>
                    </a:ext>
                  </a:extLst>
                </p:cNvPr>
                <p:cNvSpPr>
                  <a:spLocks noChangeArrowheads="1"/>
                </p:cNvSpPr>
                <p:nvPr/>
              </p:nvSpPr>
              <p:spPr bwMode="auto">
                <a:xfrm>
                  <a:off x="732" y="3484"/>
                  <a:ext cx="96" cy="93"/>
                </a:xfrm>
                <a:prstGeom prst="rect">
                  <a:avLst/>
                </a:prstGeom>
                <a:solidFill>
                  <a:srgbClr val="3333CC"/>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1348" name="Rectangle 256">
                  <a:extLst>
                    <a:ext uri="{FF2B5EF4-FFF2-40B4-BE49-F238E27FC236}">
                      <a16:creationId xmlns:a16="http://schemas.microsoft.com/office/drawing/2014/main" id="{06C978F1-F28F-B246-B76C-56C2AE79DC19}"/>
                    </a:ext>
                  </a:extLst>
                </p:cNvPr>
                <p:cNvSpPr>
                  <a:spLocks noChangeArrowheads="1"/>
                </p:cNvSpPr>
                <p:nvPr/>
              </p:nvSpPr>
              <p:spPr bwMode="auto">
                <a:xfrm>
                  <a:off x="723" y="3473"/>
                  <a:ext cx="480" cy="112"/>
                </a:xfrm>
                <a:prstGeom prst="rect">
                  <a:avLst/>
                </a:prstGeom>
                <a:noFill/>
                <a:ln w="9525">
                  <a:solidFill>
                    <a:srgbClr val="3333CC"/>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sp>
            <p:nvSpPr>
              <p:cNvPr id="1343" name="Rectangle 257">
                <a:extLst>
                  <a:ext uri="{FF2B5EF4-FFF2-40B4-BE49-F238E27FC236}">
                    <a16:creationId xmlns:a16="http://schemas.microsoft.com/office/drawing/2014/main" id="{72D59FC1-58FA-6140-A61A-9A23AED6BE1D}"/>
                  </a:ext>
                </a:extLst>
              </p:cNvPr>
              <p:cNvSpPr>
                <a:spLocks noChangeArrowheads="1"/>
              </p:cNvSpPr>
              <p:nvPr/>
            </p:nvSpPr>
            <p:spPr bwMode="auto">
              <a:xfrm>
                <a:off x="517" y="3545"/>
                <a:ext cx="94" cy="108"/>
              </a:xfrm>
              <a:prstGeom prst="rect">
                <a:avLst/>
              </a:prstGeom>
              <a:solidFill>
                <a:srgbClr val="000000"/>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1344" name="Rectangle 258">
                <a:extLst>
                  <a:ext uri="{FF2B5EF4-FFF2-40B4-BE49-F238E27FC236}">
                    <a16:creationId xmlns:a16="http://schemas.microsoft.com/office/drawing/2014/main" id="{DD90E8AF-5786-D844-9163-A5312426FF5F}"/>
                  </a:ext>
                </a:extLst>
              </p:cNvPr>
              <p:cNvSpPr>
                <a:spLocks noChangeArrowheads="1"/>
              </p:cNvSpPr>
              <p:nvPr/>
            </p:nvSpPr>
            <p:spPr bwMode="auto">
              <a:xfrm>
                <a:off x="1115" y="3544"/>
                <a:ext cx="60" cy="108"/>
              </a:xfrm>
              <a:prstGeom prst="rect">
                <a:avLst/>
              </a:prstGeom>
              <a:solidFill>
                <a:srgbClr val="000000"/>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1345" name="Rectangle 259">
                <a:extLst>
                  <a:ext uri="{FF2B5EF4-FFF2-40B4-BE49-F238E27FC236}">
                    <a16:creationId xmlns:a16="http://schemas.microsoft.com/office/drawing/2014/main" id="{F29D8D75-D4E7-BC40-B894-F7552FDC1D88}"/>
                  </a:ext>
                </a:extLst>
              </p:cNvPr>
              <p:cNvSpPr>
                <a:spLocks noChangeArrowheads="1"/>
              </p:cNvSpPr>
              <p:nvPr/>
            </p:nvSpPr>
            <p:spPr bwMode="auto">
              <a:xfrm>
                <a:off x="504" y="3529"/>
                <a:ext cx="681" cy="138"/>
              </a:xfrm>
              <a:prstGeom prst="rect">
                <a:avLst/>
              </a:prstGeom>
              <a:noFill/>
              <a:ln w="9525">
                <a:solidFill>
                  <a:srgbClr val="000000"/>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sp>
          <p:nvSpPr>
            <p:cNvPr id="1341" name="AutoShape 356">
              <a:extLst>
                <a:ext uri="{FF2B5EF4-FFF2-40B4-BE49-F238E27FC236}">
                  <a16:creationId xmlns:a16="http://schemas.microsoft.com/office/drawing/2014/main" id="{821D161B-1E7C-EE45-B496-924C0605B72D}"/>
                </a:ext>
              </a:extLst>
            </p:cNvPr>
            <p:cNvSpPr>
              <a:spLocks noChangeArrowheads="1"/>
            </p:cNvSpPr>
            <p:nvPr/>
          </p:nvSpPr>
          <p:spPr bwMode="auto">
            <a:xfrm>
              <a:off x="341" y="859"/>
              <a:ext cx="240" cy="667"/>
            </a:xfrm>
            <a:prstGeom prst="downArrow">
              <a:avLst>
                <a:gd name="adj1" fmla="val 49167"/>
                <a:gd name="adj2" fmla="val 67511"/>
              </a:avLst>
            </a:prstGeom>
            <a:gradFill rotWithShape="1">
              <a:gsLst>
                <a:gs pos="0">
                  <a:srgbClr val="FF0000">
                    <a:alpha val="25000"/>
                  </a:srgbClr>
                </a:gs>
                <a:gs pos="100000">
                  <a:srgbClr val="FF0000">
                    <a:alpha val="25000"/>
                  </a:srgbClr>
                </a:gs>
              </a:gsLst>
              <a:lin ang="540000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grpSp>
        <p:nvGrpSpPr>
          <p:cNvPr id="1368" name="Group 389">
            <a:extLst>
              <a:ext uri="{FF2B5EF4-FFF2-40B4-BE49-F238E27FC236}">
                <a16:creationId xmlns:a16="http://schemas.microsoft.com/office/drawing/2014/main" id="{5FF729A6-CAC3-2349-9B60-CAA70F09B9AD}"/>
              </a:ext>
            </a:extLst>
          </p:cNvPr>
          <p:cNvGrpSpPr>
            <a:grpSpLocks/>
          </p:cNvGrpSpPr>
          <p:nvPr/>
        </p:nvGrpSpPr>
        <p:grpSpPr bwMode="auto">
          <a:xfrm>
            <a:off x="193675" y="2411413"/>
            <a:ext cx="1081088" cy="244475"/>
            <a:chOff x="0" y="2762"/>
            <a:chExt cx="681" cy="154"/>
          </a:xfrm>
        </p:grpSpPr>
        <p:sp>
          <p:nvSpPr>
            <p:cNvPr id="1369" name="Rectangle 388">
              <a:extLst>
                <a:ext uri="{FF2B5EF4-FFF2-40B4-BE49-F238E27FC236}">
                  <a16:creationId xmlns:a16="http://schemas.microsoft.com/office/drawing/2014/main" id="{E399C489-E20D-234E-A19C-FF79E5C6CE7A}"/>
                </a:ext>
              </a:extLst>
            </p:cNvPr>
            <p:cNvSpPr>
              <a:spLocks noChangeArrowheads="1"/>
            </p:cNvSpPr>
            <p:nvPr/>
          </p:nvSpPr>
          <p:spPr bwMode="auto">
            <a:xfrm>
              <a:off x="0" y="2768"/>
              <a:ext cx="681" cy="138"/>
            </a:xfrm>
            <a:prstGeom prst="rect">
              <a:avLst/>
            </a:prstGeom>
            <a:solidFill>
              <a:srgbClr val="FFFFFF"/>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nvGrpSpPr>
            <p:cNvPr id="1370" name="Group 376">
              <a:extLst>
                <a:ext uri="{FF2B5EF4-FFF2-40B4-BE49-F238E27FC236}">
                  <a16:creationId xmlns:a16="http://schemas.microsoft.com/office/drawing/2014/main" id="{8BFB1694-C915-7847-9185-7CD60899D026}"/>
                </a:ext>
              </a:extLst>
            </p:cNvPr>
            <p:cNvGrpSpPr>
              <a:grpSpLocks/>
            </p:cNvGrpSpPr>
            <p:nvPr/>
          </p:nvGrpSpPr>
          <p:grpSpPr bwMode="auto">
            <a:xfrm>
              <a:off x="119" y="2762"/>
              <a:ext cx="492" cy="154"/>
              <a:chOff x="723" y="3453"/>
              <a:chExt cx="492" cy="154"/>
            </a:xfrm>
          </p:grpSpPr>
          <p:grpSp>
            <p:nvGrpSpPr>
              <p:cNvPr id="1373" name="Group 377">
                <a:extLst>
                  <a:ext uri="{FF2B5EF4-FFF2-40B4-BE49-F238E27FC236}">
                    <a16:creationId xmlns:a16="http://schemas.microsoft.com/office/drawing/2014/main" id="{361FD504-1404-A149-B3B0-047E46A73E22}"/>
                  </a:ext>
                </a:extLst>
              </p:cNvPr>
              <p:cNvGrpSpPr>
                <a:grpSpLocks/>
              </p:cNvGrpSpPr>
              <p:nvPr/>
            </p:nvGrpSpPr>
            <p:grpSpPr bwMode="auto">
              <a:xfrm>
                <a:off x="836" y="3453"/>
                <a:ext cx="379" cy="154"/>
                <a:chOff x="836" y="3305"/>
                <a:chExt cx="379" cy="154"/>
              </a:xfrm>
            </p:grpSpPr>
            <p:grpSp>
              <p:nvGrpSpPr>
                <p:cNvPr id="1376" name="Group 378">
                  <a:extLst>
                    <a:ext uri="{FF2B5EF4-FFF2-40B4-BE49-F238E27FC236}">
                      <a16:creationId xmlns:a16="http://schemas.microsoft.com/office/drawing/2014/main" id="{AAC045A9-76D6-2F49-8E91-19BB1CDAAB5B}"/>
                    </a:ext>
                  </a:extLst>
                </p:cNvPr>
                <p:cNvGrpSpPr>
                  <a:grpSpLocks/>
                </p:cNvGrpSpPr>
                <p:nvPr/>
              </p:nvGrpSpPr>
              <p:grpSpPr bwMode="auto">
                <a:xfrm>
                  <a:off x="890" y="3305"/>
                  <a:ext cx="325" cy="154"/>
                  <a:chOff x="844" y="3337"/>
                  <a:chExt cx="325" cy="154"/>
                </a:xfrm>
              </p:grpSpPr>
              <p:sp>
                <p:nvSpPr>
                  <p:cNvPr id="1380" name="Rectangle 379">
                    <a:extLst>
                      <a:ext uri="{FF2B5EF4-FFF2-40B4-BE49-F238E27FC236}">
                        <a16:creationId xmlns:a16="http://schemas.microsoft.com/office/drawing/2014/main" id="{9D5B8A86-4BAE-264F-8BFD-27D84CC4E376}"/>
                      </a:ext>
                    </a:extLst>
                  </p:cNvPr>
                  <p:cNvSpPr>
                    <a:spLocks noChangeArrowheads="1"/>
                  </p:cNvSpPr>
                  <p:nvPr/>
                </p:nvSpPr>
                <p:spPr bwMode="auto">
                  <a:xfrm>
                    <a:off x="889" y="3370"/>
                    <a:ext cx="245" cy="86"/>
                  </a:xfrm>
                  <a:prstGeom prst="rect">
                    <a:avLst/>
                  </a:prstGeom>
                  <a:solidFill>
                    <a:srgbClr val="FF0000"/>
                  </a:solidFill>
                  <a:ln w="9525">
                    <a:solidFill>
                      <a:srgbClr val="FFFFFF"/>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1381" name="Text Box 380">
                    <a:extLst>
                      <a:ext uri="{FF2B5EF4-FFF2-40B4-BE49-F238E27FC236}">
                        <a16:creationId xmlns:a16="http://schemas.microsoft.com/office/drawing/2014/main" id="{D060CE99-A218-C244-9EC4-755E76B54F13}"/>
                      </a:ext>
                    </a:extLst>
                  </p:cNvPr>
                  <p:cNvSpPr txBox="1">
                    <a:spLocks noChangeArrowheads="1"/>
                  </p:cNvSpPr>
                  <p:nvPr/>
                </p:nvSpPr>
                <p:spPr bwMode="auto">
                  <a:xfrm>
                    <a:off x="844" y="3337"/>
                    <a:ext cx="325" cy="1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srgbClr val="FFFFFF"/>
                        </a:solidFill>
                        <a:effectLst/>
                        <a:uLnTx/>
                        <a:uFillTx/>
                        <a:latin typeface="Arial" charset="0"/>
                        <a:ea typeface="ＭＳ Ｐゴシック" charset="0"/>
                      </a:rPr>
                      <a:t>HTTP</a:t>
                    </a:r>
                  </a:p>
                </p:txBody>
              </p:sp>
            </p:grpSp>
            <p:grpSp>
              <p:nvGrpSpPr>
                <p:cNvPr id="1377" name="Group 381">
                  <a:extLst>
                    <a:ext uri="{FF2B5EF4-FFF2-40B4-BE49-F238E27FC236}">
                      <a16:creationId xmlns:a16="http://schemas.microsoft.com/office/drawing/2014/main" id="{4756CFF7-7124-2C43-BF13-A00B2EDF51BA}"/>
                    </a:ext>
                  </a:extLst>
                </p:cNvPr>
                <p:cNvGrpSpPr>
                  <a:grpSpLocks/>
                </p:cNvGrpSpPr>
                <p:nvPr/>
              </p:nvGrpSpPr>
              <p:grpSpPr bwMode="auto">
                <a:xfrm>
                  <a:off x="836" y="3334"/>
                  <a:ext cx="354" cy="94"/>
                  <a:chOff x="836" y="3334"/>
                  <a:chExt cx="354" cy="94"/>
                </a:xfrm>
              </p:grpSpPr>
              <p:sp>
                <p:nvSpPr>
                  <p:cNvPr id="1378" name="Rectangle 382">
                    <a:extLst>
                      <a:ext uri="{FF2B5EF4-FFF2-40B4-BE49-F238E27FC236}">
                        <a16:creationId xmlns:a16="http://schemas.microsoft.com/office/drawing/2014/main" id="{241A9728-0FEA-4540-A0EA-B61A59FBD9C3}"/>
                      </a:ext>
                    </a:extLst>
                  </p:cNvPr>
                  <p:cNvSpPr>
                    <a:spLocks noChangeArrowheads="1"/>
                  </p:cNvSpPr>
                  <p:nvPr/>
                </p:nvSpPr>
                <p:spPr bwMode="auto">
                  <a:xfrm>
                    <a:off x="846" y="3340"/>
                    <a:ext cx="88" cy="82"/>
                  </a:xfrm>
                  <a:prstGeom prst="rect">
                    <a:avLst/>
                  </a:prstGeom>
                  <a:solidFill>
                    <a:srgbClr val="00CC99"/>
                  </a:solidFill>
                  <a:ln w="9525">
                    <a:solidFill>
                      <a:srgbClr val="FFFFFF"/>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1379" name="Rectangle 383">
                    <a:extLst>
                      <a:ext uri="{FF2B5EF4-FFF2-40B4-BE49-F238E27FC236}">
                        <a16:creationId xmlns:a16="http://schemas.microsoft.com/office/drawing/2014/main" id="{D78C14E3-D995-1340-ADB9-4D5A5327F9BF}"/>
                      </a:ext>
                    </a:extLst>
                  </p:cNvPr>
                  <p:cNvSpPr>
                    <a:spLocks noChangeArrowheads="1"/>
                  </p:cNvSpPr>
                  <p:nvPr/>
                </p:nvSpPr>
                <p:spPr bwMode="auto">
                  <a:xfrm>
                    <a:off x="836" y="3334"/>
                    <a:ext cx="354" cy="94"/>
                  </a:xfrm>
                  <a:prstGeom prst="rect">
                    <a:avLst/>
                  </a:prstGeom>
                  <a:noFill/>
                  <a:ln w="9525">
                    <a:solidFill>
                      <a:srgbClr val="00CC99"/>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grpSp>
          <p:sp>
            <p:nvSpPr>
              <p:cNvPr id="1374" name="Rectangle 384">
                <a:extLst>
                  <a:ext uri="{FF2B5EF4-FFF2-40B4-BE49-F238E27FC236}">
                    <a16:creationId xmlns:a16="http://schemas.microsoft.com/office/drawing/2014/main" id="{3002B227-5C5A-C245-A8B9-F5EEF9AADBA7}"/>
                  </a:ext>
                </a:extLst>
              </p:cNvPr>
              <p:cNvSpPr>
                <a:spLocks noChangeArrowheads="1"/>
              </p:cNvSpPr>
              <p:nvPr/>
            </p:nvSpPr>
            <p:spPr bwMode="auto">
              <a:xfrm>
                <a:off x="732" y="3484"/>
                <a:ext cx="96" cy="93"/>
              </a:xfrm>
              <a:prstGeom prst="rect">
                <a:avLst/>
              </a:prstGeom>
              <a:solidFill>
                <a:srgbClr val="3333CC"/>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1375" name="Rectangle 385">
                <a:extLst>
                  <a:ext uri="{FF2B5EF4-FFF2-40B4-BE49-F238E27FC236}">
                    <a16:creationId xmlns:a16="http://schemas.microsoft.com/office/drawing/2014/main" id="{79FACD39-A2D2-2E45-AC4A-B5B1F0B51749}"/>
                  </a:ext>
                </a:extLst>
              </p:cNvPr>
              <p:cNvSpPr>
                <a:spLocks noChangeArrowheads="1"/>
              </p:cNvSpPr>
              <p:nvPr/>
            </p:nvSpPr>
            <p:spPr bwMode="auto">
              <a:xfrm>
                <a:off x="723" y="3473"/>
                <a:ext cx="480" cy="112"/>
              </a:xfrm>
              <a:prstGeom prst="rect">
                <a:avLst/>
              </a:prstGeom>
              <a:noFill/>
              <a:ln w="9525">
                <a:solidFill>
                  <a:srgbClr val="3333CC"/>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sp>
          <p:nvSpPr>
            <p:cNvPr id="1371" name="Rectangle 386">
              <a:extLst>
                <a:ext uri="{FF2B5EF4-FFF2-40B4-BE49-F238E27FC236}">
                  <a16:creationId xmlns:a16="http://schemas.microsoft.com/office/drawing/2014/main" id="{7D8F1886-A84D-7341-AA77-305A78453931}"/>
                </a:ext>
              </a:extLst>
            </p:cNvPr>
            <p:cNvSpPr>
              <a:spLocks noChangeArrowheads="1"/>
            </p:cNvSpPr>
            <p:nvPr/>
          </p:nvSpPr>
          <p:spPr bwMode="auto">
            <a:xfrm>
              <a:off x="13" y="2784"/>
              <a:ext cx="94" cy="108"/>
            </a:xfrm>
            <a:prstGeom prst="rect">
              <a:avLst/>
            </a:prstGeom>
            <a:solidFill>
              <a:srgbClr val="000000"/>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1372" name="Rectangle 387">
              <a:extLst>
                <a:ext uri="{FF2B5EF4-FFF2-40B4-BE49-F238E27FC236}">
                  <a16:creationId xmlns:a16="http://schemas.microsoft.com/office/drawing/2014/main" id="{CE065416-38D0-E342-B700-A10B7D715B5F}"/>
                </a:ext>
              </a:extLst>
            </p:cNvPr>
            <p:cNvSpPr>
              <a:spLocks noChangeArrowheads="1"/>
            </p:cNvSpPr>
            <p:nvPr/>
          </p:nvSpPr>
          <p:spPr bwMode="auto">
            <a:xfrm>
              <a:off x="611" y="2783"/>
              <a:ext cx="60" cy="108"/>
            </a:xfrm>
            <a:prstGeom prst="rect">
              <a:avLst/>
            </a:prstGeom>
            <a:solidFill>
              <a:srgbClr val="000000"/>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grpSp>
        <p:nvGrpSpPr>
          <p:cNvPr id="1382" name="Group 391">
            <a:extLst>
              <a:ext uri="{FF2B5EF4-FFF2-40B4-BE49-F238E27FC236}">
                <a16:creationId xmlns:a16="http://schemas.microsoft.com/office/drawing/2014/main" id="{1D3A8E6C-9163-1E40-91B0-9B85B7BC2F78}"/>
              </a:ext>
            </a:extLst>
          </p:cNvPr>
          <p:cNvGrpSpPr>
            <a:grpSpLocks/>
          </p:cNvGrpSpPr>
          <p:nvPr/>
        </p:nvGrpSpPr>
        <p:grpSpPr bwMode="auto">
          <a:xfrm>
            <a:off x="665163" y="4308475"/>
            <a:ext cx="1081087" cy="949325"/>
            <a:chOff x="2231" y="3555"/>
            <a:chExt cx="681" cy="598"/>
          </a:xfrm>
        </p:grpSpPr>
        <p:grpSp>
          <p:nvGrpSpPr>
            <p:cNvPr id="1383" name="Group 392">
              <a:extLst>
                <a:ext uri="{FF2B5EF4-FFF2-40B4-BE49-F238E27FC236}">
                  <a16:creationId xmlns:a16="http://schemas.microsoft.com/office/drawing/2014/main" id="{A674A9D4-6F7C-B94A-9520-EAA53D16DEC6}"/>
                </a:ext>
              </a:extLst>
            </p:cNvPr>
            <p:cNvGrpSpPr>
              <a:grpSpLocks/>
            </p:cNvGrpSpPr>
            <p:nvPr/>
          </p:nvGrpSpPr>
          <p:grpSpPr bwMode="auto">
            <a:xfrm>
              <a:off x="2231" y="3684"/>
              <a:ext cx="681" cy="469"/>
              <a:chOff x="152" y="970"/>
              <a:chExt cx="681" cy="469"/>
            </a:xfrm>
          </p:grpSpPr>
          <p:grpSp>
            <p:nvGrpSpPr>
              <p:cNvPr id="1387" name="Group 393">
                <a:extLst>
                  <a:ext uri="{FF2B5EF4-FFF2-40B4-BE49-F238E27FC236}">
                    <a16:creationId xmlns:a16="http://schemas.microsoft.com/office/drawing/2014/main" id="{ECA31A49-36D5-D046-A36F-1F01D8226882}"/>
                  </a:ext>
                </a:extLst>
              </p:cNvPr>
              <p:cNvGrpSpPr>
                <a:grpSpLocks/>
              </p:cNvGrpSpPr>
              <p:nvPr/>
            </p:nvGrpSpPr>
            <p:grpSpPr bwMode="auto">
              <a:xfrm>
                <a:off x="386" y="970"/>
                <a:ext cx="379" cy="154"/>
                <a:chOff x="740" y="3209"/>
                <a:chExt cx="379" cy="154"/>
              </a:xfrm>
            </p:grpSpPr>
            <p:grpSp>
              <p:nvGrpSpPr>
                <p:cNvPr id="1412" name="Group 394">
                  <a:extLst>
                    <a:ext uri="{FF2B5EF4-FFF2-40B4-BE49-F238E27FC236}">
                      <a16:creationId xmlns:a16="http://schemas.microsoft.com/office/drawing/2014/main" id="{4D848505-175F-5146-A9DC-10D8133DEA22}"/>
                    </a:ext>
                  </a:extLst>
                </p:cNvPr>
                <p:cNvGrpSpPr>
                  <a:grpSpLocks/>
                </p:cNvGrpSpPr>
                <p:nvPr/>
              </p:nvGrpSpPr>
              <p:grpSpPr bwMode="auto">
                <a:xfrm>
                  <a:off x="794" y="3209"/>
                  <a:ext cx="325" cy="154"/>
                  <a:chOff x="844" y="3337"/>
                  <a:chExt cx="325" cy="154"/>
                </a:xfrm>
              </p:grpSpPr>
              <p:sp>
                <p:nvSpPr>
                  <p:cNvPr id="1415" name="Rectangle 395">
                    <a:extLst>
                      <a:ext uri="{FF2B5EF4-FFF2-40B4-BE49-F238E27FC236}">
                        <a16:creationId xmlns:a16="http://schemas.microsoft.com/office/drawing/2014/main" id="{1B7B2BFE-FCCC-0443-9DE6-4C9F521507A4}"/>
                      </a:ext>
                    </a:extLst>
                  </p:cNvPr>
                  <p:cNvSpPr>
                    <a:spLocks noChangeArrowheads="1"/>
                  </p:cNvSpPr>
                  <p:nvPr/>
                </p:nvSpPr>
                <p:spPr bwMode="auto">
                  <a:xfrm>
                    <a:off x="889" y="3370"/>
                    <a:ext cx="245" cy="86"/>
                  </a:xfrm>
                  <a:prstGeom prst="rect">
                    <a:avLst/>
                  </a:prstGeom>
                  <a:solidFill>
                    <a:srgbClr val="FF0000"/>
                  </a:solidFill>
                  <a:ln w="9525">
                    <a:solidFill>
                      <a:srgbClr val="FFFFFF"/>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1416" name="Text Box 396">
                    <a:extLst>
                      <a:ext uri="{FF2B5EF4-FFF2-40B4-BE49-F238E27FC236}">
                        <a16:creationId xmlns:a16="http://schemas.microsoft.com/office/drawing/2014/main" id="{5EBE232F-06DA-C84A-B28A-9D91E0CB5E5E}"/>
                      </a:ext>
                    </a:extLst>
                  </p:cNvPr>
                  <p:cNvSpPr txBox="1">
                    <a:spLocks noChangeArrowheads="1"/>
                  </p:cNvSpPr>
                  <p:nvPr/>
                </p:nvSpPr>
                <p:spPr bwMode="auto">
                  <a:xfrm>
                    <a:off x="844" y="3337"/>
                    <a:ext cx="325" cy="1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srgbClr val="FFFFFF"/>
                        </a:solidFill>
                        <a:effectLst/>
                        <a:uLnTx/>
                        <a:uFillTx/>
                        <a:latin typeface="Arial" charset="0"/>
                        <a:ea typeface="ＭＳ Ｐゴシック" charset="0"/>
                      </a:rPr>
                      <a:t>HTTP</a:t>
                    </a:r>
                  </a:p>
                </p:txBody>
              </p:sp>
            </p:grpSp>
            <p:sp>
              <p:nvSpPr>
                <p:cNvPr id="1413" name="Rectangle 397">
                  <a:extLst>
                    <a:ext uri="{FF2B5EF4-FFF2-40B4-BE49-F238E27FC236}">
                      <a16:creationId xmlns:a16="http://schemas.microsoft.com/office/drawing/2014/main" id="{3165F2EA-E309-9D44-B809-074990ED4395}"/>
                    </a:ext>
                  </a:extLst>
                </p:cNvPr>
                <p:cNvSpPr>
                  <a:spLocks noChangeArrowheads="1"/>
                </p:cNvSpPr>
                <p:nvPr/>
              </p:nvSpPr>
              <p:spPr bwMode="auto">
                <a:xfrm>
                  <a:off x="750" y="3244"/>
                  <a:ext cx="88" cy="82"/>
                </a:xfrm>
                <a:prstGeom prst="rect">
                  <a:avLst/>
                </a:prstGeom>
                <a:solidFill>
                  <a:srgbClr val="00CC99"/>
                </a:solidFill>
                <a:ln w="9525">
                  <a:solidFill>
                    <a:srgbClr val="FFFFFF"/>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1414" name="Rectangle 398">
                  <a:extLst>
                    <a:ext uri="{FF2B5EF4-FFF2-40B4-BE49-F238E27FC236}">
                      <a16:creationId xmlns:a16="http://schemas.microsoft.com/office/drawing/2014/main" id="{347F2916-D218-544D-BCF9-22D27D084E38}"/>
                    </a:ext>
                  </a:extLst>
                </p:cNvPr>
                <p:cNvSpPr>
                  <a:spLocks noChangeArrowheads="1"/>
                </p:cNvSpPr>
                <p:nvPr/>
              </p:nvSpPr>
              <p:spPr bwMode="auto">
                <a:xfrm>
                  <a:off x="740" y="3238"/>
                  <a:ext cx="354" cy="94"/>
                </a:xfrm>
                <a:prstGeom prst="rect">
                  <a:avLst/>
                </a:prstGeom>
                <a:noFill/>
                <a:ln w="9525">
                  <a:solidFill>
                    <a:srgbClr val="00CC99"/>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grpSp>
            <p:nvGrpSpPr>
              <p:cNvPr id="1388" name="Group 399">
                <a:extLst>
                  <a:ext uri="{FF2B5EF4-FFF2-40B4-BE49-F238E27FC236}">
                    <a16:creationId xmlns:a16="http://schemas.microsoft.com/office/drawing/2014/main" id="{F06582F6-491B-3C4A-9DBF-38DAE177E3FB}"/>
                  </a:ext>
                </a:extLst>
              </p:cNvPr>
              <p:cNvGrpSpPr>
                <a:grpSpLocks/>
              </p:cNvGrpSpPr>
              <p:nvPr/>
            </p:nvGrpSpPr>
            <p:grpSpPr bwMode="auto">
              <a:xfrm>
                <a:off x="386" y="1118"/>
                <a:ext cx="379" cy="154"/>
                <a:chOff x="836" y="3305"/>
                <a:chExt cx="379" cy="154"/>
              </a:xfrm>
            </p:grpSpPr>
            <p:grpSp>
              <p:nvGrpSpPr>
                <p:cNvPr id="1406" name="Group 400">
                  <a:extLst>
                    <a:ext uri="{FF2B5EF4-FFF2-40B4-BE49-F238E27FC236}">
                      <a16:creationId xmlns:a16="http://schemas.microsoft.com/office/drawing/2014/main" id="{2B3331E0-1512-1948-88F6-2A59A45EE2AA}"/>
                    </a:ext>
                  </a:extLst>
                </p:cNvPr>
                <p:cNvGrpSpPr>
                  <a:grpSpLocks/>
                </p:cNvGrpSpPr>
                <p:nvPr/>
              </p:nvGrpSpPr>
              <p:grpSpPr bwMode="auto">
                <a:xfrm>
                  <a:off x="890" y="3305"/>
                  <a:ext cx="325" cy="154"/>
                  <a:chOff x="844" y="3337"/>
                  <a:chExt cx="325" cy="154"/>
                </a:xfrm>
              </p:grpSpPr>
              <p:sp>
                <p:nvSpPr>
                  <p:cNvPr id="1410" name="Rectangle 401">
                    <a:extLst>
                      <a:ext uri="{FF2B5EF4-FFF2-40B4-BE49-F238E27FC236}">
                        <a16:creationId xmlns:a16="http://schemas.microsoft.com/office/drawing/2014/main" id="{6CB9829F-BDFE-534D-A81C-6B9032869762}"/>
                      </a:ext>
                    </a:extLst>
                  </p:cNvPr>
                  <p:cNvSpPr>
                    <a:spLocks noChangeArrowheads="1"/>
                  </p:cNvSpPr>
                  <p:nvPr/>
                </p:nvSpPr>
                <p:spPr bwMode="auto">
                  <a:xfrm>
                    <a:off x="889" y="3370"/>
                    <a:ext cx="245" cy="86"/>
                  </a:xfrm>
                  <a:prstGeom prst="rect">
                    <a:avLst/>
                  </a:prstGeom>
                  <a:solidFill>
                    <a:srgbClr val="FF0000"/>
                  </a:solidFill>
                  <a:ln w="9525">
                    <a:solidFill>
                      <a:srgbClr val="FFFFFF"/>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1411" name="Text Box 402">
                    <a:extLst>
                      <a:ext uri="{FF2B5EF4-FFF2-40B4-BE49-F238E27FC236}">
                        <a16:creationId xmlns:a16="http://schemas.microsoft.com/office/drawing/2014/main" id="{BF046B08-009C-B54A-845D-3EA97CF8A40F}"/>
                      </a:ext>
                    </a:extLst>
                  </p:cNvPr>
                  <p:cNvSpPr txBox="1">
                    <a:spLocks noChangeArrowheads="1"/>
                  </p:cNvSpPr>
                  <p:nvPr/>
                </p:nvSpPr>
                <p:spPr bwMode="auto">
                  <a:xfrm>
                    <a:off x="844" y="3337"/>
                    <a:ext cx="325" cy="1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srgbClr val="FFFFFF"/>
                        </a:solidFill>
                        <a:effectLst/>
                        <a:uLnTx/>
                        <a:uFillTx/>
                        <a:latin typeface="Arial" charset="0"/>
                        <a:ea typeface="ＭＳ Ｐゴシック" charset="0"/>
                      </a:rPr>
                      <a:t>HTTP</a:t>
                    </a:r>
                  </a:p>
                </p:txBody>
              </p:sp>
            </p:grpSp>
            <p:grpSp>
              <p:nvGrpSpPr>
                <p:cNvPr id="1407" name="Group 403">
                  <a:extLst>
                    <a:ext uri="{FF2B5EF4-FFF2-40B4-BE49-F238E27FC236}">
                      <a16:creationId xmlns:a16="http://schemas.microsoft.com/office/drawing/2014/main" id="{14C1AB36-B354-F748-BB41-D28297A570CD}"/>
                    </a:ext>
                  </a:extLst>
                </p:cNvPr>
                <p:cNvGrpSpPr>
                  <a:grpSpLocks/>
                </p:cNvGrpSpPr>
                <p:nvPr/>
              </p:nvGrpSpPr>
              <p:grpSpPr bwMode="auto">
                <a:xfrm>
                  <a:off x="836" y="3334"/>
                  <a:ext cx="354" cy="94"/>
                  <a:chOff x="836" y="3334"/>
                  <a:chExt cx="354" cy="94"/>
                </a:xfrm>
              </p:grpSpPr>
              <p:sp>
                <p:nvSpPr>
                  <p:cNvPr id="1408" name="Rectangle 404">
                    <a:extLst>
                      <a:ext uri="{FF2B5EF4-FFF2-40B4-BE49-F238E27FC236}">
                        <a16:creationId xmlns:a16="http://schemas.microsoft.com/office/drawing/2014/main" id="{92BCB4D4-EE6B-3A4F-90D1-058BD26F8272}"/>
                      </a:ext>
                    </a:extLst>
                  </p:cNvPr>
                  <p:cNvSpPr>
                    <a:spLocks noChangeArrowheads="1"/>
                  </p:cNvSpPr>
                  <p:nvPr/>
                </p:nvSpPr>
                <p:spPr bwMode="auto">
                  <a:xfrm>
                    <a:off x="846" y="3340"/>
                    <a:ext cx="88" cy="82"/>
                  </a:xfrm>
                  <a:prstGeom prst="rect">
                    <a:avLst/>
                  </a:prstGeom>
                  <a:solidFill>
                    <a:srgbClr val="00CC99"/>
                  </a:solidFill>
                  <a:ln w="9525">
                    <a:solidFill>
                      <a:srgbClr val="FFFFFF"/>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1409" name="Rectangle 405">
                    <a:extLst>
                      <a:ext uri="{FF2B5EF4-FFF2-40B4-BE49-F238E27FC236}">
                        <a16:creationId xmlns:a16="http://schemas.microsoft.com/office/drawing/2014/main" id="{9DE8286C-561B-0248-8949-7BED3AE9343E}"/>
                      </a:ext>
                    </a:extLst>
                  </p:cNvPr>
                  <p:cNvSpPr>
                    <a:spLocks noChangeArrowheads="1"/>
                  </p:cNvSpPr>
                  <p:nvPr/>
                </p:nvSpPr>
                <p:spPr bwMode="auto">
                  <a:xfrm>
                    <a:off x="836" y="3334"/>
                    <a:ext cx="354" cy="94"/>
                  </a:xfrm>
                  <a:prstGeom prst="rect">
                    <a:avLst/>
                  </a:prstGeom>
                  <a:noFill/>
                  <a:ln w="9525">
                    <a:solidFill>
                      <a:srgbClr val="00CC99"/>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grpSp>
          <p:grpSp>
            <p:nvGrpSpPr>
              <p:cNvPr id="1389" name="Group 406">
                <a:extLst>
                  <a:ext uri="{FF2B5EF4-FFF2-40B4-BE49-F238E27FC236}">
                    <a16:creationId xmlns:a16="http://schemas.microsoft.com/office/drawing/2014/main" id="{8DE10AE3-BBFE-BE40-96BF-7BE290E4E2EC}"/>
                  </a:ext>
                </a:extLst>
              </p:cNvPr>
              <p:cNvGrpSpPr>
                <a:grpSpLocks/>
              </p:cNvGrpSpPr>
              <p:nvPr/>
            </p:nvGrpSpPr>
            <p:grpSpPr bwMode="auto">
              <a:xfrm>
                <a:off x="273" y="1138"/>
                <a:ext cx="480" cy="112"/>
                <a:chOff x="627" y="3377"/>
                <a:chExt cx="480" cy="112"/>
              </a:xfrm>
            </p:grpSpPr>
            <p:sp>
              <p:nvSpPr>
                <p:cNvPr id="1404" name="Rectangle 407">
                  <a:extLst>
                    <a:ext uri="{FF2B5EF4-FFF2-40B4-BE49-F238E27FC236}">
                      <a16:creationId xmlns:a16="http://schemas.microsoft.com/office/drawing/2014/main" id="{398CBED0-24D0-4848-B4EC-C60335559EEA}"/>
                    </a:ext>
                  </a:extLst>
                </p:cNvPr>
                <p:cNvSpPr>
                  <a:spLocks noChangeArrowheads="1"/>
                </p:cNvSpPr>
                <p:nvPr/>
              </p:nvSpPr>
              <p:spPr bwMode="auto">
                <a:xfrm>
                  <a:off x="636" y="3388"/>
                  <a:ext cx="96" cy="93"/>
                </a:xfrm>
                <a:prstGeom prst="rect">
                  <a:avLst/>
                </a:prstGeom>
                <a:solidFill>
                  <a:srgbClr val="3333CC"/>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1405" name="Rectangle 408">
                  <a:extLst>
                    <a:ext uri="{FF2B5EF4-FFF2-40B4-BE49-F238E27FC236}">
                      <a16:creationId xmlns:a16="http://schemas.microsoft.com/office/drawing/2014/main" id="{F397ABF4-0C69-5B41-89DC-2D08E00F3978}"/>
                    </a:ext>
                  </a:extLst>
                </p:cNvPr>
                <p:cNvSpPr>
                  <a:spLocks noChangeArrowheads="1"/>
                </p:cNvSpPr>
                <p:nvPr/>
              </p:nvSpPr>
              <p:spPr bwMode="auto">
                <a:xfrm>
                  <a:off x="627" y="3377"/>
                  <a:ext cx="480" cy="112"/>
                </a:xfrm>
                <a:prstGeom prst="rect">
                  <a:avLst/>
                </a:prstGeom>
                <a:noFill/>
                <a:ln w="9525">
                  <a:solidFill>
                    <a:srgbClr val="3333CC"/>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grpSp>
            <p:nvGrpSpPr>
              <p:cNvPr id="1390" name="Group 409">
                <a:extLst>
                  <a:ext uri="{FF2B5EF4-FFF2-40B4-BE49-F238E27FC236}">
                    <a16:creationId xmlns:a16="http://schemas.microsoft.com/office/drawing/2014/main" id="{819ED642-BF66-A94A-97DC-306DF96BBFDF}"/>
                  </a:ext>
                </a:extLst>
              </p:cNvPr>
              <p:cNvGrpSpPr>
                <a:grpSpLocks/>
              </p:cNvGrpSpPr>
              <p:nvPr/>
            </p:nvGrpSpPr>
            <p:grpSpPr bwMode="auto">
              <a:xfrm>
                <a:off x="152" y="1285"/>
                <a:ext cx="681" cy="154"/>
                <a:chOff x="504" y="3523"/>
                <a:chExt cx="681" cy="154"/>
              </a:xfrm>
            </p:grpSpPr>
            <p:grpSp>
              <p:nvGrpSpPr>
                <p:cNvPr id="1391" name="Group 410">
                  <a:extLst>
                    <a:ext uri="{FF2B5EF4-FFF2-40B4-BE49-F238E27FC236}">
                      <a16:creationId xmlns:a16="http://schemas.microsoft.com/office/drawing/2014/main" id="{27961D25-0616-CA42-9129-0E007FA92F84}"/>
                    </a:ext>
                  </a:extLst>
                </p:cNvPr>
                <p:cNvGrpSpPr>
                  <a:grpSpLocks/>
                </p:cNvGrpSpPr>
                <p:nvPr/>
              </p:nvGrpSpPr>
              <p:grpSpPr bwMode="auto">
                <a:xfrm>
                  <a:off x="623" y="3523"/>
                  <a:ext cx="492" cy="154"/>
                  <a:chOff x="723" y="3453"/>
                  <a:chExt cx="492" cy="154"/>
                </a:xfrm>
              </p:grpSpPr>
              <p:grpSp>
                <p:nvGrpSpPr>
                  <p:cNvPr id="1395" name="Group 411">
                    <a:extLst>
                      <a:ext uri="{FF2B5EF4-FFF2-40B4-BE49-F238E27FC236}">
                        <a16:creationId xmlns:a16="http://schemas.microsoft.com/office/drawing/2014/main" id="{88AB7FD9-A804-4E47-8E9D-B9E88C6B0354}"/>
                      </a:ext>
                    </a:extLst>
                  </p:cNvPr>
                  <p:cNvGrpSpPr>
                    <a:grpSpLocks/>
                  </p:cNvGrpSpPr>
                  <p:nvPr/>
                </p:nvGrpSpPr>
                <p:grpSpPr bwMode="auto">
                  <a:xfrm>
                    <a:off x="836" y="3453"/>
                    <a:ext cx="379" cy="154"/>
                    <a:chOff x="836" y="3305"/>
                    <a:chExt cx="379" cy="154"/>
                  </a:xfrm>
                </p:grpSpPr>
                <p:grpSp>
                  <p:nvGrpSpPr>
                    <p:cNvPr id="1398" name="Group 412">
                      <a:extLst>
                        <a:ext uri="{FF2B5EF4-FFF2-40B4-BE49-F238E27FC236}">
                          <a16:creationId xmlns:a16="http://schemas.microsoft.com/office/drawing/2014/main" id="{D14E5602-12F4-B74A-8804-5BC51007E9F1}"/>
                        </a:ext>
                      </a:extLst>
                    </p:cNvPr>
                    <p:cNvGrpSpPr>
                      <a:grpSpLocks/>
                    </p:cNvGrpSpPr>
                    <p:nvPr/>
                  </p:nvGrpSpPr>
                  <p:grpSpPr bwMode="auto">
                    <a:xfrm>
                      <a:off x="890" y="3305"/>
                      <a:ext cx="325" cy="154"/>
                      <a:chOff x="844" y="3337"/>
                      <a:chExt cx="325" cy="154"/>
                    </a:xfrm>
                  </p:grpSpPr>
                  <p:sp>
                    <p:nvSpPr>
                      <p:cNvPr id="1402" name="Rectangle 413">
                        <a:extLst>
                          <a:ext uri="{FF2B5EF4-FFF2-40B4-BE49-F238E27FC236}">
                            <a16:creationId xmlns:a16="http://schemas.microsoft.com/office/drawing/2014/main" id="{1538BE46-64CA-5D4A-8631-B40DF60A8733}"/>
                          </a:ext>
                        </a:extLst>
                      </p:cNvPr>
                      <p:cNvSpPr>
                        <a:spLocks noChangeArrowheads="1"/>
                      </p:cNvSpPr>
                      <p:nvPr/>
                    </p:nvSpPr>
                    <p:spPr bwMode="auto">
                      <a:xfrm>
                        <a:off x="889" y="3370"/>
                        <a:ext cx="245" cy="86"/>
                      </a:xfrm>
                      <a:prstGeom prst="rect">
                        <a:avLst/>
                      </a:prstGeom>
                      <a:solidFill>
                        <a:srgbClr val="FF0000"/>
                      </a:solidFill>
                      <a:ln w="9525">
                        <a:solidFill>
                          <a:srgbClr val="FFFFFF"/>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1403" name="Text Box 414">
                        <a:extLst>
                          <a:ext uri="{FF2B5EF4-FFF2-40B4-BE49-F238E27FC236}">
                            <a16:creationId xmlns:a16="http://schemas.microsoft.com/office/drawing/2014/main" id="{98BC5D4F-31BF-2A4D-8E15-113129FDE3D3}"/>
                          </a:ext>
                        </a:extLst>
                      </p:cNvPr>
                      <p:cNvSpPr txBox="1">
                        <a:spLocks noChangeArrowheads="1"/>
                      </p:cNvSpPr>
                      <p:nvPr/>
                    </p:nvSpPr>
                    <p:spPr bwMode="auto">
                      <a:xfrm>
                        <a:off x="844" y="3337"/>
                        <a:ext cx="325" cy="1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srgbClr val="FFFFFF"/>
                            </a:solidFill>
                            <a:effectLst/>
                            <a:uLnTx/>
                            <a:uFillTx/>
                            <a:latin typeface="Arial" charset="0"/>
                            <a:ea typeface="ＭＳ Ｐゴシック" charset="0"/>
                          </a:rPr>
                          <a:t>HTTP</a:t>
                        </a:r>
                      </a:p>
                    </p:txBody>
                  </p:sp>
                </p:grpSp>
                <p:grpSp>
                  <p:nvGrpSpPr>
                    <p:cNvPr id="1399" name="Group 415">
                      <a:extLst>
                        <a:ext uri="{FF2B5EF4-FFF2-40B4-BE49-F238E27FC236}">
                          <a16:creationId xmlns:a16="http://schemas.microsoft.com/office/drawing/2014/main" id="{F8E7AA7B-7457-2048-A1CB-FCD0F323A5AD}"/>
                        </a:ext>
                      </a:extLst>
                    </p:cNvPr>
                    <p:cNvGrpSpPr>
                      <a:grpSpLocks/>
                    </p:cNvGrpSpPr>
                    <p:nvPr/>
                  </p:nvGrpSpPr>
                  <p:grpSpPr bwMode="auto">
                    <a:xfrm>
                      <a:off x="836" y="3334"/>
                      <a:ext cx="354" cy="94"/>
                      <a:chOff x="836" y="3334"/>
                      <a:chExt cx="354" cy="94"/>
                    </a:xfrm>
                  </p:grpSpPr>
                  <p:sp>
                    <p:nvSpPr>
                      <p:cNvPr id="1400" name="Rectangle 416">
                        <a:extLst>
                          <a:ext uri="{FF2B5EF4-FFF2-40B4-BE49-F238E27FC236}">
                            <a16:creationId xmlns:a16="http://schemas.microsoft.com/office/drawing/2014/main" id="{9A530D9A-28C0-DA45-B8C2-416245B60655}"/>
                          </a:ext>
                        </a:extLst>
                      </p:cNvPr>
                      <p:cNvSpPr>
                        <a:spLocks noChangeArrowheads="1"/>
                      </p:cNvSpPr>
                      <p:nvPr/>
                    </p:nvSpPr>
                    <p:spPr bwMode="auto">
                      <a:xfrm>
                        <a:off x="846" y="3340"/>
                        <a:ext cx="88" cy="82"/>
                      </a:xfrm>
                      <a:prstGeom prst="rect">
                        <a:avLst/>
                      </a:prstGeom>
                      <a:solidFill>
                        <a:srgbClr val="00CC99"/>
                      </a:solidFill>
                      <a:ln w="9525">
                        <a:solidFill>
                          <a:srgbClr val="FFFFFF"/>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1401" name="Rectangle 417">
                        <a:extLst>
                          <a:ext uri="{FF2B5EF4-FFF2-40B4-BE49-F238E27FC236}">
                            <a16:creationId xmlns:a16="http://schemas.microsoft.com/office/drawing/2014/main" id="{E8D004B1-9E38-DB47-9093-6438F10B1363}"/>
                          </a:ext>
                        </a:extLst>
                      </p:cNvPr>
                      <p:cNvSpPr>
                        <a:spLocks noChangeArrowheads="1"/>
                      </p:cNvSpPr>
                      <p:nvPr/>
                    </p:nvSpPr>
                    <p:spPr bwMode="auto">
                      <a:xfrm>
                        <a:off x="836" y="3334"/>
                        <a:ext cx="354" cy="94"/>
                      </a:xfrm>
                      <a:prstGeom prst="rect">
                        <a:avLst/>
                      </a:prstGeom>
                      <a:noFill/>
                      <a:ln w="9525">
                        <a:solidFill>
                          <a:srgbClr val="00CC99"/>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grpSp>
              <p:sp>
                <p:nvSpPr>
                  <p:cNvPr id="1396" name="Rectangle 418">
                    <a:extLst>
                      <a:ext uri="{FF2B5EF4-FFF2-40B4-BE49-F238E27FC236}">
                        <a16:creationId xmlns:a16="http://schemas.microsoft.com/office/drawing/2014/main" id="{51FC546D-DB83-D444-A1E1-5B29F5568ADE}"/>
                      </a:ext>
                    </a:extLst>
                  </p:cNvPr>
                  <p:cNvSpPr>
                    <a:spLocks noChangeArrowheads="1"/>
                  </p:cNvSpPr>
                  <p:nvPr/>
                </p:nvSpPr>
                <p:spPr bwMode="auto">
                  <a:xfrm>
                    <a:off x="732" y="3484"/>
                    <a:ext cx="96" cy="93"/>
                  </a:xfrm>
                  <a:prstGeom prst="rect">
                    <a:avLst/>
                  </a:prstGeom>
                  <a:solidFill>
                    <a:srgbClr val="3333CC"/>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1397" name="Rectangle 419">
                    <a:extLst>
                      <a:ext uri="{FF2B5EF4-FFF2-40B4-BE49-F238E27FC236}">
                        <a16:creationId xmlns:a16="http://schemas.microsoft.com/office/drawing/2014/main" id="{1EE5FD5E-781E-E945-A579-35AC91704AB4}"/>
                      </a:ext>
                    </a:extLst>
                  </p:cNvPr>
                  <p:cNvSpPr>
                    <a:spLocks noChangeArrowheads="1"/>
                  </p:cNvSpPr>
                  <p:nvPr/>
                </p:nvSpPr>
                <p:spPr bwMode="auto">
                  <a:xfrm>
                    <a:off x="723" y="3473"/>
                    <a:ext cx="480" cy="112"/>
                  </a:xfrm>
                  <a:prstGeom prst="rect">
                    <a:avLst/>
                  </a:prstGeom>
                  <a:noFill/>
                  <a:ln w="9525">
                    <a:solidFill>
                      <a:srgbClr val="3333CC"/>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sp>
              <p:nvSpPr>
                <p:cNvPr id="1392" name="Rectangle 420">
                  <a:extLst>
                    <a:ext uri="{FF2B5EF4-FFF2-40B4-BE49-F238E27FC236}">
                      <a16:creationId xmlns:a16="http://schemas.microsoft.com/office/drawing/2014/main" id="{CC7E642E-916D-4741-8C6E-2D74E8F4EA75}"/>
                    </a:ext>
                  </a:extLst>
                </p:cNvPr>
                <p:cNvSpPr>
                  <a:spLocks noChangeArrowheads="1"/>
                </p:cNvSpPr>
                <p:nvPr/>
              </p:nvSpPr>
              <p:spPr bwMode="auto">
                <a:xfrm>
                  <a:off x="517" y="3545"/>
                  <a:ext cx="94" cy="108"/>
                </a:xfrm>
                <a:prstGeom prst="rect">
                  <a:avLst/>
                </a:prstGeom>
                <a:solidFill>
                  <a:srgbClr val="000000"/>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1393" name="Rectangle 421">
                  <a:extLst>
                    <a:ext uri="{FF2B5EF4-FFF2-40B4-BE49-F238E27FC236}">
                      <a16:creationId xmlns:a16="http://schemas.microsoft.com/office/drawing/2014/main" id="{3CD93751-BB57-E447-9D5E-3A454DEA4791}"/>
                    </a:ext>
                  </a:extLst>
                </p:cNvPr>
                <p:cNvSpPr>
                  <a:spLocks noChangeArrowheads="1"/>
                </p:cNvSpPr>
                <p:nvPr/>
              </p:nvSpPr>
              <p:spPr bwMode="auto">
                <a:xfrm>
                  <a:off x="1115" y="3544"/>
                  <a:ext cx="60" cy="108"/>
                </a:xfrm>
                <a:prstGeom prst="rect">
                  <a:avLst/>
                </a:prstGeom>
                <a:solidFill>
                  <a:srgbClr val="000000"/>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1394" name="Rectangle 422">
                  <a:extLst>
                    <a:ext uri="{FF2B5EF4-FFF2-40B4-BE49-F238E27FC236}">
                      <a16:creationId xmlns:a16="http://schemas.microsoft.com/office/drawing/2014/main" id="{9BFC2B4B-48CE-FA4B-944F-9260DEDC6905}"/>
                    </a:ext>
                  </a:extLst>
                </p:cNvPr>
                <p:cNvSpPr>
                  <a:spLocks noChangeArrowheads="1"/>
                </p:cNvSpPr>
                <p:nvPr/>
              </p:nvSpPr>
              <p:spPr bwMode="auto">
                <a:xfrm>
                  <a:off x="504" y="3529"/>
                  <a:ext cx="681" cy="138"/>
                </a:xfrm>
                <a:prstGeom prst="rect">
                  <a:avLst/>
                </a:prstGeom>
                <a:noFill/>
                <a:ln w="9525">
                  <a:solidFill>
                    <a:srgbClr val="000000"/>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grpSp>
        <p:grpSp>
          <p:nvGrpSpPr>
            <p:cNvPr id="1384" name="Group 423">
              <a:extLst>
                <a:ext uri="{FF2B5EF4-FFF2-40B4-BE49-F238E27FC236}">
                  <a16:creationId xmlns:a16="http://schemas.microsoft.com/office/drawing/2014/main" id="{56B3D7BE-60AE-B744-BD7F-65431AF8A627}"/>
                </a:ext>
              </a:extLst>
            </p:cNvPr>
            <p:cNvGrpSpPr>
              <a:grpSpLocks/>
            </p:cNvGrpSpPr>
            <p:nvPr/>
          </p:nvGrpSpPr>
          <p:grpSpPr bwMode="auto">
            <a:xfrm>
              <a:off x="2517" y="3555"/>
              <a:ext cx="325" cy="154"/>
              <a:chOff x="844" y="3337"/>
              <a:chExt cx="325" cy="154"/>
            </a:xfrm>
          </p:grpSpPr>
          <p:sp>
            <p:nvSpPr>
              <p:cNvPr id="1385" name="Rectangle 424">
                <a:extLst>
                  <a:ext uri="{FF2B5EF4-FFF2-40B4-BE49-F238E27FC236}">
                    <a16:creationId xmlns:a16="http://schemas.microsoft.com/office/drawing/2014/main" id="{078E811A-5E74-2C43-9551-F7CA4814E1D2}"/>
                  </a:ext>
                </a:extLst>
              </p:cNvPr>
              <p:cNvSpPr>
                <a:spLocks noChangeArrowheads="1"/>
              </p:cNvSpPr>
              <p:nvPr/>
            </p:nvSpPr>
            <p:spPr bwMode="auto">
              <a:xfrm>
                <a:off x="889" y="3370"/>
                <a:ext cx="245" cy="86"/>
              </a:xfrm>
              <a:prstGeom prst="rect">
                <a:avLst/>
              </a:prstGeom>
              <a:solidFill>
                <a:srgbClr val="FF0000"/>
              </a:solidFill>
              <a:ln w="9525">
                <a:solidFill>
                  <a:srgbClr val="FFFFFF"/>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1386" name="Text Box 425">
                <a:extLst>
                  <a:ext uri="{FF2B5EF4-FFF2-40B4-BE49-F238E27FC236}">
                    <a16:creationId xmlns:a16="http://schemas.microsoft.com/office/drawing/2014/main" id="{C98D3C61-0CBD-0E48-9913-A3ACE809D1F0}"/>
                  </a:ext>
                </a:extLst>
              </p:cNvPr>
              <p:cNvSpPr txBox="1">
                <a:spLocks noChangeArrowheads="1"/>
              </p:cNvSpPr>
              <p:nvPr/>
            </p:nvSpPr>
            <p:spPr bwMode="auto">
              <a:xfrm>
                <a:off x="844" y="3337"/>
                <a:ext cx="325" cy="1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srgbClr val="FFFFFF"/>
                    </a:solidFill>
                    <a:effectLst/>
                    <a:uLnTx/>
                    <a:uFillTx/>
                    <a:latin typeface="Arial" charset="0"/>
                    <a:ea typeface="ＭＳ Ｐゴシック" charset="0"/>
                  </a:rPr>
                  <a:t>HTTP</a:t>
                </a:r>
              </a:p>
            </p:txBody>
          </p:sp>
        </p:grpSp>
      </p:grpSp>
      <p:grpSp>
        <p:nvGrpSpPr>
          <p:cNvPr id="1417" name="Group 477">
            <a:extLst>
              <a:ext uri="{FF2B5EF4-FFF2-40B4-BE49-F238E27FC236}">
                <a16:creationId xmlns:a16="http://schemas.microsoft.com/office/drawing/2014/main" id="{211C3B45-DEF5-3748-8F2C-7B72A758CBEC}"/>
              </a:ext>
            </a:extLst>
          </p:cNvPr>
          <p:cNvGrpSpPr>
            <a:grpSpLocks/>
          </p:cNvGrpSpPr>
          <p:nvPr/>
        </p:nvGrpSpPr>
        <p:grpSpPr bwMode="auto">
          <a:xfrm>
            <a:off x="177800" y="1639888"/>
            <a:ext cx="1081088" cy="1016000"/>
            <a:chOff x="2256" y="3531"/>
            <a:chExt cx="681" cy="640"/>
          </a:xfrm>
        </p:grpSpPr>
        <p:grpSp>
          <p:nvGrpSpPr>
            <p:cNvPr id="1418" name="Group 321">
              <a:extLst>
                <a:ext uri="{FF2B5EF4-FFF2-40B4-BE49-F238E27FC236}">
                  <a16:creationId xmlns:a16="http://schemas.microsoft.com/office/drawing/2014/main" id="{51DFE365-F84E-B542-A999-2F3E40E5DFC5}"/>
                </a:ext>
              </a:extLst>
            </p:cNvPr>
            <p:cNvGrpSpPr>
              <a:grpSpLocks/>
            </p:cNvGrpSpPr>
            <p:nvPr/>
          </p:nvGrpSpPr>
          <p:grpSpPr bwMode="auto">
            <a:xfrm>
              <a:off x="2482" y="3684"/>
              <a:ext cx="379" cy="154"/>
              <a:chOff x="740" y="3209"/>
              <a:chExt cx="379" cy="154"/>
            </a:xfrm>
          </p:grpSpPr>
          <p:grpSp>
            <p:nvGrpSpPr>
              <p:cNvPr id="1446" name="Group 322">
                <a:extLst>
                  <a:ext uri="{FF2B5EF4-FFF2-40B4-BE49-F238E27FC236}">
                    <a16:creationId xmlns:a16="http://schemas.microsoft.com/office/drawing/2014/main" id="{FF5F03F3-DB12-2D40-BC2F-D32AB1400F47}"/>
                  </a:ext>
                </a:extLst>
              </p:cNvPr>
              <p:cNvGrpSpPr>
                <a:grpSpLocks/>
              </p:cNvGrpSpPr>
              <p:nvPr/>
            </p:nvGrpSpPr>
            <p:grpSpPr bwMode="auto">
              <a:xfrm>
                <a:off x="794" y="3209"/>
                <a:ext cx="325" cy="154"/>
                <a:chOff x="844" y="3337"/>
                <a:chExt cx="325" cy="154"/>
              </a:xfrm>
            </p:grpSpPr>
            <p:sp>
              <p:nvSpPr>
                <p:cNvPr id="1449" name="Rectangle 323">
                  <a:extLst>
                    <a:ext uri="{FF2B5EF4-FFF2-40B4-BE49-F238E27FC236}">
                      <a16:creationId xmlns:a16="http://schemas.microsoft.com/office/drawing/2014/main" id="{A5F0BBB9-9229-8B40-9DA3-EC3C89CAD9B0}"/>
                    </a:ext>
                  </a:extLst>
                </p:cNvPr>
                <p:cNvSpPr>
                  <a:spLocks noChangeArrowheads="1"/>
                </p:cNvSpPr>
                <p:nvPr/>
              </p:nvSpPr>
              <p:spPr bwMode="auto">
                <a:xfrm>
                  <a:off x="889" y="3370"/>
                  <a:ext cx="245" cy="86"/>
                </a:xfrm>
                <a:prstGeom prst="rect">
                  <a:avLst/>
                </a:prstGeom>
                <a:solidFill>
                  <a:srgbClr val="FF0000"/>
                </a:solidFill>
                <a:ln w="9525">
                  <a:solidFill>
                    <a:srgbClr val="FFFFFF"/>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1450" name="Text Box 324">
                  <a:extLst>
                    <a:ext uri="{FF2B5EF4-FFF2-40B4-BE49-F238E27FC236}">
                      <a16:creationId xmlns:a16="http://schemas.microsoft.com/office/drawing/2014/main" id="{27765596-C3DB-9A4F-821F-F5B670F90A1F}"/>
                    </a:ext>
                  </a:extLst>
                </p:cNvPr>
                <p:cNvSpPr txBox="1">
                  <a:spLocks noChangeArrowheads="1"/>
                </p:cNvSpPr>
                <p:nvPr/>
              </p:nvSpPr>
              <p:spPr bwMode="auto">
                <a:xfrm>
                  <a:off x="844" y="3337"/>
                  <a:ext cx="325" cy="1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srgbClr val="FFFFFF"/>
                      </a:solidFill>
                      <a:effectLst/>
                      <a:uLnTx/>
                      <a:uFillTx/>
                      <a:latin typeface="Arial" charset="0"/>
                      <a:ea typeface="ＭＳ Ｐゴシック" charset="0"/>
                    </a:rPr>
                    <a:t>HTTP</a:t>
                  </a:r>
                </a:p>
              </p:txBody>
            </p:sp>
          </p:grpSp>
          <p:sp>
            <p:nvSpPr>
              <p:cNvPr id="1447" name="Rectangle 325">
                <a:extLst>
                  <a:ext uri="{FF2B5EF4-FFF2-40B4-BE49-F238E27FC236}">
                    <a16:creationId xmlns:a16="http://schemas.microsoft.com/office/drawing/2014/main" id="{ADED085D-E105-DD45-9113-079F9044A135}"/>
                  </a:ext>
                </a:extLst>
              </p:cNvPr>
              <p:cNvSpPr>
                <a:spLocks noChangeArrowheads="1"/>
              </p:cNvSpPr>
              <p:nvPr/>
            </p:nvSpPr>
            <p:spPr bwMode="auto">
              <a:xfrm>
                <a:off x="750" y="3244"/>
                <a:ext cx="88" cy="82"/>
              </a:xfrm>
              <a:prstGeom prst="rect">
                <a:avLst/>
              </a:prstGeom>
              <a:solidFill>
                <a:srgbClr val="00CC99"/>
              </a:solidFill>
              <a:ln w="9525">
                <a:solidFill>
                  <a:srgbClr val="FFFFFF"/>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1448" name="Rectangle 326">
                <a:extLst>
                  <a:ext uri="{FF2B5EF4-FFF2-40B4-BE49-F238E27FC236}">
                    <a16:creationId xmlns:a16="http://schemas.microsoft.com/office/drawing/2014/main" id="{A856D64F-FDE8-0541-901B-7521D7AA7F12}"/>
                  </a:ext>
                </a:extLst>
              </p:cNvPr>
              <p:cNvSpPr>
                <a:spLocks noChangeArrowheads="1"/>
              </p:cNvSpPr>
              <p:nvPr/>
            </p:nvSpPr>
            <p:spPr bwMode="auto">
              <a:xfrm>
                <a:off x="740" y="3238"/>
                <a:ext cx="354" cy="94"/>
              </a:xfrm>
              <a:prstGeom prst="rect">
                <a:avLst/>
              </a:prstGeom>
              <a:noFill/>
              <a:ln w="9525">
                <a:solidFill>
                  <a:srgbClr val="00CC99"/>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grpSp>
          <p:nvGrpSpPr>
            <p:cNvPr id="1419" name="Group 327">
              <a:extLst>
                <a:ext uri="{FF2B5EF4-FFF2-40B4-BE49-F238E27FC236}">
                  <a16:creationId xmlns:a16="http://schemas.microsoft.com/office/drawing/2014/main" id="{87D9BB31-BDC2-DB42-B051-33D199432978}"/>
                </a:ext>
              </a:extLst>
            </p:cNvPr>
            <p:cNvGrpSpPr>
              <a:grpSpLocks/>
            </p:cNvGrpSpPr>
            <p:nvPr/>
          </p:nvGrpSpPr>
          <p:grpSpPr bwMode="auto">
            <a:xfrm>
              <a:off x="2482" y="3844"/>
              <a:ext cx="379" cy="154"/>
              <a:chOff x="836" y="3305"/>
              <a:chExt cx="379" cy="154"/>
            </a:xfrm>
          </p:grpSpPr>
          <p:grpSp>
            <p:nvGrpSpPr>
              <p:cNvPr id="1440" name="Group 328">
                <a:extLst>
                  <a:ext uri="{FF2B5EF4-FFF2-40B4-BE49-F238E27FC236}">
                    <a16:creationId xmlns:a16="http://schemas.microsoft.com/office/drawing/2014/main" id="{834AC66A-2ADC-614D-AFB0-B60FCC706AAD}"/>
                  </a:ext>
                </a:extLst>
              </p:cNvPr>
              <p:cNvGrpSpPr>
                <a:grpSpLocks/>
              </p:cNvGrpSpPr>
              <p:nvPr/>
            </p:nvGrpSpPr>
            <p:grpSpPr bwMode="auto">
              <a:xfrm>
                <a:off x="890" y="3305"/>
                <a:ext cx="325" cy="154"/>
                <a:chOff x="844" y="3337"/>
                <a:chExt cx="325" cy="154"/>
              </a:xfrm>
            </p:grpSpPr>
            <p:sp>
              <p:nvSpPr>
                <p:cNvPr id="1444" name="Rectangle 329">
                  <a:extLst>
                    <a:ext uri="{FF2B5EF4-FFF2-40B4-BE49-F238E27FC236}">
                      <a16:creationId xmlns:a16="http://schemas.microsoft.com/office/drawing/2014/main" id="{E68B387B-1AE2-364D-93EE-781BBE6CBBC2}"/>
                    </a:ext>
                  </a:extLst>
                </p:cNvPr>
                <p:cNvSpPr>
                  <a:spLocks noChangeArrowheads="1"/>
                </p:cNvSpPr>
                <p:nvPr/>
              </p:nvSpPr>
              <p:spPr bwMode="auto">
                <a:xfrm>
                  <a:off x="889" y="3370"/>
                  <a:ext cx="245" cy="86"/>
                </a:xfrm>
                <a:prstGeom prst="rect">
                  <a:avLst/>
                </a:prstGeom>
                <a:solidFill>
                  <a:srgbClr val="FF0000"/>
                </a:solidFill>
                <a:ln w="9525">
                  <a:solidFill>
                    <a:srgbClr val="FFFFFF"/>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1445" name="Text Box 330">
                  <a:extLst>
                    <a:ext uri="{FF2B5EF4-FFF2-40B4-BE49-F238E27FC236}">
                      <a16:creationId xmlns:a16="http://schemas.microsoft.com/office/drawing/2014/main" id="{C35B73DB-836E-4544-A452-72E2DD434847}"/>
                    </a:ext>
                  </a:extLst>
                </p:cNvPr>
                <p:cNvSpPr txBox="1">
                  <a:spLocks noChangeArrowheads="1"/>
                </p:cNvSpPr>
                <p:nvPr/>
              </p:nvSpPr>
              <p:spPr bwMode="auto">
                <a:xfrm>
                  <a:off x="844" y="3337"/>
                  <a:ext cx="325" cy="1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srgbClr val="FFFFFF"/>
                      </a:solidFill>
                      <a:effectLst/>
                      <a:uLnTx/>
                      <a:uFillTx/>
                      <a:latin typeface="Arial" charset="0"/>
                      <a:ea typeface="ＭＳ Ｐゴシック" charset="0"/>
                    </a:rPr>
                    <a:t>HTTP</a:t>
                  </a:r>
                </a:p>
              </p:txBody>
            </p:sp>
          </p:grpSp>
          <p:grpSp>
            <p:nvGrpSpPr>
              <p:cNvPr id="1441" name="Group 331">
                <a:extLst>
                  <a:ext uri="{FF2B5EF4-FFF2-40B4-BE49-F238E27FC236}">
                    <a16:creationId xmlns:a16="http://schemas.microsoft.com/office/drawing/2014/main" id="{271D17BC-6EB1-CB4F-AC93-B1D6D5DB19E8}"/>
                  </a:ext>
                </a:extLst>
              </p:cNvPr>
              <p:cNvGrpSpPr>
                <a:grpSpLocks/>
              </p:cNvGrpSpPr>
              <p:nvPr/>
            </p:nvGrpSpPr>
            <p:grpSpPr bwMode="auto">
              <a:xfrm>
                <a:off x="836" y="3334"/>
                <a:ext cx="354" cy="94"/>
                <a:chOff x="836" y="3334"/>
                <a:chExt cx="354" cy="94"/>
              </a:xfrm>
            </p:grpSpPr>
            <p:sp>
              <p:nvSpPr>
                <p:cNvPr id="1442" name="Rectangle 332">
                  <a:extLst>
                    <a:ext uri="{FF2B5EF4-FFF2-40B4-BE49-F238E27FC236}">
                      <a16:creationId xmlns:a16="http://schemas.microsoft.com/office/drawing/2014/main" id="{30B08293-1768-064C-B8D7-62AD59137305}"/>
                    </a:ext>
                  </a:extLst>
                </p:cNvPr>
                <p:cNvSpPr>
                  <a:spLocks noChangeArrowheads="1"/>
                </p:cNvSpPr>
                <p:nvPr/>
              </p:nvSpPr>
              <p:spPr bwMode="auto">
                <a:xfrm>
                  <a:off x="846" y="3340"/>
                  <a:ext cx="88" cy="82"/>
                </a:xfrm>
                <a:prstGeom prst="rect">
                  <a:avLst/>
                </a:prstGeom>
                <a:solidFill>
                  <a:srgbClr val="00CC99"/>
                </a:solidFill>
                <a:ln w="9525">
                  <a:solidFill>
                    <a:srgbClr val="FFFFFF"/>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1443" name="Rectangle 333">
                  <a:extLst>
                    <a:ext uri="{FF2B5EF4-FFF2-40B4-BE49-F238E27FC236}">
                      <a16:creationId xmlns:a16="http://schemas.microsoft.com/office/drawing/2014/main" id="{471AE46F-12CE-3E43-A551-BD371717F674}"/>
                    </a:ext>
                  </a:extLst>
                </p:cNvPr>
                <p:cNvSpPr>
                  <a:spLocks noChangeArrowheads="1"/>
                </p:cNvSpPr>
                <p:nvPr/>
              </p:nvSpPr>
              <p:spPr bwMode="auto">
                <a:xfrm>
                  <a:off x="836" y="3334"/>
                  <a:ext cx="354" cy="94"/>
                </a:xfrm>
                <a:prstGeom prst="rect">
                  <a:avLst/>
                </a:prstGeom>
                <a:noFill/>
                <a:ln w="9525">
                  <a:solidFill>
                    <a:srgbClr val="00CC99"/>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grpSp>
        <p:grpSp>
          <p:nvGrpSpPr>
            <p:cNvPr id="1420" name="Group 334">
              <a:extLst>
                <a:ext uri="{FF2B5EF4-FFF2-40B4-BE49-F238E27FC236}">
                  <a16:creationId xmlns:a16="http://schemas.microsoft.com/office/drawing/2014/main" id="{1826B60C-86D4-BF49-8F23-9B303D150D8D}"/>
                </a:ext>
              </a:extLst>
            </p:cNvPr>
            <p:cNvGrpSpPr>
              <a:grpSpLocks/>
            </p:cNvGrpSpPr>
            <p:nvPr/>
          </p:nvGrpSpPr>
          <p:grpSpPr bwMode="auto">
            <a:xfrm>
              <a:off x="2369" y="3858"/>
              <a:ext cx="480" cy="112"/>
              <a:chOff x="627" y="3377"/>
              <a:chExt cx="480" cy="112"/>
            </a:xfrm>
          </p:grpSpPr>
          <p:sp>
            <p:nvSpPr>
              <p:cNvPr id="1438" name="Rectangle 335">
                <a:extLst>
                  <a:ext uri="{FF2B5EF4-FFF2-40B4-BE49-F238E27FC236}">
                    <a16:creationId xmlns:a16="http://schemas.microsoft.com/office/drawing/2014/main" id="{43BF521B-C604-944A-8712-1E6D618DD6F1}"/>
                  </a:ext>
                </a:extLst>
              </p:cNvPr>
              <p:cNvSpPr>
                <a:spLocks noChangeArrowheads="1"/>
              </p:cNvSpPr>
              <p:nvPr/>
            </p:nvSpPr>
            <p:spPr bwMode="auto">
              <a:xfrm>
                <a:off x="636" y="3388"/>
                <a:ext cx="96" cy="93"/>
              </a:xfrm>
              <a:prstGeom prst="rect">
                <a:avLst/>
              </a:prstGeom>
              <a:solidFill>
                <a:srgbClr val="3333CC"/>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1439" name="Rectangle 336">
                <a:extLst>
                  <a:ext uri="{FF2B5EF4-FFF2-40B4-BE49-F238E27FC236}">
                    <a16:creationId xmlns:a16="http://schemas.microsoft.com/office/drawing/2014/main" id="{5DD50717-750D-C440-911C-0F048BF11E3F}"/>
                  </a:ext>
                </a:extLst>
              </p:cNvPr>
              <p:cNvSpPr>
                <a:spLocks noChangeArrowheads="1"/>
              </p:cNvSpPr>
              <p:nvPr/>
            </p:nvSpPr>
            <p:spPr bwMode="auto">
              <a:xfrm>
                <a:off x="627" y="3377"/>
                <a:ext cx="480" cy="112"/>
              </a:xfrm>
              <a:prstGeom prst="rect">
                <a:avLst/>
              </a:prstGeom>
              <a:noFill/>
              <a:ln w="9525">
                <a:solidFill>
                  <a:srgbClr val="3333CC"/>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grpSp>
          <p:nvGrpSpPr>
            <p:cNvPr id="1421" name="Group 360">
              <a:extLst>
                <a:ext uri="{FF2B5EF4-FFF2-40B4-BE49-F238E27FC236}">
                  <a16:creationId xmlns:a16="http://schemas.microsoft.com/office/drawing/2014/main" id="{E57035F4-47DE-374E-88DF-0E40274A1BE8}"/>
                </a:ext>
              </a:extLst>
            </p:cNvPr>
            <p:cNvGrpSpPr>
              <a:grpSpLocks/>
            </p:cNvGrpSpPr>
            <p:nvPr/>
          </p:nvGrpSpPr>
          <p:grpSpPr bwMode="auto">
            <a:xfrm>
              <a:off x="2534" y="3531"/>
              <a:ext cx="325" cy="154"/>
              <a:chOff x="844" y="3337"/>
              <a:chExt cx="325" cy="154"/>
            </a:xfrm>
          </p:grpSpPr>
          <p:sp>
            <p:nvSpPr>
              <p:cNvPr id="1436" name="Rectangle 361">
                <a:extLst>
                  <a:ext uri="{FF2B5EF4-FFF2-40B4-BE49-F238E27FC236}">
                    <a16:creationId xmlns:a16="http://schemas.microsoft.com/office/drawing/2014/main" id="{A4B5DAF7-F3AE-4E49-882A-B6B9DF794679}"/>
                  </a:ext>
                </a:extLst>
              </p:cNvPr>
              <p:cNvSpPr>
                <a:spLocks noChangeArrowheads="1"/>
              </p:cNvSpPr>
              <p:nvPr/>
            </p:nvSpPr>
            <p:spPr bwMode="auto">
              <a:xfrm>
                <a:off x="889" y="3370"/>
                <a:ext cx="245" cy="86"/>
              </a:xfrm>
              <a:prstGeom prst="rect">
                <a:avLst/>
              </a:prstGeom>
              <a:solidFill>
                <a:srgbClr val="FF0000"/>
              </a:solidFill>
              <a:ln w="9525">
                <a:solidFill>
                  <a:srgbClr val="FFFFFF"/>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1437" name="Text Box 362">
                <a:extLst>
                  <a:ext uri="{FF2B5EF4-FFF2-40B4-BE49-F238E27FC236}">
                    <a16:creationId xmlns:a16="http://schemas.microsoft.com/office/drawing/2014/main" id="{A6FC6CE1-9969-BB45-B842-8352A46F9443}"/>
                  </a:ext>
                </a:extLst>
              </p:cNvPr>
              <p:cNvSpPr txBox="1">
                <a:spLocks noChangeArrowheads="1"/>
              </p:cNvSpPr>
              <p:nvPr/>
            </p:nvSpPr>
            <p:spPr bwMode="auto">
              <a:xfrm>
                <a:off x="844" y="3337"/>
                <a:ext cx="325" cy="1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srgbClr val="FFFFFF"/>
                    </a:solidFill>
                    <a:effectLst/>
                    <a:uLnTx/>
                    <a:uFillTx/>
                    <a:latin typeface="Arial" charset="0"/>
                    <a:ea typeface="ＭＳ Ｐゴシック" charset="0"/>
                  </a:rPr>
                  <a:t>HTTP</a:t>
                </a:r>
              </a:p>
            </p:txBody>
          </p:sp>
        </p:grpSp>
        <p:grpSp>
          <p:nvGrpSpPr>
            <p:cNvPr id="1422" name="Group 461">
              <a:extLst>
                <a:ext uri="{FF2B5EF4-FFF2-40B4-BE49-F238E27FC236}">
                  <a16:creationId xmlns:a16="http://schemas.microsoft.com/office/drawing/2014/main" id="{945F125E-4877-4C4F-B8B3-80B0B4558002}"/>
                </a:ext>
              </a:extLst>
            </p:cNvPr>
            <p:cNvGrpSpPr>
              <a:grpSpLocks/>
            </p:cNvGrpSpPr>
            <p:nvPr/>
          </p:nvGrpSpPr>
          <p:grpSpPr bwMode="auto">
            <a:xfrm>
              <a:off x="2256" y="4017"/>
              <a:ext cx="681" cy="154"/>
              <a:chOff x="-341" y="3180"/>
              <a:chExt cx="681" cy="154"/>
            </a:xfrm>
          </p:grpSpPr>
          <p:sp>
            <p:nvSpPr>
              <p:cNvPr id="1423" name="Rectangle 457">
                <a:extLst>
                  <a:ext uri="{FF2B5EF4-FFF2-40B4-BE49-F238E27FC236}">
                    <a16:creationId xmlns:a16="http://schemas.microsoft.com/office/drawing/2014/main" id="{96F48ABE-9A07-9745-8CD8-1838BDF3E5B4}"/>
                  </a:ext>
                </a:extLst>
              </p:cNvPr>
              <p:cNvSpPr>
                <a:spLocks noChangeArrowheads="1"/>
              </p:cNvSpPr>
              <p:nvPr/>
            </p:nvSpPr>
            <p:spPr bwMode="auto">
              <a:xfrm>
                <a:off x="-341" y="3186"/>
                <a:ext cx="681" cy="138"/>
              </a:xfrm>
              <a:prstGeom prst="rect">
                <a:avLst/>
              </a:prstGeom>
              <a:solidFill>
                <a:srgbClr val="FFFFFF"/>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nvGrpSpPr>
              <p:cNvPr id="1424" name="Group 445">
                <a:extLst>
                  <a:ext uri="{FF2B5EF4-FFF2-40B4-BE49-F238E27FC236}">
                    <a16:creationId xmlns:a16="http://schemas.microsoft.com/office/drawing/2014/main" id="{1AC9A35B-D88E-304C-8099-6944F5F11299}"/>
                  </a:ext>
                </a:extLst>
              </p:cNvPr>
              <p:cNvGrpSpPr>
                <a:grpSpLocks/>
              </p:cNvGrpSpPr>
              <p:nvPr/>
            </p:nvGrpSpPr>
            <p:grpSpPr bwMode="auto">
              <a:xfrm>
                <a:off x="-222" y="3180"/>
                <a:ext cx="492" cy="154"/>
                <a:chOff x="723" y="3453"/>
                <a:chExt cx="492" cy="154"/>
              </a:xfrm>
            </p:grpSpPr>
            <p:grpSp>
              <p:nvGrpSpPr>
                <p:cNvPr id="1427" name="Group 446">
                  <a:extLst>
                    <a:ext uri="{FF2B5EF4-FFF2-40B4-BE49-F238E27FC236}">
                      <a16:creationId xmlns:a16="http://schemas.microsoft.com/office/drawing/2014/main" id="{DB702BD7-8957-2C44-A226-AF80D4754C7E}"/>
                    </a:ext>
                  </a:extLst>
                </p:cNvPr>
                <p:cNvGrpSpPr>
                  <a:grpSpLocks/>
                </p:cNvGrpSpPr>
                <p:nvPr/>
              </p:nvGrpSpPr>
              <p:grpSpPr bwMode="auto">
                <a:xfrm>
                  <a:off x="836" y="3453"/>
                  <a:ext cx="379" cy="154"/>
                  <a:chOff x="836" y="3305"/>
                  <a:chExt cx="379" cy="154"/>
                </a:xfrm>
              </p:grpSpPr>
              <p:grpSp>
                <p:nvGrpSpPr>
                  <p:cNvPr id="1430" name="Group 447">
                    <a:extLst>
                      <a:ext uri="{FF2B5EF4-FFF2-40B4-BE49-F238E27FC236}">
                        <a16:creationId xmlns:a16="http://schemas.microsoft.com/office/drawing/2014/main" id="{F6B64FB3-38BD-6B4E-8E78-9C99B1A82B65}"/>
                      </a:ext>
                    </a:extLst>
                  </p:cNvPr>
                  <p:cNvGrpSpPr>
                    <a:grpSpLocks/>
                  </p:cNvGrpSpPr>
                  <p:nvPr/>
                </p:nvGrpSpPr>
                <p:grpSpPr bwMode="auto">
                  <a:xfrm>
                    <a:off x="890" y="3305"/>
                    <a:ext cx="325" cy="154"/>
                    <a:chOff x="844" y="3337"/>
                    <a:chExt cx="325" cy="154"/>
                  </a:xfrm>
                </p:grpSpPr>
                <p:sp>
                  <p:nvSpPr>
                    <p:cNvPr id="1434" name="Rectangle 448">
                      <a:extLst>
                        <a:ext uri="{FF2B5EF4-FFF2-40B4-BE49-F238E27FC236}">
                          <a16:creationId xmlns:a16="http://schemas.microsoft.com/office/drawing/2014/main" id="{F1F639F6-C05B-494B-8B4D-1888EBE26A49}"/>
                        </a:ext>
                      </a:extLst>
                    </p:cNvPr>
                    <p:cNvSpPr>
                      <a:spLocks noChangeArrowheads="1"/>
                    </p:cNvSpPr>
                    <p:nvPr/>
                  </p:nvSpPr>
                  <p:spPr bwMode="auto">
                    <a:xfrm>
                      <a:off x="889" y="3370"/>
                      <a:ext cx="245" cy="86"/>
                    </a:xfrm>
                    <a:prstGeom prst="rect">
                      <a:avLst/>
                    </a:prstGeom>
                    <a:solidFill>
                      <a:srgbClr val="FF0000"/>
                    </a:solidFill>
                    <a:ln w="9525">
                      <a:solidFill>
                        <a:srgbClr val="FFFFFF"/>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1435" name="Text Box 449">
                      <a:extLst>
                        <a:ext uri="{FF2B5EF4-FFF2-40B4-BE49-F238E27FC236}">
                          <a16:creationId xmlns:a16="http://schemas.microsoft.com/office/drawing/2014/main" id="{949DB487-3E28-E144-AC2C-1C40E26D3345}"/>
                        </a:ext>
                      </a:extLst>
                    </p:cNvPr>
                    <p:cNvSpPr txBox="1">
                      <a:spLocks noChangeArrowheads="1"/>
                    </p:cNvSpPr>
                    <p:nvPr/>
                  </p:nvSpPr>
                  <p:spPr bwMode="auto">
                    <a:xfrm>
                      <a:off x="844" y="3337"/>
                      <a:ext cx="325" cy="1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srgbClr val="FFFFFF"/>
                          </a:solidFill>
                          <a:effectLst/>
                          <a:uLnTx/>
                          <a:uFillTx/>
                          <a:latin typeface="Arial" charset="0"/>
                          <a:ea typeface="ＭＳ Ｐゴシック" charset="0"/>
                        </a:rPr>
                        <a:t>HTTP</a:t>
                      </a:r>
                    </a:p>
                  </p:txBody>
                </p:sp>
              </p:grpSp>
              <p:grpSp>
                <p:nvGrpSpPr>
                  <p:cNvPr id="1431" name="Group 450">
                    <a:extLst>
                      <a:ext uri="{FF2B5EF4-FFF2-40B4-BE49-F238E27FC236}">
                        <a16:creationId xmlns:a16="http://schemas.microsoft.com/office/drawing/2014/main" id="{6E6B73B0-D0C2-7D46-92E5-29ADF12876D1}"/>
                      </a:ext>
                    </a:extLst>
                  </p:cNvPr>
                  <p:cNvGrpSpPr>
                    <a:grpSpLocks/>
                  </p:cNvGrpSpPr>
                  <p:nvPr/>
                </p:nvGrpSpPr>
                <p:grpSpPr bwMode="auto">
                  <a:xfrm>
                    <a:off x="836" y="3334"/>
                    <a:ext cx="354" cy="94"/>
                    <a:chOff x="836" y="3334"/>
                    <a:chExt cx="354" cy="94"/>
                  </a:xfrm>
                </p:grpSpPr>
                <p:sp>
                  <p:nvSpPr>
                    <p:cNvPr id="1432" name="Rectangle 451">
                      <a:extLst>
                        <a:ext uri="{FF2B5EF4-FFF2-40B4-BE49-F238E27FC236}">
                          <a16:creationId xmlns:a16="http://schemas.microsoft.com/office/drawing/2014/main" id="{4C610DFE-363B-F74F-BA64-A87F67D852DA}"/>
                        </a:ext>
                      </a:extLst>
                    </p:cNvPr>
                    <p:cNvSpPr>
                      <a:spLocks noChangeArrowheads="1"/>
                    </p:cNvSpPr>
                    <p:nvPr/>
                  </p:nvSpPr>
                  <p:spPr bwMode="auto">
                    <a:xfrm>
                      <a:off x="846" y="3340"/>
                      <a:ext cx="88" cy="82"/>
                    </a:xfrm>
                    <a:prstGeom prst="rect">
                      <a:avLst/>
                    </a:prstGeom>
                    <a:solidFill>
                      <a:srgbClr val="00CC99"/>
                    </a:solidFill>
                    <a:ln w="9525">
                      <a:solidFill>
                        <a:srgbClr val="FFFFFF"/>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1433" name="Rectangle 452">
                      <a:extLst>
                        <a:ext uri="{FF2B5EF4-FFF2-40B4-BE49-F238E27FC236}">
                          <a16:creationId xmlns:a16="http://schemas.microsoft.com/office/drawing/2014/main" id="{86A71122-100D-224A-9DBF-53DE8D970F33}"/>
                        </a:ext>
                      </a:extLst>
                    </p:cNvPr>
                    <p:cNvSpPr>
                      <a:spLocks noChangeArrowheads="1"/>
                    </p:cNvSpPr>
                    <p:nvPr/>
                  </p:nvSpPr>
                  <p:spPr bwMode="auto">
                    <a:xfrm>
                      <a:off x="836" y="3334"/>
                      <a:ext cx="354" cy="94"/>
                    </a:xfrm>
                    <a:prstGeom prst="rect">
                      <a:avLst/>
                    </a:prstGeom>
                    <a:noFill/>
                    <a:ln w="9525">
                      <a:solidFill>
                        <a:srgbClr val="00CC99"/>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grpSp>
            <p:sp>
              <p:nvSpPr>
                <p:cNvPr id="1428" name="Rectangle 453">
                  <a:extLst>
                    <a:ext uri="{FF2B5EF4-FFF2-40B4-BE49-F238E27FC236}">
                      <a16:creationId xmlns:a16="http://schemas.microsoft.com/office/drawing/2014/main" id="{9BCD973F-4C32-9E44-994F-5153EE8D0375}"/>
                    </a:ext>
                  </a:extLst>
                </p:cNvPr>
                <p:cNvSpPr>
                  <a:spLocks noChangeArrowheads="1"/>
                </p:cNvSpPr>
                <p:nvPr/>
              </p:nvSpPr>
              <p:spPr bwMode="auto">
                <a:xfrm>
                  <a:off x="732" y="3484"/>
                  <a:ext cx="96" cy="93"/>
                </a:xfrm>
                <a:prstGeom prst="rect">
                  <a:avLst/>
                </a:prstGeom>
                <a:solidFill>
                  <a:srgbClr val="3333CC"/>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1429" name="Rectangle 454">
                  <a:extLst>
                    <a:ext uri="{FF2B5EF4-FFF2-40B4-BE49-F238E27FC236}">
                      <a16:creationId xmlns:a16="http://schemas.microsoft.com/office/drawing/2014/main" id="{852A6FFA-C875-754E-8259-955A85131090}"/>
                    </a:ext>
                  </a:extLst>
                </p:cNvPr>
                <p:cNvSpPr>
                  <a:spLocks noChangeArrowheads="1"/>
                </p:cNvSpPr>
                <p:nvPr/>
              </p:nvSpPr>
              <p:spPr bwMode="auto">
                <a:xfrm>
                  <a:off x="723" y="3473"/>
                  <a:ext cx="480" cy="112"/>
                </a:xfrm>
                <a:prstGeom prst="rect">
                  <a:avLst/>
                </a:prstGeom>
                <a:noFill/>
                <a:ln w="9525">
                  <a:solidFill>
                    <a:srgbClr val="3333CC"/>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sp>
            <p:nvSpPr>
              <p:cNvPr id="1425" name="Rectangle 455">
                <a:extLst>
                  <a:ext uri="{FF2B5EF4-FFF2-40B4-BE49-F238E27FC236}">
                    <a16:creationId xmlns:a16="http://schemas.microsoft.com/office/drawing/2014/main" id="{86F66628-5236-984B-B9C7-68FAFC46A06B}"/>
                  </a:ext>
                </a:extLst>
              </p:cNvPr>
              <p:cNvSpPr>
                <a:spLocks noChangeArrowheads="1"/>
              </p:cNvSpPr>
              <p:nvPr/>
            </p:nvSpPr>
            <p:spPr bwMode="auto">
              <a:xfrm>
                <a:off x="-328" y="3202"/>
                <a:ext cx="94" cy="108"/>
              </a:xfrm>
              <a:prstGeom prst="rect">
                <a:avLst/>
              </a:prstGeom>
              <a:solidFill>
                <a:srgbClr val="000000"/>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1426" name="Rectangle 456">
                <a:extLst>
                  <a:ext uri="{FF2B5EF4-FFF2-40B4-BE49-F238E27FC236}">
                    <a16:creationId xmlns:a16="http://schemas.microsoft.com/office/drawing/2014/main" id="{7831360A-68BA-9C48-8798-45611A8924A9}"/>
                  </a:ext>
                </a:extLst>
              </p:cNvPr>
              <p:cNvSpPr>
                <a:spLocks noChangeArrowheads="1"/>
              </p:cNvSpPr>
              <p:nvPr/>
            </p:nvSpPr>
            <p:spPr bwMode="auto">
              <a:xfrm>
                <a:off x="270" y="3201"/>
                <a:ext cx="60" cy="108"/>
              </a:xfrm>
              <a:prstGeom prst="rect">
                <a:avLst/>
              </a:prstGeom>
              <a:solidFill>
                <a:srgbClr val="000000"/>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grpSp>
      <p:grpSp>
        <p:nvGrpSpPr>
          <p:cNvPr id="1451" name="Group 462">
            <a:extLst>
              <a:ext uri="{FF2B5EF4-FFF2-40B4-BE49-F238E27FC236}">
                <a16:creationId xmlns:a16="http://schemas.microsoft.com/office/drawing/2014/main" id="{0D9DBC59-E587-F447-95DB-826B98FC265E}"/>
              </a:ext>
            </a:extLst>
          </p:cNvPr>
          <p:cNvGrpSpPr>
            <a:grpSpLocks/>
          </p:cNvGrpSpPr>
          <p:nvPr/>
        </p:nvGrpSpPr>
        <p:grpSpPr bwMode="auto">
          <a:xfrm>
            <a:off x="668338" y="5013325"/>
            <a:ext cx="1081087" cy="244475"/>
            <a:chOff x="-341" y="3180"/>
            <a:chExt cx="681" cy="154"/>
          </a:xfrm>
        </p:grpSpPr>
        <p:sp>
          <p:nvSpPr>
            <p:cNvPr id="1452" name="Rectangle 463">
              <a:extLst>
                <a:ext uri="{FF2B5EF4-FFF2-40B4-BE49-F238E27FC236}">
                  <a16:creationId xmlns:a16="http://schemas.microsoft.com/office/drawing/2014/main" id="{A49E1639-B461-5B40-A731-1377E431558B}"/>
                </a:ext>
              </a:extLst>
            </p:cNvPr>
            <p:cNvSpPr>
              <a:spLocks noChangeArrowheads="1"/>
            </p:cNvSpPr>
            <p:nvPr/>
          </p:nvSpPr>
          <p:spPr bwMode="auto">
            <a:xfrm>
              <a:off x="-341" y="3186"/>
              <a:ext cx="681" cy="138"/>
            </a:xfrm>
            <a:prstGeom prst="rect">
              <a:avLst/>
            </a:prstGeom>
            <a:solidFill>
              <a:srgbClr val="FFFFFF"/>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nvGrpSpPr>
            <p:cNvPr id="1453" name="Group 464">
              <a:extLst>
                <a:ext uri="{FF2B5EF4-FFF2-40B4-BE49-F238E27FC236}">
                  <a16:creationId xmlns:a16="http://schemas.microsoft.com/office/drawing/2014/main" id="{D5FA2E0E-0A78-F049-BE06-25BFB15F0DB1}"/>
                </a:ext>
              </a:extLst>
            </p:cNvPr>
            <p:cNvGrpSpPr>
              <a:grpSpLocks/>
            </p:cNvGrpSpPr>
            <p:nvPr/>
          </p:nvGrpSpPr>
          <p:grpSpPr bwMode="auto">
            <a:xfrm>
              <a:off x="-222" y="3180"/>
              <a:ext cx="492" cy="154"/>
              <a:chOff x="723" y="3453"/>
              <a:chExt cx="492" cy="154"/>
            </a:xfrm>
          </p:grpSpPr>
          <p:grpSp>
            <p:nvGrpSpPr>
              <p:cNvPr id="1456" name="Group 465">
                <a:extLst>
                  <a:ext uri="{FF2B5EF4-FFF2-40B4-BE49-F238E27FC236}">
                    <a16:creationId xmlns:a16="http://schemas.microsoft.com/office/drawing/2014/main" id="{8A2C9457-2B63-E445-A642-A19BC33E7DCD}"/>
                  </a:ext>
                </a:extLst>
              </p:cNvPr>
              <p:cNvGrpSpPr>
                <a:grpSpLocks/>
              </p:cNvGrpSpPr>
              <p:nvPr/>
            </p:nvGrpSpPr>
            <p:grpSpPr bwMode="auto">
              <a:xfrm>
                <a:off x="836" y="3453"/>
                <a:ext cx="379" cy="154"/>
                <a:chOff x="836" y="3305"/>
                <a:chExt cx="379" cy="154"/>
              </a:xfrm>
            </p:grpSpPr>
            <p:grpSp>
              <p:nvGrpSpPr>
                <p:cNvPr id="1459" name="Group 466">
                  <a:extLst>
                    <a:ext uri="{FF2B5EF4-FFF2-40B4-BE49-F238E27FC236}">
                      <a16:creationId xmlns:a16="http://schemas.microsoft.com/office/drawing/2014/main" id="{0ED7C792-6D2F-7244-AE5D-4733C0D41C0A}"/>
                    </a:ext>
                  </a:extLst>
                </p:cNvPr>
                <p:cNvGrpSpPr>
                  <a:grpSpLocks/>
                </p:cNvGrpSpPr>
                <p:nvPr/>
              </p:nvGrpSpPr>
              <p:grpSpPr bwMode="auto">
                <a:xfrm>
                  <a:off x="890" y="3305"/>
                  <a:ext cx="325" cy="154"/>
                  <a:chOff x="844" y="3337"/>
                  <a:chExt cx="325" cy="154"/>
                </a:xfrm>
              </p:grpSpPr>
              <p:sp>
                <p:nvSpPr>
                  <p:cNvPr id="1463" name="Rectangle 467">
                    <a:extLst>
                      <a:ext uri="{FF2B5EF4-FFF2-40B4-BE49-F238E27FC236}">
                        <a16:creationId xmlns:a16="http://schemas.microsoft.com/office/drawing/2014/main" id="{AB75B8C7-1B46-B54B-BDB3-1BAFD73A477B}"/>
                      </a:ext>
                    </a:extLst>
                  </p:cNvPr>
                  <p:cNvSpPr>
                    <a:spLocks noChangeArrowheads="1"/>
                  </p:cNvSpPr>
                  <p:nvPr/>
                </p:nvSpPr>
                <p:spPr bwMode="auto">
                  <a:xfrm>
                    <a:off x="889" y="3370"/>
                    <a:ext cx="245" cy="86"/>
                  </a:xfrm>
                  <a:prstGeom prst="rect">
                    <a:avLst/>
                  </a:prstGeom>
                  <a:solidFill>
                    <a:srgbClr val="FF0000"/>
                  </a:solidFill>
                  <a:ln w="9525">
                    <a:solidFill>
                      <a:srgbClr val="FFFFFF"/>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1464" name="Text Box 468">
                    <a:extLst>
                      <a:ext uri="{FF2B5EF4-FFF2-40B4-BE49-F238E27FC236}">
                        <a16:creationId xmlns:a16="http://schemas.microsoft.com/office/drawing/2014/main" id="{F3F7FB78-D532-E842-8C80-77FEABCA4D3F}"/>
                      </a:ext>
                    </a:extLst>
                  </p:cNvPr>
                  <p:cNvSpPr txBox="1">
                    <a:spLocks noChangeArrowheads="1"/>
                  </p:cNvSpPr>
                  <p:nvPr/>
                </p:nvSpPr>
                <p:spPr bwMode="auto">
                  <a:xfrm>
                    <a:off x="844" y="3337"/>
                    <a:ext cx="325" cy="1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dirty="0">
                        <a:ln>
                          <a:noFill/>
                        </a:ln>
                        <a:solidFill>
                          <a:srgbClr val="FFFFFF"/>
                        </a:solidFill>
                        <a:effectLst/>
                        <a:uLnTx/>
                        <a:uFillTx/>
                        <a:latin typeface="Arial" charset="0"/>
                        <a:ea typeface="ＭＳ Ｐゴシック" charset="0"/>
                      </a:rPr>
                      <a:t>HTTP</a:t>
                    </a:r>
                  </a:p>
                </p:txBody>
              </p:sp>
            </p:grpSp>
            <p:grpSp>
              <p:nvGrpSpPr>
                <p:cNvPr id="1460" name="Group 469">
                  <a:extLst>
                    <a:ext uri="{FF2B5EF4-FFF2-40B4-BE49-F238E27FC236}">
                      <a16:creationId xmlns:a16="http://schemas.microsoft.com/office/drawing/2014/main" id="{416C1FF9-E113-504D-9EE2-4327347FD8CF}"/>
                    </a:ext>
                  </a:extLst>
                </p:cNvPr>
                <p:cNvGrpSpPr>
                  <a:grpSpLocks/>
                </p:cNvGrpSpPr>
                <p:nvPr/>
              </p:nvGrpSpPr>
              <p:grpSpPr bwMode="auto">
                <a:xfrm>
                  <a:off x="836" y="3334"/>
                  <a:ext cx="354" cy="94"/>
                  <a:chOff x="836" y="3334"/>
                  <a:chExt cx="354" cy="94"/>
                </a:xfrm>
              </p:grpSpPr>
              <p:sp>
                <p:nvSpPr>
                  <p:cNvPr id="1461" name="Rectangle 470">
                    <a:extLst>
                      <a:ext uri="{FF2B5EF4-FFF2-40B4-BE49-F238E27FC236}">
                        <a16:creationId xmlns:a16="http://schemas.microsoft.com/office/drawing/2014/main" id="{DE3A100E-198F-E448-AA6A-4DF941945BBA}"/>
                      </a:ext>
                    </a:extLst>
                  </p:cNvPr>
                  <p:cNvSpPr>
                    <a:spLocks noChangeArrowheads="1"/>
                  </p:cNvSpPr>
                  <p:nvPr/>
                </p:nvSpPr>
                <p:spPr bwMode="auto">
                  <a:xfrm>
                    <a:off x="846" y="3340"/>
                    <a:ext cx="88" cy="82"/>
                  </a:xfrm>
                  <a:prstGeom prst="rect">
                    <a:avLst/>
                  </a:prstGeom>
                  <a:solidFill>
                    <a:srgbClr val="00CC99"/>
                  </a:solidFill>
                  <a:ln w="9525">
                    <a:solidFill>
                      <a:srgbClr val="FFFFFF"/>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1462" name="Rectangle 471">
                    <a:extLst>
                      <a:ext uri="{FF2B5EF4-FFF2-40B4-BE49-F238E27FC236}">
                        <a16:creationId xmlns:a16="http://schemas.microsoft.com/office/drawing/2014/main" id="{A7D239DD-5743-5846-B6BE-3318EA79F347}"/>
                      </a:ext>
                    </a:extLst>
                  </p:cNvPr>
                  <p:cNvSpPr>
                    <a:spLocks noChangeArrowheads="1"/>
                  </p:cNvSpPr>
                  <p:nvPr/>
                </p:nvSpPr>
                <p:spPr bwMode="auto">
                  <a:xfrm>
                    <a:off x="836" y="3334"/>
                    <a:ext cx="354" cy="94"/>
                  </a:xfrm>
                  <a:prstGeom prst="rect">
                    <a:avLst/>
                  </a:prstGeom>
                  <a:noFill/>
                  <a:ln w="9525">
                    <a:solidFill>
                      <a:srgbClr val="00CC99"/>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grpSp>
          <p:sp>
            <p:nvSpPr>
              <p:cNvPr id="1457" name="Rectangle 472">
                <a:extLst>
                  <a:ext uri="{FF2B5EF4-FFF2-40B4-BE49-F238E27FC236}">
                    <a16:creationId xmlns:a16="http://schemas.microsoft.com/office/drawing/2014/main" id="{731ADE56-4682-664C-BC51-BB88883F01FB}"/>
                  </a:ext>
                </a:extLst>
              </p:cNvPr>
              <p:cNvSpPr>
                <a:spLocks noChangeArrowheads="1"/>
              </p:cNvSpPr>
              <p:nvPr/>
            </p:nvSpPr>
            <p:spPr bwMode="auto">
              <a:xfrm>
                <a:off x="732" y="3484"/>
                <a:ext cx="96" cy="93"/>
              </a:xfrm>
              <a:prstGeom prst="rect">
                <a:avLst/>
              </a:prstGeom>
              <a:solidFill>
                <a:srgbClr val="3333CC"/>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1458" name="Rectangle 473">
                <a:extLst>
                  <a:ext uri="{FF2B5EF4-FFF2-40B4-BE49-F238E27FC236}">
                    <a16:creationId xmlns:a16="http://schemas.microsoft.com/office/drawing/2014/main" id="{547100D8-7A3A-1D41-9B15-FFBF05B773C7}"/>
                  </a:ext>
                </a:extLst>
              </p:cNvPr>
              <p:cNvSpPr>
                <a:spLocks noChangeArrowheads="1"/>
              </p:cNvSpPr>
              <p:nvPr/>
            </p:nvSpPr>
            <p:spPr bwMode="auto">
              <a:xfrm>
                <a:off x="723" y="3473"/>
                <a:ext cx="480" cy="112"/>
              </a:xfrm>
              <a:prstGeom prst="rect">
                <a:avLst/>
              </a:prstGeom>
              <a:noFill/>
              <a:ln w="9525">
                <a:solidFill>
                  <a:srgbClr val="3333CC"/>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sp>
          <p:nvSpPr>
            <p:cNvPr id="1454" name="Rectangle 474">
              <a:extLst>
                <a:ext uri="{FF2B5EF4-FFF2-40B4-BE49-F238E27FC236}">
                  <a16:creationId xmlns:a16="http://schemas.microsoft.com/office/drawing/2014/main" id="{886DAE83-F1EB-BC48-B19C-265C33E86DBC}"/>
                </a:ext>
              </a:extLst>
            </p:cNvPr>
            <p:cNvSpPr>
              <a:spLocks noChangeArrowheads="1"/>
            </p:cNvSpPr>
            <p:nvPr/>
          </p:nvSpPr>
          <p:spPr bwMode="auto">
            <a:xfrm>
              <a:off x="-328" y="3202"/>
              <a:ext cx="94" cy="108"/>
            </a:xfrm>
            <a:prstGeom prst="rect">
              <a:avLst/>
            </a:prstGeom>
            <a:solidFill>
              <a:srgbClr val="000000"/>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sp>
          <p:nvSpPr>
            <p:cNvPr id="1455" name="Rectangle 475">
              <a:extLst>
                <a:ext uri="{FF2B5EF4-FFF2-40B4-BE49-F238E27FC236}">
                  <a16:creationId xmlns:a16="http://schemas.microsoft.com/office/drawing/2014/main" id="{E6874F5F-698C-3C4C-B3C1-75898F0DDF21}"/>
                </a:ext>
              </a:extLst>
            </p:cNvPr>
            <p:cNvSpPr>
              <a:spLocks noChangeArrowheads="1"/>
            </p:cNvSpPr>
            <p:nvPr/>
          </p:nvSpPr>
          <p:spPr bwMode="auto">
            <a:xfrm>
              <a:off x="270" y="3201"/>
              <a:ext cx="60" cy="108"/>
            </a:xfrm>
            <a:prstGeom prst="rect">
              <a:avLst/>
            </a:prstGeom>
            <a:solidFill>
              <a:srgbClr val="000000"/>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charset="0"/>
                <a:ea typeface="ＭＳ Ｐゴシック" charset="0"/>
              </a:endParaRPr>
            </a:p>
          </p:txBody>
        </p:sp>
      </p:grpSp>
      <p:pic>
        <p:nvPicPr>
          <p:cNvPr id="1465" name="Picture 478">
            <a:extLst>
              <a:ext uri="{FF2B5EF4-FFF2-40B4-BE49-F238E27FC236}">
                <a16:creationId xmlns:a16="http://schemas.microsoft.com/office/drawing/2014/main" id="{D1685B0C-7F85-E147-A4EA-AFA2AE2151C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44776" y="2632037"/>
            <a:ext cx="639182" cy="395101"/>
          </a:xfrm>
          <a:prstGeom prst="rect">
            <a:avLst/>
          </a:prstGeom>
          <a:noFill/>
          <a:ln w="19050">
            <a:solidFill>
              <a:srgbClr val="FF0000"/>
            </a:solidFill>
            <a:miter lim="800000"/>
            <a:headEnd/>
            <a:tailEnd/>
          </a:ln>
          <a:effectLst>
            <a:outerShdw blurRad="50800" dist="38100" dir="18900000" algn="bl" rotWithShape="0">
              <a:prstClr val="black">
                <a:alpha val="40000"/>
              </a:prstClr>
            </a:outerShdw>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sp>
        <p:nvSpPr>
          <p:cNvPr id="1466" name="Rectangle 480">
            <a:extLst>
              <a:ext uri="{FF2B5EF4-FFF2-40B4-BE49-F238E27FC236}">
                <a16:creationId xmlns:a16="http://schemas.microsoft.com/office/drawing/2014/main" id="{E8C6E2EE-B2B4-8144-9BCC-BFAF064D134F}"/>
              </a:ext>
            </a:extLst>
          </p:cNvPr>
          <p:cNvSpPr>
            <a:spLocks noChangeArrowheads="1"/>
          </p:cNvSpPr>
          <p:nvPr/>
        </p:nvSpPr>
        <p:spPr bwMode="auto">
          <a:xfrm>
            <a:off x="2344747" y="1988349"/>
            <a:ext cx="2595553" cy="5365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marL="238125" indent="-187325" eaLnBrk="0" fontAlgn="base" hangingPunct="0">
              <a:lnSpc>
                <a:spcPct val="90000"/>
              </a:lnSpc>
              <a:spcBef>
                <a:spcPct val="20000"/>
              </a:spcBef>
              <a:spcAft>
                <a:spcPct val="0"/>
              </a:spcAft>
              <a:buClr>
                <a:srgbClr val="000099"/>
              </a:buClr>
              <a:buSzPct val="100000"/>
              <a:buFont typeface="Wingdings" charset="2"/>
              <a:buChar char="§"/>
              <a:defRPr/>
            </a:pPr>
            <a:r>
              <a:rPr lang="en-US" sz="2000" dirty="0">
                <a:solidFill>
                  <a:srgbClr val="000000"/>
                </a:solidFill>
                <a:ea typeface="ＭＳ Ｐゴシック" charset="0"/>
              </a:rPr>
              <a:t>web page </a:t>
            </a:r>
            <a:r>
              <a:rPr lang="en-US" sz="2000" i="1" dirty="0">
                <a:solidFill>
                  <a:srgbClr val="C00000"/>
                </a:solidFill>
                <a:ea typeface="ＭＳ Ｐゴシック" charset="0"/>
              </a:rPr>
              <a:t>finally (!!!) </a:t>
            </a:r>
            <a:r>
              <a:rPr lang="en-US" sz="2000" dirty="0">
                <a:solidFill>
                  <a:srgbClr val="000000"/>
                </a:solidFill>
                <a:ea typeface="ＭＳ Ｐゴシック" charset="0"/>
              </a:rPr>
              <a:t>displayed</a:t>
            </a:r>
          </a:p>
        </p:txBody>
      </p:sp>
    </p:spTree>
    <p:extLst>
      <p:ext uri="{BB962C8B-B14F-4D97-AF65-F5344CB8AC3E}">
        <p14:creationId xmlns:p14="http://schemas.microsoft.com/office/powerpoint/2010/main" val="5042880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533"/>
                                        </p:tgtEl>
                                        <p:attrNameLst>
                                          <p:attrName>style.visibility</p:attrName>
                                        </p:attrNameLst>
                                      </p:cBhvr>
                                      <p:to>
                                        <p:strVal val="visible"/>
                                      </p:to>
                                    </p:set>
                                    <p:animEffect transition="in" filter="wipe(down)">
                                      <p:cBhvr>
                                        <p:cTn id="7" dur="500"/>
                                        <p:tgtEl>
                                          <p:spTgt spid="533"/>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1325"/>
                                        </p:tgtEl>
                                        <p:attrNameLst>
                                          <p:attrName>style.visibility</p:attrName>
                                        </p:attrNameLst>
                                      </p:cBhvr>
                                      <p:to>
                                        <p:strVal val="visible"/>
                                      </p:to>
                                    </p:set>
                                    <p:animEffect transition="in" filter="wipe(up)">
                                      <p:cBhvr>
                                        <p:cTn id="11" dur="500"/>
                                        <p:tgtEl>
                                          <p:spTgt spid="1325"/>
                                        </p:tgtEl>
                                      </p:cBhvr>
                                    </p:animEffect>
                                  </p:childTnLst>
                                </p:cTn>
                              </p:par>
                            </p:childTnLst>
                          </p:cTn>
                        </p:par>
                        <p:par>
                          <p:cTn id="12" fill="hold">
                            <p:stCondLst>
                              <p:cond delay="1000"/>
                            </p:stCondLst>
                            <p:childTnLst>
                              <p:par>
                                <p:cTn id="13" presetID="22" presetClass="entr" presetSubtype="4" fill="hold" nodeType="afterEffect">
                                  <p:stCondLst>
                                    <p:cond delay="0"/>
                                  </p:stCondLst>
                                  <p:childTnLst>
                                    <p:set>
                                      <p:cBhvr>
                                        <p:cTn id="14" dur="1" fill="hold">
                                          <p:stCondLst>
                                            <p:cond delay="0"/>
                                          </p:stCondLst>
                                        </p:cTn>
                                        <p:tgtEl>
                                          <p:spTgt spid="725"/>
                                        </p:tgtEl>
                                        <p:attrNameLst>
                                          <p:attrName>style.visibility</p:attrName>
                                        </p:attrNameLst>
                                      </p:cBhvr>
                                      <p:to>
                                        <p:strVal val="visible"/>
                                      </p:to>
                                    </p:set>
                                    <p:animEffect transition="in" filter="wipe(down)">
                                      <p:cBhvr>
                                        <p:cTn id="15" dur="1000"/>
                                        <p:tgtEl>
                                          <p:spTgt spid="725"/>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1" fill="hold" nodeType="clickEffect">
                                  <p:stCondLst>
                                    <p:cond delay="0"/>
                                  </p:stCondLst>
                                  <p:childTnLst>
                                    <p:set>
                                      <p:cBhvr>
                                        <p:cTn id="19" dur="1" fill="hold">
                                          <p:stCondLst>
                                            <p:cond delay="0"/>
                                          </p:stCondLst>
                                        </p:cTn>
                                        <p:tgtEl>
                                          <p:spTgt spid="1336"/>
                                        </p:tgtEl>
                                        <p:attrNameLst>
                                          <p:attrName>style.visibility</p:attrName>
                                        </p:attrNameLst>
                                      </p:cBhvr>
                                      <p:to>
                                        <p:strVal val="visible"/>
                                      </p:to>
                                    </p:set>
                                    <p:animEffect transition="in" filter="wipe(up)">
                                      <p:cBhvr>
                                        <p:cTn id="20" dur="500"/>
                                        <p:tgtEl>
                                          <p:spTgt spid="1336"/>
                                        </p:tgtEl>
                                      </p:cBhvr>
                                    </p:animEffect>
                                  </p:childTnLst>
                                </p:cTn>
                              </p:par>
                              <p:par>
                                <p:cTn id="21" presetID="9" presetClass="entr" presetSubtype="0" fill="hold" grpId="0" nodeType="withEffect">
                                  <p:stCondLst>
                                    <p:cond delay="0"/>
                                  </p:stCondLst>
                                  <p:childTnLst>
                                    <p:set>
                                      <p:cBhvr>
                                        <p:cTn id="22" dur="1" fill="hold">
                                          <p:stCondLst>
                                            <p:cond delay="0"/>
                                          </p:stCondLst>
                                        </p:cTn>
                                        <p:tgtEl>
                                          <p:spTgt spid="1330"/>
                                        </p:tgtEl>
                                        <p:attrNameLst>
                                          <p:attrName>style.visibility</p:attrName>
                                        </p:attrNameLst>
                                      </p:cBhvr>
                                      <p:to>
                                        <p:strVal val="visible"/>
                                      </p:to>
                                    </p:set>
                                    <p:animEffect transition="in" filter="dissolve">
                                      <p:cBhvr>
                                        <p:cTn id="23" dur="500"/>
                                        <p:tgtEl>
                                          <p:spTgt spid="1330"/>
                                        </p:tgtEl>
                                      </p:cBhvr>
                                    </p:animEffec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1368"/>
                                        </p:tgtEl>
                                        <p:attrNameLst>
                                          <p:attrName>style.visibility</p:attrName>
                                        </p:attrNameLst>
                                      </p:cBhvr>
                                      <p:to>
                                        <p:strVal val="visible"/>
                                      </p:to>
                                    </p:set>
                                  </p:childTnLst>
                                </p:cTn>
                              </p:par>
                              <p:par>
                                <p:cTn id="28" presetID="9" presetClass="entr" presetSubtype="0" fill="hold" grpId="0" nodeType="withEffect">
                                  <p:stCondLst>
                                    <p:cond delay="0"/>
                                  </p:stCondLst>
                                  <p:childTnLst>
                                    <p:set>
                                      <p:cBhvr>
                                        <p:cTn id="29" dur="1" fill="hold">
                                          <p:stCondLst>
                                            <p:cond delay="0"/>
                                          </p:stCondLst>
                                        </p:cTn>
                                        <p:tgtEl>
                                          <p:spTgt spid="1331"/>
                                        </p:tgtEl>
                                        <p:attrNameLst>
                                          <p:attrName>style.visibility</p:attrName>
                                        </p:attrNameLst>
                                      </p:cBhvr>
                                      <p:to>
                                        <p:strVal val="visible"/>
                                      </p:to>
                                    </p:set>
                                    <p:animEffect transition="in" filter="dissolve">
                                      <p:cBhvr>
                                        <p:cTn id="30" dur="500"/>
                                        <p:tgtEl>
                                          <p:spTgt spid="1331"/>
                                        </p:tgtEl>
                                      </p:cBhvr>
                                    </p:animEffect>
                                  </p:childTnLst>
                                </p:cTn>
                              </p:par>
                              <p:par>
                                <p:cTn id="31" presetID="9" presetClass="exit" presetSubtype="0" fill="hold" nodeType="withEffect">
                                  <p:stCondLst>
                                    <p:cond delay="0"/>
                                  </p:stCondLst>
                                  <p:childTnLst>
                                    <p:animEffect transition="out" filter="dissolve">
                                      <p:cBhvr>
                                        <p:cTn id="32" dur="500"/>
                                        <p:tgtEl>
                                          <p:spTgt spid="1336"/>
                                        </p:tgtEl>
                                      </p:cBhvr>
                                    </p:animEffect>
                                    <p:set>
                                      <p:cBhvr>
                                        <p:cTn id="33" dur="1" fill="hold">
                                          <p:stCondLst>
                                            <p:cond delay="499"/>
                                          </p:stCondLst>
                                        </p:cTn>
                                        <p:tgtEl>
                                          <p:spTgt spid="1336"/>
                                        </p:tgtEl>
                                        <p:attrNameLst>
                                          <p:attrName>style.visibility</p:attrName>
                                        </p:attrNameLst>
                                      </p:cBhvr>
                                      <p:to>
                                        <p:strVal val="hidden"/>
                                      </p:to>
                                    </p:set>
                                  </p:childTnLst>
                                </p:cTn>
                              </p:par>
                              <p:par>
                                <p:cTn id="34" presetID="9" presetClass="exit" presetSubtype="0" fill="hold" nodeType="withEffect">
                                  <p:stCondLst>
                                    <p:cond delay="0"/>
                                  </p:stCondLst>
                                  <p:childTnLst>
                                    <p:animEffect transition="out" filter="dissolve">
                                      <p:cBhvr>
                                        <p:cTn id="35" dur="500"/>
                                        <p:tgtEl>
                                          <p:spTgt spid="1325"/>
                                        </p:tgtEl>
                                      </p:cBhvr>
                                    </p:animEffect>
                                    <p:set>
                                      <p:cBhvr>
                                        <p:cTn id="36" dur="1" fill="hold">
                                          <p:stCondLst>
                                            <p:cond delay="499"/>
                                          </p:stCondLst>
                                        </p:cTn>
                                        <p:tgtEl>
                                          <p:spTgt spid="1325"/>
                                        </p:tgtEl>
                                        <p:attrNameLst>
                                          <p:attrName>style.visibility</p:attrName>
                                        </p:attrNameLst>
                                      </p:cBhvr>
                                      <p:to>
                                        <p:strVal val="hidden"/>
                                      </p:to>
                                    </p:set>
                                  </p:childTnLst>
                                </p:cTn>
                              </p:par>
                            </p:childTnLst>
                          </p:cTn>
                        </p:par>
                        <p:par>
                          <p:cTn id="37" fill="hold">
                            <p:stCondLst>
                              <p:cond delay="500"/>
                            </p:stCondLst>
                            <p:childTnLst>
                              <p:par>
                                <p:cTn id="38" presetID="0" presetClass="path" presetSubtype="0" accel="50000" decel="50000" fill="hold" nodeType="afterEffect">
                                  <p:stCondLst>
                                    <p:cond delay="0"/>
                                  </p:stCondLst>
                                  <p:childTnLst>
                                    <p:animMotion origin="layout" path="M 3.75E-6 -4.44444E-6 L 3.75E-6 0.07338 L 0.29205 0.06899 L 0.19596 0.25764 L 0.41562 0.11088 L 0.26731 0.51227 C 0.18945 0.51459 0.11744 0.50787 0.03971 0.50996 L 0.03971 0.38079 " pathEditMode="relative" rAng="0" ptsTypes="AAAAAAAA">
                                      <p:cBhvr>
                                        <p:cTn id="39" dur="3000" fill="hold"/>
                                        <p:tgtEl>
                                          <p:spTgt spid="1368"/>
                                        </p:tgtEl>
                                        <p:attrNameLst>
                                          <p:attrName>ppt_x</p:attrName>
                                          <p:attrName>ppt_y</p:attrName>
                                        </p:attrNameLst>
                                      </p:cBhvr>
                                      <p:rCtr x="20781" y="25625"/>
                                    </p:animMotion>
                                  </p:childTnLst>
                                </p:cTn>
                              </p:par>
                            </p:childTnLst>
                          </p:cTn>
                        </p:par>
                      </p:childTnLst>
                    </p:cTn>
                  </p:par>
                  <p:par>
                    <p:cTn id="40" fill="hold">
                      <p:stCondLst>
                        <p:cond delay="indefinite"/>
                      </p:stCondLst>
                      <p:childTnLst>
                        <p:par>
                          <p:cTn id="41" fill="hold">
                            <p:stCondLst>
                              <p:cond delay="0"/>
                            </p:stCondLst>
                            <p:childTnLst>
                              <p:par>
                                <p:cTn id="42" presetID="22" presetClass="entr" presetSubtype="4" fill="hold" nodeType="clickEffect">
                                  <p:stCondLst>
                                    <p:cond delay="0"/>
                                  </p:stCondLst>
                                  <p:childTnLst>
                                    <p:set>
                                      <p:cBhvr>
                                        <p:cTn id="43" dur="1" fill="hold">
                                          <p:stCondLst>
                                            <p:cond delay="0"/>
                                          </p:stCondLst>
                                        </p:cTn>
                                        <p:tgtEl>
                                          <p:spTgt spid="1382"/>
                                        </p:tgtEl>
                                        <p:attrNameLst>
                                          <p:attrName>style.visibility</p:attrName>
                                        </p:attrNameLst>
                                      </p:cBhvr>
                                      <p:to>
                                        <p:strVal val="visible"/>
                                      </p:to>
                                    </p:set>
                                    <p:animEffect transition="in" filter="wipe(down)">
                                      <p:cBhvr>
                                        <p:cTn id="44" dur="500"/>
                                        <p:tgtEl>
                                          <p:spTgt spid="1382"/>
                                        </p:tgtEl>
                                      </p:cBhvr>
                                    </p:animEffect>
                                  </p:childTnLst>
                                </p:cTn>
                              </p:par>
                              <p:par>
                                <p:cTn id="45" presetID="9" presetClass="exit" presetSubtype="0" fill="hold" nodeType="withEffect">
                                  <p:stCondLst>
                                    <p:cond delay="0"/>
                                  </p:stCondLst>
                                  <p:childTnLst>
                                    <p:animEffect transition="out" filter="dissolve">
                                      <p:cBhvr>
                                        <p:cTn id="46" dur="500"/>
                                        <p:tgtEl>
                                          <p:spTgt spid="1368"/>
                                        </p:tgtEl>
                                      </p:cBhvr>
                                    </p:animEffect>
                                    <p:set>
                                      <p:cBhvr>
                                        <p:cTn id="47" dur="1" fill="hold">
                                          <p:stCondLst>
                                            <p:cond delay="499"/>
                                          </p:stCondLst>
                                        </p:cTn>
                                        <p:tgtEl>
                                          <p:spTgt spid="1368"/>
                                        </p:tgtEl>
                                        <p:attrNameLst>
                                          <p:attrName>style.visibility</p:attrName>
                                        </p:attrNameLst>
                                      </p:cBhvr>
                                      <p:to>
                                        <p:strVal val="hidden"/>
                                      </p:to>
                                    </p:set>
                                  </p:childTnLst>
                                </p:cTn>
                              </p:par>
                            </p:childTnLst>
                          </p:cTn>
                        </p:par>
                      </p:childTnLst>
                    </p:cTn>
                  </p:par>
                  <p:par>
                    <p:cTn id="48" fill="hold">
                      <p:stCondLst>
                        <p:cond delay="indefinite"/>
                      </p:stCondLst>
                      <p:childTnLst>
                        <p:par>
                          <p:cTn id="49" fill="hold">
                            <p:stCondLst>
                              <p:cond delay="0"/>
                            </p:stCondLst>
                            <p:childTnLst>
                              <p:par>
                                <p:cTn id="50" presetID="9" presetClass="exit" presetSubtype="0" fill="hold" nodeType="clickEffect">
                                  <p:stCondLst>
                                    <p:cond delay="0"/>
                                  </p:stCondLst>
                                  <p:childTnLst>
                                    <p:animEffect transition="out" filter="dissolve">
                                      <p:cBhvr>
                                        <p:cTn id="51" dur="500"/>
                                        <p:tgtEl>
                                          <p:spTgt spid="1382"/>
                                        </p:tgtEl>
                                      </p:cBhvr>
                                    </p:animEffect>
                                    <p:set>
                                      <p:cBhvr>
                                        <p:cTn id="52" dur="1" fill="hold">
                                          <p:stCondLst>
                                            <p:cond delay="499"/>
                                          </p:stCondLst>
                                        </p:cTn>
                                        <p:tgtEl>
                                          <p:spTgt spid="1382"/>
                                        </p:tgtEl>
                                        <p:attrNameLst>
                                          <p:attrName>style.visibility</p:attrName>
                                        </p:attrNameLst>
                                      </p:cBhvr>
                                      <p:to>
                                        <p:strVal val="hidden"/>
                                      </p:to>
                                    </p:set>
                                  </p:childTnLst>
                                </p:cTn>
                              </p:par>
                            </p:childTnLst>
                          </p:cTn>
                        </p:par>
                        <p:par>
                          <p:cTn id="53" fill="hold">
                            <p:stCondLst>
                              <p:cond delay="500"/>
                            </p:stCondLst>
                            <p:childTnLst>
                              <p:par>
                                <p:cTn id="54" presetID="22" presetClass="entr" presetSubtype="1" fill="hold" nodeType="afterEffect">
                                  <p:stCondLst>
                                    <p:cond delay="0"/>
                                  </p:stCondLst>
                                  <p:childTnLst>
                                    <p:set>
                                      <p:cBhvr>
                                        <p:cTn id="55" dur="1" fill="hold">
                                          <p:stCondLst>
                                            <p:cond delay="0"/>
                                          </p:stCondLst>
                                        </p:cTn>
                                        <p:tgtEl>
                                          <p:spTgt spid="1382"/>
                                        </p:tgtEl>
                                        <p:attrNameLst>
                                          <p:attrName>style.visibility</p:attrName>
                                        </p:attrNameLst>
                                      </p:cBhvr>
                                      <p:to>
                                        <p:strVal val="visible"/>
                                      </p:to>
                                    </p:set>
                                    <p:animEffect transition="in" filter="wipe(up)">
                                      <p:cBhvr>
                                        <p:cTn id="56" dur="500"/>
                                        <p:tgtEl>
                                          <p:spTgt spid="1382"/>
                                        </p:tgtEl>
                                      </p:cBhvr>
                                    </p:animEffect>
                                  </p:childTnLst>
                                </p:cTn>
                              </p:par>
                              <p:par>
                                <p:cTn id="57" presetID="9" presetClass="entr" presetSubtype="0" fill="hold" grpId="0" nodeType="withEffect">
                                  <p:stCondLst>
                                    <p:cond delay="0"/>
                                  </p:stCondLst>
                                  <p:childTnLst>
                                    <p:set>
                                      <p:cBhvr>
                                        <p:cTn id="58" dur="1" fill="hold">
                                          <p:stCondLst>
                                            <p:cond delay="0"/>
                                          </p:stCondLst>
                                        </p:cTn>
                                        <p:tgtEl>
                                          <p:spTgt spid="1335"/>
                                        </p:tgtEl>
                                        <p:attrNameLst>
                                          <p:attrName>style.visibility</p:attrName>
                                        </p:attrNameLst>
                                      </p:cBhvr>
                                      <p:to>
                                        <p:strVal val="visible"/>
                                      </p:to>
                                    </p:set>
                                    <p:animEffect transition="in" filter="dissolve">
                                      <p:cBhvr>
                                        <p:cTn id="59" dur="500"/>
                                        <p:tgtEl>
                                          <p:spTgt spid="1335"/>
                                        </p:tgtEl>
                                      </p:cBhvr>
                                    </p:animEffect>
                                  </p:childTnLst>
                                </p:cTn>
                              </p:par>
                            </p:childTnLst>
                          </p:cTn>
                        </p:par>
                      </p:childTnLst>
                    </p:cTn>
                  </p:par>
                  <p:par>
                    <p:cTn id="60" fill="hold">
                      <p:stCondLst>
                        <p:cond delay="indefinite"/>
                      </p:stCondLst>
                      <p:childTnLst>
                        <p:par>
                          <p:cTn id="61" fill="hold">
                            <p:stCondLst>
                              <p:cond delay="0"/>
                            </p:stCondLst>
                            <p:childTnLst>
                              <p:par>
                                <p:cTn id="62" presetID="9" presetClass="entr" presetSubtype="0" fill="hold" nodeType="clickEffect">
                                  <p:stCondLst>
                                    <p:cond delay="0"/>
                                  </p:stCondLst>
                                  <p:childTnLst>
                                    <p:set>
                                      <p:cBhvr>
                                        <p:cTn id="63" dur="1" fill="hold">
                                          <p:stCondLst>
                                            <p:cond delay="0"/>
                                          </p:stCondLst>
                                        </p:cTn>
                                        <p:tgtEl>
                                          <p:spTgt spid="1451"/>
                                        </p:tgtEl>
                                        <p:attrNameLst>
                                          <p:attrName>style.visibility</p:attrName>
                                        </p:attrNameLst>
                                      </p:cBhvr>
                                      <p:to>
                                        <p:strVal val="visible"/>
                                      </p:to>
                                    </p:set>
                                    <p:animEffect transition="in" filter="dissolve">
                                      <p:cBhvr>
                                        <p:cTn id="64" dur="500"/>
                                        <p:tgtEl>
                                          <p:spTgt spid="1451"/>
                                        </p:tgtEl>
                                      </p:cBhvr>
                                    </p:animEffect>
                                  </p:childTnLst>
                                </p:cTn>
                              </p:par>
                              <p:par>
                                <p:cTn id="65" presetID="9" presetClass="exit" presetSubtype="0" fill="hold" nodeType="withEffect">
                                  <p:stCondLst>
                                    <p:cond delay="0"/>
                                  </p:stCondLst>
                                  <p:childTnLst>
                                    <p:animEffect transition="out" filter="dissolve">
                                      <p:cBhvr>
                                        <p:cTn id="66" dur="500"/>
                                        <p:tgtEl>
                                          <p:spTgt spid="1382"/>
                                        </p:tgtEl>
                                      </p:cBhvr>
                                    </p:animEffect>
                                    <p:set>
                                      <p:cBhvr>
                                        <p:cTn id="67" dur="1" fill="hold">
                                          <p:stCondLst>
                                            <p:cond delay="499"/>
                                          </p:stCondLst>
                                        </p:cTn>
                                        <p:tgtEl>
                                          <p:spTgt spid="1382"/>
                                        </p:tgtEl>
                                        <p:attrNameLst>
                                          <p:attrName>style.visibility</p:attrName>
                                        </p:attrNameLst>
                                      </p:cBhvr>
                                      <p:to>
                                        <p:strVal val="hidden"/>
                                      </p:to>
                                    </p:set>
                                  </p:childTnLst>
                                </p:cTn>
                              </p:par>
                            </p:childTnLst>
                          </p:cTn>
                        </p:par>
                        <p:par>
                          <p:cTn id="68" fill="hold">
                            <p:stCondLst>
                              <p:cond delay="500"/>
                            </p:stCondLst>
                            <p:childTnLst>
                              <p:par>
                                <p:cTn id="69" presetID="0" presetClass="path" presetSubtype="0" accel="50000" decel="50000" fill="hold" nodeType="afterEffect">
                                  <p:stCondLst>
                                    <p:cond delay="0"/>
                                  </p:stCondLst>
                                  <p:childTnLst>
                                    <p:animMotion origin="layout" path="M -0.00078 -0.00023 C -0.00078 0.03264 -0.00143 0.06598 -0.00143 0.09908 L 0.23477 0.09699 L 0.37122 -0.27083 L 0.15104 -0.11944 L 0.25 -0.31666 L -0.03529 -0.31481 C -0.03594 -0.33078 -0.03529 -0.34143 -0.03529 -0.36342 C -0.03529 -0.38263 -0.03893 -0.35995 -0.03893 -0.37939 " pathEditMode="relative" rAng="0" ptsTypes="AAAAAAAAA">
                                      <p:cBhvr>
                                        <p:cTn id="70" dur="3000" fill="hold"/>
                                        <p:tgtEl>
                                          <p:spTgt spid="1451"/>
                                        </p:tgtEl>
                                        <p:attrNameLst>
                                          <p:attrName>ppt_x</p:attrName>
                                          <p:attrName>ppt_y</p:attrName>
                                        </p:attrNameLst>
                                      </p:cBhvr>
                                      <p:rCtr x="16693" y="-14005"/>
                                    </p:animMotion>
                                  </p:childTnLst>
                                </p:cTn>
                              </p:par>
                              <p:par>
                                <p:cTn id="71" presetID="9" presetClass="entr" presetSubtype="0" fill="hold" grpId="0" nodeType="withEffect">
                                  <p:stCondLst>
                                    <p:cond delay="0"/>
                                  </p:stCondLst>
                                  <p:childTnLst>
                                    <p:set>
                                      <p:cBhvr>
                                        <p:cTn id="72" dur="1" fill="hold">
                                          <p:stCondLst>
                                            <p:cond delay="0"/>
                                          </p:stCondLst>
                                        </p:cTn>
                                        <p:tgtEl>
                                          <p:spTgt spid="1332"/>
                                        </p:tgtEl>
                                        <p:attrNameLst>
                                          <p:attrName>style.visibility</p:attrName>
                                        </p:attrNameLst>
                                      </p:cBhvr>
                                      <p:to>
                                        <p:strVal val="visible"/>
                                      </p:to>
                                    </p:set>
                                    <p:animEffect transition="in" filter="dissolve">
                                      <p:cBhvr>
                                        <p:cTn id="73" dur="500"/>
                                        <p:tgtEl>
                                          <p:spTgt spid="1332"/>
                                        </p:tgtEl>
                                      </p:cBhvr>
                                    </p:animEffect>
                                  </p:childTnLst>
                                </p:cTn>
                              </p:par>
                            </p:childTnLst>
                          </p:cTn>
                        </p:par>
                      </p:childTnLst>
                    </p:cTn>
                  </p:par>
                  <p:par>
                    <p:cTn id="74" fill="hold">
                      <p:stCondLst>
                        <p:cond delay="indefinite"/>
                      </p:stCondLst>
                      <p:childTnLst>
                        <p:par>
                          <p:cTn id="75" fill="hold">
                            <p:stCondLst>
                              <p:cond delay="0"/>
                            </p:stCondLst>
                            <p:childTnLst>
                              <p:par>
                                <p:cTn id="76" presetID="9" presetClass="exit" presetSubtype="0" fill="hold" nodeType="clickEffect">
                                  <p:stCondLst>
                                    <p:cond delay="0"/>
                                  </p:stCondLst>
                                  <p:childTnLst>
                                    <p:animEffect transition="out" filter="dissolve">
                                      <p:cBhvr>
                                        <p:cTn id="77" dur="500"/>
                                        <p:tgtEl>
                                          <p:spTgt spid="1451"/>
                                        </p:tgtEl>
                                      </p:cBhvr>
                                    </p:animEffect>
                                    <p:set>
                                      <p:cBhvr>
                                        <p:cTn id="78" dur="1" fill="hold">
                                          <p:stCondLst>
                                            <p:cond delay="499"/>
                                          </p:stCondLst>
                                        </p:cTn>
                                        <p:tgtEl>
                                          <p:spTgt spid="1451"/>
                                        </p:tgtEl>
                                        <p:attrNameLst>
                                          <p:attrName>style.visibility</p:attrName>
                                        </p:attrNameLst>
                                      </p:cBhvr>
                                      <p:to>
                                        <p:strVal val="hidden"/>
                                      </p:to>
                                    </p:set>
                                  </p:childTnLst>
                                </p:cTn>
                              </p:par>
                            </p:childTnLst>
                          </p:cTn>
                        </p:par>
                        <p:par>
                          <p:cTn id="79" fill="hold">
                            <p:stCondLst>
                              <p:cond delay="500"/>
                            </p:stCondLst>
                            <p:childTnLst>
                              <p:par>
                                <p:cTn id="80" presetID="22" presetClass="entr" presetSubtype="4" fill="hold" nodeType="afterEffect">
                                  <p:stCondLst>
                                    <p:cond delay="0"/>
                                  </p:stCondLst>
                                  <p:childTnLst>
                                    <p:set>
                                      <p:cBhvr>
                                        <p:cTn id="81" dur="1" fill="hold">
                                          <p:stCondLst>
                                            <p:cond delay="0"/>
                                          </p:stCondLst>
                                        </p:cTn>
                                        <p:tgtEl>
                                          <p:spTgt spid="1417"/>
                                        </p:tgtEl>
                                        <p:attrNameLst>
                                          <p:attrName>style.visibility</p:attrName>
                                        </p:attrNameLst>
                                      </p:cBhvr>
                                      <p:to>
                                        <p:strVal val="visible"/>
                                      </p:to>
                                    </p:set>
                                    <p:animEffect transition="in" filter="wipe(down)">
                                      <p:cBhvr>
                                        <p:cTn id="82" dur="500"/>
                                        <p:tgtEl>
                                          <p:spTgt spid="1417"/>
                                        </p:tgtEl>
                                      </p:cBhvr>
                                    </p:animEffect>
                                  </p:childTnLst>
                                </p:cTn>
                              </p:par>
                            </p:childTnLst>
                          </p:cTn>
                        </p:par>
                        <p:par>
                          <p:cTn id="83" fill="hold">
                            <p:stCondLst>
                              <p:cond delay="1000"/>
                            </p:stCondLst>
                            <p:childTnLst>
                              <p:par>
                                <p:cTn id="84" presetID="9" presetClass="entr" presetSubtype="0" fill="hold" nodeType="afterEffect">
                                  <p:stCondLst>
                                    <p:cond delay="0"/>
                                  </p:stCondLst>
                                  <p:childTnLst>
                                    <p:set>
                                      <p:cBhvr>
                                        <p:cTn id="85" dur="1" fill="hold">
                                          <p:stCondLst>
                                            <p:cond delay="0"/>
                                          </p:stCondLst>
                                        </p:cTn>
                                        <p:tgtEl>
                                          <p:spTgt spid="1465"/>
                                        </p:tgtEl>
                                        <p:attrNameLst>
                                          <p:attrName>style.visibility</p:attrName>
                                        </p:attrNameLst>
                                      </p:cBhvr>
                                      <p:to>
                                        <p:strVal val="visible"/>
                                      </p:to>
                                    </p:set>
                                    <p:animEffect transition="in" filter="dissolve">
                                      <p:cBhvr>
                                        <p:cTn id="86" dur="1000"/>
                                        <p:tgtEl>
                                          <p:spTgt spid="1465"/>
                                        </p:tgtEl>
                                      </p:cBhvr>
                                    </p:animEffect>
                                  </p:childTnLst>
                                </p:cTn>
                              </p:par>
                              <p:par>
                                <p:cTn id="87" presetID="1" presetClass="entr" presetSubtype="0" fill="hold" grpId="0" nodeType="withEffect">
                                  <p:stCondLst>
                                    <p:cond delay="0"/>
                                  </p:stCondLst>
                                  <p:childTnLst>
                                    <p:set>
                                      <p:cBhvr>
                                        <p:cTn id="88" dur="1" fill="hold">
                                          <p:stCondLst>
                                            <p:cond delay="0"/>
                                          </p:stCondLst>
                                        </p:cTn>
                                        <p:tgtEl>
                                          <p:spTgt spid="1466"/>
                                        </p:tgtEl>
                                        <p:attrNameLst>
                                          <p:attrName>style.visibility</p:attrName>
                                        </p:attrNameLst>
                                      </p:cBhvr>
                                      <p:to>
                                        <p:strVal val="visible"/>
                                      </p:to>
                                    </p:set>
                                  </p:childTnLst>
                                </p:cTn>
                              </p:par>
                            </p:childTnLst>
                          </p:cTn>
                        </p:par>
                        <p:par>
                          <p:cTn id="89" fill="hold">
                            <p:stCondLst>
                              <p:cond delay="2000"/>
                            </p:stCondLst>
                            <p:childTnLst>
                              <p:par>
                                <p:cTn id="90" presetID="9" presetClass="entr" presetSubtype="0" fill="hold" grpId="1" nodeType="afterEffect">
                                  <p:stCondLst>
                                    <p:cond delay="0"/>
                                  </p:stCondLst>
                                  <p:childTnLst>
                                    <p:set>
                                      <p:cBhvr>
                                        <p:cTn id="91" dur="1" fill="hold">
                                          <p:stCondLst>
                                            <p:cond delay="0"/>
                                          </p:stCondLst>
                                        </p:cTn>
                                        <p:tgtEl>
                                          <p:spTgt spid="1466"/>
                                        </p:tgtEl>
                                        <p:attrNameLst>
                                          <p:attrName>style.visibility</p:attrName>
                                        </p:attrNameLst>
                                      </p:cBhvr>
                                      <p:to>
                                        <p:strVal val="visible"/>
                                      </p:to>
                                    </p:set>
                                    <p:animEffect transition="in" filter="dissolve">
                                      <p:cBhvr>
                                        <p:cTn id="92" dur="500"/>
                                        <p:tgtEl>
                                          <p:spTgt spid="14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0" grpId="0"/>
      <p:bldP spid="1331" grpId="0"/>
      <p:bldP spid="1332" grpId="0"/>
      <p:bldP spid="1335" grpId="0"/>
      <p:bldP spid="1466" grpId="0"/>
      <p:bldP spid="1466" grpId="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800100" y="349426"/>
            <a:ext cx="10515600" cy="894622"/>
          </a:xfrm>
        </p:spPr>
        <p:txBody>
          <a:bodyPr>
            <a:normAutofit/>
          </a:bodyPr>
          <a:lstStyle/>
          <a:p>
            <a:r>
              <a:rPr lang="en-US" b="0" dirty="0">
                <a:latin typeface="Calibri" panose="020F0502020204030204"/>
              </a:rPr>
              <a:t>Chapter 6: Summary</a:t>
            </a:r>
            <a:endParaRPr lang="en-US" sz="4400" b="0" dirty="0">
              <a:latin typeface="+mn-lt"/>
            </a:endParaRPr>
          </a:p>
        </p:txBody>
      </p:sp>
      <p:sp>
        <p:nvSpPr>
          <p:cNvPr id="439" name="Slide Number Placeholder 4">
            <a:extLst>
              <a:ext uri="{FF2B5EF4-FFF2-40B4-BE49-F238E27FC236}">
                <a16:creationId xmlns:a16="http://schemas.microsoft.com/office/drawing/2014/main" id="{C87F3257-E91D-E144-BA13-B0DD96B23FDC}"/>
              </a:ext>
            </a:extLst>
          </p:cNvPr>
          <p:cNvSpPr>
            <a:spLocks noGrp="1"/>
          </p:cNvSpPr>
          <p:nvPr>
            <p:ph type="sldNum" sz="quarter" idx="4"/>
          </p:nvPr>
        </p:nvSpPr>
        <p:spPr>
          <a:xfrm>
            <a:off x="9206737" y="6492875"/>
            <a:ext cx="2743200" cy="365125"/>
          </a:xfrm>
        </p:spPr>
        <p:txBody>
          <a:bodyPr/>
          <a:lstStyle/>
          <a:p>
            <a:r>
              <a:rPr lang="en-US" dirty="0"/>
              <a:t>Link Layer: 6-</a:t>
            </a:r>
            <a:fld id="{C4204591-24BD-A542-B9D5-F8D8A88D2FEE}" type="slidenum">
              <a:rPr lang="en-US" smtClean="0"/>
              <a:pPr/>
              <a:t>34</a:t>
            </a:fld>
            <a:endParaRPr lang="en-US" dirty="0"/>
          </a:p>
        </p:txBody>
      </p:sp>
      <p:sp>
        <p:nvSpPr>
          <p:cNvPr id="80" name="Rectangle 3">
            <a:extLst>
              <a:ext uri="{FF2B5EF4-FFF2-40B4-BE49-F238E27FC236}">
                <a16:creationId xmlns:a16="http://schemas.microsoft.com/office/drawing/2014/main" id="{A4B12346-C21D-2B4E-816C-10F5298F6A06}"/>
              </a:ext>
            </a:extLst>
          </p:cNvPr>
          <p:cNvSpPr txBox="1">
            <a:spLocks noChangeArrowheads="1"/>
          </p:cNvSpPr>
          <p:nvPr/>
        </p:nvSpPr>
        <p:spPr>
          <a:xfrm>
            <a:off x="757518" y="1324816"/>
            <a:ext cx="11434482" cy="4648200"/>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285750">
              <a:defRPr/>
            </a:pPr>
            <a:r>
              <a:rPr lang="en-US" sz="3200" dirty="0"/>
              <a:t>principles behind data link layer services:</a:t>
            </a:r>
          </a:p>
          <a:p>
            <a:pPr lvl="1">
              <a:defRPr/>
            </a:pPr>
            <a:r>
              <a:rPr lang="en-US" sz="2800" dirty="0"/>
              <a:t>error detection, correction</a:t>
            </a:r>
          </a:p>
          <a:p>
            <a:pPr lvl="1">
              <a:defRPr/>
            </a:pPr>
            <a:r>
              <a:rPr lang="en-US" sz="2800" dirty="0"/>
              <a:t>sharing a broadcast channel: multiple access</a:t>
            </a:r>
          </a:p>
          <a:p>
            <a:pPr lvl="1">
              <a:defRPr/>
            </a:pPr>
            <a:r>
              <a:rPr lang="en-US" sz="2800" dirty="0"/>
              <a:t>link layer addressing</a:t>
            </a:r>
          </a:p>
          <a:p>
            <a:pPr indent="-285750">
              <a:defRPr/>
            </a:pPr>
            <a:r>
              <a:rPr lang="en-US" sz="3200" dirty="0"/>
              <a:t>instantiation, implementation of various link layer technologies</a:t>
            </a:r>
          </a:p>
          <a:p>
            <a:pPr lvl="1">
              <a:defRPr/>
            </a:pPr>
            <a:r>
              <a:rPr lang="en-US" sz="2800" dirty="0"/>
              <a:t>Ethernet</a:t>
            </a:r>
          </a:p>
          <a:p>
            <a:pPr lvl="1">
              <a:defRPr/>
            </a:pPr>
            <a:r>
              <a:rPr lang="en-US" sz="2800" dirty="0"/>
              <a:t>switched LANS, VLANs</a:t>
            </a:r>
          </a:p>
          <a:p>
            <a:pPr lvl="1">
              <a:defRPr/>
            </a:pPr>
            <a:r>
              <a:rPr lang="en-US" sz="2800" dirty="0"/>
              <a:t>virtualized networks as a link layer: MPLS</a:t>
            </a:r>
          </a:p>
          <a:p>
            <a:pPr indent="-285750">
              <a:defRPr/>
            </a:pPr>
            <a:r>
              <a:rPr lang="en-US" sz="3200" dirty="0"/>
              <a:t>synthesis: a day in the life of a web request</a:t>
            </a:r>
          </a:p>
          <a:p>
            <a:pPr>
              <a:defRPr/>
            </a:pPr>
            <a:endParaRPr lang="en-US" dirty="0">
              <a:latin typeface="Gill Sans MT" charset="0"/>
            </a:endParaRPr>
          </a:p>
        </p:txBody>
      </p:sp>
    </p:spTree>
    <p:extLst>
      <p:ext uri="{BB962C8B-B14F-4D97-AF65-F5344CB8AC3E}">
        <p14:creationId xmlns:p14="http://schemas.microsoft.com/office/powerpoint/2010/main" val="31072332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80">
                                            <p:txEl>
                                              <p:pRg st="0" end="0"/>
                                            </p:txEl>
                                          </p:spTgt>
                                        </p:tgtEl>
                                        <p:attrNameLst>
                                          <p:attrName>style.visibility</p:attrName>
                                        </p:attrNameLst>
                                      </p:cBhvr>
                                      <p:to>
                                        <p:strVal val="visible"/>
                                      </p:to>
                                    </p:set>
                                    <p:animEffect transition="in" filter="dissolve">
                                      <p:cBhvr>
                                        <p:cTn id="7" dur="500"/>
                                        <p:tgtEl>
                                          <p:spTgt spid="80">
                                            <p:txEl>
                                              <p:pRg st="0" end="0"/>
                                            </p:txEl>
                                          </p:spTgt>
                                        </p:tgtEl>
                                      </p:cBhvr>
                                    </p:animEffect>
                                  </p:childTnLst>
                                </p:cTn>
                              </p:par>
                              <p:par>
                                <p:cTn id="8" presetID="9" presetClass="entr" presetSubtype="0" fill="hold" nodeType="withEffect">
                                  <p:stCondLst>
                                    <p:cond delay="0"/>
                                  </p:stCondLst>
                                  <p:childTnLst>
                                    <p:set>
                                      <p:cBhvr>
                                        <p:cTn id="9" dur="1" fill="hold">
                                          <p:stCondLst>
                                            <p:cond delay="0"/>
                                          </p:stCondLst>
                                        </p:cTn>
                                        <p:tgtEl>
                                          <p:spTgt spid="80">
                                            <p:txEl>
                                              <p:pRg st="1" end="1"/>
                                            </p:txEl>
                                          </p:spTgt>
                                        </p:tgtEl>
                                        <p:attrNameLst>
                                          <p:attrName>style.visibility</p:attrName>
                                        </p:attrNameLst>
                                      </p:cBhvr>
                                      <p:to>
                                        <p:strVal val="visible"/>
                                      </p:to>
                                    </p:set>
                                    <p:animEffect transition="in" filter="dissolve">
                                      <p:cBhvr>
                                        <p:cTn id="10" dur="500"/>
                                        <p:tgtEl>
                                          <p:spTgt spid="80">
                                            <p:txEl>
                                              <p:pRg st="1" end="1"/>
                                            </p:txEl>
                                          </p:spTgt>
                                        </p:tgtEl>
                                      </p:cBhvr>
                                    </p:animEffect>
                                  </p:childTnLst>
                                </p:cTn>
                              </p:par>
                              <p:par>
                                <p:cTn id="11" presetID="9" presetClass="entr" presetSubtype="0" fill="hold" nodeType="withEffect">
                                  <p:stCondLst>
                                    <p:cond delay="0"/>
                                  </p:stCondLst>
                                  <p:childTnLst>
                                    <p:set>
                                      <p:cBhvr>
                                        <p:cTn id="12" dur="1" fill="hold">
                                          <p:stCondLst>
                                            <p:cond delay="0"/>
                                          </p:stCondLst>
                                        </p:cTn>
                                        <p:tgtEl>
                                          <p:spTgt spid="80">
                                            <p:txEl>
                                              <p:pRg st="2" end="2"/>
                                            </p:txEl>
                                          </p:spTgt>
                                        </p:tgtEl>
                                        <p:attrNameLst>
                                          <p:attrName>style.visibility</p:attrName>
                                        </p:attrNameLst>
                                      </p:cBhvr>
                                      <p:to>
                                        <p:strVal val="visible"/>
                                      </p:to>
                                    </p:set>
                                    <p:animEffect transition="in" filter="dissolve">
                                      <p:cBhvr>
                                        <p:cTn id="13" dur="500"/>
                                        <p:tgtEl>
                                          <p:spTgt spid="80">
                                            <p:txEl>
                                              <p:pRg st="2" end="2"/>
                                            </p:txEl>
                                          </p:spTgt>
                                        </p:tgtEl>
                                      </p:cBhvr>
                                    </p:animEffect>
                                  </p:childTnLst>
                                </p:cTn>
                              </p:par>
                              <p:par>
                                <p:cTn id="14" presetID="9" presetClass="entr" presetSubtype="0" fill="hold" nodeType="withEffect">
                                  <p:stCondLst>
                                    <p:cond delay="0"/>
                                  </p:stCondLst>
                                  <p:childTnLst>
                                    <p:set>
                                      <p:cBhvr>
                                        <p:cTn id="15" dur="1" fill="hold">
                                          <p:stCondLst>
                                            <p:cond delay="0"/>
                                          </p:stCondLst>
                                        </p:cTn>
                                        <p:tgtEl>
                                          <p:spTgt spid="80">
                                            <p:txEl>
                                              <p:pRg st="3" end="3"/>
                                            </p:txEl>
                                          </p:spTgt>
                                        </p:tgtEl>
                                        <p:attrNameLst>
                                          <p:attrName>style.visibility</p:attrName>
                                        </p:attrNameLst>
                                      </p:cBhvr>
                                      <p:to>
                                        <p:strVal val="visible"/>
                                      </p:to>
                                    </p:set>
                                    <p:animEffect transition="in" filter="dissolve">
                                      <p:cBhvr>
                                        <p:cTn id="16" dur="500"/>
                                        <p:tgtEl>
                                          <p:spTgt spid="80">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nodeType="clickEffect">
                                  <p:stCondLst>
                                    <p:cond delay="0"/>
                                  </p:stCondLst>
                                  <p:childTnLst>
                                    <p:set>
                                      <p:cBhvr>
                                        <p:cTn id="20" dur="1" fill="hold">
                                          <p:stCondLst>
                                            <p:cond delay="0"/>
                                          </p:stCondLst>
                                        </p:cTn>
                                        <p:tgtEl>
                                          <p:spTgt spid="80">
                                            <p:txEl>
                                              <p:pRg st="4" end="4"/>
                                            </p:txEl>
                                          </p:spTgt>
                                        </p:tgtEl>
                                        <p:attrNameLst>
                                          <p:attrName>style.visibility</p:attrName>
                                        </p:attrNameLst>
                                      </p:cBhvr>
                                      <p:to>
                                        <p:strVal val="visible"/>
                                      </p:to>
                                    </p:set>
                                    <p:animEffect transition="in" filter="dissolve">
                                      <p:cBhvr>
                                        <p:cTn id="21" dur="500"/>
                                        <p:tgtEl>
                                          <p:spTgt spid="80">
                                            <p:txEl>
                                              <p:pRg st="4" end="4"/>
                                            </p:txEl>
                                          </p:spTgt>
                                        </p:tgtEl>
                                      </p:cBhvr>
                                    </p:animEffect>
                                  </p:childTnLst>
                                </p:cTn>
                              </p:par>
                              <p:par>
                                <p:cTn id="22" presetID="9" presetClass="entr" presetSubtype="0" fill="hold" nodeType="withEffect">
                                  <p:stCondLst>
                                    <p:cond delay="0"/>
                                  </p:stCondLst>
                                  <p:childTnLst>
                                    <p:set>
                                      <p:cBhvr>
                                        <p:cTn id="23" dur="1" fill="hold">
                                          <p:stCondLst>
                                            <p:cond delay="0"/>
                                          </p:stCondLst>
                                        </p:cTn>
                                        <p:tgtEl>
                                          <p:spTgt spid="80">
                                            <p:txEl>
                                              <p:pRg st="5" end="5"/>
                                            </p:txEl>
                                          </p:spTgt>
                                        </p:tgtEl>
                                        <p:attrNameLst>
                                          <p:attrName>style.visibility</p:attrName>
                                        </p:attrNameLst>
                                      </p:cBhvr>
                                      <p:to>
                                        <p:strVal val="visible"/>
                                      </p:to>
                                    </p:set>
                                    <p:animEffect transition="in" filter="dissolve">
                                      <p:cBhvr>
                                        <p:cTn id="24" dur="500"/>
                                        <p:tgtEl>
                                          <p:spTgt spid="80">
                                            <p:txEl>
                                              <p:pRg st="5" end="5"/>
                                            </p:txEl>
                                          </p:spTgt>
                                        </p:tgtEl>
                                      </p:cBhvr>
                                    </p:animEffect>
                                  </p:childTnLst>
                                </p:cTn>
                              </p:par>
                              <p:par>
                                <p:cTn id="25" presetID="9" presetClass="entr" presetSubtype="0" fill="hold" nodeType="withEffect">
                                  <p:stCondLst>
                                    <p:cond delay="0"/>
                                  </p:stCondLst>
                                  <p:childTnLst>
                                    <p:set>
                                      <p:cBhvr>
                                        <p:cTn id="26" dur="1" fill="hold">
                                          <p:stCondLst>
                                            <p:cond delay="0"/>
                                          </p:stCondLst>
                                        </p:cTn>
                                        <p:tgtEl>
                                          <p:spTgt spid="80">
                                            <p:txEl>
                                              <p:pRg st="6" end="6"/>
                                            </p:txEl>
                                          </p:spTgt>
                                        </p:tgtEl>
                                        <p:attrNameLst>
                                          <p:attrName>style.visibility</p:attrName>
                                        </p:attrNameLst>
                                      </p:cBhvr>
                                      <p:to>
                                        <p:strVal val="visible"/>
                                      </p:to>
                                    </p:set>
                                    <p:animEffect transition="in" filter="dissolve">
                                      <p:cBhvr>
                                        <p:cTn id="27" dur="500"/>
                                        <p:tgtEl>
                                          <p:spTgt spid="80">
                                            <p:txEl>
                                              <p:pRg st="6" end="6"/>
                                            </p:txEl>
                                          </p:spTgt>
                                        </p:tgtEl>
                                      </p:cBhvr>
                                    </p:animEffect>
                                  </p:childTnLst>
                                </p:cTn>
                              </p:par>
                              <p:par>
                                <p:cTn id="28" presetID="9" presetClass="entr" presetSubtype="0" fill="hold" nodeType="withEffect">
                                  <p:stCondLst>
                                    <p:cond delay="0"/>
                                  </p:stCondLst>
                                  <p:childTnLst>
                                    <p:set>
                                      <p:cBhvr>
                                        <p:cTn id="29" dur="1" fill="hold">
                                          <p:stCondLst>
                                            <p:cond delay="0"/>
                                          </p:stCondLst>
                                        </p:cTn>
                                        <p:tgtEl>
                                          <p:spTgt spid="80">
                                            <p:txEl>
                                              <p:pRg st="7" end="7"/>
                                            </p:txEl>
                                          </p:spTgt>
                                        </p:tgtEl>
                                        <p:attrNameLst>
                                          <p:attrName>style.visibility</p:attrName>
                                        </p:attrNameLst>
                                      </p:cBhvr>
                                      <p:to>
                                        <p:strVal val="visible"/>
                                      </p:to>
                                    </p:set>
                                    <p:animEffect transition="in" filter="dissolve">
                                      <p:cBhvr>
                                        <p:cTn id="30" dur="500"/>
                                        <p:tgtEl>
                                          <p:spTgt spid="80">
                                            <p:txEl>
                                              <p:pRg st="7" end="7"/>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9" presetClass="entr" presetSubtype="0" fill="hold" nodeType="clickEffect">
                                  <p:stCondLst>
                                    <p:cond delay="0"/>
                                  </p:stCondLst>
                                  <p:childTnLst>
                                    <p:set>
                                      <p:cBhvr>
                                        <p:cTn id="34" dur="1" fill="hold">
                                          <p:stCondLst>
                                            <p:cond delay="0"/>
                                          </p:stCondLst>
                                        </p:cTn>
                                        <p:tgtEl>
                                          <p:spTgt spid="80">
                                            <p:txEl>
                                              <p:pRg st="8" end="8"/>
                                            </p:txEl>
                                          </p:spTgt>
                                        </p:tgtEl>
                                        <p:attrNameLst>
                                          <p:attrName>style.visibility</p:attrName>
                                        </p:attrNameLst>
                                      </p:cBhvr>
                                      <p:to>
                                        <p:strVal val="visible"/>
                                      </p:to>
                                    </p:set>
                                    <p:animEffect transition="in" filter="dissolve">
                                      <p:cBhvr>
                                        <p:cTn id="35" dur="500"/>
                                        <p:tgtEl>
                                          <p:spTgt spid="80">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800100" y="349426"/>
            <a:ext cx="10515600" cy="894622"/>
          </a:xfrm>
        </p:spPr>
        <p:txBody>
          <a:bodyPr>
            <a:normAutofit/>
          </a:bodyPr>
          <a:lstStyle/>
          <a:p>
            <a:r>
              <a:rPr lang="en-US" b="0" dirty="0">
                <a:latin typeface="Calibri" panose="020F0502020204030204"/>
              </a:rPr>
              <a:t>Chapter 6: let’s take a breath</a:t>
            </a:r>
            <a:endParaRPr lang="en-US" sz="4400" b="0" dirty="0">
              <a:latin typeface="+mn-lt"/>
            </a:endParaRPr>
          </a:p>
        </p:txBody>
      </p:sp>
      <p:sp>
        <p:nvSpPr>
          <p:cNvPr id="439" name="Slide Number Placeholder 4">
            <a:extLst>
              <a:ext uri="{FF2B5EF4-FFF2-40B4-BE49-F238E27FC236}">
                <a16:creationId xmlns:a16="http://schemas.microsoft.com/office/drawing/2014/main" id="{C87F3257-E91D-E144-BA13-B0DD96B23FDC}"/>
              </a:ext>
            </a:extLst>
          </p:cNvPr>
          <p:cNvSpPr>
            <a:spLocks noGrp="1"/>
          </p:cNvSpPr>
          <p:nvPr>
            <p:ph type="sldNum" sz="quarter" idx="4"/>
          </p:nvPr>
        </p:nvSpPr>
        <p:spPr>
          <a:xfrm>
            <a:off x="9206737" y="6492875"/>
            <a:ext cx="2743200" cy="365125"/>
          </a:xfrm>
        </p:spPr>
        <p:txBody>
          <a:bodyPr/>
          <a:lstStyle/>
          <a:p>
            <a:r>
              <a:rPr lang="en-US" dirty="0"/>
              <a:t>Link Layer: 6-</a:t>
            </a:r>
            <a:fld id="{C4204591-24BD-A542-B9D5-F8D8A88D2FEE}" type="slidenum">
              <a:rPr lang="en-US" smtClean="0"/>
              <a:pPr/>
              <a:t>35</a:t>
            </a:fld>
            <a:endParaRPr lang="en-US" dirty="0"/>
          </a:p>
        </p:txBody>
      </p:sp>
      <p:sp>
        <p:nvSpPr>
          <p:cNvPr id="80" name="Rectangle 3">
            <a:extLst>
              <a:ext uri="{FF2B5EF4-FFF2-40B4-BE49-F238E27FC236}">
                <a16:creationId xmlns:a16="http://schemas.microsoft.com/office/drawing/2014/main" id="{A4B12346-C21D-2B4E-816C-10F5298F6A06}"/>
              </a:ext>
            </a:extLst>
          </p:cNvPr>
          <p:cNvSpPr txBox="1">
            <a:spLocks noChangeArrowheads="1"/>
          </p:cNvSpPr>
          <p:nvPr/>
        </p:nvSpPr>
        <p:spPr>
          <a:xfrm>
            <a:off x="1026459" y="1365157"/>
            <a:ext cx="10215282" cy="2937902"/>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339725">
              <a:defRPr/>
            </a:pPr>
            <a:r>
              <a:rPr lang="en-US" sz="3200" dirty="0"/>
              <a:t>journey down protocol stack </a:t>
            </a:r>
            <a:r>
              <a:rPr lang="en-US" sz="3200" i="1" dirty="0">
                <a:solidFill>
                  <a:srgbClr val="C00000"/>
                </a:solidFill>
              </a:rPr>
              <a:t>complete</a:t>
            </a:r>
            <a:r>
              <a:rPr lang="en-US" sz="3200" dirty="0">
                <a:solidFill>
                  <a:srgbClr val="C00000"/>
                </a:solidFill>
              </a:rPr>
              <a:t> </a:t>
            </a:r>
            <a:r>
              <a:rPr lang="en-US" sz="3200" dirty="0"/>
              <a:t>(except PHY)</a:t>
            </a:r>
          </a:p>
          <a:p>
            <a:pPr indent="-339725">
              <a:defRPr/>
            </a:pPr>
            <a:r>
              <a:rPr lang="en-US" sz="3200" dirty="0"/>
              <a:t>solid understanding of networking principles, practice!</a:t>
            </a:r>
          </a:p>
          <a:p>
            <a:pPr indent="-339725">
              <a:defRPr/>
            </a:pPr>
            <a:r>
              <a:rPr lang="en-US" sz="3200" dirty="0"/>
              <a:t>….. could stop here …. but </a:t>
            </a:r>
            <a:r>
              <a:rPr lang="en-US" sz="3200" i="1" dirty="0">
                <a:solidFill>
                  <a:srgbClr val="C00000"/>
                </a:solidFill>
              </a:rPr>
              <a:t>more </a:t>
            </a:r>
            <a:r>
              <a:rPr lang="en-US" sz="3200" dirty="0"/>
              <a:t>interesting topics!</a:t>
            </a:r>
          </a:p>
          <a:p>
            <a:pPr lvl="1">
              <a:defRPr/>
            </a:pPr>
            <a:r>
              <a:rPr lang="en-US" sz="2800" dirty="0"/>
              <a:t>wireless</a:t>
            </a:r>
          </a:p>
          <a:p>
            <a:pPr lvl="1">
              <a:defRPr/>
            </a:pPr>
            <a:r>
              <a:rPr lang="en-US" sz="2800" dirty="0"/>
              <a:t>security </a:t>
            </a:r>
          </a:p>
          <a:p>
            <a:pPr>
              <a:defRPr/>
            </a:pPr>
            <a:endParaRPr lang="en-US" dirty="0">
              <a:latin typeface="Gill Sans MT" charset="0"/>
            </a:endParaRPr>
          </a:p>
        </p:txBody>
      </p:sp>
    </p:spTree>
    <p:extLst>
      <p:ext uri="{BB962C8B-B14F-4D97-AF65-F5344CB8AC3E}">
        <p14:creationId xmlns:p14="http://schemas.microsoft.com/office/powerpoint/2010/main" val="37347488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80">
                                            <p:txEl>
                                              <p:pRg st="0" end="0"/>
                                            </p:txEl>
                                          </p:spTgt>
                                        </p:tgtEl>
                                        <p:attrNameLst>
                                          <p:attrName>style.visibility</p:attrName>
                                        </p:attrNameLst>
                                      </p:cBhvr>
                                      <p:to>
                                        <p:strVal val="visible"/>
                                      </p:to>
                                    </p:set>
                                    <p:animEffect transition="in" filter="dissolve">
                                      <p:cBhvr>
                                        <p:cTn id="7" dur="500"/>
                                        <p:tgtEl>
                                          <p:spTgt spid="80">
                                            <p:txEl>
                                              <p:pRg st="0" end="0"/>
                                            </p:txEl>
                                          </p:spTgt>
                                        </p:tgtEl>
                                      </p:cBhvr>
                                    </p:animEffect>
                                  </p:childTnLst>
                                </p:cTn>
                              </p:par>
                              <p:par>
                                <p:cTn id="8" presetID="9" presetClass="entr" presetSubtype="0" fill="hold" nodeType="withEffect">
                                  <p:stCondLst>
                                    <p:cond delay="0"/>
                                  </p:stCondLst>
                                  <p:childTnLst>
                                    <p:set>
                                      <p:cBhvr>
                                        <p:cTn id="9" dur="1" fill="hold">
                                          <p:stCondLst>
                                            <p:cond delay="0"/>
                                          </p:stCondLst>
                                        </p:cTn>
                                        <p:tgtEl>
                                          <p:spTgt spid="80">
                                            <p:txEl>
                                              <p:pRg st="1" end="1"/>
                                            </p:txEl>
                                          </p:spTgt>
                                        </p:tgtEl>
                                        <p:attrNameLst>
                                          <p:attrName>style.visibility</p:attrName>
                                        </p:attrNameLst>
                                      </p:cBhvr>
                                      <p:to>
                                        <p:strVal val="visible"/>
                                      </p:to>
                                    </p:set>
                                    <p:animEffect transition="in" filter="dissolve">
                                      <p:cBhvr>
                                        <p:cTn id="10" dur="500"/>
                                        <p:tgtEl>
                                          <p:spTgt spid="80">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nodeType="clickEffect">
                                  <p:stCondLst>
                                    <p:cond delay="0"/>
                                  </p:stCondLst>
                                  <p:childTnLst>
                                    <p:set>
                                      <p:cBhvr>
                                        <p:cTn id="14" dur="1" fill="hold">
                                          <p:stCondLst>
                                            <p:cond delay="0"/>
                                          </p:stCondLst>
                                        </p:cTn>
                                        <p:tgtEl>
                                          <p:spTgt spid="80">
                                            <p:txEl>
                                              <p:pRg st="2" end="2"/>
                                            </p:txEl>
                                          </p:spTgt>
                                        </p:tgtEl>
                                        <p:attrNameLst>
                                          <p:attrName>style.visibility</p:attrName>
                                        </p:attrNameLst>
                                      </p:cBhvr>
                                      <p:to>
                                        <p:strVal val="visible"/>
                                      </p:to>
                                    </p:set>
                                    <p:animEffect transition="in" filter="dissolve">
                                      <p:cBhvr>
                                        <p:cTn id="15" dur="500"/>
                                        <p:tgtEl>
                                          <p:spTgt spid="80">
                                            <p:txEl>
                                              <p:pRg st="2" end="2"/>
                                            </p:txEl>
                                          </p:spTgt>
                                        </p:tgtEl>
                                      </p:cBhvr>
                                    </p:animEffect>
                                  </p:childTnLst>
                                </p:cTn>
                              </p:par>
                              <p:par>
                                <p:cTn id="16" presetID="9" presetClass="entr" presetSubtype="0" fill="hold" nodeType="withEffect">
                                  <p:stCondLst>
                                    <p:cond delay="0"/>
                                  </p:stCondLst>
                                  <p:childTnLst>
                                    <p:set>
                                      <p:cBhvr>
                                        <p:cTn id="17" dur="1" fill="hold">
                                          <p:stCondLst>
                                            <p:cond delay="0"/>
                                          </p:stCondLst>
                                        </p:cTn>
                                        <p:tgtEl>
                                          <p:spTgt spid="80">
                                            <p:txEl>
                                              <p:pRg st="3" end="3"/>
                                            </p:txEl>
                                          </p:spTgt>
                                        </p:tgtEl>
                                        <p:attrNameLst>
                                          <p:attrName>style.visibility</p:attrName>
                                        </p:attrNameLst>
                                      </p:cBhvr>
                                      <p:to>
                                        <p:strVal val="visible"/>
                                      </p:to>
                                    </p:set>
                                    <p:animEffect transition="in" filter="dissolve">
                                      <p:cBhvr>
                                        <p:cTn id="18" dur="500"/>
                                        <p:tgtEl>
                                          <p:spTgt spid="80">
                                            <p:txEl>
                                              <p:pRg st="3" end="3"/>
                                            </p:txEl>
                                          </p:spTgt>
                                        </p:tgtEl>
                                      </p:cBhvr>
                                    </p:animEffect>
                                  </p:childTnLst>
                                </p:cTn>
                              </p:par>
                              <p:par>
                                <p:cTn id="19" presetID="9" presetClass="entr" presetSubtype="0" fill="hold" nodeType="withEffect">
                                  <p:stCondLst>
                                    <p:cond delay="0"/>
                                  </p:stCondLst>
                                  <p:childTnLst>
                                    <p:set>
                                      <p:cBhvr>
                                        <p:cTn id="20" dur="1" fill="hold">
                                          <p:stCondLst>
                                            <p:cond delay="0"/>
                                          </p:stCondLst>
                                        </p:cTn>
                                        <p:tgtEl>
                                          <p:spTgt spid="80">
                                            <p:txEl>
                                              <p:pRg st="4" end="4"/>
                                            </p:txEl>
                                          </p:spTgt>
                                        </p:tgtEl>
                                        <p:attrNameLst>
                                          <p:attrName>style.visibility</p:attrName>
                                        </p:attrNameLst>
                                      </p:cBhvr>
                                      <p:to>
                                        <p:strVal val="visible"/>
                                      </p:to>
                                    </p:set>
                                    <p:animEffect transition="in" filter="dissolve">
                                      <p:cBhvr>
                                        <p:cTn id="21" dur="500"/>
                                        <p:tgtEl>
                                          <p:spTgt spid="80">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23893</TotalTime>
  <Words>3261</Words>
  <Application>Microsoft Office PowerPoint</Application>
  <PresentationFormat>Widescreen</PresentationFormat>
  <Paragraphs>881</Paragraphs>
  <Slides>35</Slides>
  <Notes>29</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35</vt:i4>
      </vt:variant>
    </vt:vector>
  </HeadingPairs>
  <TitlesOfParts>
    <vt:vector size="45" baseType="lpstr">
      <vt:lpstr>Arial</vt:lpstr>
      <vt:lpstr>Calibri</vt:lpstr>
      <vt:lpstr>Calibri Light</vt:lpstr>
      <vt:lpstr>Comic Sans MS</vt:lpstr>
      <vt:lpstr>Gill Sans MT</vt:lpstr>
      <vt:lpstr>Times New Roman</vt:lpstr>
      <vt:lpstr>TimesLTPro</vt:lpstr>
      <vt:lpstr>Wingdings</vt:lpstr>
      <vt:lpstr>Office Theme</vt:lpstr>
      <vt:lpstr>2_Office Theme</vt:lpstr>
      <vt:lpstr>PowerPoint Presentation</vt:lpstr>
      <vt:lpstr>Link layer and LANs: our goals</vt:lpstr>
      <vt:lpstr>Link layer, LANs: roadmap</vt:lpstr>
      <vt:lpstr>Link layer: introduction</vt:lpstr>
      <vt:lpstr>Link layer: context</vt:lpstr>
      <vt:lpstr>Transportation analogy</vt:lpstr>
      <vt:lpstr>Link layer: services</vt:lpstr>
      <vt:lpstr>Link layer: services (more)</vt:lpstr>
      <vt:lpstr>Host link-layer implementation</vt:lpstr>
      <vt:lpstr>Interfaces communicating</vt:lpstr>
      <vt:lpstr>Link layer, LANs: roadmap</vt:lpstr>
      <vt:lpstr>MAC addresses</vt:lpstr>
      <vt:lpstr>MAC addresses</vt:lpstr>
      <vt:lpstr>MAC addresses</vt:lpstr>
      <vt:lpstr>ARP: address resolution protocol</vt:lpstr>
      <vt:lpstr>ARP protocol in action</vt:lpstr>
      <vt:lpstr>ARP protocol in action</vt:lpstr>
      <vt:lpstr>ARP protocol in action</vt:lpstr>
      <vt:lpstr>Routing to another subnet: addressing</vt:lpstr>
      <vt:lpstr>Routing to another subnet: addressing</vt:lpstr>
      <vt:lpstr>Routing to another subnet: addressing</vt:lpstr>
      <vt:lpstr>Routing to another subnet: addressing</vt:lpstr>
      <vt:lpstr>Routing to another subnet: addressing</vt:lpstr>
      <vt:lpstr>Routing to another subnet: addressing</vt:lpstr>
      <vt:lpstr>Link layer, LANs: roadmap</vt:lpstr>
      <vt:lpstr>Synthesis: a day in the life of a web request</vt:lpstr>
      <vt:lpstr>A day in the life: scenario</vt:lpstr>
      <vt:lpstr>A day in the life: connecting to the Internet</vt:lpstr>
      <vt:lpstr>A day in the life: connecting to the Internet</vt:lpstr>
      <vt:lpstr>A day in the life… ARP  (before DNS, before HTTP)</vt:lpstr>
      <vt:lpstr>A day in the life… using DNS</vt:lpstr>
      <vt:lpstr>A day in the life…TCP connection carrying HTTP</vt:lpstr>
      <vt:lpstr>A day in the life… HTTP request/reply </vt:lpstr>
      <vt:lpstr>Chapter 6: Summary</vt:lpstr>
      <vt:lpstr>Chapter 6: let’s take a breath</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James Kurose</dc:creator>
  <cp:lastModifiedBy>lenovo</cp:lastModifiedBy>
  <cp:revision>860</cp:revision>
  <dcterms:created xsi:type="dcterms:W3CDTF">2020-01-18T07:24:59Z</dcterms:created>
  <dcterms:modified xsi:type="dcterms:W3CDTF">2025-03-25T13:42:17Z</dcterms:modified>
</cp:coreProperties>
</file>