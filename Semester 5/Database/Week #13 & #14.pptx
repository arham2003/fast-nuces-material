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54"/>
  </p:notesMasterIdLst>
  <p:sldIdLst>
    <p:sldId id="256" r:id="rId2"/>
    <p:sldId id="257" r:id="rId3"/>
    <p:sldId id="304" r:id="rId4"/>
    <p:sldId id="305" r:id="rId5"/>
    <p:sldId id="306" r:id="rId6"/>
    <p:sldId id="307" r:id="rId7"/>
    <p:sldId id="308" r:id="rId8"/>
    <p:sldId id="309" r:id="rId9"/>
    <p:sldId id="310" r:id="rId10"/>
    <p:sldId id="311" r:id="rId11"/>
    <p:sldId id="312" r:id="rId12"/>
    <p:sldId id="313" r:id="rId13"/>
    <p:sldId id="314" r:id="rId14"/>
    <p:sldId id="315" r:id="rId15"/>
    <p:sldId id="316" r:id="rId16"/>
    <p:sldId id="317" r:id="rId17"/>
    <p:sldId id="318" r:id="rId18"/>
    <p:sldId id="319" r:id="rId19"/>
    <p:sldId id="320" r:id="rId20"/>
    <p:sldId id="321" r:id="rId21"/>
    <p:sldId id="324" r:id="rId22"/>
    <p:sldId id="322" r:id="rId23"/>
    <p:sldId id="323" r:id="rId24"/>
    <p:sldId id="325" r:id="rId25"/>
    <p:sldId id="326" r:id="rId26"/>
    <p:sldId id="327" r:id="rId27"/>
    <p:sldId id="329" r:id="rId28"/>
    <p:sldId id="330" r:id="rId29"/>
    <p:sldId id="331" r:id="rId30"/>
    <p:sldId id="332" r:id="rId31"/>
    <p:sldId id="333" r:id="rId32"/>
    <p:sldId id="334" r:id="rId33"/>
    <p:sldId id="335" r:id="rId34"/>
    <p:sldId id="336" r:id="rId35"/>
    <p:sldId id="337" r:id="rId36"/>
    <p:sldId id="354" r:id="rId37"/>
    <p:sldId id="338" r:id="rId38"/>
    <p:sldId id="339" r:id="rId39"/>
    <p:sldId id="355" r:id="rId40"/>
    <p:sldId id="340" r:id="rId41"/>
    <p:sldId id="341" r:id="rId42"/>
    <p:sldId id="342" r:id="rId43"/>
    <p:sldId id="343" r:id="rId44"/>
    <p:sldId id="344" r:id="rId45"/>
    <p:sldId id="346" r:id="rId46"/>
    <p:sldId id="347" r:id="rId47"/>
    <p:sldId id="348" r:id="rId48"/>
    <p:sldId id="349" r:id="rId49"/>
    <p:sldId id="350" r:id="rId50"/>
    <p:sldId id="351" r:id="rId51"/>
    <p:sldId id="352" r:id="rId52"/>
    <p:sldId id="353" r:id="rId53"/>
  </p:sldIdLst>
  <p:sldSz cx="12192000" cy="6858000"/>
  <p:notesSz cx="6858000" cy="9144000"/>
  <p:embeddedFontLst>
    <p:embeddedFont>
      <p:font typeface="Garamond" panose="02020404030301010803" pitchFamily="18" charset="0"/>
      <p:regular r:id="rId55"/>
      <p:bold r:id="rId56"/>
      <p:italic r:id="rId57"/>
      <p:boldItalic r:id="rId58"/>
    </p:embeddedFont>
    <p:embeddedFont>
      <p:font typeface="Tahoma" panose="020B0604030504040204" pitchFamily="34" charset="0"/>
      <p:regular r:id="rId59"/>
      <p:bold r:id="rId60"/>
    </p:embeddedFont>
    <p:embeddedFont>
      <p:font typeface="Oi" panose="020B0604020202020204" charset="0"/>
      <p:regular r:id="rId61"/>
    </p:embeddedFont>
    <p:embeddedFont>
      <p:font typeface="EB Garamond" panose="020B0604020202020204" charset="0"/>
      <p:regular r:id="rId62"/>
      <p:bold r:id="rId63"/>
      <p:italic r:id="rId64"/>
      <p:boldItalic r:id="rId6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66" roundtripDataSignature="AMtx7mgPL18S2Zt0H6rV77jba4dHfraJ5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8" d="100"/>
          <a:sy n="108" d="100"/>
        </p:scale>
        <p:origin x="678"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font" Target="fonts/font9.fntdata"/><Relationship Id="rId68"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font" Target="fonts/font4.fntdata"/><Relationship Id="rId66" Type="http://customschemas.google.com/relationships/presentationmetadata" Target="metadata"/><Relationship Id="rId5" Type="http://schemas.openxmlformats.org/officeDocument/2006/relationships/slide" Target="slides/slide4.xml"/><Relationship Id="rId61" Type="http://schemas.openxmlformats.org/officeDocument/2006/relationships/font" Target="fonts/font7.fntdata"/><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font" Target="fonts/font2.fntdata"/><Relationship Id="rId64" Type="http://schemas.openxmlformats.org/officeDocument/2006/relationships/font" Target="fonts/font10.fntdata"/><Relationship Id="rId69"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font" Target="fonts/font5.fntdata"/><Relationship Id="rId67"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notesMaster" Target="notesMasters/notesMaster1.xml"/><Relationship Id="rId62" Type="http://schemas.openxmlformats.org/officeDocument/2006/relationships/font" Target="fonts/font8.fntdata"/><Relationship Id="rId7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font" Target="fonts/font3.fntdata"/><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font" Target="fonts/font6.fntdata"/><Relationship Id="rId65" Type="http://schemas.openxmlformats.org/officeDocument/2006/relationships/font" Target="fonts/font11.fntdata"/><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font" Target="fonts/font1.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p:cNvGrpSpPr/>
        <p:nvPr/>
      </p:nvGrpSpPr>
      <p:grpSpPr>
        <a:xfrm>
          <a:off x="0" y="0"/>
          <a:ext cx="0" cy="0"/>
          <a:chOff x="0" y="0"/>
          <a:chExt cx="0" cy="0"/>
        </a:xfrm>
      </p:grpSpPr>
      <p:sp>
        <p:nvSpPr>
          <p:cNvPr id="130" name="Google Shape;130;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31" name="Google Shape;131;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37" name="Google Shape;137;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marR="0" lvl="0" indent="-228600" algn="l" rtl="0">
              <a:lnSpc>
                <a:spcPct val="100000"/>
              </a:lnSpc>
              <a:spcBef>
                <a:spcPts val="0"/>
              </a:spcBef>
              <a:spcAft>
                <a:spcPts val="0"/>
              </a:spcAft>
              <a:buClr>
                <a:srgbClr val="000000"/>
              </a:buClr>
              <a:buSzPts val="1100"/>
              <a:buFont typeface="Arial"/>
              <a:buNone/>
            </a:pPr>
            <a:endParaRPr>
              <a:latin typeface="Arial"/>
              <a:ea typeface="Arial"/>
              <a:cs typeface="Arial"/>
              <a:sym typeface="Arial"/>
            </a:endParaRPr>
          </a:p>
        </p:txBody>
      </p:sp>
      <p:sp>
        <p:nvSpPr>
          <p:cNvPr id="138" name="Google Shape;138;p2: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Tahoma"/>
                <a:ea typeface="Tahoma"/>
                <a:cs typeface="Tahoma"/>
                <a:sym typeface="Tahoma"/>
              </a:rPr>
              <a:t>2</a:t>
            </a:fld>
            <a:endParaRPr sz="1200" b="0" i="0" u="none" strike="noStrike" cap="none">
              <a:solidFill>
                <a:schemeClr val="dk1"/>
              </a:solidFill>
              <a:latin typeface="Tahoma"/>
              <a:ea typeface="Tahoma"/>
              <a:cs typeface="Tahoma"/>
              <a:sym typeface="Tahoma"/>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p3: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540"/>
              </a:spcBef>
              <a:spcAft>
                <a:spcPts val="0"/>
              </a:spcAft>
              <a:buNone/>
            </a:pPr>
            <a:endParaRPr/>
          </a:p>
        </p:txBody>
      </p:sp>
      <p:sp>
        <p:nvSpPr>
          <p:cNvPr id="85" name="Google Shape;85;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5369818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p4: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540"/>
              </a:spcBef>
              <a:spcAft>
                <a:spcPts val="0"/>
              </a:spcAft>
              <a:buNone/>
            </a:pPr>
            <a:endParaRPr/>
          </a:p>
        </p:txBody>
      </p:sp>
      <p:sp>
        <p:nvSpPr>
          <p:cNvPr id="92" name="Google Shape;92;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1291942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p:cNvGrpSpPr/>
        <p:nvPr/>
      </p:nvGrpSpPr>
      <p:grpSpPr>
        <a:xfrm>
          <a:off x="0" y="0"/>
          <a:ext cx="0" cy="0"/>
          <a:chOff x="0" y="0"/>
          <a:chExt cx="0" cy="0"/>
        </a:xfrm>
      </p:grpSpPr>
      <p:sp>
        <p:nvSpPr>
          <p:cNvPr id="121" name="Google Shape;121;p8: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540"/>
              </a:spcBef>
              <a:spcAft>
                <a:spcPts val="0"/>
              </a:spcAft>
              <a:buNone/>
            </a:pPr>
            <a:endParaRPr/>
          </a:p>
        </p:txBody>
      </p:sp>
      <p:sp>
        <p:nvSpPr>
          <p:cNvPr id="122" name="Google Shape;122;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7284709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9: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540"/>
              </a:spcBef>
              <a:spcAft>
                <a:spcPts val="0"/>
              </a:spcAft>
              <a:buNone/>
            </a:pPr>
            <a:endParaRPr/>
          </a:p>
        </p:txBody>
      </p:sp>
      <p:sp>
        <p:nvSpPr>
          <p:cNvPr id="129" name="Google Shape;129;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9904341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p:cNvGrpSpPr/>
        <p:nvPr/>
      </p:nvGrpSpPr>
      <p:grpSpPr>
        <a:xfrm>
          <a:off x="0" y="0"/>
          <a:ext cx="0" cy="0"/>
          <a:chOff x="0" y="0"/>
          <a:chExt cx="0" cy="0"/>
        </a:xfrm>
      </p:grpSpPr>
      <p:sp>
        <p:nvSpPr>
          <p:cNvPr id="135" name="Google Shape;135;p10: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540"/>
              </a:spcBef>
              <a:spcAft>
                <a:spcPts val="0"/>
              </a:spcAft>
              <a:buNone/>
            </a:pPr>
            <a:endParaRPr/>
          </a:p>
        </p:txBody>
      </p:sp>
      <p:sp>
        <p:nvSpPr>
          <p:cNvPr id="136" name="Google Shape;136;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546796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Google Shape;144;p11: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540"/>
              </a:spcBef>
              <a:spcAft>
                <a:spcPts val="0"/>
              </a:spcAft>
              <a:buNone/>
            </a:pPr>
            <a:endParaRPr/>
          </a:p>
        </p:txBody>
      </p:sp>
      <p:sp>
        <p:nvSpPr>
          <p:cNvPr id="145" name="Google Shape;145;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699217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p12: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540"/>
              </a:spcBef>
              <a:spcAft>
                <a:spcPts val="0"/>
              </a:spcAft>
              <a:buNone/>
            </a:pPr>
            <a:endParaRPr/>
          </a:p>
        </p:txBody>
      </p:sp>
      <p:sp>
        <p:nvSpPr>
          <p:cNvPr id="152" name="Google Shape;152;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295211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
        <p:cNvGrpSpPr/>
        <p:nvPr/>
      </p:nvGrpSpPr>
      <p:grpSpPr>
        <a:xfrm>
          <a:off x="0" y="0"/>
          <a:ext cx="0" cy="0"/>
          <a:chOff x="0" y="0"/>
          <a:chExt cx="0" cy="0"/>
        </a:xfrm>
      </p:grpSpPr>
      <p:sp>
        <p:nvSpPr>
          <p:cNvPr id="158" name="Google Shape;158;p13: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540"/>
              </a:spcBef>
              <a:spcAft>
                <a:spcPts val="0"/>
              </a:spcAft>
              <a:buNone/>
            </a:pPr>
            <a:endParaRPr/>
          </a:p>
        </p:txBody>
      </p:sp>
      <p:sp>
        <p:nvSpPr>
          <p:cNvPr id="159" name="Google Shape;159;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0158834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p:cNvGrpSpPr/>
        <p:nvPr/>
      </p:nvGrpSpPr>
      <p:grpSpPr>
        <a:xfrm>
          <a:off x="0" y="0"/>
          <a:ext cx="0" cy="0"/>
          <a:chOff x="0" y="0"/>
          <a:chExt cx="0" cy="0"/>
        </a:xfrm>
      </p:grpSpPr>
      <p:sp>
        <p:nvSpPr>
          <p:cNvPr id="169" name="Google Shape;169;p14: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540"/>
              </a:spcBef>
              <a:spcAft>
                <a:spcPts val="0"/>
              </a:spcAft>
              <a:buNone/>
            </a:pPr>
            <a:endParaRPr/>
          </a:p>
        </p:txBody>
      </p:sp>
      <p:sp>
        <p:nvSpPr>
          <p:cNvPr id="170" name="Google Shape;170;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4078881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p12: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540"/>
              </a:spcBef>
              <a:spcAft>
                <a:spcPts val="0"/>
              </a:spcAft>
              <a:buNone/>
            </a:pPr>
            <a:endParaRPr/>
          </a:p>
        </p:txBody>
      </p:sp>
      <p:sp>
        <p:nvSpPr>
          <p:cNvPr id="152" name="Google Shape;152;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2397140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p16: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540"/>
              </a:spcBef>
              <a:spcAft>
                <a:spcPts val="0"/>
              </a:spcAft>
              <a:buNone/>
            </a:pPr>
            <a:endParaRPr/>
          </a:p>
        </p:txBody>
      </p:sp>
      <p:sp>
        <p:nvSpPr>
          <p:cNvPr id="186" name="Google Shape;186;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3220689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
        <p:cNvGrpSpPr/>
        <p:nvPr/>
      </p:nvGrpSpPr>
      <p:grpSpPr>
        <a:xfrm>
          <a:off x="0" y="0"/>
          <a:ext cx="0" cy="0"/>
          <a:chOff x="0" y="0"/>
          <a:chExt cx="0" cy="0"/>
        </a:xfrm>
      </p:grpSpPr>
      <p:sp>
        <p:nvSpPr>
          <p:cNvPr id="193" name="Google Shape;193;p17: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540"/>
              </a:spcBef>
              <a:spcAft>
                <a:spcPts val="0"/>
              </a:spcAft>
              <a:buNone/>
            </a:pPr>
            <a:endParaRPr/>
          </a:p>
        </p:txBody>
      </p:sp>
      <p:sp>
        <p:nvSpPr>
          <p:cNvPr id="194" name="Google Shape;194;p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4371190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Google Shape;201;p18: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540"/>
              </a:spcBef>
              <a:spcAft>
                <a:spcPts val="0"/>
              </a:spcAft>
              <a:buNone/>
            </a:pPr>
            <a:endParaRPr/>
          </a:p>
        </p:txBody>
      </p:sp>
      <p:sp>
        <p:nvSpPr>
          <p:cNvPr id="202" name="Google Shape;202;p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9916556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p12: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540"/>
              </a:spcBef>
              <a:spcAft>
                <a:spcPts val="0"/>
              </a:spcAft>
              <a:buNone/>
            </a:pPr>
            <a:endParaRPr/>
          </a:p>
        </p:txBody>
      </p:sp>
      <p:sp>
        <p:nvSpPr>
          <p:cNvPr id="152" name="Google Shape;152;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7340501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3"/>
        <p:cNvGrpSpPr/>
        <p:nvPr/>
      </p:nvGrpSpPr>
      <p:grpSpPr>
        <a:xfrm>
          <a:off x="0" y="0"/>
          <a:ext cx="0" cy="0"/>
          <a:chOff x="0" y="0"/>
          <a:chExt cx="0" cy="0"/>
        </a:xfrm>
      </p:grpSpPr>
      <p:sp>
        <p:nvSpPr>
          <p:cNvPr id="244" name="Google Shape;244;p24: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540"/>
              </a:spcBef>
              <a:spcAft>
                <a:spcPts val="0"/>
              </a:spcAft>
              <a:buNone/>
            </a:pPr>
            <a:endParaRPr/>
          </a:p>
        </p:txBody>
      </p:sp>
      <p:sp>
        <p:nvSpPr>
          <p:cNvPr id="245" name="Google Shape;245;p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13690574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1"/>
        <p:cNvGrpSpPr/>
        <p:nvPr/>
      </p:nvGrpSpPr>
      <p:grpSpPr>
        <a:xfrm>
          <a:off x="0" y="0"/>
          <a:ext cx="0" cy="0"/>
          <a:chOff x="0" y="0"/>
          <a:chExt cx="0" cy="0"/>
        </a:xfrm>
      </p:grpSpPr>
      <p:sp>
        <p:nvSpPr>
          <p:cNvPr id="252" name="Google Shape;252;p25: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540"/>
              </a:spcBef>
              <a:spcAft>
                <a:spcPts val="0"/>
              </a:spcAft>
              <a:buNone/>
            </a:pPr>
            <a:endParaRPr/>
          </a:p>
        </p:txBody>
      </p:sp>
      <p:sp>
        <p:nvSpPr>
          <p:cNvPr id="253" name="Google Shape;253;p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6978259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2"/>
        <p:cNvGrpSpPr/>
        <p:nvPr/>
      </p:nvGrpSpPr>
      <p:grpSpPr>
        <a:xfrm>
          <a:off x="0" y="0"/>
          <a:ext cx="0" cy="0"/>
          <a:chOff x="0" y="0"/>
          <a:chExt cx="0" cy="0"/>
        </a:xfrm>
      </p:grpSpPr>
      <p:sp>
        <p:nvSpPr>
          <p:cNvPr id="323" name="Google Shape;323;p35: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540"/>
              </a:spcBef>
              <a:spcAft>
                <a:spcPts val="0"/>
              </a:spcAft>
              <a:buNone/>
            </a:pPr>
            <a:endParaRPr/>
          </a:p>
        </p:txBody>
      </p:sp>
      <p:sp>
        <p:nvSpPr>
          <p:cNvPr id="324" name="Google Shape;324;p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747405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9"/>
        <p:cNvGrpSpPr/>
        <p:nvPr/>
      </p:nvGrpSpPr>
      <p:grpSpPr>
        <a:xfrm>
          <a:off x="0" y="0"/>
          <a:ext cx="0" cy="0"/>
          <a:chOff x="0" y="0"/>
          <a:chExt cx="0" cy="0"/>
        </a:xfrm>
      </p:grpSpPr>
      <p:sp>
        <p:nvSpPr>
          <p:cNvPr id="330" name="Google Shape;330;p36: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540"/>
              </a:spcBef>
              <a:spcAft>
                <a:spcPts val="0"/>
              </a:spcAft>
              <a:buNone/>
            </a:pPr>
            <a:endParaRPr/>
          </a:p>
        </p:txBody>
      </p:sp>
      <p:sp>
        <p:nvSpPr>
          <p:cNvPr id="331" name="Google Shape;331;p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2866371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6"/>
        <p:cNvGrpSpPr/>
        <p:nvPr/>
      </p:nvGrpSpPr>
      <p:grpSpPr>
        <a:xfrm>
          <a:off x="0" y="0"/>
          <a:ext cx="0" cy="0"/>
          <a:chOff x="0" y="0"/>
          <a:chExt cx="0" cy="0"/>
        </a:xfrm>
      </p:grpSpPr>
      <p:sp>
        <p:nvSpPr>
          <p:cNvPr id="337" name="Google Shape;337;p37: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540"/>
              </a:spcBef>
              <a:spcAft>
                <a:spcPts val="0"/>
              </a:spcAft>
              <a:buNone/>
            </a:pPr>
            <a:endParaRPr/>
          </a:p>
        </p:txBody>
      </p:sp>
      <p:sp>
        <p:nvSpPr>
          <p:cNvPr id="338" name="Google Shape;338;p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8813668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3"/>
        <p:cNvGrpSpPr/>
        <p:nvPr/>
      </p:nvGrpSpPr>
      <p:grpSpPr>
        <a:xfrm>
          <a:off x="0" y="0"/>
          <a:ext cx="0" cy="0"/>
          <a:chOff x="0" y="0"/>
          <a:chExt cx="0" cy="0"/>
        </a:xfrm>
      </p:grpSpPr>
      <p:sp>
        <p:nvSpPr>
          <p:cNvPr id="344" name="Google Shape;344;p38: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540"/>
              </a:spcBef>
              <a:spcAft>
                <a:spcPts val="0"/>
              </a:spcAft>
              <a:buNone/>
            </a:pPr>
            <a:endParaRPr/>
          </a:p>
        </p:txBody>
      </p:sp>
      <p:sp>
        <p:nvSpPr>
          <p:cNvPr id="345" name="Google Shape;345;p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9167741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0"/>
        <p:cNvGrpSpPr/>
        <p:nvPr/>
      </p:nvGrpSpPr>
      <p:grpSpPr>
        <a:xfrm>
          <a:off x="0" y="0"/>
          <a:ext cx="0" cy="0"/>
          <a:chOff x="0" y="0"/>
          <a:chExt cx="0" cy="0"/>
        </a:xfrm>
      </p:grpSpPr>
      <p:sp>
        <p:nvSpPr>
          <p:cNvPr id="351" name="Google Shape;351;p39: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540"/>
              </a:spcBef>
              <a:spcAft>
                <a:spcPts val="0"/>
              </a:spcAft>
              <a:buNone/>
            </a:pPr>
            <a:endParaRPr/>
          </a:p>
        </p:txBody>
      </p:sp>
      <p:sp>
        <p:nvSpPr>
          <p:cNvPr id="352" name="Google Shape;352;p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8018608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1"/>
        <p:cNvGrpSpPr/>
        <p:nvPr/>
      </p:nvGrpSpPr>
      <p:grpSpPr>
        <a:xfrm>
          <a:off x="0" y="0"/>
          <a:ext cx="0" cy="0"/>
          <a:chOff x="0" y="0"/>
          <a:chExt cx="0" cy="0"/>
        </a:xfrm>
      </p:grpSpPr>
      <p:sp>
        <p:nvSpPr>
          <p:cNvPr id="362" name="Google Shape;362;p40: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540"/>
              </a:spcBef>
              <a:spcAft>
                <a:spcPts val="0"/>
              </a:spcAft>
              <a:buNone/>
            </a:pPr>
            <a:endParaRPr/>
          </a:p>
        </p:txBody>
      </p:sp>
      <p:sp>
        <p:nvSpPr>
          <p:cNvPr id="363" name="Google Shape;363;p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12579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7"/>
        <p:cNvGrpSpPr/>
        <p:nvPr/>
      </p:nvGrpSpPr>
      <p:grpSpPr>
        <a:xfrm>
          <a:off x="0" y="0"/>
          <a:ext cx="0" cy="0"/>
          <a:chOff x="0" y="0"/>
          <a:chExt cx="0" cy="0"/>
        </a:xfrm>
      </p:grpSpPr>
      <p:sp>
        <p:nvSpPr>
          <p:cNvPr id="378" name="Google Shape;378;p42: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540"/>
              </a:spcBef>
              <a:spcAft>
                <a:spcPts val="0"/>
              </a:spcAft>
              <a:buNone/>
            </a:pPr>
            <a:endParaRPr/>
          </a:p>
        </p:txBody>
      </p:sp>
      <p:sp>
        <p:nvSpPr>
          <p:cNvPr id="379" name="Google Shape;379;p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7105692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4"/>
        <p:cNvGrpSpPr/>
        <p:nvPr/>
      </p:nvGrpSpPr>
      <p:grpSpPr>
        <a:xfrm>
          <a:off x="0" y="0"/>
          <a:ext cx="0" cy="0"/>
          <a:chOff x="0" y="0"/>
          <a:chExt cx="0" cy="0"/>
        </a:xfrm>
      </p:grpSpPr>
      <p:sp>
        <p:nvSpPr>
          <p:cNvPr id="385" name="Google Shape;385;p43: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540"/>
              </a:spcBef>
              <a:spcAft>
                <a:spcPts val="0"/>
              </a:spcAft>
              <a:buNone/>
            </a:pPr>
            <a:endParaRPr/>
          </a:p>
        </p:txBody>
      </p:sp>
      <p:sp>
        <p:nvSpPr>
          <p:cNvPr id="386" name="Google Shape;386;p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682446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3"/>
        <p:cNvGrpSpPr/>
        <p:nvPr/>
      </p:nvGrpSpPr>
      <p:grpSpPr>
        <a:xfrm>
          <a:off x="0" y="0"/>
          <a:ext cx="0" cy="0"/>
          <a:chOff x="0" y="0"/>
          <a:chExt cx="0" cy="0"/>
        </a:xfrm>
      </p:grpSpPr>
      <p:sp>
        <p:nvSpPr>
          <p:cNvPr id="394" name="Google Shape;394;p44: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540"/>
              </a:spcBef>
              <a:spcAft>
                <a:spcPts val="0"/>
              </a:spcAft>
              <a:buNone/>
            </a:pPr>
            <a:endParaRPr/>
          </a:p>
        </p:txBody>
      </p:sp>
      <p:sp>
        <p:nvSpPr>
          <p:cNvPr id="395" name="Google Shape;395;p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6713491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4"/>
        <p:cNvGrpSpPr/>
        <p:nvPr/>
      </p:nvGrpSpPr>
      <p:grpSpPr>
        <a:xfrm>
          <a:off x="0" y="0"/>
          <a:ext cx="0" cy="0"/>
          <a:chOff x="0" y="0"/>
          <a:chExt cx="0" cy="0"/>
        </a:xfrm>
      </p:grpSpPr>
      <p:sp>
        <p:nvSpPr>
          <p:cNvPr id="405" name="Google Shape;405;p45: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540"/>
              </a:spcBef>
              <a:spcAft>
                <a:spcPts val="0"/>
              </a:spcAft>
              <a:buNone/>
            </a:pPr>
            <a:endParaRPr/>
          </a:p>
        </p:txBody>
      </p:sp>
      <p:sp>
        <p:nvSpPr>
          <p:cNvPr id="406" name="Google Shape;406;p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2406545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1"/>
        <p:cNvGrpSpPr/>
        <p:nvPr/>
      </p:nvGrpSpPr>
      <p:grpSpPr>
        <a:xfrm>
          <a:off x="0" y="0"/>
          <a:ext cx="0" cy="0"/>
          <a:chOff x="0" y="0"/>
          <a:chExt cx="0" cy="0"/>
        </a:xfrm>
      </p:grpSpPr>
      <p:sp>
        <p:nvSpPr>
          <p:cNvPr id="412" name="Google Shape;412;p46: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540"/>
              </a:spcBef>
              <a:spcAft>
                <a:spcPts val="0"/>
              </a:spcAft>
              <a:buNone/>
            </a:pPr>
            <a:endParaRPr/>
          </a:p>
        </p:txBody>
      </p:sp>
      <p:sp>
        <p:nvSpPr>
          <p:cNvPr id="413" name="Google Shape;413;p4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2948249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8"/>
        <p:cNvGrpSpPr/>
        <p:nvPr/>
      </p:nvGrpSpPr>
      <p:grpSpPr>
        <a:xfrm>
          <a:off x="0" y="0"/>
          <a:ext cx="0" cy="0"/>
          <a:chOff x="0" y="0"/>
          <a:chExt cx="0" cy="0"/>
        </a:xfrm>
      </p:grpSpPr>
      <p:sp>
        <p:nvSpPr>
          <p:cNvPr id="419" name="Google Shape;419;p47: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540"/>
              </a:spcBef>
              <a:spcAft>
                <a:spcPts val="0"/>
              </a:spcAft>
              <a:buNone/>
            </a:pPr>
            <a:endParaRPr/>
          </a:p>
        </p:txBody>
      </p:sp>
      <p:sp>
        <p:nvSpPr>
          <p:cNvPr id="420" name="Google Shape;420;p4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3195634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8"/>
        <p:cNvGrpSpPr/>
        <p:nvPr/>
      </p:nvGrpSpPr>
      <p:grpSpPr>
        <a:xfrm>
          <a:off x="0" y="0"/>
          <a:ext cx="0" cy="0"/>
          <a:chOff x="0" y="0"/>
          <a:chExt cx="0" cy="0"/>
        </a:xfrm>
      </p:grpSpPr>
      <p:sp>
        <p:nvSpPr>
          <p:cNvPr id="429" name="Google Shape;429;p48: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540"/>
              </a:spcBef>
              <a:spcAft>
                <a:spcPts val="0"/>
              </a:spcAft>
              <a:buNone/>
            </a:pPr>
            <a:endParaRPr/>
          </a:p>
        </p:txBody>
      </p:sp>
      <p:sp>
        <p:nvSpPr>
          <p:cNvPr id="430" name="Google Shape;430;p4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1720952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7"/>
        <p:cNvGrpSpPr/>
        <p:nvPr/>
      </p:nvGrpSpPr>
      <p:grpSpPr>
        <a:xfrm>
          <a:off x="0" y="0"/>
          <a:ext cx="0" cy="0"/>
          <a:chOff x="0" y="0"/>
          <a:chExt cx="0" cy="0"/>
        </a:xfrm>
      </p:grpSpPr>
      <p:sp>
        <p:nvSpPr>
          <p:cNvPr id="438" name="Google Shape;438;p49: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540"/>
              </a:spcBef>
              <a:spcAft>
                <a:spcPts val="0"/>
              </a:spcAft>
              <a:buNone/>
            </a:pPr>
            <a:endParaRPr/>
          </a:p>
        </p:txBody>
      </p:sp>
      <p:sp>
        <p:nvSpPr>
          <p:cNvPr id="439" name="Google Shape;439;p4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6660052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matchingName="Title Slide" type="title">
  <p:cSld name="TITLE">
    <p:spTree>
      <p:nvGrpSpPr>
        <p:cNvPr id="1" name="Shape 16"/>
        <p:cNvGrpSpPr/>
        <p:nvPr/>
      </p:nvGrpSpPr>
      <p:grpSpPr>
        <a:xfrm>
          <a:off x="0" y="0"/>
          <a:ext cx="0" cy="0"/>
          <a:chOff x="0" y="0"/>
          <a:chExt cx="0" cy="0"/>
        </a:xfrm>
      </p:grpSpPr>
      <p:grpSp>
        <p:nvGrpSpPr>
          <p:cNvPr id="17" name="Google Shape;17;p52"/>
          <p:cNvGrpSpPr/>
          <p:nvPr/>
        </p:nvGrpSpPr>
        <p:grpSpPr>
          <a:xfrm>
            <a:off x="-16934" y="0"/>
            <a:ext cx="12231160" cy="6856214"/>
            <a:chOff x="-16934" y="0"/>
            <a:chExt cx="12231160" cy="6856214"/>
          </a:xfrm>
        </p:grpSpPr>
        <p:pic>
          <p:nvPicPr>
            <p:cNvPr id="18" name="Google Shape;18;p52" descr="HD-PanelTitleR1.png"/>
            <p:cNvPicPr preferRelativeResize="0"/>
            <p:nvPr/>
          </p:nvPicPr>
          <p:blipFill rotWithShape="1">
            <a:blip r:embed="rId2">
              <a:alphaModFix/>
            </a:blip>
            <a:srcRect/>
            <a:stretch/>
          </p:blipFill>
          <p:spPr>
            <a:xfrm>
              <a:off x="0" y="0"/>
              <a:ext cx="12188825" cy="6856214"/>
            </a:xfrm>
            <a:prstGeom prst="rect">
              <a:avLst/>
            </a:prstGeom>
            <a:noFill/>
            <a:ln>
              <a:noFill/>
            </a:ln>
          </p:spPr>
        </p:pic>
        <p:sp>
          <p:nvSpPr>
            <p:cNvPr id="19" name="Google Shape;19;p52"/>
            <p:cNvSpPr/>
            <p:nvPr/>
          </p:nvSpPr>
          <p:spPr>
            <a:xfrm>
              <a:off x="2328332" y="1540931"/>
              <a:ext cx="7543802" cy="3835401"/>
            </a:xfrm>
            <a:prstGeom prst="rect">
              <a:avLst/>
            </a:prstGeom>
            <a:noFill/>
            <a:ln w="15875" cap="flat" cmpd="sng">
              <a:solidFill>
                <a:schemeClr val="accent1"/>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20" name="Google Shape;20;p52" descr="HDRibbonTitle-UniformTrim.png"/>
            <p:cNvPicPr preferRelativeResize="0"/>
            <p:nvPr/>
          </p:nvPicPr>
          <p:blipFill rotWithShape="1">
            <a:blip r:embed="rId3">
              <a:alphaModFix/>
            </a:blip>
            <a:srcRect/>
            <a:stretch/>
          </p:blipFill>
          <p:spPr>
            <a:xfrm>
              <a:off x="-16934" y="3147609"/>
              <a:ext cx="2478024" cy="612648"/>
            </a:xfrm>
            <a:prstGeom prst="rect">
              <a:avLst/>
            </a:prstGeom>
            <a:noFill/>
            <a:ln>
              <a:noFill/>
            </a:ln>
          </p:spPr>
        </p:pic>
        <p:pic>
          <p:nvPicPr>
            <p:cNvPr id="21" name="Google Shape;21;p52" descr="HDRibbonTitle-UniformTrim.png"/>
            <p:cNvPicPr preferRelativeResize="0"/>
            <p:nvPr/>
          </p:nvPicPr>
          <p:blipFill rotWithShape="1">
            <a:blip r:embed="rId3">
              <a:alphaModFix/>
            </a:blip>
            <a:srcRect/>
            <a:stretch/>
          </p:blipFill>
          <p:spPr>
            <a:xfrm>
              <a:off x="9736202" y="3147609"/>
              <a:ext cx="2478024" cy="612648"/>
            </a:xfrm>
            <a:prstGeom prst="rect">
              <a:avLst/>
            </a:prstGeom>
            <a:noFill/>
            <a:ln>
              <a:noFill/>
            </a:ln>
          </p:spPr>
        </p:pic>
      </p:grpSp>
      <p:sp>
        <p:nvSpPr>
          <p:cNvPr id="22" name="Google Shape;22;p52"/>
          <p:cNvSpPr txBox="1">
            <a:spLocks noGrp="1"/>
          </p:cNvSpPr>
          <p:nvPr>
            <p:ph type="ctrTitle"/>
          </p:nvPr>
        </p:nvSpPr>
        <p:spPr>
          <a:xfrm>
            <a:off x="2692398" y="1871131"/>
            <a:ext cx="6815669" cy="1515533"/>
          </a:xfrm>
          <a:prstGeom prst="rect">
            <a:avLst/>
          </a:prstGeom>
          <a:noFill/>
          <a:ln>
            <a:noFill/>
          </a:ln>
        </p:spPr>
        <p:txBody>
          <a:bodyPr spcFirstLastPara="1" wrap="square" lIns="91425" tIns="45700" rIns="91425" bIns="45700" anchor="b" anchorCtr="0">
            <a:noAutofit/>
          </a:bodyPr>
          <a:lstStyle>
            <a:lvl1pPr lvl="0" algn="ctr">
              <a:lnSpc>
                <a:spcPct val="100000"/>
              </a:lnSpc>
              <a:spcBef>
                <a:spcPts val="0"/>
              </a:spcBef>
              <a:spcAft>
                <a:spcPts val="0"/>
              </a:spcAft>
              <a:buClr>
                <a:srgbClr val="262626"/>
              </a:buClr>
              <a:buSzPts val="5400"/>
              <a:buFont typeface="Garamond"/>
              <a:buNone/>
              <a:defRPr sz="5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52"/>
          <p:cNvSpPr txBox="1">
            <a:spLocks noGrp="1"/>
          </p:cNvSpPr>
          <p:nvPr>
            <p:ph type="subTitle" idx="1"/>
          </p:nvPr>
        </p:nvSpPr>
        <p:spPr>
          <a:xfrm>
            <a:off x="2692398" y="3657597"/>
            <a:ext cx="6815669" cy="1320802"/>
          </a:xfrm>
          <a:prstGeom prst="rect">
            <a:avLst/>
          </a:prstGeom>
          <a:noFill/>
          <a:ln>
            <a:noFill/>
          </a:ln>
        </p:spPr>
        <p:txBody>
          <a:bodyPr spcFirstLastPara="1" wrap="square" lIns="91425" tIns="45700" rIns="91425" bIns="45700" anchor="t" anchorCtr="0">
            <a:normAutofit/>
          </a:bodyPr>
          <a:lstStyle>
            <a:lvl1pPr lvl="0" algn="ctr">
              <a:lnSpc>
                <a:spcPct val="100000"/>
              </a:lnSpc>
              <a:spcBef>
                <a:spcPts val="420"/>
              </a:spcBef>
              <a:spcAft>
                <a:spcPts val="0"/>
              </a:spcAft>
              <a:buSzPts val="2415"/>
              <a:buNone/>
              <a:defRPr sz="2100">
                <a:solidFill>
                  <a:schemeClr val="dk1"/>
                </a:solidFill>
              </a:defRPr>
            </a:lvl1pPr>
            <a:lvl2pPr lvl="1" algn="ctr">
              <a:lnSpc>
                <a:spcPct val="100000"/>
              </a:lnSpc>
              <a:spcBef>
                <a:spcPts val="600"/>
              </a:spcBef>
              <a:spcAft>
                <a:spcPts val="0"/>
              </a:spcAft>
              <a:buSzPts val="2300"/>
              <a:buNone/>
              <a:defRPr>
                <a:solidFill>
                  <a:srgbClr val="888888"/>
                </a:solidFill>
              </a:defRPr>
            </a:lvl2pPr>
            <a:lvl3pPr lvl="2" algn="ctr">
              <a:lnSpc>
                <a:spcPct val="100000"/>
              </a:lnSpc>
              <a:spcBef>
                <a:spcPts val="600"/>
              </a:spcBef>
              <a:spcAft>
                <a:spcPts val="0"/>
              </a:spcAft>
              <a:buSzPts val="2070"/>
              <a:buNone/>
              <a:defRPr>
                <a:solidFill>
                  <a:srgbClr val="888888"/>
                </a:solidFill>
              </a:defRPr>
            </a:lvl3pPr>
            <a:lvl4pPr lvl="3" algn="ctr">
              <a:lnSpc>
                <a:spcPct val="100000"/>
              </a:lnSpc>
              <a:spcBef>
                <a:spcPts val="600"/>
              </a:spcBef>
              <a:spcAft>
                <a:spcPts val="0"/>
              </a:spcAft>
              <a:buSzPts val="1840"/>
              <a:buNone/>
              <a:defRPr>
                <a:solidFill>
                  <a:srgbClr val="888888"/>
                </a:solidFill>
              </a:defRPr>
            </a:lvl4pPr>
            <a:lvl5pPr lvl="4" algn="ctr">
              <a:lnSpc>
                <a:spcPct val="100000"/>
              </a:lnSpc>
              <a:spcBef>
                <a:spcPts val="600"/>
              </a:spcBef>
              <a:spcAft>
                <a:spcPts val="0"/>
              </a:spcAft>
              <a:buSzPts val="1610"/>
              <a:buNone/>
              <a:defRPr>
                <a:solidFill>
                  <a:srgbClr val="888888"/>
                </a:solidFill>
              </a:defRPr>
            </a:lvl5pPr>
            <a:lvl6pPr lvl="5" algn="ctr">
              <a:lnSpc>
                <a:spcPct val="100000"/>
              </a:lnSpc>
              <a:spcBef>
                <a:spcPts val="600"/>
              </a:spcBef>
              <a:spcAft>
                <a:spcPts val="0"/>
              </a:spcAft>
              <a:buSzPts val="1610"/>
              <a:buNone/>
              <a:defRPr>
                <a:solidFill>
                  <a:srgbClr val="888888"/>
                </a:solidFill>
              </a:defRPr>
            </a:lvl6pPr>
            <a:lvl7pPr lvl="6" algn="ctr">
              <a:lnSpc>
                <a:spcPct val="100000"/>
              </a:lnSpc>
              <a:spcBef>
                <a:spcPts val="600"/>
              </a:spcBef>
              <a:spcAft>
                <a:spcPts val="0"/>
              </a:spcAft>
              <a:buSzPts val="1610"/>
              <a:buNone/>
              <a:defRPr>
                <a:solidFill>
                  <a:srgbClr val="888888"/>
                </a:solidFill>
              </a:defRPr>
            </a:lvl7pPr>
            <a:lvl8pPr lvl="7" algn="ctr">
              <a:lnSpc>
                <a:spcPct val="100000"/>
              </a:lnSpc>
              <a:spcBef>
                <a:spcPts val="600"/>
              </a:spcBef>
              <a:spcAft>
                <a:spcPts val="0"/>
              </a:spcAft>
              <a:buSzPts val="1610"/>
              <a:buNone/>
              <a:defRPr>
                <a:solidFill>
                  <a:srgbClr val="888888"/>
                </a:solidFill>
              </a:defRPr>
            </a:lvl8pPr>
            <a:lvl9pPr lvl="8" algn="ctr">
              <a:lnSpc>
                <a:spcPct val="100000"/>
              </a:lnSpc>
              <a:spcBef>
                <a:spcPts val="600"/>
              </a:spcBef>
              <a:spcAft>
                <a:spcPts val="600"/>
              </a:spcAft>
              <a:buSzPts val="1610"/>
              <a:buNone/>
              <a:defRPr>
                <a:solidFill>
                  <a:srgbClr val="888888"/>
                </a:solidFill>
              </a:defRPr>
            </a:lvl9pPr>
          </a:lstStyle>
          <a:p>
            <a:endParaRPr/>
          </a:p>
        </p:txBody>
      </p:sp>
      <p:sp>
        <p:nvSpPr>
          <p:cNvPr id="24" name="Google Shape;24;p52"/>
          <p:cNvSpPr txBox="1">
            <a:spLocks noGrp="1"/>
          </p:cNvSpPr>
          <p:nvPr>
            <p:ph type="dt" idx="10"/>
          </p:nvPr>
        </p:nvSpPr>
        <p:spPr>
          <a:xfrm>
            <a:off x="7983232" y="5037663"/>
            <a:ext cx="897467" cy="279400"/>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52"/>
          <p:cNvSpPr txBox="1">
            <a:spLocks noGrp="1"/>
          </p:cNvSpPr>
          <p:nvPr>
            <p:ph type="ftr" idx="11"/>
          </p:nvPr>
        </p:nvSpPr>
        <p:spPr>
          <a:xfrm>
            <a:off x="2692397" y="5037663"/>
            <a:ext cx="5214635" cy="279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52"/>
          <p:cNvSpPr txBox="1">
            <a:spLocks noGrp="1"/>
          </p:cNvSpPr>
          <p:nvPr>
            <p:ph type="sldNum" idx="12"/>
          </p:nvPr>
        </p:nvSpPr>
        <p:spPr>
          <a:xfrm>
            <a:off x="8956900" y="5037663"/>
            <a:ext cx="551167" cy="279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Garamond"/>
                <a:ea typeface="Garamond"/>
                <a:cs typeface="Garamond"/>
                <a:sym typeface="Garamond"/>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Garamond"/>
                <a:ea typeface="Garamond"/>
                <a:cs typeface="Garamond"/>
                <a:sym typeface="Garamond"/>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Garamond"/>
                <a:ea typeface="Garamond"/>
                <a:cs typeface="Garamond"/>
                <a:sym typeface="Garamond"/>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Garamond"/>
                <a:ea typeface="Garamond"/>
                <a:cs typeface="Garamond"/>
                <a:sym typeface="Garamond"/>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Garamond"/>
                <a:ea typeface="Garamond"/>
                <a:cs typeface="Garamond"/>
                <a:sym typeface="Garamond"/>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Garamond"/>
                <a:ea typeface="Garamond"/>
                <a:cs typeface="Garamond"/>
                <a:sym typeface="Garamond"/>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Garamond"/>
                <a:ea typeface="Garamond"/>
                <a:cs typeface="Garamond"/>
                <a:sym typeface="Garamond"/>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Garamond"/>
                <a:ea typeface="Garamond"/>
                <a:cs typeface="Garamond"/>
                <a:sym typeface="Garamond"/>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Garamond"/>
                <a:ea typeface="Garamond"/>
                <a:cs typeface="Garamond"/>
                <a:sym typeface="Garamond"/>
              </a:defRPr>
            </a:lvl9pPr>
          </a:lstStyle>
          <a:p>
            <a:pPr marL="0" lvl="0" indent="0" algn="r" rtl="0">
              <a:spcBef>
                <a:spcPts val="0"/>
              </a:spcBef>
              <a:spcAft>
                <a:spcPts val="0"/>
              </a:spcAft>
              <a:buNone/>
            </a:pPr>
            <a:fld id="{00000000-1234-1234-1234-123412341234}" type="slidenum">
              <a:rPr lang="en-US"/>
              <a:t>‹#›</a:t>
            </a:fld>
            <a:endParaRPr/>
          </a:p>
        </p:txBody>
      </p:sp>
      <p:cxnSp>
        <p:nvCxnSpPr>
          <p:cNvPr id="27" name="Google Shape;27;p52"/>
          <p:cNvCxnSpPr/>
          <p:nvPr/>
        </p:nvCxnSpPr>
        <p:spPr>
          <a:xfrm>
            <a:off x="2692399" y="3522131"/>
            <a:ext cx="6815668" cy="0"/>
          </a:xfrm>
          <a:prstGeom prst="straightConnector1">
            <a:avLst/>
          </a:prstGeom>
          <a:noFill/>
          <a:ln w="15875" cap="flat" cmpd="sng">
            <a:solidFill>
              <a:schemeClr val="accent1"/>
            </a:solidFill>
            <a:prstDash val="solid"/>
            <a:round/>
            <a:headEnd type="none" w="sm" len="sm"/>
            <a:tailEnd type="none" w="sm" len="sm"/>
          </a:ln>
        </p:spPr>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8"/>
        <p:cNvGrpSpPr/>
        <p:nvPr/>
      </p:nvGrpSpPr>
      <p:grpSpPr>
        <a:xfrm>
          <a:off x="0" y="0"/>
          <a:ext cx="0" cy="0"/>
          <a:chOff x="0" y="0"/>
          <a:chExt cx="0" cy="0"/>
        </a:xfrm>
      </p:grpSpPr>
      <p:sp>
        <p:nvSpPr>
          <p:cNvPr id="29" name="Google Shape;29;p53"/>
          <p:cNvSpPr txBox="1">
            <a:spLocks noGrp="1"/>
          </p:cNvSpPr>
          <p:nvPr>
            <p:ph type="title"/>
          </p:nvPr>
        </p:nvSpPr>
        <p:spPr>
          <a:xfrm>
            <a:off x="1295402" y="982132"/>
            <a:ext cx="9601196" cy="1303867"/>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SzPts val="4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53"/>
          <p:cNvSpPr txBox="1">
            <a:spLocks noGrp="1"/>
          </p:cNvSpPr>
          <p:nvPr>
            <p:ph type="body" idx="1"/>
          </p:nvPr>
        </p:nvSpPr>
        <p:spPr>
          <a:xfrm>
            <a:off x="1295401" y="2556932"/>
            <a:ext cx="9601196" cy="3318936"/>
          </a:xfrm>
          <a:prstGeom prst="rect">
            <a:avLst/>
          </a:prstGeom>
          <a:noFill/>
          <a:ln>
            <a:noFill/>
          </a:ln>
        </p:spPr>
        <p:txBody>
          <a:bodyPr spcFirstLastPara="1" wrap="square" lIns="91425" tIns="45700" rIns="91425" bIns="45700" anchor="t" anchorCtr="0">
            <a:normAutofit/>
          </a:bodyPr>
          <a:lstStyle>
            <a:lvl1pPr marL="457200" lvl="0" indent="-403860" algn="l">
              <a:lnSpc>
                <a:spcPct val="100000"/>
              </a:lnSpc>
              <a:spcBef>
                <a:spcPts val="480"/>
              </a:spcBef>
              <a:spcAft>
                <a:spcPts val="0"/>
              </a:spcAft>
              <a:buSzPts val="2760"/>
              <a:buChar char="•"/>
              <a:defRPr/>
            </a:lvl1pPr>
            <a:lvl2pPr marL="914400" lvl="1" indent="-374650" algn="l">
              <a:lnSpc>
                <a:spcPct val="100000"/>
              </a:lnSpc>
              <a:spcBef>
                <a:spcPts val="600"/>
              </a:spcBef>
              <a:spcAft>
                <a:spcPts val="0"/>
              </a:spcAft>
              <a:buSzPts val="2300"/>
              <a:buChar char="•"/>
              <a:defRPr/>
            </a:lvl2pPr>
            <a:lvl3pPr marL="1371600" lvl="2" indent="-360044" algn="l">
              <a:lnSpc>
                <a:spcPct val="100000"/>
              </a:lnSpc>
              <a:spcBef>
                <a:spcPts val="600"/>
              </a:spcBef>
              <a:spcAft>
                <a:spcPts val="0"/>
              </a:spcAft>
              <a:buSzPts val="2070"/>
              <a:buChar char="•"/>
              <a:defRPr/>
            </a:lvl3pPr>
            <a:lvl4pPr marL="1828800" lvl="3" indent="-345439" algn="l">
              <a:lnSpc>
                <a:spcPct val="100000"/>
              </a:lnSpc>
              <a:spcBef>
                <a:spcPts val="600"/>
              </a:spcBef>
              <a:spcAft>
                <a:spcPts val="0"/>
              </a:spcAft>
              <a:buSzPts val="1840"/>
              <a:buChar char="•"/>
              <a:defRPr/>
            </a:lvl4pPr>
            <a:lvl5pPr marL="2286000" lvl="4" indent="-330835" algn="l">
              <a:lnSpc>
                <a:spcPct val="100000"/>
              </a:lnSpc>
              <a:spcBef>
                <a:spcPts val="600"/>
              </a:spcBef>
              <a:spcAft>
                <a:spcPts val="0"/>
              </a:spcAft>
              <a:buSzPts val="1610"/>
              <a:buChar char="•"/>
              <a:defRPr/>
            </a:lvl5pPr>
            <a:lvl6pPr marL="2743200" lvl="5" indent="-330835" algn="l">
              <a:lnSpc>
                <a:spcPct val="100000"/>
              </a:lnSpc>
              <a:spcBef>
                <a:spcPts val="600"/>
              </a:spcBef>
              <a:spcAft>
                <a:spcPts val="0"/>
              </a:spcAft>
              <a:buSzPts val="1610"/>
              <a:buChar char="•"/>
              <a:defRPr/>
            </a:lvl6pPr>
            <a:lvl7pPr marL="3200400" lvl="6" indent="-330835" algn="l">
              <a:lnSpc>
                <a:spcPct val="100000"/>
              </a:lnSpc>
              <a:spcBef>
                <a:spcPts val="600"/>
              </a:spcBef>
              <a:spcAft>
                <a:spcPts val="0"/>
              </a:spcAft>
              <a:buSzPts val="1610"/>
              <a:buChar char="•"/>
              <a:defRPr/>
            </a:lvl7pPr>
            <a:lvl8pPr marL="3657600" lvl="7" indent="-330834" algn="l">
              <a:lnSpc>
                <a:spcPct val="100000"/>
              </a:lnSpc>
              <a:spcBef>
                <a:spcPts val="600"/>
              </a:spcBef>
              <a:spcAft>
                <a:spcPts val="0"/>
              </a:spcAft>
              <a:buSzPts val="1610"/>
              <a:buChar char="•"/>
              <a:defRPr/>
            </a:lvl8pPr>
            <a:lvl9pPr marL="4114800" lvl="8" indent="-330834" algn="l">
              <a:lnSpc>
                <a:spcPct val="100000"/>
              </a:lnSpc>
              <a:spcBef>
                <a:spcPts val="600"/>
              </a:spcBef>
              <a:spcAft>
                <a:spcPts val="600"/>
              </a:spcAft>
              <a:buSzPts val="1610"/>
              <a:buChar char="•"/>
              <a:defRPr/>
            </a:lvl9pPr>
          </a:lstStyle>
          <a:p>
            <a:endParaRPr/>
          </a:p>
        </p:txBody>
      </p:sp>
      <p:sp>
        <p:nvSpPr>
          <p:cNvPr id="31" name="Google Shape;31;p53"/>
          <p:cNvSpPr txBox="1">
            <a:spLocks noGrp="1"/>
          </p:cNvSpPr>
          <p:nvPr>
            <p:ph type="sldNum" idx="12"/>
          </p:nvPr>
        </p:nvSpPr>
        <p:spPr>
          <a:xfrm>
            <a:off x="10353901" y="5969000"/>
            <a:ext cx="542697" cy="279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Garamond"/>
                <a:ea typeface="Garamond"/>
                <a:cs typeface="Garamond"/>
                <a:sym typeface="Garamond"/>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Garamond"/>
                <a:ea typeface="Garamond"/>
                <a:cs typeface="Garamond"/>
                <a:sym typeface="Garamond"/>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Garamond"/>
                <a:ea typeface="Garamond"/>
                <a:cs typeface="Garamond"/>
                <a:sym typeface="Garamond"/>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Garamond"/>
                <a:ea typeface="Garamond"/>
                <a:cs typeface="Garamond"/>
                <a:sym typeface="Garamond"/>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Garamond"/>
                <a:ea typeface="Garamond"/>
                <a:cs typeface="Garamond"/>
                <a:sym typeface="Garamond"/>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Garamond"/>
                <a:ea typeface="Garamond"/>
                <a:cs typeface="Garamond"/>
                <a:sym typeface="Garamond"/>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Garamond"/>
                <a:ea typeface="Garamond"/>
                <a:cs typeface="Garamond"/>
                <a:sym typeface="Garamond"/>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Garamond"/>
                <a:ea typeface="Garamond"/>
                <a:cs typeface="Garamond"/>
                <a:sym typeface="Garamond"/>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Garamond"/>
                <a:ea typeface="Garamond"/>
                <a:cs typeface="Garamond"/>
                <a:sym typeface="Garamond"/>
              </a:defRPr>
            </a:lvl9pPr>
          </a:lstStyle>
          <a:p>
            <a:pPr marL="0" lvl="0" indent="0" algn="r" rtl="0">
              <a:spcBef>
                <a:spcPts val="0"/>
              </a:spcBef>
              <a:spcAft>
                <a:spcPts val="0"/>
              </a:spcAft>
              <a:buNone/>
            </a:pPr>
            <a:r>
              <a:rPr lang="en-US"/>
              <a:t>Slide 7- </a:t>
            </a: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5"/>
        <p:cNvGrpSpPr/>
        <p:nvPr/>
      </p:nvGrpSpPr>
      <p:grpSpPr>
        <a:xfrm>
          <a:off x="0" y="0"/>
          <a:ext cx="0" cy="0"/>
          <a:chOff x="0" y="0"/>
          <a:chExt cx="0" cy="0"/>
        </a:xfrm>
      </p:grpSpPr>
      <p:sp>
        <p:nvSpPr>
          <p:cNvPr id="36" name="Google Shape;36;p55"/>
          <p:cNvSpPr txBox="1">
            <a:spLocks noGrp="1"/>
          </p:cNvSpPr>
          <p:nvPr>
            <p:ph type="title"/>
          </p:nvPr>
        </p:nvSpPr>
        <p:spPr>
          <a:xfrm>
            <a:off x="2015069" y="1752606"/>
            <a:ext cx="8158688" cy="1822514"/>
          </a:xfrm>
          <a:prstGeom prst="rect">
            <a:avLst/>
          </a:prstGeom>
          <a:noFill/>
          <a:ln>
            <a:noFill/>
          </a:ln>
        </p:spPr>
        <p:txBody>
          <a:bodyPr spcFirstLastPara="1" wrap="square" lIns="91425" tIns="45700" rIns="91425" bIns="45700" anchor="b" anchorCtr="0">
            <a:normAutofit/>
          </a:bodyPr>
          <a:lstStyle>
            <a:lvl1pPr lvl="0" algn="ctr">
              <a:lnSpc>
                <a:spcPct val="100000"/>
              </a:lnSpc>
              <a:spcBef>
                <a:spcPts val="0"/>
              </a:spcBef>
              <a:spcAft>
                <a:spcPts val="0"/>
              </a:spcAft>
              <a:buClr>
                <a:srgbClr val="262626"/>
              </a:buClr>
              <a:buSzPts val="4400"/>
              <a:buFont typeface="Garamond"/>
              <a:buNone/>
              <a:defRPr sz="4400" b="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55"/>
          <p:cNvSpPr txBox="1">
            <a:spLocks noGrp="1"/>
          </p:cNvSpPr>
          <p:nvPr>
            <p:ph type="body" idx="1"/>
          </p:nvPr>
        </p:nvSpPr>
        <p:spPr>
          <a:xfrm>
            <a:off x="2015067" y="3846051"/>
            <a:ext cx="8158690" cy="954547"/>
          </a:xfrm>
          <a:prstGeom prst="rect">
            <a:avLst/>
          </a:prstGeom>
          <a:noFill/>
          <a:ln>
            <a:noFill/>
          </a:ln>
        </p:spPr>
        <p:txBody>
          <a:bodyPr spcFirstLastPara="1" wrap="square" lIns="91425" tIns="45700" rIns="91425" bIns="45700" anchor="t" anchorCtr="0">
            <a:normAutofit/>
          </a:bodyPr>
          <a:lstStyle>
            <a:lvl1pPr marL="457200" lvl="0" indent="-228600" algn="ctr">
              <a:lnSpc>
                <a:spcPct val="100000"/>
              </a:lnSpc>
              <a:spcBef>
                <a:spcPts val="480"/>
              </a:spcBef>
              <a:spcAft>
                <a:spcPts val="0"/>
              </a:spcAft>
              <a:buSzPts val="2760"/>
              <a:buNone/>
              <a:defRPr sz="2400">
                <a:solidFill>
                  <a:schemeClr val="dk1"/>
                </a:solidFill>
              </a:defRPr>
            </a:lvl1pPr>
            <a:lvl2pPr marL="914400" lvl="1" indent="-228600" algn="l">
              <a:lnSpc>
                <a:spcPct val="100000"/>
              </a:lnSpc>
              <a:spcBef>
                <a:spcPts val="600"/>
              </a:spcBef>
              <a:spcAft>
                <a:spcPts val="0"/>
              </a:spcAft>
              <a:buSzPts val="2070"/>
              <a:buNone/>
              <a:defRPr sz="1800">
                <a:solidFill>
                  <a:srgbClr val="888888"/>
                </a:solidFill>
              </a:defRPr>
            </a:lvl2pPr>
            <a:lvl3pPr marL="1371600" lvl="2" indent="-228600" algn="l">
              <a:lnSpc>
                <a:spcPct val="100000"/>
              </a:lnSpc>
              <a:spcBef>
                <a:spcPts val="600"/>
              </a:spcBef>
              <a:spcAft>
                <a:spcPts val="0"/>
              </a:spcAft>
              <a:buSzPts val="1840"/>
              <a:buNone/>
              <a:defRPr sz="1600">
                <a:solidFill>
                  <a:srgbClr val="888888"/>
                </a:solidFill>
              </a:defRPr>
            </a:lvl3pPr>
            <a:lvl4pPr marL="1828800" lvl="3" indent="-228600" algn="l">
              <a:lnSpc>
                <a:spcPct val="100000"/>
              </a:lnSpc>
              <a:spcBef>
                <a:spcPts val="600"/>
              </a:spcBef>
              <a:spcAft>
                <a:spcPts val="0"/>
              </a:spcAft>
              <a:buSzPts val="1610"/>
              <a:buNone/>
              <a:defRPr sz="1400">
                <a:solidFill>
                  <a:srgbClr val="888888"/>
                </a:solidFill>
              </a:defRPr>
            </a:lvl4pPr>
            <a:lvl5pPr marL="2286000" lvl="4" indent="-228600" algn="l">
              <a:lnSpc>
                <a:spcPct val="100000"/>
              </a:lnSpc>
              <a:spcBef>
                <a:spcPts val="600"/>
              </a:spcBef>
              <a:spcAft>
                <a:spcPts val="0"/>
              </a:spcAft>
              <a:buSzPts val="1610"/>
              <a:buNone/>
              <a:defRPr sz="1400">
                <a:solidFill>
                  <a:srgbClr val="888888"/>
                </a:solidFill>
              </a:defRPr>
            </a:lvl5pPr>
            <a:lvl6pPr marL="2743200" lvl="5" indent="-228600" algn="l">
              <a:lnSpc>
                <a:spcPct val="100000"/>
              </a:lnSpc>
              <a:spcBef>
                <a:spcPts val="600"/>
              </a:spcBef>
              <a:spcAft>
                <a:spcPts val="0"/>
              </a:spcAft>
              <a:buSzPts val="1610"/>
              <a:buNone/>
              <a:defRPr sz="1400">
                <a:solidFill>
                  <a:srgbClr val="888888"/>
                </a:solidFill>
              </a:defRPr>
            </a:lvl6pPr>
            <a:lvl7pPr marL="3200400" lvl="6" indent="-228600" algn="l">
              <a:lnSpc>
                <a:spcPct val="100000"/>
              </a:lnSpc>
              <a:spcBef>
                <a:spcPts val="600"/>
              </a:spcBef>
              <a:spcAft>
                <a:spcPts val="0"/>
              </a:spcAft>
              <a:buSzPts val="1610"/>
              <a:buNone/>
              <a:defRPr sz="1400">
                <a:solidFill>
                  <a:srgbClr val="888888"/>
                </a:solidFill>
              </a:defRPr>
            </a:lvl7pPr>
            <a:lvl8pPr marL="3657600" lvl="7" indent="-228600" algn="l">
              <a:lnSpc>
                <a:spcPct val="100000"/>
              </a:lnSpc>
              <a:spcBef>
                <a:spcPts val="600"/>
              </a:spcBef>
              <a:spcAft>
                <a:spcPts val="0"/>
              </a:spcAft>
              <a:buSzPts val="1610"/>
              <a:buNone/>
              <a:defRPr sz="1400">
                <a:solidFill>
                  <a:srgbClr val="888888"/>
                </a:solidFill>
              </a:defRPr>
            </a:lvl8pPr>
            <a:lvl9pPr marL="4114800" lvl="8" indent="-228600" algn="l">
              <a:lnSpc>
                <a:spcPct val="100000"/>
              </a:lnSpc>
              <a:spcBef>
                <a:spcPts val="600"/>
              </a:spcBef>
              <a:spcAft>
                <a:spcPts val="600"/>
              </a:spcAft>
              <a:buSzPts val="1610"/>
              <a:buNone/>
              <a:defRPr sz="1400">
                <a:solidFill>
                  <a:srgbClr val="888888"/>
                </a:solidFill>
              </a:defRPr>
            </a:lvl9pPr>
          </a:lstStyle>
          <a:p>
            <a:endParaRPr/>
          </a:p>
        </p:txBody>
      </p:sp>
      <p:sp>
        <p:nvSpPr>
          <p:cNvPr id="38" name="Google Shape;38;p55"/>
          <p:cNvSpPr txBox="1">
            <a:spLocks noGrp="1"/>
          </p:cNvSpPr>
          <p:nvPr>
            <p:ph type="dt" idx="10"/>
          </p:nvPr>
        </p:nvSpPr>
        <p:spPr>
          <a:xfrm>
            <a:off x="8677501" y="5969000"/>
            <a:ext cx="1600200" cy="279400"/>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9" name="Google Shape;39;p55"/>
          <p:cNvSpPr txBox="1">
            <a:spLocks noGrp="1"/>
          </p:cNvSpPr>
          <p:nvPr>
            <p:ph type="ftr" idx="11"/>
          </p:nvPr>
        </p:nvSpPr>
        <p:spPr>
          <a:xfrm>
            <a:off x="1295401" y="5969000"/>
            <a:ext cx="7305900" cy="279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0" name="Google Shape;40;p55"/>
          <p:cNvSpPr txBox="1">
            <a:spLocks noGrp="1"/>
          </p:cNvSpPr>
          <p:nvPr>
            <p:ph type="sldNum" idx="12"/>
          </p:nvPr>
        </p:nvSpPr>
        <p:spPr>
          <a:xfrm>
            <a:off x="10353901" y="5969000"/>
            <a:ext cx="542697" cy="279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Garamond"/>
                <a:ea typeface="Garamond"/>
                <a:cs typeface="Garamond"/>
                <a:sym typeface="Garamond"/>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Garamond"/>
                <a:ea typeface="Garamond"/>
                <a:cs typeface="Garamond"/>
                <a:sym typeface="Garamond"/>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Garamond"/>
                <a:ea typeface="Garamond"/>
                <a:cs typeface="Garamond"/>
                <a:sym typeface="Garamond"/>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Garamond"/>
                <a:ea typeface="Garamond"/>
                <a:cs typeface="Garamond"/>
                <a:sym typeface="Garamond"/>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Garamond"/>
                <a:ea typeface="Garamond"/>
                <a:cs typeface="Garamond"/>
                <a:sym typeface="Garamond"/>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Garamond"/>
                <a:ea typeface="Garamond"/>
                <a:cs typeface="Garamond"/>
                <a:sym typeface="Garamond"/>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Garamond"/>
                <a:ea typeface="Garamond"/>
                <a:cs typeface="Garamond"/>
                <a:sym typeface="Garamond"/>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Garamond"/>
                <a:ea typeface="Garamond"/>
                <a:cs typeface="Garamond"/>
                <a:sym typeface="Garamond"/>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Garamond"/>
                <a:ea typeface="Garamond"/>
                <a:cs typeface="Garamond"/>
                <a:sym typeface="Garamond"/>
              </a:defRPr>
            </a:lvl9pPr>
          </a:lstStyle>
          <a:p>
            <a:pPr marL="0" lvl="0" indent="0" algn="r" rtl="0">
              <a:spcBef>
                <a:spcPts val="0"/>
              </a:spcBef>
              <a:spcAft>
                <a:spcPts val="0"/>
              </a:spcAft>
              <a:buNone/>
            </a:pPr>
            <a:fld id="{00000000-1234-1234-1234-123412341234}" type="slidenum">
              <a:rPr lang="en-US"/>
              <a:t>‹#›</a:t>
            </a:fld>
            <a:endParaRPr/>
          </a:p>
        </p:txBody>
      </p:sp>
      <p:cxnSp>
        <p:nvCxnSpPr>
          <p:cNvPr id="41" name="Google Shape;41;p55"/>
          <p:cNvCxnSpPr/>
          <p:nvPr/>
        </p:nvCxnSpPr>
        <p:spPr>
          <a:xfrm>
            <a:off x="2012723" y="3710585"/>
            <a:ext cx="8163380" cy="0"/>
          </a:xfrm>
          <a:prstGeom prst="straightConnector1">
            <a:avLst/>
          </a:prstGeom>
          <a:noFill/>
          <a:ln w="15875" cap="flat" cmpd="sng">
            <a:solidFill>
              <a:schemeClr val="accent1"/>
            </a:solidFill>
            <a:prstDash val="solid"/>
            <a:round/>
            <a:headEnd type="none" w="sm" len="sm"/>
            <a:tailEnd type="none" w="sm" len="sm"/>
          </a:ln>
        </p:spPr>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2"/>
        <p:cNvGrpSpPr/>
        <p:nvPr/>
      </p:nvGrpSpPr>
      <p:grpSpPr>
        <a:xfrm>
          <a:off x="0" y="0"/>
          <a:ext cx="0" cy="0"/>
          <a:chOff x="0" y="0"/>
          <a:chExt cx="0" cy="0"/>
        </a:xfrm>
      </p:grpSpPr>
      <p:sp>
        <p:nvSpPr>
          <p:cNvPr id="43" name="Google Shape;43;p56"/>
          <p:cNvSpPr txBox="1">
            <a:spLocks noGrp="1"/>
          </p:cNvSpPr>
          <p:nvPr>
            <p:ph type="title"/>
          </p:nvPr>
        </p:nvSpPr>
        <p:spPr>
          <a:xfrm>
            <a:off x="1295402" y="982132"/>
            <a:ext cx="9601196" cy="1303867"/>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rgbClr val="262626"/>
              </a:buClr>
              <a:buSzPts val="4400"/>
              <a:buFont typeface="Garamond"/>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56"/>
          <p:cNvSpPr txBox="1">
            <a:spLocks noGrp="1"/>
          </p:cNvSpPr>
          <p:nvPr>
            <p:ph type="body" idx="1"/>
          </p:nvPr>
        </p:nvSpPr>
        <p:spPr>
          <a:xfrm>
            <a:off x="1295400" y="2658533"/>
            <a:ext cx="4718304" cy="576262"/>
          </a:xfrm>
          <a:prstGeom prst="rect">
            <a:avLst/>
          </a:prstGeom>
          <a:noFill/>
          <a:ln>
            <a:noFill/>
          </a:ln>
        </p:spPr>
        <p:txBody>
          <a:bodyPr spcFirstLastPara="1" wrap="square" lIns="91425" tIns="45700" rIns="91425" bIns="45700" anchor="b" anchorCtr="0">
            <a:noAutofit/>
          </a:bodyPr>
          <a:lstStyle>
            <a:lvl1pPr marL="457200" lvl="0" indent="-228600" algn="l">
              <a:lnSpc>
                <a:spcPct val="100000"/>
              </a:lnSpc>
              <a:spcBef>
                <a:spcPts val="672"/>
              </a:spcBef>
              <a:spcAft>
                <a:spcPts val="0"/>
              </a:spcAft>
              <a:buSzPts val="3220"/>
              <a:buNone/>
              <a:defRPr sz="2800" b="0">
                <a:solidFill>
                  <a:schemeClr val="accent1"/>
                </a:solidFill>
              </a:defRPr>
            </a:lvl1pPr>
            <a:lvl2pPr marL="914400" lvl="1" indent="-228600" algn="l">
              <a:lnSpc>
                <a:spcPct val="100000"/>
              </a:lnSpc>
              <a:spcBef>
                <a:spcPts val="600"/>
              </a:spcBef>
              <a:spcAft>
                <a:spcPts val="0"/>
              </a:spcAft>
              <a:buSzPts val="2300"/>
              <a:buNone/>
              <a:defRPr sz="2000" b="1"/>
            </a:lvl2pPr>
            <a:lvl3pPr marL="1371600" lvl="2" indent="-228600" algn="l">
              <a:lnSpc>
                <a:spcPct val="100000"/>
              </a:lnSpc>
              <a:spcBef>
                <a:spcPts val="600"/>
              </a:spcBef>
              <a:spcAft>
                <a:spcPts val="0"/>
              </a:spcAft>
              <a:buSzPts val="2070"/>
              <a:buNone/>
              <a:defRPr sz="1800" b="1"/>
            </a:lvl3pPr>
            <a:lvl4pPr marL="1828800" lvl="3" indent="-228600" algn="l">
              <a:lnSpc>
                <a:spcPct val="100000"/>
              </a:lnSpc>
              <a:spcBef>
                <a:spcPts val="600"/>
              </a:spcBef>
              <a:spcAft>
                <a:spcPts val="0"/>
              </a:spcAft>
              <a:buSzPts val="1840"/>
              <a:buNone/>
              <a:defRPr sz="1600" b="1"/>
            </a:lvl4pPr>
            <a:lvl5pPr marL="2286000" lvl="4" indent="-228600" algn="l">
              <a:lnSpc>
                <a:spcPct val="100000"/>
              </a:lnSpc>
              <a:spcBef>
                <a:spcPts val="600"/>
              </a:spcBef>
              <a:spcAft>
                <a:spcPts val="0"/>
              </a:spcAft>
              <a:buSzPts val="1840"/>
              <a:buNone/>
              <a:defRPr sz="1600" b="1"/>
            </a:lvl5pPr>
            <a:lvl6pPr marL="2743200" lvl="5" indent="-228600" algn="l">
              <a:lnSpc>
                <a:spcPct val="100000"/>
              </a:lnSpc>
              <a:spcBef>
                <a:spcPts val="600"/>
              </a:spcBef>
              <a:spcAft>
                <a:spcPts val="0"/>
              </a:spcAft>
              <a:buSzPts val="1840"/>
              <a:buNone/>
              <a:defRPr sz="1600" b="1"/>
            </a:lvl6pPr>
            <a:lvl7pPr marL="3200400" lvl="6" indent="-228600" algn="l">
              <a:lnSpc>
                <a:spcPct val="100000"/>
              </a:lnSpc>
              <a:spcBef>
                <a:spcPts val="600"/>
              </a:spcBef>
              <a:spcAft>
                <a:spcPts val="0"/>
              </a:spcAft>
              <a:buSzPts val="1840"/>
              <a:buNone/>
              <a:defRPr sz="1600" b="1"/>
            </a:lvl7pPr>
            <a:lvl8pPr marL="3657600" lvl="7" indent="-228600" algn="l">
              <a:lnSpc>
                <a:spcPct val="100000"/>
              </a:lnSpc>
              <a:spcBef>
                <a:spcPts val="600"/>
              </a:spcBef>
              <a:spcAft>
                <a:spcPts val="0"/>
              </a:spcAft>
              <a:buSzPts val="1840"/>
              <a:buNone/>
              <a:defRPr sz="1600" b="1"/>
            </a:lvl8pPr>
            <a:lvl9pPr marL="4114800" lvl="8" indent="-228600" algn="l">
              <a:lnSpc>
                <a:spcPct val="100000"/>
              </a:lnSpc>
              <a:spcBef>
                <a:spcPts val="600"/>
              </a:spcBef>
              <a:spcAft>
                <a:spcPts val="600"/>
              </a:spcAft>
              <a:buSzPts val="1840"/>
              <a:buNone/>
              <a:defRPr sz="1600" b="1"/>
            </a:lvl9pPr>
          </a:lstStyle>
          <a:p>
            <a:endParaRPr/>
          </a:p>
        </p:txBody>
      </p:sp>
      <p:sp>
        <p:nvSpPr>
          <p:cNvPr id="45" name="Google Shape;45;p56"/>
          <p:cNvSpPr txBox="1">
            <a:spLocks noGrp="1"/>
          </p:cNvSpPr>
          <p:nvPr>
            <p:ph type="body" idx="2"/>
          </p:nvPr>
        </p:nvSpPr>
        <p:spPr>
          <a:xfrm>
            <a:off x="1295400" y="3243262"/>
            <a:ext cx="4718304" cy="2632605"/>
          </a:xfrm>
          <a:prstGeom prst="rect">
            <a:avLst/>
          </a:prstGeom>
          <a:noFill/>
          <a:ln>
            <a:noFill/>
          </a:ln>
        </p:spPr>
        <p:txBody>
          <a:bodyPr spcFirstLastPara="1" wrap="square" lIns="91425" tIns="45700" rIns="91425" bIns="45700" anchor="t" anchorCtr="0">
            <a:normAutofit/>
          </a:bodyPr>
          <a:lstStyle>
            <a:lvl1pPr marL="457200" lvl="0" indent="-360045" algn="l">
              <a:lnSpc>
                <a:spcPct val="100000"/>
              </a:lnSpc>
              <a:spcBef>
                <a:spcPts val="360"/>
              </a:spcBef>
              <a:spcAft>
                <a:spcPts val="0"/>
              </a:spcAft>
              <a:buSzPts val="2070"/>
              <a:buChar char="•"/>
              <a:defRPr/>
            </a:lvl1pPr>
            <a:lvl2pPr marL="914400" lvl="1" indent="-360044" algn="l">
              <a:lnSpc>
                <a:spcPct val="100000"/>
              </a:lnSpc>
              <a:spcBef>
                <a:spcPts val="600"/>
              </a:spcBef>
              <a:spcAft>
                <a:spcPts val="0"/>
              </a:spcAft>
              <a:buSzPts val="2070"/>
              <a:buChar char="•"/>
              <a:defRPr/>
            </a:lvl2pPr>
            <a:lvl3pPr marL="1371600" lvl="2" indent="-360044" algn="l">
              <a:lnSpc>
                <a:spcPct val="100000"/>
              </a:lnSpc>
              <a:spcBef>
                <a:spcPts val="600"/>
              </a:spcBef>
              <a:spcAft>
                <a:spcPts val="0"/>
              </a:spcAft>
              <a:buSzPts val="2070"/>
              <a:buChar char="•"/>
              <a:defRPr/>
            </a:lvl3pPr>
            <a:lvl4pPr marL="1828800" lvl="3" indent="-360044" algn="l">
              <a:lnSpc>
                <a:spcPct val="100000"/>
              </a:lnSpc>
              <a:spcBef>
                <a:spcPts val="600"/>
              </a:spcBef>
              <a:spcAft>
                <a:spcPts val="0"/>
              </a:spcAft>
              <a:buSzPts val="2070"/>
              <a:buChar char="•"/>
              <a:defRPr/>
            </a:lvl4pPr>
            <a:lvl5pPr marL="2286000" lvl="4" indent="-360045" algn="l">
              <a:lnSpc>
                <a:spcPct val="100000"/>
              </a:lnSpc>
              <a:spcBef>
                <a:spcPts val="600"/>
              </a:spcBef>
              <a:spcAft>
                <a:spcPts val="0"/>
              </a:spcAft>
              <a:buSzPts val="2070"/>
              <a:buChar char="•"/>
              <a:defRPr/>
            </a:lvl5pPr>
            <a:lvl6pPr marL="2743200" lvl="5" indent="-360045" algn="l">
              <a:lnSpc>
                <a:spcPct val="100000"/>
              </a:lnSpc>
              <a:spcBef>
                <a:spcPts val="600"/>
              </a:spcBef>
              <a:spcAft>
                <a:spcPts val="0"/>
              </a:spcAft>
              <a:buSzPts val="2070"/>
              <a:buChar char="•"/>
              <a:defRPr/>
            </a:lvl6pPr>
            <a:lvl7pPr marL="3200400" lvl="6" indent="-360045" algn="l">
              <a:lnSpc>
                <a:spcPct val="100000"/>
              </a:lnSpc>
              <a:spcBef>
                <a:spcPts val="600"/>
              </a:spcBef>
              <a:spcAft>
                <a:spcPts val="0"/>
              </a:spcAft>
              <a:buSzPts val="2070"/>
              <a:buChar char="•"/>
              <a:defRPr/>
            </a:lvl7pPr>
            <a:lvl8pPr marL="3657600" lvl="7" indent="-360045" algn="l">
              <a:lnSpc>
                <a:spcPct val="100000"/>
              </a:lnSpc>
              <a:spcBef>
                <a:spcPts val="600"/>
              </a:spcBef>
              <a:spcAft>
                <a:spcPts val="0"/>
              </a:spcAft>
              <a:buSzPts val="2070"/>
              <a:buChar char="•"/>
              <a:defRPr/>
            </a:lvl8pPr>
            <a:lvl9pPr marL="4114800" lvl="8" indent="-360045" algn="l">
              <a:lnSpc>
                <a:spcPct val="100000"/>
              </a:lnSpc>
              <a:spcBef>
                <a:spcPts val="600"/>
              </a:spcBef>
              <a:spcAft>
                <a:spcPts val="600"/>
              </a:spcAft>
              <a:buSzPts val="2070"/>
              <a:buChar char="•"/>
              <a:defRPr/>
            </a:lvl9pPr>
          </a:lstStyle>
          <a:p>
            <a:endParaRPr/>
          </a:p>
        </p:txBody>
      </p:sp>
      <p:sp>
        <p:nvSpPr>
          <p:cNvPr id="46" name="Google Shape;46;p56"/>
          <p:cNvSpPr txBox="1">
            <a:spLocks noGrp="1"/>
          </p:cNvSpPr>
          <p:nvPr>
            <p:ph type="body" idx="3"/>
          </p:nvPr>
        </p:nvSpPr>
        <p:spPr>
          <a:xfrm>
            <a:off x="6180670" y="2658533"/>
            <a:ext cx="4718304" cy="576262"/>
          </a:xfrm>
          <a:prstGeom prst="rect">
            <a:avLst/>
          </a:prstGeom>
          <a:noFill/>
          <a:ln>
            <a:noFill/>
          </a:ln>
        </p:spPr>
        <p:txBody>
          <a:bodyPr spcFirstLastPara="1" wrap="square" lIns="91425" tIns="45700" rIns="91425" bIns="45700" anchor="b" anchorCtr="0">
            <a:noAutofit/>
          </a:bodyPr>
          <a:lstStyle>
            <a:lvl1pPr marL="457200" lvl="0" indent="-228600" algn="l">
              <a:lnSpc>
                <a:spcPct val="100000"/>
              </a:lnSpc>
              <a:spcBef>
                <a:spcPts val="672"/>
              </a:spcBef>
              <a:spcAft>
                <a:spcPts val="0"/>
              </a:spcAft>
              <a:buSzPts val="3220"/>
              <a:buNone/>
              <a:defRPr sz="2800" b="0">
                <a:solidFill>
                  <a:schemeClr val="accent1"/>
                </a:solidFill>
              </a:defRPr>
            </a:lvl1pPr>
            <a:lvl2pPr marL="914400" lvl="1" indent="-228600" algn="l">
              <a:lnSpc>
                <a:spcPct val="100000"/>
              </a:lnSpc>
              <a:spcBef>
                <a:spcPts val="600"/>
              </a:spcBef>
              <a:spcAft>
                <a:spcPts val="0"/>
              </a:spcAft>
              <a:buSzPts val="2300"/>
              <a:buNone/>
              <a:defRPr sz="2000" b="1"/>
            </a:lvl2pPr>
            <a:lvl3pPr marL="1371600" lvl="2" indent="-228600" algn="l">
              <a:lnSpc>
                <a:spcPct val="100000"/>
              </a:lnSpc>
              <a:spcBef>
                <a:spcPts val="600"/>
              </a:spcBef>
              <a:spcAft>
                <a:spcPts val="0"/>
              </a:spcAft>
              <a:buSzPts val="2070"/>
              <a:buNone/>
              <a:defRPr sz="1800" b="1"/>
            </a:lvl3pPr>
            <a:lvl4pPr marL="1828800" lvl="3" indent="-228600" algn="l">
              <a:lnSpc>
                <a:spcPct val="100000"/>
              </a:lnSpc>
              <a:spcBef>
                <a:spcPts val="600"/>
              </a:spcBef>
              <a:spcAft>
                <a:spcPts val="0"/>
              </a:spcAft>
              <a:buSzPts val="1840"/>
              <a:buNone/>
              <a:defRPr sz="1600" b="1"/>
            </a:lvl4pPr>
            <a:lvl5pPr marL="2286000" lvl="4" indent="-228600" algn="l">
              <a:lnSpc>
                <a:spcPct val="100000"/>
              </a:lnSpc>
              <a:spcBef>
                <a:spcPts val="600"/>
              </a:spcBef>
              <a:spcAft>
                <a:spcPts val="0"/>
              </a:spcAft>
              <a:buSzPts val="1840"/>
              <a:buNone/>
              <a:defRPr sz="1600" b="1"/>
            </a:lvl5pPr>
            <a:lvl6pPr marL="2743200" lvl="5" indent="-228600" algn="l">
              <a:lnSpc>
                <a:spcPct val="100000"/>
              </a:lnSpc>
              <a:spcBef>
                <a:spcPts val="600"/>
              </a:spcBef>
              <a:spcAft>
                <a:spcPts val="0"/>
              </a:spcAft>
              <a:buSzPts val="1840"/>
              <a:buNone/>
              <a:defRPr sz="1600" b="1"/>
            </a:lvl6pPr>
            <a:lvl7pPr marL="3200400" lvl="6" indent="-228600" algn="l">
              <a:lnSpc>
                <a:spcPct val="100000"/>
              </a:lnSpc>
              <a:spcBef>
                <a:spcPts val="600"/>
              </a:spcBef>
              <a:spcAft>
                <a:spcPts val="0"/>
              </a:spcAft>
              <a:buSzPts val="1840"/>
              <a:buNone/>
              <a:defRPr sz="1600" b="1"/>
            </a:lvl7pPr>
            <a:lvl8pPr marL="3657600" lvl="7" indent="-228600" algn="l">
              <a:lnSpc>
                <a:spcPct val="100000"/>
              </a:lnSpc>
              <a:spcBef>
                <a:spcPts val="600"/>
              </a:spcBef>
              <a:spcAft>
                <a:spcPts val="0"/>
              </a:spcAft>
              <a:buSzPts val="1840"/>
              <a:buNone/>
              <a:defRPr sz="1600" b="1"/>
            </a:lvl8pPr>
            <a:lvl9pPr marL="4114800" lvl="8" indent="-228600" algn="l">
              <a:lnSpc>
                <a:spcPct val="100000"/>
              </a:lnSpc>
              <a:spcBef>
                <a:spcPts val="600"/>
              </a:spcBef>
              <a:spcAft>
                <a:spcPts val="600"/>
              </a:spcAft>
              <a:buSzPts val="1840"/>
              <a:buNone/>
              <a:defRPr sz="1600" b="1"/>
            </a:lvl9pPr>
          </a:lstStyle>
          <a:p>
            <a:endParaRPr/>
          </a:p>
        </p:txBody>
      </p:sp>
      <p:sp>
        <p:nvSpPr>
          <p:cNvPr id="47" name="Google Shape;47;p56"/>
          <p:cNvSpPr txBox="1">
            <a:spLocks noGrp="1"/>
          </p:cNvSpPr>
          <p:nvPr>
            <p:ph type="body" idx="4"/>
          </p:nvPr>
        </p:nvSpPr>
        <p:spPr>
          <a:xfrm>
            <a:off x="6180670" y="3243262"/>
            <a:ext cx="4718304" cy="2632605"/>
          </a:xfrm>
          <a:prstGeom prst="rect">
            <a:avLst/>
          </a:prstGeom>
          <a:noFill/>
          <a:ln>
            <a:noFill/>
          </a:ln>
        </p:spPr>
        <p:txBody>
          <a:bodyPr spcFirstLastPara="1" wrap="square" lIns="91425" tIns="45700" rIns="91425" bIns="45700" anchor="t" anchorCtr="0">
            <a:normAutofit/>
          </a:bodyPr>
          <a:lstStyle>
            <a:lvl1pPr marL="457200" lvl="0" indent="-360045" algn="l">
              <a:lnSpc>
                <a:spcPct val="100000"/>
              </a:lnSpc>
              <a:spcBef>
                <a:spcPts val="360"/>
              </a:spcBef>
              <a:spcAft>
                <a:spcPts val="0"/>
              </a:spcAft>
              <a:buSzPts val="2070"/>
              <a:buChar char="•"/>
              <a:defRPr/>
            </a:lvl1pPr>
            <a:lvl2pPr marL="914400" lvl="1" indent="-360044" algn="l">
              <a:lnSpc>
                <a:spcPct val="100000"/>
              </a:lnSpc>
              <a:spcBef>
                <a:spcPts val="600"/>
              </a:spcBef>
              <a:spcAft>
                <a:spcPts val="0"/>
              </a:spcAft>
              <a:buSzPts val="2070"/>
              <a:buChar char="•"/>
              <a:defRPr/>
            </a:lvl2pPr>
            <a:lvl3pPr marL="1371600" lvl="2" indent="-360044" algn="l">
              <a:lnSpc>
                <a:spcPct val="100000"/>
              </a:lnSpc>
              <a:spcBef>
                <a:spcPts val="600"/>
              </a:spcBef>
              <a:spcAft>
                <a:spcPts val="0"/>
              </a:spcAft>
              <a:buSzPts val="2070"/>
              <a:buChar char="•"/>
              <a:defRPr/>
            </a:lvl3pPr>
            <a:lvl4pPr marL="1828800" lvl="3" indent="-360044" algn="l">
              <a:lnSpc>
                <a:spcPct val="100000"/>
              </a:lnSpc>
              <a:spcBef>
                <a:spcPts val="600"/>
              </a:spcBef>
              <a:spcAft>
                <a:spcPts val="0"/>
              </a:spcAft>
              <a:buSzPts val="2070"/>
              <a:buChar char="•"/>
              <a:defRPr/>
            </a:lvl4pPr>
            <a:lvl5pPr marL="2286000" lvl="4" indent="-360045" algn="l">
              <a:lnSpc>
                <a:spcPct val="100000"/>
              </a:lnSpc>
              <a:spcBef>
                <a:spcPts val="600"/>
              </a:spcBef>
              <a:spcAft>
                <a:spcPts val="0"/>
              </a:spcAft>
              <a:buSzPts val="2070"/>
              <a:buChar char="•"/>
              <a:defRPr/>
            </a:lvl5pPr>
            <a:lvl6pPr marL="2743200" lvl="5" indent="-360045" algn="l">
              <a:lnSpc>
                <a:spcPct val="100000"/>
              </a:lnSpc>
              <a:spcBef>
                <a:spcPts val="600"/>
              </a:spcBef>
              <a:spcAft>
                <a:spcPts val="0"/>
              </a:spcAft>
              <a:buSzPts val="2070"/>
              <a:buChar char="•"/>
              <a:defRPr/>
            </a:lvl6pPr>
            <a:lvl7pPr marL="3200400" lvl="6" indent="-360045" algn="l">
              <a:lnSpc>
                <a:spcPct val="100000"/>
              </a:lnSpc>
              <a:spcBef>
                <a:spcPts val="600"/>
              </a:spcBef>
              <a:spcAft>
                <a:spcPts val="0"/>
              </a:spcAft>
              <a:buSzPts val="2070"/>
              <a:buChar char="•"/>
              <a:defRPr/>
            </a:lvl7pPr>
            <a:lvl8pPr marL="3657600" lvl="7" indent="-360045" algn="l">
              <a:lnSpc>
                <a:spcPct val="100000"/>
              </a:lnSpc>
              <a:spcBef>
                <a:spcPts val="600"/>
              </a:spcBef>
              <a:spcAft>
                <a:spcPts val="0"/>
              </a:spcAft>
              <a:buSzPts val="2070"/>
              <a:buChar char="•"/>
              <a:defRPr/>
            </a:lvl8pPr>
            <a:lvl9pPr marL="4114800" lvl="8" indent="-360045" algn="l">
              <a:lnSpc>
                <a:spcPct val="100000"/>
              </a:lnSpc>
              <a:spcBef>
                <a:spcPts val="600"/>
              </a:spcBef>
              <a:spcAft>
                <a:spcPts val="600"/>
              </a:spcAft>
              <a:buSzPts val="2070"/>
              <a:buChar char="•"/>
              <a:defRPr/>
            </a:lvl9pPr>
          </a:lstStyle>
          <a:p>
            <a:endParaRPr/>
          </a:p>
        </p:txBody>
      </p:sp>
      <p:sp>
        <p:nvSpPr>
          <p:cNvPr id="48" name="Google Shape;48;p56"/>
          <p:cNvSpPr txBox="1">
            <a:spLocks noGrp="1"/>
          </p:cNvSpPr>
          <p:nvPr>
            <p:ph type="dt" idx="10"/>
          </p:nvPr>
        </p:nvSpPr>
        <p:spPr>
          <a:xfrm>
            <a:off x="8677501" y="5969000"/>
            <a:ext cx="1600200" cy="279400"/>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9" name="Google Shape;49;p56"/>
          <p:cNvSpPr txBox="1">
            <a:spLocks noGrp="1"/>
          </p:cNvSpPr>
          <p:nvPr>
            <p:ph type="ftr" idx="11"/>
          </p:nvPr>
        </p:nvSpPr>
        <p:spPr>
          <a:xfrm>
            <a:off x="1295401" y="5969000"/>
            <a:ext cx="7305900" cy="279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0" name="Google Shape;50;p56"/>
          <p:cNvSpPr txBox="1">
            <a:spLocks noGrp="1"/>
          </p:cNvSpPr>
          <p:nvPr>
            <p:ph type="sldNum" idx="12"/>
          </p:nvPr>
        </p:nvSpPr>
        <p:spPr>
          <a:xfrm>
            <a:off x="10353901" y="5969000"/>
            <a:ext cx="542697" cy="279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Garamond"/>
                <a:ea typeface="Garamond"/>
                <a:cs typeface="Garamond"/>
                <a:sym typeface="Garamond"/>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Garamond"/>
                <a:ea typeface="Garamond"/>
                <a:cs typeface="Garamond"/>
                <a:sym typeface="Garamond"/>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Garamond"/>
                <a:ea typeface="Garamond"/>
                <a:cs typeface="Garamond"/>
                <a:sym typeface="Garamond"/>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Garamond"/>
                <a:ea typeface="Garamond"/>
                <a:cs typeface="Garamond"/>
                <a:sym typeface="Garamond"/>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Garamond"/>
                <a:ea typeface="Garamond"/>
                <a:cs typeface="Garamond"/>
                <a:sym typeface="Garamond"/>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Garamond"/>
                <a:ea typeface="Garamond"/>
                <a:cs typeface="Garamond"/>
                <a:sym typeface="Garamond"/>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Garamond"/>
                <a:ea typeface="Garamond"/>
                <a:cs typeface="Garamond"/>
                <a:sym typeface="Garamond"/>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Garamond"/>
                <a:ea typeface="Garamond"/>
                <a:cs typeface="Garamond"/>
                <a:sym typeface="Garamond"/>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Garamond"/>
                <a:ea typeface="Garamond"/>
                <a:cs typeface="Garamond"/>
                <a:sym typeface="Garamond"/>
              </a:defRPr>
            </a:lvl9pPr>
          </a:lstStyle>
          <a:p>
            <a:pPr marL="0" lvl="0" indent="0" algn="r" rtl="0">
              <a:spcBef>
                <a:spcPts val="0"/>
              </a:spcBef>
              <a:spcAft>
                <a:spcPts val="0"/>
              </a:spcAft>
              <a:buNone/>
            </a:pPr>
            <a:fld id="{00000000-1234-1234-1234-123412341234}" type="slidenum">
              <a:rPr lang="en-US"/>
              <a:t>‹#›</a:t>
            </a:fld>
            <a:endParaRPr/>
          </a:p>
        </p:txBody>
      </p:sp>
      <p:cxnSp>
        <p:nvCxnSpPr>
          <p:cNvPr id="51" name="Google Shape;51;p56"/>
          <p:cNvCxnSpPr/>
          <p:nvPr/>
        </p:nvCxnSpPr>
        <p:spPr>
          <a:xfrm>
            <a:off x="1396169" y="2421466"/>
            <a:ext cx="9407298" cy="0"/>
          </a:xfrm>
          <a:prstGeom prst="straightConnector1">
            <a:avLst/>
          </a:prstGeom>
          <a:noFill/>
          <a:ln w="15875" cap="flat" cmpd="sng">
            <a:solidFill>
              <a:schemeClr val="accent1"/>
            </a:solidFill>
            <a:prstDash val="solid"/>
            <a:round/>
            <a:headEnd type="none" w="sm" len="sm"/>
            <a:tailEnd type="none" w="sm" len="sm"/>
          </a:ln>
        </p:spPr>
      </p:cxn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2"/>
        <p:cNvGrpSpPr/>
        <p:nvPr/>
      </p:nvGrpSpPr>
      <p:grpSpPr>
        <a:xfrm>
          <a:off x="0" y="0"/>
          <a:ext cx="0" cy="0"/>
          <a:chOff x="0" y="0"/>
          <a:chExt cx="0" cy="0"/>
        </a:xfrm>
      </p:grpSpPr>
      <p:sp>
        <p:nvSpPr>
          <p:cNvPr id="53" name="Google Shape;53;p57"/>
          <p:cNvSpPr txBox="1">
            <a:spLocks noGrp="1"/>
          </p:cNvSpPr>
          <p:nvPr>
            <p:ph type="title"/>
          </p:nvPr>
        </p:nvSpPr>
        <p:spPr>
          <a:xfrm>
            <a:off x="1293811" y="1388534"/>
            <a:ext cx="3718455" cy="1371600"/>
          </a:xfrm>
          <a:prstGeom prst="rect">
            <a:avLst/>
          </a:prstGeom>
          <a:noFill/>
          <a:ln>
            <a:noFill/>
          </a:ln>
        </p:spPr>
        <p:txBody>
          <a:bodyPr spcFirstLastPara="1" wrap="square" lIns="91425" tIns="45700" rIns="91425" bIns="45700" anchor="b" anchorCtr="0">
            <a:normAutofit/>
          </a:bodyPr>
          <a:lstStyle>
            <a:lvl1pPr lvl="0" algn="ctr">
              <a:lnSpc>
                <a:spcPct val="100000"/>
              </a:lnSpc>
              <a:spcBef>
                <a:spcPts val="0"/>
              </a:spcBef>
              <a:spcAft>
                <a:spcPts val="0"/>
              </a:spcAft>
              <a:buClr>
                <a:srgbClr val="262626"/>
              </a:buClr>
              <a:buSzPts val="2400"/>
              <a:buFont typeface="Garamond"/>
              <a:buNone/>
              <a:defRPr sz="2400" b="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4" name="Google Shape;54;p57"/>
          <p:cNvSpPr txBox="1">
            <a:spLocks noGrp="1"/>
          </p:cNvSpPr>
          <p:nvPr>
            <p:ph type="body" idx="1"/>
          </p:nvPr>
        </p:nvSpPr>
        <p:spPr>
          <a:xfrm>
            <a:off x="5418668" y="982131"/>
            <a:ext cx="5469466" cy="4893735"/>
          </a:xfrm>
          <a:prstGeom prst="rect">
            <a:avLst/>
          </a:prstGeom>
          <a:noFill/>
          <a:ln>
            <a:noFill/>
          </a:ln>
        </p:spPr>
        <p:txBody>
          <a:bodyPr spcFirstLastPara="1" wrap="square" lIns="91425" tIns="45700" rIns="91425" bIns="45700" anchor="ctr" anchorCtr="0">
            <a:normAutofit/>
          </a:bodyPr>
          <a:lstStyle>
            <a:lvl1pPr marL="457200" lvl="0" indent="-360045" algn="l">
              <a:lnSpc>
                <a:spcPct val="100000"/>
              </a:lnSpc>
              <a:spcBef>
                <a:spcPts val="360"/>
              </a:spcBef>
              <a:spcAft>
                <a:spcPts val="0"/>
              </a:spcAft>
              <a:buSzPts val="2070"/>
              <a:buChar char="•"/>
              <a:defRPr/>
            </a:lvl1pPr>
            <a:lvl2pPr marL="914400" lvl="1" indent="-360044" algn="l">
              <a:lnSpc>
                <a:spcPct val="100000"/>
              </a:lnSpc>
              <a:spcBef>
                <a:spcPts val="600"/>
              </a:spcBef>
              <a:spcAft>
                <a:spcPts val="0"/>
              </a:spcAft>
              <a:buSzPts val="2070"/>
              <a:buChar char="•"/>
              <a:defRPr/>
            </a:lvl2pPr>
            <a:lvl3pPr marL="1371600" lvl="2" indent="-360044" algn="l">
              <a:lnSpc>
                <a:spcPct val="100000"/>
              </a:lnSpc>
              <a:spcBef>
                <a:spcPts val="600"/>
              </a:spcBef>
              <a:spcAft>
                <a:spcPts val="0"/>
              </a:spcAft>
              <a:buSzPts val="2070"/>
              <a:buChar char="•"/>
              <a:defRPr/>
            </a:lvl3pPr>
            <a:lvl4pPr marL="1828800" lvl="3" indent="-360044" algn="l">
              <a:lnSpc>
                <a:spcPct val="100000"/>
              </a:lnSpc>
              <a:spcBef>
                <a:spcPts val="600"/>
              </a:spcBef>
              <a:spcAft>
                <a:spcPts val="0"/>
              </a:spcAft>
              <a:buSzPts val="2070"/>
              <a:buChar char="•"/>
              <a:defRPr/>
            </a:lvl4pPr>
            <a:lvl5pPr marL="2286000" lvl="4" indent="-360045" algn="l">
              <a:lnSpc>
                <a:spcPct val="100000"/>
              </a:lnSpc>
              <a:spcBef>
                <a:spcPts val="600"/>
              </a:spcBef>
              <a:spcAft>
                <a:spcPts val="0"/>
              </a:spcAft>
              <a:buSzPts val="2070"/>
              <a:buChar char="•"/>
              <a:defRPr/>
            </a:lvl5pPr>
            <a:lvl6pPr marL="2743200" lvl="5" indent="-360045" algn="l">
              <a:lnSpc>
                <a:spcPct val="100000"/>
              </a:lnSpc>
              <a:spcBef>
                <a:spcPts val="600"/>
              </a:spcBef>
              <a:spcAft>
                <a:spcPts val="0"/>
              </a:spcAft>
              <a:buSzPts val="2070"/>
              <a:buChar char="•"/>
              <a:defRPr/>
            </a:lvl6pPr>
            <a:lvl7pPr marL="3200400" lvl="6" indent="-360045" algn="l">
              <a:lnSpc>
                <a:spcPct val="100000"/>
              </a:lnSpc>
              <a:spcBef>
                <a:spcPts val="600"/>
              </a:spcBef>
              <a:spcAft>
                <a:spcPts val="0"/>
              </a:spcAft>
              <a:buSzPts val="2070"/>
              <a:buChar char="•"/>
              <a:defRPr/>
            </a:lvl7pPr>
            <a:lvl8pPr marL="3657600" lvl="7" indent="-360045" algn="l">
              <a:lnSpc>
                <a:spcPct val="100000"/>
              </a:lnSpc>
              <a:spcBef>
                <a:spcPts val="600"/>
              </a:spcBef>
              <a:spcAft>
                <a:spcPts val="0"/>
              </a:spcAft>
              <a:buSzPts val="2070"/>
              <a:buChar char="•"/>
              <a:defRPr/>
            </a:lvl8pPr>
            <a:lvl9pPr marL="4114800" lvl="8" indent="-360045" algn="l">
              <a:lnSpc>
                <a:spcPct val="100000"/>
              </a:lnSpc>
              <a:spcBef>
                <a:spcPts val="600"/>
              </a:spcBef>
              <a:spcAft>
                <a:spcPts val="600"/>
              </a:spcAft>
              <a:buSzPts val="2070"/>
              <a:buChar char="•"/>
              <a:defRPr/>
            </a:lvl9pPr>
          </a:lstStyle>
          <a:p>
            <a:endParaRPr/>
          </a:p>
        </p:txBody>
      </p:sp>
      <p:sp>
        <p:nvSpPr>
          <p:cNvPr id="55" name="Google Shape;55;p57"/>
          <p:cNvSpPr txBox="1">
            <a:spLocks noGrp="1"/>
          </p:cNvSpPr>
          <p:nvPr>
            <p:ph type="body" idx="2"/>
          </p:nvPr>
        </p:nvSpPr>
        <p:spPr>
          <a:xfrm>
            <a:off x="1293811" y="3031065"/>
            <a:ext cx="3718455" cy="2438404"/>
          </a:xfrm>
          <a:prstGeom prst="rect">
            <a:avLst/>
          </a:prstGeom>
          <a:noFill/>
          <a:ln>
            <a:noFill/>
          </a:ln>
        </p:spPr>
        <p:txBody>
          <a:bodyPr spcFirstLastPara="1" wrap="square" lIns="91425" tIns="45700" rIns="91425" bIns="45700" anchor="t" anchorCtr="0">
            <a:normAutofit/>
          </a:bodyPr>
          <a:lstStyle>
            <a:lvl1pPr marL="457200" lvl="0" indent="-228600" algn="ctr">
              <a:lnSpc>
                <a:spcPct val="100000"/>
              </a:lnSpc>
              <a:spcBef>
                <a:spcPts val="320"/>
              </a:spcBef>
              <a:spcAft>
                <a:spcPts val="0"/>
              </a:spcAft>
              <a:buSzPts val="1840"/>
              <a:buNone/>
              <a:defRPr sz="1600"/>
            </a:lvl1pPr>
            <a:lvl2pPr marL="914400" lvl="1" indent="-228600" algn="l">
              <a:lnSpc>
                <a:spcPct val="100000"/>
              </a:lnSpc>
              <a:spcBef>
                <a:spcPts val="600"/>
              </a:spcBef>
              <a:spcAft>
                <a:spcPts val="0"/>
              </a:spcAft>
              <a:buSzPts val="1380"/>
              <a:buNone/>
              <a:defRPr sz="1200"/>
            </a:lvl2pPr>
            <a:lvl3pPr marL="1371600" lvl="2" indent="-228600" algn="l">
              <a:lnSpc>
                <a:spcPct val="100000"/>
              </a:lnSpc>
              <a:spcBef>
                <a:spcPts val="600"/>
              </a:spcBef>
              <a:spcAft>
                <a:spcPts val="0"/>
              </a:spcAft>
              <a:buSzPts val="1150"/>
              <a:buNone/>
              <a:defRPr sz="1000"/>
            </a:lvl3pPr>
            <a:lvl4pPr marL="1828800" lvl="3" indent="-228600" algn="l">
              <a:lnSpc>
                <a:spcPct val="100000"/>
              </a:lnSpc>
              <a:spcBef>
                <a:spcPts val="600"/>
              </a:spcBef>
              <a:spcAft>
                <a:spcPts val="0"/>
              </a:spcAft>
              <a:buSzPts val="1035"/>
              <a:buNone/>
              <a:defRPr sz="900"/>
            </a:lvl4pPr>
            <a:lvl5pPr marL="2286000" lvl="4" indent="-228600" algn="l">
              <a:lnSpc>
                <a:spcPct val="100000"/>
              </a:lnSpc>
              <a:spcBef>
                <a:spcPts val="600"/>
              </a:spcBef>
              <a:spcAft>
                <a:spcPts val="0"/>
              </a:spcAft>
              <a:buSzPts val="1035"/>
              <a:buNone/>
              <a:defRPr sz="900"/>
            </a:lvl5pPr>
            <a:lvl6pPr marL="2743200" lvl="5" indent="-228600" algn="l">
              <a:lnSpc>
                <a:spcPct val="100000"/>
              </a:lnSpc>
              <a:spcBef>
                <a:spcPts val="600"/>
              </a:spcBef>
              <a:spcAft>
                <a:spcPts val="0"/>
              </a:spcAft>
              <a:buSzPts val="1035"/>
              <a:buNone/>
              <a:defRPr sz="900"/>
            </a:lvl6pPr>
            <a:lvl7pPr marL="3200400" lvl="6" indent="-228600" algn="l">
              <a:lnSpc>
                <a:spcPct val="100000"/>
              </a:lnSpc>
              <a:spcBef>
                <a:spcPts val="600"/>
              </a:spcBef>
              <a:spcAft>
                <a:spcPts val="0"/>
              </a:spcAft>
              <a:buSzPts val="1035"/>
              <a:buNone/>
              <a:defRPr sz="900"/>
            </a:lvl7pPr>
            <a:lvl8pPr marL="3657600" lvl="7" indent="-228600" algn="l">
              <a:lnSpc>
                <a:spcPct val="100000"/>
              </a:lnSpc>
              <a:spcBef>
                <a:spcPts val="600"/>
              </a:spcBef>
              <a:spcAft>
                <a:spcPts val="0"/>
              </a:spcAft>
              <a:buSzPts val="1035"/>
              <a:buNone/>
              <a:defRPr sz="900"/>
            </a:lvl8pPr>
            <a:lvl9pPr marL="4114800" lvl="8" indent="-228600" algn="l">
              <a:lnSpc>
                <a:spcPct val="100000"/>
              </a:lnSpc>
              <a:spcBef>
                <a:spcPts val="600"/>
              </a:spcBef>
              <a:spcAft>
                <a:spcPts val="600"/>
              </a:spcAft>
              <a:buSzPts val="1035"/>
              <a:buNone/>
              <a:defRPr sz="900"/>
            </a:lvl9pPr>
          </a:lstStyle>
          <a:p>
            <a:endParaRPr/>
          </a:p>
        </p:txBody>
      </p:sp>
      <p:sp>
        <p:nvSpPr>
          <p:cNvPr id="56" name="Google Shape;56;p57"/>
          <p:cNvSpPr txBox="1">
            <a:spLocks noGrp="1"/>
          </p:cNvSpPr>
          <p:nvPr>
            <p:ph type="dt" idx="10"/>
          </p:nvPr>
        </p:nvSpPr>
        <p:spPr>
          <a:xfrm>
            <a:off x="8677501" y="5969000"/>
            <a:ext cx="1600200" cy="279400"/>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57"/>
          <p:cNvSpPr txBox="1">
            <a:spLocks noGrp="1"/>
          </p:cNvSpPr>
          <p:nvPr>
            <p:ph type="ftr" idx="11"/>
          </p:nvPr>
        </p:nvSpPr>
        <p:spPr>
          <a:xfrm>
            <a:off x="1295401" y="5969000"/>
            <a:ext cx="7305900" cy="279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8" name="Google Shape;58;p57"/>
          <p:cNvSpPr txBox="1">
            <a:spLocks noGrp="1"/>
          </p:cNvSpPr>
          <p:nvPr>
            <p:ph type="sldNum" idx="12"/>
          </p:nvPr>
        </p:nvSpPr>
        <p:spPr>
          <a:xfrm>
            <a:off x="10353901" y="5969000"/>
            <a:ext cx="542697" cy="279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Garamond"/>
                <a:ea typeface="Garamond"/>
                <a:cs typeface="Garamond"/>
                <a:sym typeface="Garamond"/>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Garamond"/>
                <a:ea typeface="Garamond"/>
                <a:cs typeface="Garamond"/>
                <a:sym typeface="Garamond"/>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Garamond"/>
                <a:ea typeface="Garamond"/>
                <a:cs typeface="Garamond"/>
                <a:sym typeface="Garamond"/>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Garamond"/>
                <a:ea typeface="Garamond"/>
                <a:cs typeface="Garamond"/>
                <a:sym typeface="Garamond"/>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Garamond"/>
                <a:ea typeface="Garamond"/>
                <a:cs typeface="Garamond"/>
                <a:sym typeface="Garamond"/>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Garamond"/>
                <a:ea typeface="Garamond"/>
                <a:cs typeface="Garamond"/>
                <a:sym typeface="Garamond"/>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Garamond"/>
                <a:ea typeface="Garamond"/>
                <a:cs typeface="Garamond"/>
                <a:sym typeface="Garamond"/>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Garamond"/>
                <a:ea typeface="Garamond"/>
                <a:cs typeface="Garamond"/>
                <a:sym typeface="Garamond"/>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Garamond"/>
                <a:ea typeface="Garamond"/>
                <a:cs typeface="Garamond"/>
                <a:sym typeface="Garamond"/>
              </a:defRPr>
            </a:lvl9pPr>
          </a:lstStyle>
          <a:p>
            <a:pPr marL="0" lvl="0" indent="0" algn="r" rtl="0">
              <a:spcBef>
                <a:spcPts val="0"/>
              </a:spcBef>
              <a:spcAft>
                <a:spcPts val="0"/>
              </a:spcAft>
              <a:buNone/>
            </a:pPr>
            <a:fld id="{00000000-1234-1234-1234-123412341234}" type="slidenum">
              <a:rPr lang="en-US"/>
              <a:t>‹#›</a:t>
            </a:fld>
            <a:endParaRPr/>
          </a:p>
        </p:txBody>
      </p:sp>
      <p:cxnSp>
        <p:nvCxnSpPr>
          <p:cNvPr id="59" name="Google Shape;59;p57"/>
          <p:cNvCxnSpPr/>
          <p:nvPr/>
        </p:nvCxnSpPr>
        <p:spPr>
          <a:xfrm>
            <a:off x="1396169" y="2912533"/>
            <a:ext cx="3514498" cy="0"/>
          </a:xfrm>
          <a:prstGeom prst="straightConnector1">
            <a:avLst/>
          </a:prstGeom>
          <a:noFill/>
          <a:ln w="15875" cap="flat" cmpd="sng">
            <a:solidFill>
              <a:schemeClr val="accent1"/>
            </a:solidFill>
            <a:prstDash val="solid"/>
            <a:round/>
            <a:headEnd type="none" w="sm" len="sm"/>
            <a:tailEnd type="none" w="sm" len="sm"/>
          </a:ln>
        </p:spPr>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0"/>
        <p:cNvGrpSpPr/>
        <p:nvPr/>
      </p:nvGrpSpPr>
      <p:grpSpPr>
        <a:xfrm>
          <a:off x="0" y="0"/>
          <a:ext cx="0" cy="0"/>
          <a:chOff x="0" y="0"/>
          <a:chExt cx="0" cy="0"/>
        </a:xfrm>
      </p:grpSpPr>
      <p:sp>
        <p:nvSpPr>
          <p:cNvPr id="61" name="Google Shape;61;p58"/>
          <p:cNvSpPr txBox="1">
            <a:spLocks noGrp="1"/>
          </p:cNvSpPr>
          <p:nvPr>
            <p:ph type="title"/>
          </p:nvPr>
        </p:nvSpPr>
        <p:spPr>
          <a:xfrm>
            <a:off x="1295399" y="1883832"/>
            <a:ext cx="6241816" cy="1371600"/>
          </a:xfrm>
          <a:prstGeom prst="rect">
            <a:avLst/>
          </a:prstGeom>
          <a:noFill/>
          <a:ln>
            <a:noFill/>
          </a:ln>
        </p:spPr>
        <p:txBody>
          <a:bodyPr spcFirstLastPara="1" wrap="square" lIns="91425" tIns="45700" rIns="91425" bIns="45700" anchor="b" anchorCtr="0">
            <a:normAutofit/>
          </a:bodyPr>
          <a:lstStyle>
            <a:lvl1pPr lvl="0" algn="ctr">
              <a:lnSpc>
                <a:spcPct val="100000"/>
              </a:lnSpc>
              <a:spcBef>
                <a:spcPts val="0"/>
              </a:spcBef>
              <a:spcAft>
                <a:spcPts val="0"/>
              </a:spcAft>
              <a:buClr>
                <a:srgbClr val="262626"/>
              </a:buClr>
              <a:buSzPts val="2800"/>
              <a:buFont typeface="Garamond"/>
              <a:buNone/>
              <a:defRPr sz="2800" b="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2" name="Google Shape;62;p58"/>
          <p:cNvSpPr>
            <a:spLocks noGrp="1"/>
          </p:cNvSpPr>
          <p:nvPr>
            <p:ph type="pic" idx="2"/>
          </p:nvPr>
        </p:nvSpPr>
        <p:spPr>
          <a:xfrm>
            <a:off x="8094831" y="1041400"/>
            <a:ext cx="3063347" cy="4775200"/>
          </a:xfrm>
          <a:prstGeom prst="roundRect">
            <a:avLst>
              <a:gd name="adj" fmla="val 0"/>
            </a:avLst>
          </a:prstGeom>
          <a:noFill/>
          <a:ln w="57150" cap="flat" cmpd="thickThin">
            <a:solidFill>
              <a:srgbClr val="7F7F7F"/>
            </a:solidFill>
            <a:prstDash val="solid"/>
            <a:miter lim="800000"/>
            <a:headEnd type="none" w="sm" len="sm"/>
            <a:tailEnd type="none" w="sm" len="sm"/>
          </a:ln>
        </p:spPr>
      </p:sp>
      <p:sp>
        <p:nvSpPr>
          <p:cNvPr id="63" name="Google Shape;63;p58"/>
          <p:cNvSpPr txBox="1">
            <a:spLocks noGrp="1"/>
          </p:cNvSpPr>
          <p:nvPr>
            <p:ph type="body" idx="1"/>
          </p:nvPr>
        </p:nvSpPr>
        <p:spPr>
          <a:xfrm>
            <a:off x="1295399" y="3255432"/>
            <a:ext cx="6241816" cy="1828800"/>
          </a:xfrm>
          <a:prstGeom prst="rect">
            <a:avLst/>
          </a:prstGeom>
          <a:noFill/>
          <a:ln>
            <a:noFill/>
          </a:ln>
        </p:spPr>
        <p:txBody>
          <a:bodyPr spcFirstLastPara="1" wrap="square" lIns="91425" tIns="45700" rIns="91425" bIns="45700" anchor="t" anchorCtr="0">
            <a:normAutofit/>
          </a:bodyPr>
          <a:lstStyle>
            <a:lvl1pPr marL="457200" lvl="0" indent="-228600" algn="ctr">
              <a:lnSpc>
                <a:spcPct val="100000"/>
              </a:lnSpc>
              <a:spcBef>
                <a:spcPts val="360"/>
              </a:spcBef>
              <a:spcAft>
                <a:spcPts val="0"/>
              </a:spcAft>
              <a:buSzPts val="2070"/>
              <a:buNone/>
              <a:defRPr sz="1800"/>
            </a:lvl1pPr>
            <a:lvl2pPr marL="914400" lvl="1" indent="-228600" algn="l">
              <a:lnSpc>
                <a:spcPct val="100000"/>
              </a:lnSpc>
              <a:spcBef>
                <a:spcPts val="600"/>
              </a:spcBef>
              <a:spcAft>
                <a:spcPts val="0"/>
              </a:spcAft>
              <a:buSzPts val="1380"/>
              <a:buNone/>
              <a:defRPr sz="1200"/>
            </a:lvl2pPr>
            <a:lvl3pPr marL="1371600" lvl="2" indent="-228600" algn="l">
              <a:lnSpc>
                <a:spcPct val="100000"/>
              </a:lnSpc>
              <a:spcBef>
                <a:spcPts val="600"/>
              </a:spcBef>
              <a:spcAft>
                <a:spcPts val="0"/>
              </a:spcAft>
              <a:buSzPts val="1150"/>
              <a:buNone/>
              <a:defRPr sz="1000"/>
            </a:lvl3pPr>
            <a:lvl4pPr marL="1828800" lvl="3" indent="-228600" algn="l">
              <a:lnSpc>
                <a:spcPct val="100000"/>
              </a:lnSpc>
              <a:spcBef>
                <a:spcPts val="600"/>
              </a:spcBef>
              <a:spcAft>
                <a:spcPts val="0"/>
              </a:spcAft>
              <a:buSzPts val="1035"/>
              <a:buNone/>
              <a:defRPr sz="900"/>
            </a:lvl4pPr>
            <a:lvl5pPr marL="2286000" lvl="4" indent="-228600" algn="l">
              <a:lnSpc>
                <a:spcPct val="100000"/>
              </a:lnSpc>
              <a:spcBef>
                <a:spcPts val="600"/>
              </a:spcBef>
              <a:spcAft>
                <a:spcPts val="0"/>
              </a:spcAft>
              <a:buSzPts val="1035"/>
              <a:buNone/>
              <a:defRPr sz="900"/>
            </a:lvl5pPr>
            <a:lvl6pPr marL="2743200" lvl="5" indent="-228600" algn="l">
              <a:lnSpc>
                <a:spcPct val="100000"/>
              </a:lnSpc>
              <a:spcBef>
                <a:spcPts val="600"/>
              </a:spcBef>
              <a:spcAft>
                <a:spcPts val="0"/>
              </a:spcAft>
              <a:buSzPts val="1035"/>
              <a:buNone/>
              <a:defRPr sz="900"/>
            </a:lvl6pPr>
            <a:lvl7pPr marL="3200400" lvl="6" indent="-228600" algn="l">
              <a:lnSpc>
                <a:spcPct val="100000"/>
              </a:lnSpc>
              <a:spcBef>
                <a:spcPts val="600"/>
              </a:spcBef>
              <a:spcAft>
                <a:spcPts val="0"/>
              </a:spcAft>
              <a:buSzPts val="1035"/>
              <a:buNone/>
              <a:defRPr sz="900"/>
            </a:lvl7pPr>
            <a:lvl8pPr marL="3657600" lvl="7" indent="-228600" algn="l">
              <a:lnSpc>
                <a:spcPct val="100000"/>
              </a:lnSpc>
              <a:spcBef>
                <a:spcPts val="600"/>
              </a:spcBef>
              <a:spcAft>
                <a:spcPts val="0"/>
              </a:spcAft>
              <a:buSzPts val="1035"/>
              <a:buNone/>
              <a:defRPr sz="900"/>
            </a:lvl8pPr>
            <a:lvl9pPr marL="4114800" lvl="8" indent="-228600" algn="l">
              <a:lnSpc>
                <a:spcPct val="100000"/>
              </a:lnSpc>
              <a:spcBef>
                <a:spcPts val="600"/>
              </a:spcBef>
              <a:spcAft>
                <a:spcPts val="600"/>
              </a:spcAft>
              <a:buSzPts val="1035"/>
              <a:buNone/>
              <a:defRPr sz="900"/>
            </a:lvl9pPr>
          </a:lstStyle>
          <a:p>
            <a:endParaRPr/>
          </a:p>
        </p:txBody>
      </p:sp>
      <p:sp>
        <p:nvSpPr>
          <p:cNvPr id="64" name="Google Shape;64;p58"/>
          <p:cNvSpPr txBox="1">
            <a:spLocks noGrp="1"/>
          </p:cNvSpPr>
          <p:nvPr>
            <p:ph type="dt" idx="10"/>
          </p:nvPr>
        </p:nvSpPr>
        <p:spPr>
          <a:xfrm>
            <a:off x="8677501" y="5969000"/>
            <a:ext cx="1600200" cy="279400"/>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5" name="Google Shape;65;p58"/>
          <p:cNvSpPr txBox="1">
            <a:spLocks noGrp="1"/>
          </p:cNvSpPr>
          <p:nvPr>
            <p:ph type="ftr" idx="11"/>
          </p:nvPr>
        </p:nvSpPr>
        <p:spPr>
          <a:xfrm>
            <a:off x="1295401" y="5969000"/>
            <a:ext cx="7305900" cy="279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58"/>
          <p:cNvSpPr txBox="1">
            <a:spLocks noGrp="1"/>
          </p:cNvSpPr>
          <p:nvPr>
            <p:ph type="sldNum" idx="12"/>
          </p:nvPr>
        </p:nvSpPr>
        <p:spPr>
          <a:xfrm>
            <a:off x="10353901" y="5969000"/>
            <a:ext cx="542697" cy="279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Garamond"/>
                <a:ea typeface="Garamond"/>
                <a:cs typeface="Garamond"/>
                <a:sym typeface="Garamond"/>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Garamond"/>
                <a:ea typeface="Garamond"/>
                <a:cs typeface="Garamond"/>
                <a:sym typeface="Garamond"/>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Garamond"/>
                <a:ea typeface="Garamond"/>
                <a:cs typeface="Garamond"/>
                <a:sym typeface="Garamond"/>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Garamond"/>
                <a:ea typeface="Garamond"/>
                <a:cs typeface="Garamond"/>
                <a:sym typeface="Garamond"/>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Garamond"/>
                <a:ea typeface="Garamond"/>
                <a:cs typeface="Garamond"/>
                <a:sym typeface="Garamond"/>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Garamond"/>
                <a:ea typeface="Garamond"/>
                <a:cs typeface="Garamond"/>
                <a:sym typeface="Garamond"/>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Garamond"/>
                <a:ea typeface="Garamond"/>
                <a:cs typeface="Garamond"/>
                <a:sym typeface="Garamond"/>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Garamond"/>
                <a:ea typeface="Garamond"/>
                <a:cs typeface="Garamond"/>
                <a:sym typeface="Garamond"/>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Garamond"/>
                <a:ea typeface="Garamond"/>
                <a:cs typeface="Garamond"/>
                <a:sym typeface="Garamond"/>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Panoramic Picture with Caption">
  <p:cSld name="Panoramic Picture with Caption">
    <p:spTree>
      <p:nvGrpSpPr>
        <p:cNvPr id="1" name="Shape 67"/>
        <p:cNvGrpSpPr/>
        <p:nvPr/>
      </p:nvGrpSpPr>
      <p:grpSpPr>
        <a:xfrm>
          <a:off x="0" y="0"/>
          <a:ext cx="0" cy="0"/>
          <a:chOff x="0" y="0"/>
          <a:chExt cx="0" cy="0"/>
        </a:xfrm>
      </p:grpSpPr>
      <p:sp>
        <p:nvSpPr>
          <p:cNvPr id="68" name="Google Shape;68;p59"/>
          <p:cNvSpPr txBox="1">
            <a:spLocks noGrp="1"/>
          </p:cNvSpPr>
          <p:nvPr>
            <p:ph type="title"/>
          </p:nvPr>
        </p:nvSpPr>
        <p:spPr>
          <a:xfrm>
            <a:off x="1295401" y="4815415"/>
            <a:ext cx="9609666" cy="566738"/>
          </a:xfrm>
          <a:prstGeom prst="rect">
            <a:avLst/>
          </a:prstGeom>
          <a:noFill/>
          <a:ln>
            <a:noFill/>
          </a:ln>
        </p:spPr>
        <p:txBody>
          <a:bodyPr spcFirstLastPara="1" wrap="square" lIns="91425" tIns="45700" rIns="91425" bIns="45700" anchor="b" anchorCtr="0">
            <a:normAutofit/>
          </a:bodyPr>
          <a:lstStyle>
            <a:lvl1pPr lvl="0" algn="ctr">
              <a:lnSpc>
                <a:spcPct val="100000"/>
              </a:lnSpc>
              <a:spcBef>
                <a:spcPts val="0"/>
              </a:spcBef>
              <a:spcAft>
                <a:spcPts val="0"/>
              </a:spcAft>
              <a:buClr>
                <a:srgbClr val="262626"/>
              </a:buClr>
              <a:buSzPts val="2400"/>
              <a:buFont typeface="Garamond"/>
              <a:buNone/>
              <a:defRPr sz="2400" b="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9" name="Google Shape;69;p59"/>
          <p:cNvSpPr>
            <a:spLocks noGrp="1"/>
          </p:cNvSpPr>
          <p:nvPr>
            <p:ph type="pic" idx="2"/>
          </p:nvPr>
        </p:nvSpPr>
        <p:spPr>
          <a:xfrm>
            <a:off x="1041427" y="1041399"/>
            <a:ext cx="10105972" cy="3335869"/>
          </a:xfrm>
          <a:prstGeom prst="roundRect">
            <a:avLst>
              <a:gd name="adj" fmla="val 0"/>
            </a:avLst>
          </a:prstGeom>
          <a:noFill/>
          <a:ln w="57150" cap="flat" cmpd="thickThin">
            <a:solidFill>
              <a:srgbClr val="7F7F7F"/>
            </a:solidFill>
            <a:prstDash val="solid"/>
            <a:miter lim="800000"/>
            <a:headEnd type="none" w="sm" len="sm"/>
            <a:tailEnd type="none" w="sm" len="sm"/>
          </a:ln>
        </p:spPr>
      </p:sp>
      <p:sp>
        <p:nvSpPr>
          <p:cNvPr id="70" name="Google Shape;70;p59"/>
          <p:cNvSpPr txBox="1">
            <a:spLocks noGrp="1"/>
          </p:cNvSpPr>
          <p:nvPr>
            <p:ph type="body" idx="1"/>
          </p:nvPr>
        </p:nvSpPr>
        <p:spPr>
          <a:xfrm>
            <a:off x="1295401" y="5382153"/>
            <a:ext cx="9609666" cy="493712"/>
          </a:xfrm>
          <a:prstGeom prst="rect">
            <a:avLst/>
          </a:prstGeom>
          <a:noFill/>
          <a:ln>
            <a:noFill/>
          </a:ln>
        </p:spPr>
        <p:txBody>
          <a:bodyPr spcFirstLastPara="1" wrap="square" lIns="91425" tIns="45700" rIns="91425" bIns="45700" anchor="t" anchorCtr="0">
            <a:normAutofit/>
          </a:bodyPr>
          <a:lstStyle>
            <a:lvl1pPr marL="457200" lvl="0" indent="-228600" algn="ctr">
              <a:lnSpc>
                <a:spcPct val="100000"/>
              </a:lnSpc>
              <a:spcBef>
                <a:spcPts val="280"/>
              </a:spcBef>
              <a:spcAft>
                <a:spcPts val="0"/>
              </a:spcAft>
              <a:buSzPts val="1610"/>
              <a:buNone/>
              <a:defRPr sz="1400"/>
            </a:lvl1pPr>
            <a:lvl2pPr marL="914400" lvl="1" indent="-228600" algn="l">
              <a:lnSpc>
                <a:spcPct val="100000"/>
              </a:lnSpc>
              <a:spcBef>
                <a:spcPts val="600"/>
              </a:spcBef>
              <a:spcAft>
                <a:spcPts val="0"/>
              </a:spcAft>
              <a:buSzPts val="1380"/>
              <a:buNone/>
              <a:defRPr sz="1200"/>
            </a:lvl2pPr>
            <a:lvl3pPr marL="1371600" lvl="2" indent="-228600" algn="l">
              <a:lnSpc>
                <a:spcPct val="100000"/>
              </a:lnSpc>
              <a:spcBef>
                <a:spcPts val="600"/>
              </a:spcBef>
              <a:spcAft>
                <a:spcPts val="0"/>
              </a:spcAft>
              <a:buSzPts val="1150"/>
              <a:buNone/>
              <a:defRPr sz="1000"/>
            </a:lvl3pPr>
            <a:lvl4pPr marL="1828800" lvl="3" indent="-228600" algn="l">
              <a:lnSpc>
                <a:spcPct val="100000"/>
              </a:lnSpc>
              <a:spcBef>
                <a:spcPts val="600"/>
              </a:spcBef>
              <a:spcAft>
                <a:spcPts val="0"/>
              </a:spcAft>
              <a:buSzPts val="1035"/>
              <a:buNone/>
              <a:defRPr sz="900"/>
            </a:lvl4pPr>
            <a:lvl5pPr marL="2286000" lvl="4" indent="-228600" algn="l">
              <a:lnSpc>
                <a:spcPct val="100000"/>
              </a:lnSpc>
              <a:spcBef>
                <a:spcPts val="600"/>
              </a:spcBef>
              <a:spcAft>
                <a:spcPts val="0"/>
              </a:spcAft>
              <a:buSzPts val="1035"/>
              <a:buNone/>
              <a:defRPr sz="900"/>
            </a:lvl5pPr>
            <a:lvl6pPr marL="2743200" lvl="5" indent="-228600" algn="l">
              <a:lnSpc>
                <a:spcPct val="100000"/>
              </a:lnSpc>
              <a:spcBef>
                <a:spcPts val="600"/>
              </a:spcBef>
              <a:spcAft>
                <a:spcPts val="0"/>
              </a:spcAft>
              <a:buSzPts val="1035"/>
              <a:buNone/>
              <a:defRPr sz="900"/>
            </a:lvl6pPr>
            <a:lvl7pPr marL="3200400" lvl="6" indent="-228600" algn="l">
              <a:lnSpc>
                <a:spcPct val="100000"/>
              </a:lnSpc>
              <a:spcBef>
                <a:spcPts val="600"/>
              </a:spcBef>
              <a:spcAft>
                <a:spcPts val="0"/>
              </a:spcAft>
              <a:buSzPts val="1035"/>
              <a:buNone/>
              <a:defRPr sz="900"/>
            </a:lvl7pPr>
            <a:lvl8pPr marL="3657600" lvl="7" indent="-228600" algn="l">
              <a:lnSpc>
                <a:spcPct val="100000"/>
              </a:lnSpc>
              <a:spcBef>
                <a:spcPts val="600"/>
              </a:spcBef>
              <a:spcAft>
                <a:spcPts val="0"/>
              </a:spcAft>
              <a:buSzPts val="1035"/>
              <a:buNone/>
              <a:defRPr sz="900"/>
            </a:lvl8pPr>
            <a:lvl9pPr marL="4114800" lvl="8" indent="-228600" algn="l">
              <a:lnSpc>
                <a:spcPct val="100000"/>
              </a:lnSpc>
              <a:spcBef>
                <a:spcPts val="600"/>
              </a:spcBef>
              <a:spcAft>
                <a:spcPts val="600"/>
              </a:spcAft>
              <a:buSzPts val="1035"/>
              <a:buNone/>
              <a:defRPr sz="900"/>
            </a:lvl9pPr>
          </a:lstStyle>
          <a:p>
            <a:endParaRPr/>
          </a:p>
        </p:txBody>
      </p:sp>
      <p:sp>
        <p:nvSpPr>
          <p:cNvPr id="71" name="Google Shape;71;p59"/>
          <p:cNvSpPr txBox="1">
            <a:spLocks noGrp="1"/>
          </p:cNvSpPr>
          <p:nvPr>
            <p:ph type="dt" idx="10"/>
          </p:nvPr>
        </p:nvSpPr>
        <p:spPr>
          <a:xfrm>
            <a:off x="8677501" y="5969000"/>
            <a:ext cx="1600200" cy="279400"/>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2" name="Google Shape;72;p59"/>
          <p:cNvSpPr txBox="1">
            <a:spLocks noGrp="1"/>
          </p:cNvSpPr>
          <p:nvPr>
            <p:ph type="ftr" idx="11"/>
          </p:nvPr>
        </p:nvSpPr>
        <p:spPr>
          <a:xfrm>
            <a:off x="1295401" y="5969000"/>
            <a:ext cx="7305900" cy="279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59"/>
          <p:cNvSpPr txBox="1">
            <a:spLocks noGrp="1"/>
          </p:cNvSpPr>
          <p:nvPr>
            <p:ph type="sldNum" idx="12"/>
          </p:nvPr>
        </p:nvSpPr>
        <p:spPr>
          <a:xfrm>
            <a:off x="10353901" y="5969000"/>
            <a:ext cx="542697" cy="279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Garamond"/>
                <a:ea typeface="Garamond"/>
                <a:cs typeface="Garamond"/>
                <a:sym typeface="Garamond"/>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Garamond"/>
                <a:ea typeface="Garamond"/>
                <a:cs typeface="Garamond"/>
                <a:sym typeface="Garamond"/>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Garamond"/>
                <a:ea typeface="Garamond"/>
                <a:cs typeface="Garamond"/>
                <a:sym typeface="Garamond"/>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Garamond"/>
                <a:ea typeface="Garamond"/>
                <a:cs typeface="Garamond"/>
                <a:sym typeface="Garamond"/>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Garamond"/>
                <a:ea typeface="Garamond"/>
                <a:cs typeface="Garamond"/>
                <a:sym typeface="Garamond"/>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Garamond"/>
                <a:ea typeface="Garamond"/>
                <a:cs typeface="Garamond"/>
                <a:sym typeface="Garamond"/>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Garamond"/>
                <a:ea typeface="Garamond"/>
                <a:cs typeface="Garamond"/>
                <a:sym typeface="Garamond"/>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Garamond"/>
                <a:ea typeface="Garamond"/>
                <a:cs typeface="Garamond"/>
                <a:sym typeface="Garamond"/>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Garamond"/>
                <a:ea typeface="Garamond"/>
                <a:cs typeface="Garamond"/>
                <a:sym typeface="Garamond"/>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and Caption">
  <p:cSld name="Title and Caption">
    <p:spTree>
      <p:nvGrpSpPr>
        <p:cNvPr id="1" name="Shape 74"/>
        <p:cNvGrpSpPr/>
        <p:nvPr/>
      </p:nvGrpSpPr>
      <p:grpSpPr>
        <a:xfrm>
          <a:off x="0" y="0"/>
          <a:ext cx="0" cy="0"/>
          <a:chOff x="0" y="0"/>
          <a:chExt cx="0" cy="0"/>
        </a:xfrm>
      </p:grpSpPr>
      <p:sp>
        <p:nvSpPr>
          <p:cNvPr id="75" name="Google Shape;75;p60"/>
          <p:cNvSpPr txBox="1">
            <a:spLocks noGrp="1"/>
          </p:cNvSpPr>
          <p:nvPr>
            <p:ph type="title"/>
          </p:nvPr>
        </p:nvSpPr>
        <p:spPr>
          <a:xfrm>
            <a:off x="1303868" y="982132"/>
            <a:ext cx="9592732" cy="2954868"/>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rgbClr val="262626"/>
              </a:buClr>
              <a:buSzPts val="3200"/>
              <a:buFont typeface="Garamond"/>
              <a:buNone/>
              <a:defRPr sz="3200" b="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60"/>
          <p:cNvSpPr txBox="1">
            <a:spLocks noGrp="1"/>
          </p:cNvSpPr>
          <p:nvPr>
            <p:ph type="body" idx="1"/>
          </p:nvPr>
        </p:nvSpPr>
        <p:spPr>
          <a:xfrm>
            <a:off x="1303868" y="4343399"/>
            <a:ext cx="9592732" cy="1532467"/>
          </a:xfrm>
          <a:prstGeom prst="rect">
            <a:avLst/>
          </a:prstGeom>
          <a:noFill/>
          <a:ln>
            <a:noFill/>
          </a:ln>
        </p:spPr>
        <p:txBody>
          <a:bodyPr spcFirstLastPara="1" wrap="square" lIns="91425" tIns="45700" rIns="91425" bIns="45700" anchor="ctr" anchorCtr="0">
            <a:normAutofit/>
          </a:bodyPr>
          <a:lstStyle>
            <a:lvl1pPr marL="457200" lvl="0" indent="-228600" algn="ctr">
              <a:lnSpc>
                <a:spcPct val="100000"/>
              </a:lnSpc>
              <a:spcBef>
                <a:spcPts val="400"/>
              </a:spcBef>
              <a:spcAft>
                <a:spcPts val="0"/>
              </a:spcAft>
              <a:buSzPts val="2300"/>
              <a:buNone/>
              <a:defRPr sz="2000">
                <a:solidFill>
                  <a:schemeClr val="dk1"/>
                </a:solidFill>
              </a:defRPr>
            </a:lvl1pPr>
            <a:lvl2pPr marL="914400" lvl="1" indent="-228600" algn="l">
              <a:lnSpc>
                <a:spcPct val="100000"/>
              </a:lnSpc>
              <a:spcBef>
                <a:spcPts val="600"/>
              </a:spcBef>
              <a:spcAft>
                <a:spcPts val="0"/>
              </a:spcAft>
              <a:buSzPts val="2070"/>
              <a:buNone/>
              <a:defRPr sz="1800">
                <a:solidFill>
                  <a:srgbClr val="888888"/>
                </a:solidFill>
              </a:defRPr>
            </a:lvl2pPr>
            <a:lvl3pPr marL="1371600" lvl="2" indent="-228600" algn="l">
              <a:lnSpc>
                <a:spcPct val="100000"/>
              </a:lnSpc>
              <a:spcBef>
                <a:spcPts val="600"/>
              </a:spcBef>
              <a:spcAft>
                <a:spcPts val="0"/>
              </a:spcAft>
              <a:buSzPts val="1840"/>
              <a:buNone/>
              <a:defRPr sz="1600">
                <a:solidFill>
                  <a:srgbClr val="888888"/>
                </a:solidFill>
              </a:defRPr>
            </a:lvl3pPr>
            <a:lvl4pPr marL="1828800" lvl="3" indent="-228600" algn="l">
              <a:lnSpc>
                <a:spcPct val="100000"/>
              </a:lnSpc>
              <a:spcBef>
                <a:spcPts val="600"/>
              </a:spcBef>
              <a:spcAft>
                <a:spcPts val="0"/>
              </a:spcAft>
              <a:buSzPts val="1610"/>
              <a:buNone/>
              <a:defRPr sz="1400">
                <a:solidFill>
                  <a:srgbClr val="888888"/>
                </a:solidFill>
              </a:defRPr>
            </a:lvl4pPr>
            <a:lvl5pPr marL="2286000" lvl="4" indent="-228600" algn="l">
              <a:lnSpc>
                <a:spcPct val="100000"/>
              </a:lnSpc>
              <a:spcBef>
                <a:spcPts val="600"/>
              </a:spcBef>
              <a:spcAft>
                <a:spcPts val="0"/>
              </a:spcAft>
              <a:buSzPts val="1610"/>
              <a:buNone/>
              <a:defRPr sz="1400">
                <a:solidFill>
                  <a:srgbClr val="888888"/>
                </a:solidFill>
              </a:defRPr>
            </a:lvl5pPr>
            <a:lvl6pPr marL="2743200" lvl="5" indent="-228600" algn="l">
              <a:lnSpc>
                <a:spcPct val="100000"/>
              </a:lnSpc>
              <a:spcBef>
                <a:spcPts val="600"/>
              </a:spcBef>
              <a:spcAft>
                <a:spcPts val="0"/>
              </a:spcAft>
              <a:buSzPts val="1610"/>
              <a:buNone/>
              <a:defRPr sz="1400">
                <a:solidFill>
                  <a:srgbClr val="888888"/>
                </a:solidFill>
              </a:defRPr>
            </a:lvl6pPr>
            <a:lvl7pPr marL="3200400" lvl="6" indent="-228600" algn="l">
              <a:lnSpc>
                <a:spcPct val="100000"/>
              </a:lnSpc>
              <a:spcBef>
                <a:spcPts val="600"/>
              </a:spcBef>
              <a:spcAft>
                <a:spcPts val="0"/>
              </a:spcAft>
              <a:buSzPts val="1610"/>
              <a:buNone/>
              <a:defRPr sz="1400">
                <a:solidFill>
                  <a:srgbClr val="888888"/>
                </a:solidFill>
              </a:defRPr>
            </a:lvl7pPr>
            <a:lvl8pPr marL="3657600" lvl="7" indent="-228600" algn="l">
              <a:lnSpc>
                <a:spcPct val="100000"/>
              </a:lnSpc>
              <a:spcBef>
                <a:spcPts val="600"/>
              </a:spcBef>
              <a:spcAft>
                <a:spcPts val="0"/>
              </a:spcAft>
              <a:buSzPts val="1610"/>
              <a:buNone/>
              <a:defRPr sz="1400">
                <a:solidFill>
                  <a:srgbClr val="888888"/>
                </a:solidFill>
              </a:defRPr>
            </a:lvl8pPr>
            <a:lvl9pPr marL="4114800" lvl="8" indent="-228600" algn="l">
              <a:lnSpc>
                <a:spcPct val="100000"/>
              </a:lnSpc>
              <a:spcBef>
                <a:spcPts val="600"/>
              </a:spcBef>
              <a:spcAft>
                <a:spcPts val="600"/>
              </a:spcAft>
              <a:buSzPts val="1610"/>
              <a:buNone/>
              <a:defRPr sz="1400">
                <a:solidFill>
                  <a:srgbClr val="888888"/>
                </a:solidFill>
              </a:defRPr>
            </a:lvl9pPr>
          </a:lstStyle>
          <a:p>
            <a:endParaRPr/>
          </a:p>
        </p:txBody>
      </p:sp>
      <p:sp>
        <p:nvSpPr>
          <p:cNvPr id="77" name="Google Shape;77;p60"/>
          <p:cNvSpPr txBox="1">
            <a:spLocks noGrp="1"/>
          </p:cNvSpPr>
          <p:nvPr>
            <p:ph type="dt" idx="10"/>
          </p:nvPr>
        </p:nvSpPr>
        <p:spPr>
          <a:xfrm>
            <a:off x="8677501" y="5969000"/>
            <a:ext cx="1600200" cy="279400"/>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60"/>
          <p:cNvSpPr txBox="1">
            <a:spLocks noGrp="1"/>
          </p:cNvSpPr>
          <p:nvPr>
            <p:ph type="ftr" idx="11"/>
          </p:nvPr>
        </p:nvSpPr>
        <p:spPr>
          <a:xfrm>
            <a:off x="1295401" y="5969000"/>
            <a:ext cx="7305900" cy="279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60"/>
          <p:cNvSpPr txBox="1">
            <a:spLocks noGrp="1"/>
          </p:cNvSpPr>
          <p:nvPr>
            <p:ph type="sldNum" idx="12"/>
          </p:nvPr>
        </p:nvSpPr>
        <p:spPr>
          <a:xfrm>
            <a:off x="10353901" y="5969000"/>
            <a:ext cx="542697" cy="279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Garamond"/>
                <a:ea typeface="Garamond"/>
                <a:cs typeface="Garamond"/>
                <a:sym typeface="Garamond"/>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Garamond"/>
                <a:ea typeface="Garamond"/>
                <a:cs typeface="Garamond"/>
                <a:sym typeface="Garamond"/>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Garamond"/>
                <a:ea typeface="Garamond"/>
                <a:cs typeface="Garamond"/>
                <a:sym typeface="Garamond"/>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Garamond"/>
                <a:ea typeface="Garamond"/>
                <a:cs typeface="Garamond"/>
                <a:sym typeface="Garamond"/>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Garamond"/>
                <a:ea typeface="Garamond"/>
                <a:cs typeface="Garamond"/>
                <a:sym typeface="Garamond"/>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Garamond"/>
                <a:ea typeface="Garamond"/>
                <a:cs typeface="Garamond"/>
                <a:sym typeface="Garamond"/>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Garamond"/>
                <a:ea typeface="Garamond"/>
                <a:cs typeface="Garamond"/>
                <a:sym typeface="Garamond"/>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Garamond"/>
                <a:ea typeface="Garamond"/>
                <a:cs typeface="Garamond"/>
                <a:sym typeface="Garamond"/>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Garamond"/>
                <a:ea typeface="Garamond"/>
                <a:cs typeface="Garamond"/>
                <a:sym typeface="Garamond"/>
              </a:defRPr>
            </a:lvl9pPr>
          </a:lstStyle>
          <a:p>
            <a:pPr marL="0" lvl="0" indent="0" algn="r" rtl="0">
              <a:spcBef>
                <a:spcPts val="0"/>
              </a:spcBef>
              <a:spcAft>
                <a:spcPts val="0"/>
              </a:spcAft>
              <a:buNone/>
            </a:pPr>
            <a:fld id="{00000000-1234-1234-1234-123412341234}" type="slidenum">
              <a:rPr lang="en-US"/>
              <a:t>‹#›</a:t>
            </a:fld>
            <a:endParaRPr/>
          </a:p>
        </p:txBody>
      </p:sp>
      <p:cxnSp>
        <p:nvCxnSpPr>
          <p:cNvPr id="80" name="Google Shape;80;p60"/>
          <p:cNvCxnSpPr/>
          <p:nvPr/>
        </p:nvCxnSpPr>
        <p:spPr>
          <a:xfrm>
            <a:off x="1396169" y="4140199"/>
            <a:ext cx="9407298" cy="0"/>
          </a:xfrm>
          <a:prstGeom prst="straightConnector1">
            <a:avLst/>
          </a:prstGeom>
          <a:noFill/>
          <a:ln w="15875" cap="flat" cmpd="sng">
            <a:solidFill>
              <a:schemeClr val="accent1"/>
            </a:solidFill>
            <a:prstDash val="solid"/>
            <a:round/>
            <a:headEnd type="none" w="sm" len="sm"/>
            <a:tailEnd type="none" w="sm" len="sm"/>
          </a:ln>
        </p:spPr>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Quote with Caption">
  <p:cSld name="Quote with Caption">
    <p:spTree>
      <p:nvGrpSpPr>
        <p:cNvPr id="1" name="Shape 81"/>
        <p:cNvGrpSpPr/>
        <p:nvPr/>
      </p:nvGrpSpPr>
      <p:grpSpPr>
        <a:xfrm>
          <a:off x="0" y="0"/>
          <a:ext cx="0" cy="0"/>
          <a:chOff x="0" y="0"/>
          <a:chExt cx="0" cy="0"/>
        </a:xfrm>
      </p:grpSpPr>
      <p:sp>
        <p:nvSpPr>
          <p:cNvPr id="82" name="Google Shape;82;p61"/>
          <p:cNvSpPr txBox="1">
            <a:spLocks noGrp="1"/>
          </p:cNvSpPr>
          <p:nvPr>
            <p:ph type="title"/>
          </p:nvPr>
        </p:nvSpPr>
        <p:spPr>
          <a:xfrm>
            <a:off x="1446213" y="982132"/>
            <a:ext cx="9296398" cy="2370668"/>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3200"/>
              <a:buFont typeface="Garamond"/>
              <a:buNone/>
              <a:defRPr sz="3200" b="0" cap="none">
                <a:solidFill>
                  <a:schemeClr val="dk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61"/>
          <p:cNvSpPr txBox="1">
            <a:spLocks noGrp="1"/>
          </p:cNvSpPr>
          <p:nvPr>
            <p:ph type="body" idx="1"/>
          </p:nvPr>
        </p:nvSpPr>
        <p:spPr>
          <a:xfrm>
            <a:off x="1674812" y="3352800"/>
            <a:ext cx="8839202" cy="584200"/>
          </a:xfrm>
          <a:prstGeom prst="rect">
            <a:avLst/>
          </a:prstGeom>
          <a:noFill/>
          <a:ln>
            <a:noFill/>
          </a:ln>
        </p:spPr>
        <p:txBody>
          <a:bodyPr spcFirstLastPara="1" wrap="square" lIns="91425" tIns="45700" rIns="91425" bIns="45700" anchor="ctr" anchorCtr="0">
            <a:normAutofit/>
          </a:bodyPr>
          <a:lstStyle>
            <a:lvl1pPr marL="457200" lvl="0" indent="-228600" algn="r">
              <a:lnSpc>
                <a:spcPct val="100000"/>
              </a:lnSpc>
              <a:spcBef>
                <a:spcPts val="400"/>
              </a:spcBef>
              <a:spcAft>
                <a:spcPts val="0"/>
              </a:spcAft>
              <a:buSzPts val="2300"/>
              <a:buFont typeface="Garamond"/>
              <a:buNone/>
              <a:defRPr sz="2000"/>
            </a:lvl1pPr>
            <a:lvl2pPr marL="914400" lvl="1" indent="-228600" algn="l">
              <a:lnSpc>
                <a:spcPct val="100000"/>
              </a:lnSpc>
              <a:spcBef>
                <a:spcPts val="600"/>
              </a:spcBef>
              <a:spcAft>
                <a:spcPts val="0"/>
              </a:spcAft>
              <a:buSzPts val="2300"/>
              <a:buFont typeface="Garamond"/>
              <a:buNone/>
              <a:defRPr/>
            </a:lvl2pPr>
            <a:lvl3pPr marL="1371600" lvl="2" indent="-228600" algn="l">
              <a:lnSpc>
                <a:spcPct val="100000"/>
              </a:lnSpc>
              <a:spcBef>
                <a:spcPts val="600"/>
              </a:spcBef>
              <a:spcAft>
                <a:spcPts val="0"/>
              </a:spcAft>
              <a:buSzPts val="2070"/>
              <a:buFont typeface="Garamond"/>
              <a:buNone/>
              <a:defRPr/>
            </a:lvl3pPr>
            <a:lvl4pPr marL="1828800" lvl="3" indent="-228600" algn="l">
              <a:lnSpc>
                <a:spcPct val="100000"/>
              </a:lnSpc>
              <a:spcBef>
                <a:spcPts val="600"/>
              </a:spcBef>
              <a:spcAft>
                <a:spcPts val="0"/>
              </a:spcAft>
              <a:buSzPts val="1840"/>
              <a:buFont typeface="Garamond"/>
              <a:buNone/>
              <a:defRPr/>
            </a:lvl4pPr>
            <a:lvl5pPr marL="2286000" lvl="4" indent="-228600" algn="l">
              <a:lnSpc>
                <a:spcPct val="100000"/>
              </a:lnSpc>
              <a:spcBef>
                <a:spcPts val="600"/>
              </a:spcBef>
              <a:spcAft>
                <a:spcPts val="0"/>
              </a:spcAft>
              <a:buSzPts val="1610"/>
              <a:buFont typeface="Garamond"/>
              <a:buNone/>
              <a:defRPr/>
            </a:lvl5pPr>
            <a:lvl6pPr marL="2743200" lvl="5" indent="-360045" algn="l">
              <a:lnSpc>
                <a:spcPct val="100000"/>
              </a:lnSpc>
              <a:spcBef>
                <a:spcPts val="600"/>
              </a:spcBef>
              <a:spcAft>
                <a:spcPts val="0"/>
              </a:spcAft>
              <a:buSzPts val="2070"/>
              <a:buChar char="•"/>
              <a:defRPr/>
            </a:lvl6pPr>
            <a:lvl7pPr marL="3200400" lvl="6" indent="-360045" algn="l">
              <a:lnSpc>
                <a:spcPct val="100000"/>
              </a:lnSpc>
              <a:spcBef>
                <a:spcPts val="600"/>
              </a:spcBef>
              <a:spcAft>
                <a:spcPts val="0"/>
              </a:spcAft>
              <a:buSzPts val="2070"/>
              <a:buChar char="•"/>
              <a:defRPr/>
            </a:lvl7pPr>
            <a:lvl8pPr marL="3657600" lvl="7" indent="-360045" algn="l">
              <a:lnSpc>
                <a:spcPct val="100000"/>
              </a:lnSpc>
              <a:spcBef>
                <a:spcPts val="600"/>
              </a:spcBef>
              <a:spcAft>
                <a:spcPts val="0"/>
              </a:spcAft>
              <a:buSzPts val="2070"/>
              <a:buChar char="•"/>
              <a:defRPr/>
            </a:lvl8pPr>
            <a:lvl9pPr marL="4114800" lvl="8" indent="-360045" algn="l">
              <a:lnSpc>
                <a:spcPct val="100000"/>
              </a:lnSpc>
              <a:spcBef>
                <a:spcPts val="600"/>
              </a:spcBef>
              <a:spcAft>
                <a:spcPts val="600"/>
              </a:spcAft>
              <a:buSzPts val="2070"/>
              <a:buChar char="•"/>
              <a:defRPr/>
            </a:lvl9pPr>
          </a:lstStyle>
          <a:p>
            <a:endParaRPr/>
          </a:p>
        </p:txBody>
      </p:sp>
      <p:sp>
        <p:nvSpPr>
          <p:cNvPr id="84" name="Google Shape;84;p61"/>
          <p:cNvSpPr txBox="1">
            <a:spLocks noGrp="1"/>
          </p:cNvSpPr>
          <p:nvPr>
            <p:ph type="body" idx="2"/>
          </p:nvPr>
        </p:nvSpPr>
        <p:spPr>
          <a:xfrm>
            <a:off x="1295401" y="4343399"/>
            <a:ext cx="9609666" cy="1532467"/>
          </a:xfrm>
          <a:prstGeom prst="rect">
            <a:avLst/>
          </a:prstGeom>
          <a:noFill/>
          <a:ln>
            <a:noFill/>
          </a:ln>
        </p:spPr>
        <p:txBody>
          <a:bodyPr spcFirstLastPara="1" wrap="square" lIns="91425" tIns="45700" rIns="91425" bIns="45700" anchor="ctr" anchorCtr="0">
            <a:normAutofit/>
          </a:bodyPr>
          <a:lstStyle>
            <a:lvl1pPr marL="457200" lvl="0" indent="-228600" algn="ctr">
              <a:lnSpc>
                <a:spcPct val="100000"/>
              </a:lnSpc>
              <a:spcBef>
                <a:spcPts val="400"/>
              </a:spcBef>
              <a:spcAft>
                <a:spcPts val="0"/>
              </a:spcAft>
              <a:buSzPts val="2300"/>
              <a:buNone/>
              <a:defRPr sz="2000">
                <a:solidFill>
                  <a:schemeClr val="dk1"/>
                </a:solidFill>
              </a:defRPr>
            </a:lvl1pPr>
            <a:lvl2pPr marL="914400" lvl="1" indent="-228600" algn="l">
              <a:lnSpc>
                <a:spcPct val="100000"/>
              </a:lnSpc>
              <a:spcBef>
                <a:spcPts val="600"/>
              </a:spcBef>
              <a:spcAft>
                <a:spcPts val="0"/>
              </a:spcAft>
              <a:buSzPts val="2070"/>
              <a:buNone/>
              <a:defRPr sz="1800">
                <a:solidFill>
                  <a:srgbClr val="888888"/>
                </a:solidFill>
              </a:defRPr>
            </a:lvl2pPr>
            <a:lvl3pPr marL="1371600" lvl="2" indent="-228600" algn="l">
              <a:lnSpc>
                <a:spcPct val="100000"/>
              </a:lnSpc>
              <a:spcBef>
                <a:spcPts val="600"/>
              </a:spcBef>
              <a:spcAft>
                <a:spcPts val="0"/>
              </a:spcAft>
              <a:buSzPts val="1840"/>
              <a:buNone/>
              <a:defRPr sz="1600">
                <a:solidFill>
                  <a:srgbClr val="888888"/>
                </a:solidFill>
              </a:defRPr>
            </a:lvl3pPr>
            <a:lvl4pPr marL="1828800" lvl="3" indent="-228600" algn="l">
              <a:lnSpc>
                <a:spcPct val="100000"/>
              </a:lnSpc>
              <a:spcBef>
                <a:spcPts val="600"/>
              </a:spcBef>
              <a:spcAft>
                <a:spcPts val="0"/>
              </a:spcAft>
              <a:buSzPts val="1610"/>
              <a:buNone/>
              <a:defRPr sz="1400">
                <a:solidFill>
                  <a:srgbClr val="888888"/>
                </a:solidFill>
              </a:defRPr>
            </a:lvl4pPr>
            <a:lvl5pPr marL="2286000" lvl="4" indent="-228600" algn="l">
              <a:lnSpc>
                <a:spcPct val="100000"/>
              </a:lnSpc>
              <a:spcBef>
                <a:spcPts val="600"/>
              </a:spcBef>
              <a:spcAft>
                <a:spcPts val="0"/>
              </a:spcAft>
              <a:buSzPts val="1610"/>
              <a:buNone/>
              <a:defRPr sz="1400">
                <a:solidFill>
                  <a:srgbClr val="888888"/>
                </a:solidFill>
              </a:defRPr>
            </a:lvl5pPr>
            <a:lvl6pPr marL="2743200" lvl="5" indent="-228600" algn="l">
              <a:lnSpc>
                <a:spcPct val="100000"/>
              </a:lnSpc>
              <a:spcBef>
                <a:spcPts val="600"/>
              </a:spcBef>
              <a:spcAft>
                <a:spcPts val="0"/>
              </a:spcAft>
              <a:buSzPts val="1610"/>
              <a:buNone/>
              <a:defRPr sz="1400">
                <a:solidFill>
                  <a:srgbClr val="888888"/>
                </a:solidFill>
              </a:defRPr>
            </a:lvl6pPr>
            <a:lvl7pPr marL="3200400" lvl="6" indent="-228600" algn="l">
              <a:lnSpc>
                <a:spcPct val="100000"/>
              </a:lnSpc>
              <a:spcBef>
                <a:spcPts val="600"/>
              </a:spcBef>
              <a:spcAft>
                <a:spcPts val="0"/>
              </a:spcAft>
              <a:buSzPts val="1610"/>
              <a:buNone/>
              <a:defRPr sz="1400">
                <a:solidFill>
                  <a:srgbClr val="888888"/>
                </a:solidFill>
              </a:defRPr>
            </a:lvl7pPr>
            <a:lvl8pPr marL="3657600" lvl="7" indent="-228600" algn="l">
              <a:lnSpc>
                <a:spcPct val="100000"/>
              </a:lnSpc>
              <a:spcBef>
                <a:spcPts val="600"/>
              </a:spcBef>
              <a:spcAft>
                <a:spcPts val="0"/>
              </a:spcAft>
              <a:buSzPts val="1610"/>
              <a:buNone/>
              <a:defRPr sz="1400">
                <a:solidFill>
                  <a:srgbClr val="888888"/>
                </a:solidFill>
              </a:defRPr>
            </a:lvl8pPr>
            <a:lvl9pPr marL="4114800" lvl="8" indent="-228600" algn="l">
              <a:lnSpc>
                <a:spcPct val="100000"/>
              </a:lnSpc>
              <a:spcBef>
                <a:spcPts val="600"/>
              </a:spcBef>
              <a:spcAft>
                <a:spcPts val="600"/>
              </a:spcAft>
              <a:buSzPts val="1610"/>
              <a:buNone/>
              <a:defRPr sz="1400">
                <a:solidFill>
                  <a:srgbClr val="888888"/>
                </a:solidFill>
              </a:defRPr>
            </a:lvl9pPr>
          </a:lstStyle>
          <a:p>
            <a:endParaRPr/>
          </a:p>
        </p:txBody>
      </p:sp>
      <p:sp>
        <p:nvSpPr>
          <p:cNvPr id="85" name="Google Shape;85;p61"/>
          <p:cNvSpPr txBox="1">
            <a:spLocks noGrp="1"/>
          </p:cNvSpPr>
          <p:nvPr>
            <p:ph type="dt" idx="10"/>
          </p:nvPr>
        </p:nvSpPr>
        <p:spPr>
          <a:xfrm>
            <a:off x="8677501" y="5969000"/>
            <a:ext cx="1600200" cy="279400"/>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6" name="Google Shape;86;p61"/>
          <p:cNvSpPr txBox="1">
            <a:spLocks noGrp="1"/>
          </p:cNvSpPr>
          <p:nvPr>
            <p:ph type="ftr" idx="11"/>
          </p:nvPr>
        </p:nvSpPr>
        <p:spPr>
          <a:xfrm>
            <a:off x="1295401" y="5969000"/>
            <a:ext cx="7305900" cy="279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7" name="Google Shape;87;p61"/>
          <p:cNvSpPr txBox="1">
            <a:spLocks noGrp="1"/>
          </p:cNvSpPr>
          <p:nvPr>
            <p:ph type="sldNum" idx="12"/>
          </p:nvPr>
        </p:nvSpPr>
        <p:spPr>
          <a:xfrm>
            <a:off x="10353901" y="5969000"/>
            <a:ext cx="542697" cy="279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Garamond"/>
                <a:ea typeface="Garamond"/>
                <a:cs typeface="Garamond"/>
                <a:sym typeface="Garamond"/>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Garamond"/>
                <a:ea typeface="Garamond"/>
                <a:cs typeface="Garamond"/>
                <a:sym typeface="Garamond"/>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Garamond"/>
                <a:ea typeface="Garamond"/>
                <a:cs typeface="Garamond"/>
                <a:sym typeface="Garamond"/>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Garamond"/>
                <a:ea typeface="Garamond"/>
                <a:cs typeface="Garamond"/>
                <a:sym typeface="Garamond"/>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Garamond"/>
                <a:ea typeface="Garamond"/>
                <a:cs typeface="Garamond"/>
                <a:sym typeface="Garamond"/>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Garamond"/>
                <a:ea typeface="Garamond"/>
                <a:cs typeface="Garamond"/>
                <a:sym typeface="Garamond"/>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Garamond"/>
                <a:ea typeface="Garamond"/>
                <a:cs typeface="Garamond"/>
                <a:sym typeface="Garamond"/>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Garamond"/>
                <a:ea typeface="Garamond"/>
                <a:cs typeface="Garamond"/>
                <a:sym typeface="Garamond"/>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Garamond"/>
                <a:ea typeface="Garamond"/>
                <a:cs typeface="Garamond"/>
                <a:sym typeface="Garamond"/>
              </a:defRPr>
            </a:lvl9pPr>
          </a:lstStyle>
          <a:p>
            <a:pPr marL="0" lvl="0" indent="0" algn="r" rtl="0">
              <a:spcBef>
                <a:spcPts val="0"/>
              </a:spcBef>
              <a:spcAft>
                <a:spcPts val="0"/>
              </a:spcAft>
              <a:buNone/>
            </a:pPr>
            <a:fld id="{00000000-1234-1234-1234-123412341234}" type="slidenum">
              <a:rPr lang="en-US"/>
              <a:t>‹#›</a:t>
            </a:fld>
            <a:endParaRPr/>
          </a:p>
        </p:txBody>
      </p:sp>
      <p:sp>
        <p:nvSpPr>
          <p:cNvPr id="88" name="Google Shape;88;p61"/>
          <p:cNvSpPr txBox="1"/>
          <p:nvPr/>
        </p:nvSpPr>
        <p:spPr>
          <a:xfrm>
            <a:off x="862013" y="879961"/>
            <a:ext cx="609600" cy="584776"/>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8000"/>
              <a:buFont typeface="Arial"/>
              <a:buNone/>
            </a:pPr>
            <a:r>
              <a:rPr lang="en-US" sz="8000" b="0" i="0" u="none" strike="noStrike" cap="none">
                <a:solidFill>
                  <a:schemeClr val="dk1"/>
                </a:solidFill>
                <a:latin typeface="Garamond"/>
                <a:ea typeface="Garamond"/>
                <a:cs typeface="Garamond"/>
                <a:sym typeface="Garamond"/>
              </a:rPr>
              <a:t>“</a:t>
            </a:r>
            <a:endParaRPr sz="1400" b="0" i="0" u="none" strike="noStrike" cap="none">
              <a:solidFill>
                <a:srgbClr val="000000"/>
              </a:solidFill>
              <a:latin typeface="Arial"/>
              <a:ea typeface="Arial"/>
              <a:cs typeface="Arial"/>
              <a:sym typeface="Arial"/>
            </a:endParaRPr>
          </a:p>
        </p:txBody>
      </p:sp>
      <p:sp>
        <p:nvSpPr>
          <p:cNvPr id="89" name="Google Shape;89;p61"/>
          <p:cNvSpPr txBox="1"/>
          <p:nvPr/>
        </p:nvSpPr>
        <p:spPr>
          <a:xfrm>
            <a:off x="10600267" y="2827870"/>
            <a:ext cx="609600" cy="584776"/>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000000"/>
              </a:buClr>
              <a:buSzPts val="8000"/>
              <a:buFont typeface="Arial"/>
              <a:buNone/>
            </a:pPr>
            <a:r>
              <a:rPr lang="en-US" sz="8000" b="0" i="0" u="none" strike="noStrike" cap="none">
                <a:solidFill>
                  <a:schemeClr val="dk1"/>
                </a:solidFill>
                <a:latin typeface="Garamond"/>
                <a:ea typeface="Garamond"/>
                <a:cs typeface="Garamond"/>
                <a:sym typeface="Garamond"/>
              </a:rPr>
              <a:t>”</a:t>
            </a:r>
            <a:endParaRPr sz="1400" b="0" i="0" u="none" strike="noStrike" cap="none">
              <a:solidFill>
                <a:srgbClr val="000000"/>
              </a:solidFill>
              <a:latin typeface="Arial"/>
              <a:ea typeface="Arial"/>
              <a:cs typeface="Arial"/>
              <a:sym typeface="Arial"/>
            </a:endParaRPr>
          </a:p>
        </p:txBody>
      </p:sp>
      <p:cxnSp>
        <p:nvCxnSpPr>
          <p:cNvPr id="90" name="Google Shape;90;p61"/>
          <p:cNvCxnSpPr/>
          <p:nvPr/>
        </p:nvCxnSpPr>
        <p:spPr>
          <a:xfrm>
            <a:off x="1396169" y="4140199"/>
            <a:ext cx="9407298" cy="0"/>
          </a:xfrm>
          <a:prstGeom prst="straightConnector1">
            <a:avLst/>
          </a:prstGeom>
          <a:noFill/>
          <a:ln w="15875" cap="flat" cmpd="sng">
            <a:solidFill>
              <a:schemeClr val="accent1"/>
            </a:solidFill>
            <a:prstDash val="solid"/>
            <a:round/>
            <a:headEnd type="none" w="sm" len="sm"/>
            <a:tailEnd type="none" w="sm" len="sm"/>
          </a:ln>
        </p:spPr>
      </p:cxn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Name Card">
  <p:cSld name="Name Card">
    <p:spTree>
      <p:nvGrpSpPr>
        <p:cNvPr id="1" name="Shape 91"/>
        <p:cNvGrpSpPr/>
        <p:nvPr/>
      </p:nvGrpSpPr>
      <p:grpSpPr>
        <a:xfrm>
          <a:off x="0" y="0"/>
          <a:ext cx="0" cy="0"/>
          <a:chOff x="0" y="0"/>
          <a:chExt cx="0" cy="0"/>
        </a:xfrm>
      </p:grpSpPr>
      <p:sp>
        <p:nvSpPr>
          <p:cNvPr id="92" name="Google Shape;92;p62"/>
          <p:cNvSpPr txBox="1">
            <a:spLocks noGrp="1"/>
          </p:cNvSpPr>
          <p:nvPr>
            <p:ph type="title"/>
          </p:nvPr>
        </p:nvSpPr>
        <p:spPr>
          <a:xfrm>
            <a:off x="1295402" y="3308581"/>
            <a:ext cx="9609668" cy="1468800"/>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rgbClr val="262626"/>
              </a:buClr>
              <a:buSzPts val="3200"/>
              <a:buFont typeface="Garamond"/>
              <a:buNone/>
              <a:defRPr sz="3200" b="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3" name="Google Shape;93;p62"/>
          <p:cNvSpPr txBox="1">
            <a:spLocks noGrp="1"/>
          </p:cNvSpPr>
          <p:nvPr>
            <p:ph type="body" idx="1"/>
          </p:nvPr>
        </p:nvSpPr>
        <p:spPr>
          <a:xfrm>
            <a:off x="1295401" y="4777381"/>
            <a:ext cx="9609668" cy="860400"/>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400"/>
              </a:spcBef>
              <a:spcAft>
                <a:spcPts val="0"/>
              </a:spcAft>
              <a:buSzPts val="2300"/>
              <a:buNone/>
              <a:defRPr sz="2000">
                <a:solidFill>
                  <a:schemeClr val="dk1"/>
                </a:solidFill>
              </a:defRPr>
            </a:lvl1pPr>
            <a:lvl2pPr marL="914400" lvl="1" indent="-228600" algn="l">
              <a:lnSpc>
                <a:spcPct val="100000"/>
              </a:lnSpc>
              <a:spcBef>
                <a:spcPts val="600"/>
              </a:spcBef>
              <a:spcAft>
                <a:spcPts val="0"/>
              </a:spcAft>
              <a:buSzPts val="2070"/>
              <a:buNone/>
              <a:defRPr sz="1800">
                <a:solidFill>
                  <a:srgbClr val="888888"/>
                </a:solidFill>
              </a:defRPr>
            </a:lvl2pPr>
            <a:lvl3pPr marL="1371600" lvl="2" indent="-228600" algn="l">
              <a:lnSpc>
                <a:spcPct val="100000"/>
              </a:lnSpc>
              <a:spcBef>
                <a:spcPts val="600"/>
              </a:spcBef>
              <a:spcAft>
                <a:spcPts val="0"/>
              </a:spcAft>
              <a:buSzPts val="1840"/>
              <a:buNone/>
              <a:defRPr sz="1600">
                <a:solidFill>
                  <a:srgbClr val="888888"/>
                </a:solidFill>
              </a:defRPr>
            </a:lvl3pPr>
            <a:lvl4pPr marL="1828800" lvl="3" indent="-228600" algn="l">
              <a:lnSpc>
                <a:spcPct val="100000"/>
              </a:lnSpc>
              <a:spcBef>
                <a:spcPts val="600"/>
              </a:spcBef>
              <a:spcAft>
                <a:spcPts val="0"/>
              </a:spcAft>
              <a:buSzPts val="1610"/>
              <a:buNone/>
              <a:defRPr sz="1400">
                <a:solidFill>
                  <a:srgbClr val="888888"/>
                </a:solidFill>
              </a:defRPr>
            </a:lvl4pPr>
            <a:lvl5pPr marL="2286000" lvl="4" indent="-228600" algn="l">
              <a:lnSpc>
                <a:spcPct val="100000"/>
              </a:lnSpc>
              <a:spcBef>
                <a:spcPts val="600"/>
              </a:spcBef>
              <a:spcAft>
                <a:spcPts val="0"/>
              </a:spcAft>
              <a:buSzPts val="1610"/>
              <a:buNone/>
              <a:defRPr sz="1400">
                <a:solidFill>
                  <a:srgbClr val="888888"/>
                </a:solidFill>
              </a:defRPr>
            </a:lvl5pPr>
            <a:lvl6pPr marL="2743200" lvl="5" indent="-228600" algn="l">
              <a:lnSpc>
                <a:spcPct val="100000"/>
              </a:lnSpc>
              <a:spcBef>
                <a:spcPts val="600"/>
              </a:spcBef>
              <a:spcAft>
                <a:spcPts val="0"/>
              </a:spcAft>
              <a:buSzPts val="1610"/>
              <a:buNone/>
              <a:defRPr sz="1400">
                <a:solidFill>
                  <a:srgbClr val="888888"/>
                </a:solidFill>
              </a:defRPr>
            </a:lvl6pPr>
            <a:lvl7pPr marL="3200400" lvl="6" indent="-228600" algn="l">
              <a:lnSpc>
                <a:spcPct val="100000"/>
              </a:lnSpc>
              <a:spcBef>
                <a:spcPts val="600"/>
              </a:spcBef>
              <a:spcAft>
                <a:spcPts val="0"/>
              </a:spcAft>
              <a:buSzPts val="1610"/>
              <a:buNone/>
              <a:defRPr sz="1400">
                <a:solidFill>
                  <a:srgbClr val="888888"/>
                </a:solidFill>
              </a:defRPr>
            </a:lvl7pPr>
            <a:lvl8pPr marL="3657600" lvl="7" indent="-228600" algn="l">
              <a:lnSpc>
                <a:spcPct val="100000"/>
              </a:lnSpc>
              <a:spcBef>
                <a:spcPts val="600"/>
              </a:spcBef>
              <a:spcAft>
                <a:spcPts val="0"/>
              </a:spcAft>
              <a:buSzPts val="1610"/>
              <a:buNone/>
              <a:defRPr sz="1400">
                <a:solidFill>
                  <a:srgbClr val="888888"/>
                </a:solidFill>
              </a:defRPr>
            </a:lvl8pPr>
            <a:lvl9pPr marL="4114800" lvl="8" indent="-228600" algn="l">
              <a:lnSpc>
                <a:spcPct val="100000"/>
              </a:lnSpc>
              <a:spcBef>
                <a:spcPts val="600"/>
              </a:spcBef>
              <a:spcAft>
                <a:spcPts val="600"/>
              </a:spcAft>
              <a:buSzPts val="1610"/>
              <a:buNone/>
              <a:defRPr sz="1400">
                <a:solidFill>
                  <a:srgbClr val="888888"/>
                </a:solidFill>
              </a:defRPr>
            </a:lvl9pPr>
          </a:lstStyle>
          <a:p>
            <a:endParaRPr/>
          </a:p>
        </p:txBody>
      </p:sp>
      <p:sp>
        <p:nvSpPr>
          <p:cNvPr id="94" name="Google Shape;94;p62"/>
          <p:cNvSpPr txBox="1">
            <a:spLocks noGrp="1"/>
          </p:cNvSpPr>
          <p:nvPr>
            <p:ph type="dt" idx="10"/>
          </p:nvPr>
        </p:nvSpPr>
        <p:spPr>
          <a:xfrm>
            <a:off x="8677501" y="5969000"/>
            <a:ext cx="1600200" cy="279400"/>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5" name="Google Shape;95;p62"/>
          <p:cNvSpPr txBox="1">
            <a:spLocks noGrp="1"/>
          </p:cNvSpPr>
          <p:nvPr>
            <p:ph type="ftr" idx="11"/>
          </p:nvPr>
        </p:nvSpPr>
        <p:spPr>
          <a:xfrm>
            <a:off x="1295401" y="5969000"/>
            <a:ext cx="7305900" cy="279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6" name="Google Shape;96;p62"/>
          <p:cNvSpPr txBox="1">
            <a:spLocks noGrp="1"/>
          </p:cNvSpPr>
          <p:nvPr>
            <p:ph type="sldNum" idx="12"/>
          </p:nvPr>
        </p:nvSpPr>
        <p:spPr>
          <a:xfrm>
            <a:off x="10353901" y="5969000"/>
            <a:ext cx="542697" cy="279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Garamond"/>
                <a:ea typeface="Garamond"/>
                <a:cs typeface="Garamond"/>
                <a:sym typeface="Garamond"/>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Garamond"/>
                <a:ea typeface="Garamond"/>
                <a:cs typeface="Garamond"/>
                <a:sym typeface="Garamond"/>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Garamond"/>
                <a:ea typeface="Garamond"/>
                <a:cs typeface="Garamond"/>
                <a:sym typeface="Garamond"/>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Garamond"/>
                <a:ea typeface="Garamond"/>
                <a:cs typeface="Garamond"/>
                <a:sym typeface="Garamond"/>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Garamond"/>
                <a:ea typeface="Garamond"/>
                <a:cs typeface="Garamond"/>
                <a:sym typeface="Garamond"/>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Garamond"/>
                <a:ea typeface="Garamond"/>
                <a:cs typeface="Garamond"/>
                <a:sym typeface="Garamond"/>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Garamond"/>
                <a:ea typeface="Garamond"/>
                <a:cs typeface="Garamond"/>
                <a:sym typeface="Garamond"/>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Garamond"/>
                <a:ea typeface="Garamond"/>
                <a:cs typeface="Garamond"/>
                <a:sym typeface="Garamond"/>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Garamond"/>
                <a:ea typeface="Garamond"/>
                <a:cs typeface="Garamond"/>
                <a:sym typeface="Garamond"/>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Quote Name Card">
  <p:cSld name="Quote Name Card">
    <p:spTree>
      <p:nvGrpSpPr>
        <p:cNvPr id="1" name="Shape 97"/>
        <p:cNvGrpSpPr/>
        <p:nvPr/>
      </p:nvGrpSpPr>
      <p:grpSpPr>
        <a:xfrm>
          <a:off x="0" y="0"/>
          <a:ext cx="0" cy="0"/>
          <a:chOff x="0" y="0"/>
          <a:chExt cx="0" cy="0"/>
        </a:xfrm>
      </p:grpSpPr>
      <p:sp>
        <p:nvSpPr>
          <p:cNvPr id="98" name="Google Shape;98;p63"/>
          <p:cNvSpPr txBox="1">
            <a:spLocks noGrp="1"/>
          </p:cNvSpPr>
          <p:nvPr>
            <p:ph type="title"/>
          </p:nvPr>
        </p:nvSpPr>
        <p:spPr>
          <a:xfrm>
            <a:off x="1446213" y="982132"/>
            <a:ext cx="9296398" cy="2243668"/>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3200"/>
              <a:buFont typeface="Garamond"/>
              <a:buNone/>
              <a:defRPr sz="3200" b="0" cap="none">
                <a:solidFill>
                  <a:schemeClr val="dk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9" name="Google Shape;99;p63"/>
          <p:cNvSpPr txBox="1">
            <a:spLocks noGrp="1"/>
          </p:cNvSpPr>
          <p:nvPr>
            <p:ph type="body" idx="1"/>
          </p:nvPr>
        </p:nvSpPr>
        <p:spPr>
          <a:xfrm>
            <a:off x="1295401" y="3639312"/>
            <a:ext cx="9609668" cy="886968"/>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0"/>
              </a:spcBef>
              <a:spcAft>
                <a:spcPts val="0"/>
              </a:spcAft>
              <a:buSzPts val="2760"/>
              <a:buNone/>
              <a:defRPr sz="2400">
                <a:solidFill>
                  <a:schemeClr val="dk1"/>
                </a:solidFill>
              </a:defRPr>
            </a:lvl1pPr>
            <a:lvl2pPr marL="914400" lvl="1" indent="-228600" algn="l">
              <a:lnSpc>
                <a:spcPct val="100000"/>
              </a:lnSpc>
              <a:spcBef>
                <a:spcPts val="600"/>
              </a:spcBef>
              <a:spcAft>
                <a:spcPts val="0"/>
              </a:spcAft>
              <a:buSzPts val="2070"/>
              <a:buNone/>
              <a:defRPr sz="1800">
                <a:solidFill>
                  <a:srgbClr val="888888"/>
                </a:solidFill>
              </a:defRPr>
            </a:lvl2pPr>
            <a:lvl3pPr marL="1371600" lvl="2" indent="-228600" algn="l">
              <a:lnSpc>
                <a:spcPct val="100000"/>
              </a:lnSpc>
              <a:spcBef>
                <a:spcPts val="600"/>
              </a:spcBef>
              <a:spcAft>
                <a:spcPts val="0"/>
              </a:spcAft>
              <a:buSzPts val="1840"/>
              <a:buNone/>
              <a:defRPr sz="1600">
                <a:solidFill>
                  <a:srgbClr val="888888"/>
                </a:solidFill>
              </a:defRPr>
            </a:lvl3pPr>
            <a:lvl4pPr marL="1828800" lvl="3" indent="-228600" algn="l">
              <a:lnSpc>
                <a:spcPct val="100000"/>
              </a:lnSpc>
              <a:spcBef>
                <a:spcPts val="600"/>
              </a:spcBef>
              <a:spcAft>
                <a:spcPts val="0"/>
              </a:spcAft>
              <a:buSzPts val="1610"/>
              <a:buNone/>
              <a:defRPr sz="1400">
                <a:solidFill>
                  <a:srgbClr val="888888"/>
                </a:solidFill>
              </a:defRPr>
            </a:lvl4pPr>
            <a:lvl5pPr marL="2286000" lvl="4" indent="-228600" algn="l">
              <a:lnSpc>
                <a:spcPct val="100000"/>
              </a:lnSpc>
              <a:spcBef>
                <a:spcPts val="600"/>
              </a:spcBef>
              <a:spcAft>
                <a:spcPts val="0"/>
              </a:spcAft>
              <a:buSzPts val="1610"/>
              <a:buNone/>
              <a:defRPr sz="1400">
                <a:solidFill>
                  <a:srgbClr val="888888"/>
                </a:solidFill>
              </a:defRPr>
            </a:lvl5pPr>
            <a:lvl6pPr marL="2743200" lvl="5" indent="-228600" algn="l">
              <a:lnSpc>
                <a:spcPct val="100000"/>
              </a:lnSpc>
              <a:spcBef>
                <a:spcPts val="600"/>
              </a:spcBef>
              <a:spcAft>
                <a:spcPts val="0"/>
              </a:spcAft>
              <a:buSzPts val="1610"/>
              <a:buNone/>
              <a:defRPr sz="1400">
                <a:solidFill>
                  <a:srgbClr val="888888"/>
                </a:solidFill>
              </a:defRPr>
            </a:lvl6pPr>
            <a:lvl7pPr marL="3200400" lvl="6" indent="-228600" algn="l">
              <a:lnSpc>
                <a:spcPct val="100000"/>
              </a:lnSpc>
              <a:spcBef>
                <a:spcPts val="600"/>
              </a:spcBef>
              <a:spcAft>
                <a:spcPts val="0"/>
              </a:spcAft>
              <a:buSzPts val="1610"/>
              <a:buNone/>
              <a:defRPr sz="1400">
                <a:solidFill>
                  <a:srgbClr val="888888"/>
                </a:solidFill>
              </a:defRPr>
            </a:lvl7pPr>
            <a:lvl8pPr marL="3657600" lvl="7" indent="-228600" algn="l">
              <a:lnSpc>
                <a:spcPct val="100000"/>
              </a:lnSpc>
              <a:spcBef>
                <a:spcPts val="600"/>
              </a:spcBef>
              <a:spcAft>
                <a:spcPts val="0"/>
              </a:spcAft>
              <a:buSzPts val="1610"/>
              <a:buNone/>
              <a:defRPr sz="1400">
                <a:solidFill>
                  <a:srgbClr val="888888"/>
                </a:solidFill>
              </a:defRPr>
            </a:lvl8pPr>
            <a:lvl9pPr marL="4114800" lvl="8" indent="-228600" algn="l">
              <a:lnSpc>
                <a:spcPct val="100000"/>
              </a:lnSpc>
              <a:spcBef>
                <a:spcPts val="600"/>
              </a:spcBef>
              <a:spcAft>
                <a:spcPts val="600"/>
              </a:spcAft>
              <a:buSzPts val="1610"/>
              <a:buNone/>
              <a:defRPr sz="1400">
                <a:solidFill>
                  <a:srgbClr val="888888"/>
                </a:solidFill>
              </a:defRPr>
            </a:lvl9pPr>
          </a:lstStyle>
          <a:p>
            <a:endParaRPr/>
          </a:p>
        </p:txBody>
      </p:sp>
      <p:sp>
        <p:nvSpPr>
          <p:cNvPr id="100" name="Google Shape;100;p63"/>
          <p:cNvSpPr txBox="1">
            <a:spLocks noGrp="1"/>
          </p:cNvSpPr>
          <p:nvPr>
            <p:ph type="body" idx="2"/>
          </p:nvPr>
        </p:nvSpPr>
        <p:spPr>
          <a:xfrm>
            <a:off x="1295401" y="4529667"/>
            <a:ext cx="9609668" cy="1346200"/>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360"/>
              </a:spcBef>
              <a:spcAft>
                <a:spcPts val="0"/>
              </a:spcAft>
              <a:buSzPts val="2070"/>
              <a:buNone/>
              <a:defRPr sz="1800">
                <a:solidFill>
                  <a:schemeClr val="dk1"/>
                </a:solidFill>
              </a:defRPr>
            </a:lvl1pPr>
            <a:lvl2pPr marL="914400" lvl="1" indent="-228600" algn="l">
              <a:lnSpc>
                <a:spcPct val="100000"/>
              </a:lnSpc>
              <a:spcBef>
                <a:spcPts val="600"/>
              </a:spcBef>
              <a:spcAft>
                <a:spcPts val="0"/>
              </a:spcAft>
              <a:buSzPts val="2070"/>
              <a:buNone/>
              <a:defRPr sz="1800">
                <a:solidFill>
                  <a:srgbClr val="888888"/>
                </a:solidFill>
              </a:defRPr>
            </a:lvl2pPr>
            <a:lvl3pPr marL="1371600" lvl="2" indent="-228600" algn="l">
              <a:lnSpc>
                <a:spcPct val="100000"/>
              </a:lnSpc>
              <a:spcBef>
                <a:spcPts val="600"/>
              </a:spcBef>
              <a:spcAft>
                <a:spcPts val="0"/>
              </a:spcAft>
              <a:buSzPts val="1840"/>
              <a:buNone/>
              <a:defRPr sz="1600">
                <a:solidFill>
                  <a:srgbClr val="888888"/>
                </a:solidFill>
              </a:defRPr>
            </a:lvl3pPr>
            <a:lvl4pPr marL="1828800" lvl="3" indent="-228600" algn="l">
              <a:lnSpc>
                <a:spcPct val="100000"/>
              </a:lnSpc>
              <a:spcBef>
                <a:spcPts val="600"/>
              </a:spcBef>
              <a:spcAft>
                <a:spcPts val="0"/>
              </a:spcAft>
              <a:buSzPts val="1610"/>
              <a:buNone/>
              <a:defRPr sz="1400">
                <a:solidFill>
                  <a:srgbClr val="888888"/>
                </a:solidFill>
              </a:defRPr>
            </a:lvl4pPr>
            <a:lvl5pPr marL="2286000" lvl="4" indent="-228600" algn="l">
              <a:lnSpc>
                <a:spcPct val="100000"/>
              </a:lnSpc>
              <a:spcBef>
                <a:spcPts val="600"/>
              </a:spcBef>
              <a:spcAft>
                <a:spcPts val="0"/>
              </a:spcAft>
              <a:buSzPts val="1610"/>
              <a:buNone/>
              <a:defRPr sz="1400">
                <a:solidFill>
                  <a:srgbClr val="888888"/>
                </a:solidFill>
              </a:defRPr>
            </a:lvl5pPr>
            <a:lvl6pPr marL="2743200" lvl="5" indent="-228600" algn="l">
              <a:lnSpc>
                <a:spcPct val="100000"/>
              </a:lnSpc>
              <a:spcBef>
                <a:spcPts val="600"/>
              </a:spcBef>
              <a:spcAft>
                <a:spcPts val="0"/>
              </a:spcAft>
              <a:buSzPts val="1610"/>
              <a:buNone/>
              <a:defRPr sz="1400">
                <a:solidFill>
                  <a:srgbClr val="888888"/>
                </a:solidFill>
              </a:defRPr>
            </a:lvl6pPr>
            <a:lvl7pPr marL="3200400" lvl="6" indent="-228600" algn="l">
              <a:lnSpc>
                <a:spcPct val="100000"/>
              </a:lnSpc>
              <a:spcBef>
                <a:spcPts val="600"/>
              </a:spcBef>
              <a:spcAft>
                <a:spcPts val="0"/>
              </a:spcAft>
              <a:buSzPts val="1610"/>
              <a:buNone/>
              <a:defRPr sz="1400">
                <a:solidFill>
                  <a:srgbClr val="888888"/>
                </a:solidFill>
              </a:defRPr>
            </a:lvl7pPr>
            <a:lvl8pPr marL="3657600" lvl="7" indent="-228600" algn="l">
              <a:lnSpc>
                <a:spcPct val="100000"/>
              </a:lnSpc>
              <a:spcBef>
                <a:spcPts val="600"/>
              </a:spcBef>
              <a:spcAft>
                <a:spcPts val="0"/>
              </a:spcAft>
              <a:buSzPts val="1610"/>
              <a:buNone/>
              <a:defRPr sz="1400">
                <a:solidFill>
                  <a:srgbClr val="888888"/>
                </a:solidFill>
              </a:defRPr>
            </a:lvl8pPr>
            <a:lvl9pPr marL="4114800" lvl="8" indent="-228600" algn="l">
              <a:lnSpc>
                <a:spcPct val="100000"/>
              </a:lnSpc>
              <a:spcBef>
                <a:spcPts val="600"/>
              </a:spcBef>
              <a:spcAft>
                <a:spcPts val="600"/>
              </a:spcAft>
              <a:buSzPts val="1610"/>
              <a:buNone/>
              <a:defRPr sz="1400">
                <a:solidFill>
                  <a:srgbClr val="888888"/>
                </a:solidFill>
              </a:defRPr>
            </a:lvl9pPr>
          </a:lstStyle>
          <a:p>
            <a:endParaRPr/>
          </a:p>
        </p:txBody>
      </p:sp>
      <p:sp>
        <p:nvSpPr>
          <p:cNvPr id="101" name="Google Shape;101;p63"/>
          <p:cNvSpPr txBox="1">
            <a:spLocks noGrp="1"/>
          </p:cNvSpPr>
          <p:nvPr>
            <p:ph type="dt" idx="10"/>
          </p:nvPr>
        </p:nvSpPr>
        <p:spPr>
          <a:xfrm>
            <a:off x="8677501" y="5969000"/>
            <a:ext cx="1600200" cy="279400"/>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2" name="Google Shape;102;p63"/>
          <p:cNvSpPr txBox="1">
            <a:spLocks noGrp="1"/>
          </p:cNvSpPr>
          <p:nvPr>
            <p:ph type="ftr" idx="11"/>
          </p:nvPr>
        </p:nvSpPr>
        <p:spPr>
          <a:xfrm>
            <a:off x="1295401" y="5969000"/>
            <a:ext cx="7305900" cy="279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3" name="Google Shape;103;p63"/>
          <p:cNvSpPr txBox="1">
            <a:spLocks noGrp="1"/>
          </p:cNvSpPr>
          <p:nvPr>
            <p:ph type="sldNum" idx="12"/>
          </p:nvPr>
        </p:nvSpPr>
        <p:spPr>
          <a:xfrm>
            <a:off x="10353901" y="5969000"/>
            <a:ext cx="542697" cy="279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Garamond"/>
                <a:ea typeface="Garamond"/>
                <a:cs typeface="Garamond"/>
                <a:sym typeface="Garamond"/>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Garamond"/>
                <a:ea typeface="Garamond"/>
                <a:cs typeface="Garamond"/>
                <a:sym typeface="Garamond"/>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Garamond"/>
                <a:ea typeface="Garamond"/>
                <a:cs typeface="Garamond"/>
                <a:sym typeface="Garamond"/>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Garamond"/>
                <a:ea typeface="Garamond"/>
                <a:cs typeface="Garamond"/>
                <a:sym typeface="Garamond"/>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Garamond"/>
                <a:ea typeface="Garamond"/>
                <a:cs typeface="Garamond"/>
                <a:sym typeface="Garamond"/>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Garamond"/>
                <a:ea typeface="Garamond"/>
                <a:cs typeface="Garamond"/>
                <a:sym typeface="Garamond"/>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Garamond"/>
                <a:ea typeface="Garamond"/>
                <a:cs typeface="Garamond"/>
                <a:sym typeface="Garamond"/>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Garamond"/>
                <a:ea typeface="Garamond"/>
                <a:cs typeface="Garamond"/>
                <a:sym typeface="Garamond"/>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Garamond"/>
                <a:ea typeface="Garamond"/>
                <a:cs typeface="Garamond"/>
                <a:sym typeface="Garamond"/>
              </a:defRPr>
            </a:lvl9pPr>
          </a:lstStyle>
          <a:p>
            <a:pPr marL="0" lvl="0" indent="0" algn="r" rtl="0">
              <a:spcBef>
                <a:spcPts val="0"/>
              </a:spcBef>
              <a:spcAft>
                <a:spcPts val="0"/>
              </a:spcAft>
              <a:buNone/>
            </a:pPr>
            <a:fld id="{00000000-1234-1234-1234-123412341234}" type="slidenum">
              <a:rPr lang="en-US"/>
              <a:t>‹#›</a:t>
            </a:fld>
            <a:endParaRPr/>
          </a:p>
        </p:txBody>
      </p:sp>
      <p:sp>
        <p:nvSpPr>
          <p:cNvPr id="104" name="Google Shape;104;p63"/>
          <p:cNvSpPr txBox="1"/>
          <p:nvPr/>
        </p:nvSpPr>
        <p:spPr>
          <a:xfrm>
            <a:off x="862013" y="879961"/>
            <a:ext cx="609600" cy="584776"/>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8000"/>
              <a:buFont typeface="Arial"/>
              <a:buNone/>
            </a:pPr>
            <a:r>
              <a:rPr lang="en-US" sz="8000" b="0" i="0" u="none" strike="noStrike" cap="none">
                <a:solidFill>
                  <a:schemeClr val="dk1"/>
                </a:solidFill>
                <a:latin typeface="Garamond"/>
                <a:ea typeface="Garamond"/>
                <a:cs typeface="Garamond"/>
                <a:sym typeface="Garamond"/>
              </a:rPr>
              <a:t>“</a:t>
            </a:r>
            <a:endParaRPr sz="1400" b="0" i="0" u="none" strike="noStrike" cap="none">
              <a:solidFill>
                <a:srgbClr val="000000"/>
              </a:solidFill>
              <a:latin typeface="Arial"/>
              <a:ea typeface="Arial"/>
              <a:cs typeface="Arial"/>
              <a:sym typeface="Arial"/>
            </a:endParaRPr>
          </a:p>
        </p:txBody>
      </p:sp>
      <p:sp>
        <p:nvSpPr>
          <p:cNvPr id="105" name="Google Shape;105;p63"/>
          <p:cNvSpPr txBox="1"/>
          <p:nvPr/>
        </p:nvSpPr>
        <p:spPr>
          <a:xfrm>
            <a:off x="10600267" y="2599261"/>
            <a:ext cx="609600" cy="584776"/>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000000"/>
              </a:buClr>
              <a:buSzPts val="8000"/>
              <a:buFont typeface="Arial"/>
              <a:buNone/>
            </a:pPr>
            <a:r>
              <a:rPr lang="en-US" sz="8000" b="0" i="0" u="none" strike="noStrike" cap="none">
                <a:solidFill>
                  <a:schemeClr val="dk1"/>
                </a:solidFill>
                <a:latin typeface="Garamond"/>
                <a:ea typeface="Garamond"/>
                <a:cs typeface="Garamond"/>
                <a:sym typeface="Garamond"/>
              </a:rPr>
              <a:t>”</a:t>
            </a:r>
            <a:endParaRPr sz="1400" b="0" i="0" u="none" strike="noStrike" cap="none">
              <a:solidFill>
                <a:srgbClr val="000000"/>
              </a:solidFill>
              <a:latin typeface="Arial"/>
              <a:ea typeface="Arial"/>
              <a:cs typeface="Arial"/>
              <a:sym typeface="Arial"/>
            </a:endParaRPr>
          </a:p>
        </p:txBody>
      </p:sp>
      <p:cxnSp>
        <p:nvCxnSpPr>
          <p:cNvPr id="106" name="Google Shape;106;p63"/>
          <p:cNvCxnSpPr/>
          <p:nvPr/>
        </p:nvCxnSpPr>
        <p:spPr>
          <a:xfrm>
            <a:off x="1396169" y="3429000"/>
            <a:ext cx="9407298" cy="0"/>
          </a:xfrm>
          <a:prstGeom prst="straightConnector1">
            <a:avLst/>
          </a:prstGeom>
          <a:noFill/>
          <a:ln w="15875" cap="flat" cmpd="sng">
            <a:solidFill>
              <a:schemeClr val="accent1"/>
            </a:solidFill>
            <a:prstDash val="solid"/>
            <a:round/>
            <a:headEnd type="none" w="sm" len="sm"/>
            <a:tailEnd type="none" w="sm" len="sm"/>
          </a:ln>
        </p:spPr>
      </p:cxn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rue or False">
  <p:cSld name="True or False">
    <p:spTree>
      <p:nvGrpSpPr>
        <p:cNvPr id="1" name="Shape 107"/>
        <p:cNvGrpSpPr/>
        <p:nvPr/>
      </p:nvGrpSpPr>
      <p:grpSpPr>
        <a:xfrm>
          <a:off x="0" y="0"/>
          <a:ext cx="0" cy="0"/>
          <a:chOff x="0" y="0"/>
          <a:chExt cx="0" cy="0"/>
        </a:xfrm>
      </p:grpSpPr>
      <p:sp>
        <p:nvSpPr>
          <p:cNvPr id="108" name="Google Shape;108;p64"/>
          <p:cNvSpPr txBox="1">
            <a:spLocks noGrp="1"/>
          </p:cNvSpPr>
          <p:nvPr>
            <p:ph type="title"/>
          </p:nvPr>
        </p:nvSpPr>
        <p:spPr>
          <a:xfrm>
            <a:off x="1295401" y="982132"/>
            <a:ext cx="9609666" cy="2243668"/>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rgbClr val="262626"/>
              </a:buClr>
              <a:buSzPts val="4400"/>
              <a:buFont typeface="Garamond"/>
              <a:buNone/>
              <a:defRPr b="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9" name="Google Shape;109;p64"/>
          <p:cNvSpPr txBox="1">
            <a:spLocks noGrp="1"/>
          </p:cNvSpPr>
          <p:nvPr>
            <p:ph type="body" idx="1"/>
          </p:nvPr>
        </p:nvSpPr>
        <p:spPr>
          <a:xfrm>
            <a:off x="1295401" y="3630168"/>
            <a:ext cx="9609668" cy="841248"/>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0"/>
              </a:spcBef>
              <a:spcAft>
                <a:spcPts val="0"/>
              </a:spcAft>
              <a:buSzPts val="3220"/>
              <a:buNone/>
              <a:defRPr sz="2800">
                <a:solidFill>
                  <a:schemeClr val="dk1"/>
                </a:solidFill>
              </a:defRPr>
            </a:lvl1pPr>
            <a:lvl2pPr marL="914400" lvl="1" indent="-228600" algn="l">
              <a:lnSpc>
                <a:spcPct val="100000"/>
              </a:lnSpc>
              <a:spcBef>
                <a:spcPts val="600"/>
              </a:spcBef>
              <a:spcAft>
                <a:spcPts val="0"/>
              </a:spcAft>
              <a:buSzPts val="2070"/>
              <a:buNone/>
              <a:defRPr sz="1800">
                <a:solidFill>
                  <a:srgbClr val="888888"/>
                </a:solidFill>
              </a:defRPr>
            </a:lvl2pPr>
            <a:lvl3pPr marL="1371600" lvl="2" indent="-228600" algn="l">
              <a:lnSpc>
                <a:spcPct val="100000"/>
              </a:lnSpc>
              <a:spcBef>
                <a:spcPts val="600"/>
              </a:spcBef>
              <a:spcAft>
                <a:spcPts val="0"/>
              </a:spcAft>
              <a:buSzPts val="1840"/>
              <a:buNone/>
              <a:defRPr sz="1600">
                <a:solidFill>
                  <a:srgbClr val="888888"/>
                </a:solidFill>
              </a:defRPr>
            </a:lvl3pPr>
            <a:lvl4pPr marL="1828800" lvl="3" indent="-228600" algn="l">
              <a:lnSpc>
                <a:spcPct val="100000"/>
              </a:lnSpc>
              <a:spcBef>
                <a:spcPts val="600"/>
              </a:spcBef>
              <a:spcAft>
                <a:spcPts val="0"/>
              </a:spcAft>
              <a:buSzPts val="1610"/>
              <a:buNone/>
              <a:defRPr sz="1400">
                <a:solidFill>
                  <a:srgbClr val="888888"/>
                </a:solidFill>
              </a:defRPr>
            </a:lvl4pPr>
            <a:lvl5pPr marL="2286000" lvl="4" indent="-228600" algn="l">
              <a:lnSpc>
                <a:spcPct val="100000"/>
              </a:lnSpc>
              <a:spcBef>
                <a:spcPts val="600"/>
              </a:spcBef>
              <a:spcAft>
                <a:spcPts val="0"/>
              </a:spcAft>
              <a:buSzPts val="1610"/>
              <a:buNone/>
              <a:defRPr sz="1400">
                <a:solidFill>
                  <a:srgbClr val="888888"/>
                </a:solidFill>
              </a:defRPr>
            </a:lvl5pPr>
            <a:lvl6pPr marL="2743200" lvl="5" indent="-228600" algn="l">
              <a:lnSpc>
                <a:spcPct val="100000"/>
              </a:lnSpc>
              <a:spcBef>
                <a:spcPts val="600"/>
              </a:spcBef>
              <a:spcAft>
                <a:spcPts val="0"/>
              </a:spcAft>
              <a:buSzPts val="1610"/>
              <a:buNone/>
              <a:defRPr sz="1400">
                <a:solidFill>
                  <a:srgbClr val="888888"/>
                </a:solidFill>
              </a:defRPr>
            </a:lvl6pPr>
            <a:lvl7pPr marL="3200400" lvl="6" indent="-228600" algn="l">
              <a:lnSpc>
                <a:spcPct val="100000"/>
              </a:lnSpc>
              <a:spcBef>
                <a:spcPts val="600"/>
              </a:spcBef>
              <a:spcAft>
                <a:spcPts val="0"/>
              </a:spcAft>
              <a:buSzPts val="1610"/>
              <a:buNone/>
              <a:defRPr sz="1400">
                <a:solidFill>
                  <a:srgbClr val="888888"/>
                </a:solidFill>
              </a:defRPr>
            </a:lvl7pPr>
            <a:lvl8pPr marL="3657600" lvl="7" indent="-228600" algn="l">
              <a:lnSpc>
                <a:spcPct val="100000"/>
              </a:lnSpc>
              <a:spcBef>
                <a:spcPts val="600"/>
              </a:spcBef>
              <a:spcAft>
                <a:spcPts val="0"/>
              </a:spcAft>
              <a:buSzPts val="1610"/>
              <a:buNone/>
              <a:defRPr sz="1400">
                <a:solidFill>
                  <a:srgbClr val="888888"/>
                </a:solidFill>
              </a:defRPr>
            </a:lvl8pPr>
            <a:lvl9pPr marL="4114800" lvl="8" indent="-228600" algn="l">
              <a:lnSpc>
                <a:spcPct val="100000"/>
              </a:lnSpc>
              <a:spcBef>
                <a:spcPts val="600"/>
              </a:spcBef>
              <a:spcAft>
                <a:spcPts val="600"/>
              </a:spcAft>
              <a:buSzPts val="1610"/>
              <a:buNone/>
              <a:defRPr sz="1400">
                <a:solidFill>
                  <a:srgbClr val="888888"/>
                </a:solidFill>
              </a:defRPr>
            </a:lvl9pPr>
          </a:lstStyle>
          <a:p>
            <a:endParaRPr/>
          </a:p>
        </p:txBody>
      </p:sp>
      <p:sp>
        <p:nvSpPr>
          <p:cNvPr id="110" name="Google Shape;110;p64"/>
          <p:cNvSpPr txBox="1">
            <a:spLocks noGrp="1"/>
          </p:cNvSpPr>
          <p:nvPr>
            <p:ph type="body" idx="2"/>
          </p:nvPr>
        </p:nvSpPr>
        <p:spPr>
          <a:xfrm>
            <a:off x="1295400" y="4470399"/>
            <a:ext cx="9609670" cy="1405467"/>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360"/>
              </a:spcBef>
              <a:spcAft>
                <a:spcPts val="0"/>
              </a:spcAft>
              <a:buSzPts val="2070"/>
              <a:buNone/>
              <a:defRPr sz="1800">
                <a:solidFill>
                  <a:schemeClr val="dk1"/>
                </a:solidFill>
              </a:defRPr>
            </a:lvl1pPr>
            <a:lvl2pPr marL="914400" lvl="1" indent="-228600" algn="l">
              <a:lnSpc>
                <a:spcPct val="100000"/>
              </a:lnSpc>
              <a:spcBef>
                <a:spcPts val="600"/>
              </a:spcBef>
              <a:spcAft>
                <a:spcPts val="0"/>
              </a:spcAft>
              <a:buSzPts val="2070"/>
              <a:buNone/>
              <a:defRPr sz="1800">
                <a:solidFill>
                  <a:srgbClr val="888888"/>
                </a:solidFill>
              </a:defRPr>
            </a:lvl2pPr>
            <a:lvl3pPr marL="1371600" lvl="2" indent="-228600" algn="l">
              <a:lnSpc>
                <a:spcPct val="100000"/>
              </a:lnSpc>
              <a:spcBef>
                <a:spcPts val="600"/>
              </a:spcBef>
              <a:spcAft>
                <a:spcPts val="0"/>
              </a:spcAft>
              <a:buSzPts val="1840"/>
              <a:buNone/>
              <a:defRPr sz="1600">
                <a:solidFill>
                  <a:srgbClr val="888888"/>
                </a:solidFill>
              </a:defRPr>
            </a:lvl3pPr>
            <a:lvl4pPr marL="1828800" lvl="3" indent="-228600" algn="l">
              <a:lnSpc>
                <a:spcPct val="100000"/>
              </a:lnSpc>
              <a:spcBef>
                <a:spcPts val="600"/>
              </a:spcBef>
              <a:spcAft>
                <a:spcPts val="0"/>
              </a:spcAft>
              <a:buSzPts val="1610"/>
              <a:buNone/>
              <a:defRPr sz="1400">
                <a:solidFill>
                  <a:srgbClr val="888888"/>
                </a:solidFill>
              </a:defRPr>
            </a:lvl4pPr>
            <a:lvl5pPr marL="2286000" lvl="4" indent="-228600" algn="l">
              <a:lnSpc>
                <a:spcPct val="100000"/>
              </a:lnSpc>
              <a:spcBef>
                <a:spcPts val="600"/>
              </a:spcBef>
              <a:spcAft>
                <a:spcPts val="0"/>
              </a:spcAft>
              <a:buSzPts val="1610"/>
              <a:buNone/>
              <a:defRPr sz="1400">
                <a:solidFill>
                  <a:srgbClr val="888888"/>
                </a:solidFill>
              </a:defRPr>
            </a:lvl5pPr>
            <a:lvl6pPr marL="2743200" lvl="5" indent="-228600" algn="l">
              <a:lnSpc>
                <a:spcPct val="100000"/>
              </a:lnSpc>
              <a:spcBef>
                <a:spcPts val="600"/>
              </a:spcBef>
              <a:spcAft>
                <a:spcPts val="0"/>
              </a:spcAft>
              <a:buSzPts val="1610"/>
              <a:buNone/>
              <a:defRPr sz="1400">
                <a:solidFill>
                  <a:srgbClr val="888888"/>
                </a:solidFill>
              </a:defRPr>
            </a:lvl6pPr>
            <a:lvl7pPr marL="3200400" lvl="6" indent="-228600" algn="l">
              <a:lnSpc>
                <a:spcPct val="100000"/>
              </a:lnSpc>
              <a:spcBef>
                <a:spcPts val="600"/>
              </a:spcBef>
              <a:spcAft>
                <a:spcPts val="0"/>
              </a:spcAft>
              <a:buSzPts val="1610"/>
              <a:buNone/>
              <a:defRPr sz="1400">
                <a:solidFill>
                  <a:srgbClr val="888888"/>
                </a:solidFill>
              </a:defRPr>
            </a:lvl7pPr>
            <a:lvl8pPr marL="3657600" lvl="7" indent="-228600" algn="l">
              <a:lnSpc>
                <a:spcPct val="100000"/>
              </a:lnSpc>
              <a:spcBef>
                <a:spcPts val="600"/>
              </a:spcBef>
              <a:spcAft>
                <a:spcPts val="0"/>
              </a:spcAft>
              <a:buSzPts val="1610"/>
              <a:buNone/>
              <a:defRPr sz="1400">
                <a:solidFill>
                  <a:srgbClr val="888888"/>
                </a:solidFill>
              </a:defRPr>
            </a:lvl8pPr>
            <a:lvl9pPr marL="4114800" lvl="8" indent="-228600" algn="l">
              <a:lnSpc>
                <a:spcPct val="100000"/>
              </a:lnSpc>
              <a:spcBef>
                <a:spcPts val="600"/>
              </a:spcBef>
              <a:spcAft>
                <a:spcPts val="600"/>
              </a:spcAft>
              <a:buSzPts val="1610"/>
              <a:buNone/>
              <a:defRPr sz="1400">
                <a:solidFill>
                  <a:srgbClr val="888888"/>
                </a:solidFill>
              </a:defRPr>
            </a:lvl9pPr>
          </a:lstStyle>
          <a:p>
            <a:endParaRPr/>
          </a:p>
        </p:txBody>
      </p:sp>
      <p:sp>
        <p:nvSpPr>
          <p:cNvPr id="111" name="Google Shape;111;p64"/>
          <p:cNvSpPr txBox="1">
            <a:spLocks noGrp="1"/>
          </p:cNvSpPr>
          <p:nvPr>
            <p:ph type="dt" idx="10"/>
          </p:nvPr>
        </p:nvSpPr>
        <p:spPr>
          <a:xfrm>
            <a:off x="8677501" y="5969000"/>
            <a:ext cx="1600200" cy="279400"/>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2" name="Google Shape;112;p64"/>
          <p:cNvSpPr txBox="1">
            <a:spLocks noGrp="1"/>
          </p:cNvSpPr>
          <p:nvPr>
            <p:ph type="ftr" idx="11"/>
          </p:nvPr>
        </p:nvSpPr>
        <p:spPr>
          <a:xfrm>
            <a:off x="1295401" y="5969000"/>
            <a:ext cx="7305900" cy="279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3" name="Google Shape;113;p64"/>
          <p:cNvSpPr txBox="1">
            <a:spLocks noGrp="1"/>
          </p:cNvSpPr>
          <p:nvPr>
            <p:ph type="sldNum" idx="12"/>
          </p:nvPr>
        </p:nvSpPr>
        <p:spPr>
          <a:xfrm>
            <a:off x="10353901" y="5969000"/>
            <a:ext cx="542697" cy="279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Garamond"/>
                <a:ea typeface="Garamond"/>
                <a:cs typeface="Garamond"/>
                <a:sym typeface="Garamond"/>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Garamond"/>
                <a:ea typeface="Garamond"/>
                <a:cs typeface="Garamond"/>
                <a:sym typeface="Garamond"/>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Garamond"/>
                <a:ea typeface="Garamond"/>
                <a:cs typeface="Garamond"/>
                <a:sym typeface="Garamond"/>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Garamond"/>
                <a:ea typeface="Garamond"/>
                <a:cs typeface="Garamond"/>
                <a:sym typeface="Garamond"/>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Garamond"/>
                <a:ea typeface="Garamond"/>
                <a:cs typeface="Garamond"/>
                <a:sym typeface="Garamond"/>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Garamond"/>
                <a:ea typeface="Garamond"/>
                <a:cs typeface="Garamond"/>
                <a:sym typeface="Garamond"/>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Garamond"/>
                <a:ea typeface="Garamond"/>
                <a:cs typeface="Garamond"/>
                <a:sym typeface="Garamond"/>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Garamond"/>
                <a:ea typeface="Garamond"/>
                <a:cs typeface="Garamond"/>
                <a:sym typeface="Garamond"/>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Garamond"/>
                <a:ea typeface="Garamond"/>
                <a:cs typeface="Garamond"/>
                <a:sym typeface="Garamond"/>
              </a:defRPr>
            </a:lvl9pPr>
          </a:lstStyle>
          <a:p>
            <a:pPr marL="0" lvl="0" indent="0" algn="r" rtl="0">
              <a:spcBef>
                <a:spcPts val="0"/>
              </a:spcBef>
              <a:spcAft>
                <a:spcPts val="0"/>
              </a:spcAft>
              <a:buNone/>
            </a:pPr>
            <a:fld id="{00000000-1234-1234-1234-123412341234}" type="slidenum">
              <a:rPr lang="en-US"/>
              <a:t>‹#›</a:t>
            </a:fld>
            <a:endParaRPr/>
          </a:p>
        </p:txBody>
      </p:sp>
      <p:cxnSp>
        <p:nvCxnSpPr>
          <p:cNvPr id="114" name="Google Shape;114;p64"/>
          <p:cNvCxnSpPr/>
          <p:nvPr/>
        </p:nvCxnSpPr>
        <p:spPr>
          <a:xfrm>
            <a:off x="1396169" y="3429000"/>
            <a:ext cx="9407298" cy="0"/>
          </a:xfrm>
          <a:prstGeom prst="straightConnector1">
            <a:avLst/>
          </a:prstGeom>
          <a:noFill/>
          <a:ln w="15875" cap="flat" cmpd="sng">
            <a:solidFill>
              <a:schemeClr val="accent1"/>
            </a:solidFill>
            <a:prstDash val="solid"/>
            <a:round/>
            <a:headEnd type="none" w="sm" len="sm"/>
            <a:tailEnd type="none" w="sm" len="sm"/>
          </a:ln>
        </p:spPr>
      </p:cxn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115"/>
        <p:cNvGrpSpPr/>
        <p:nvPr/>
      </p:nvGrpSpPr>
      <p:grpSpPr>
        <a:xfrm>
          <a:off x="0" y="0"/>
          <a:ext cx="0" cy="0"/>
          <a:chOff x="0" y="0"/>
          <a:chExt cx="0" cy="0"/>
        </a:xfrm>
      </p:grpSpPr>
      <p:sp>
        <p:nvSpPr>
          <p:cNvPr id="116" name="Google Shape;116;p65"/>
          <p:cNvSpPr txBox="1">
            <a:spLocks noGrp="1"/>
          </p:cNvSpPr>
          <p:nvPr>
            <p:ph type="title"/>
          </p:nvPr>
        </p:nvSpPr>
        <p:spPr>
          <a:xfrm>
            <a:off x="1295402" y="982132"/>
            <a:ext cx="9601196" cy="1303867"/>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rgbClr val="262626"/>
              </a:buClr>
              <a:buSzPts val="4400"/>
              <a:buFont typeface="Garamond"/>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7" name="Google Shape;117;p65"/>
          <p:cNvSpPr txBox="1">
            <a:spLocks noGrp="1"/>
          </p:cNvSpPr>
          <p:nvPr>
            <p:ph type="body" idx="1"/>
          </p:nvPr>
        </p:nvSpPr>
        <p:spPr>
          <a:xfrm rot="5400000">
            <a:off x="4436531" y="-584198"/>
            <a:ext cx="3318936" cy="9601196"/>
          </a:xfrm>
          <a:prstGeom prst="rect">
            <a:avLst/>
          </a:prstGeom>
          <a:noFill/>
          <a:ln>
            <a:noFill/>
          </a:ln>
        </p:spPr>
        <p:txBody>
          <a:bodyPr spcFirstLastPara="1" wrap="square" lIns="91425" tIns="45700" rIns="91425" bIns="45700" anchor="t" anchorCtr="0">
            <a:normAutofit/>
          </a:bodyPr>
          <a:lstStyle>
            <a:lvl1pPr marL="457200" lvl="0" indent="-360045" algn="l">
              <a:lnSpc>
                <a:spcPct val="100000"/>
              </a:lnSpc>
              <a:spcBef>
                <a:spcPts val="360"/>
              </a:spcBef>
              <a:spcAft>
                <a:spcPts val="0"/>
              </a:spcAft>
              <a:buSzPts val="2070"/>
              <a:buChar char="•"/>
              <a:defRPr/>
            </a:lvl1pPr>
            <a:lvl2pPr marL="914400" lvl="1" indent="-360044" algn="l">
              <a:lnSpc>
                <a:spcPct val="100000"/>
              </a:lnSpc>
              <a:spcBef>
                <a:spcPts val="600"/>
              </a:spcBef>
              <a:spcAft>
                <a:spcPts val="0"/>
              </a:spcAft>
              <a:buSzPts val="2070"/>
              <a:buChar char="•"/>
              <a:defRPr/>
            </a:lvl2pPr>
            <a:lvl3pPr marL="1371600" lvl="2" indent="-360044" algn="l">
              <a:lnSpc>
                <a:spcPct val="100000"/>
              </a:lnSpc>
              <a:spcBef>
                <a:spcPts val="600"/>
              </a:spcBef>
              <a:spcAft>
                <a:spcPts val="0"/>
              </a:spcAft>
              <a:buSzPts val="2070"/>
              <a:buChar char="•"/>
              <a:defRPr/>
            </a:lvl3pPr>
            <a:lvl4pPr marL="1828800" lvl="3" indent="-360044" algn="l">
              <a:lnSpc>
                <a:spcPct val="100000"/>
              </a:lnSpc>
              <a:spcBef>
                <a:spcPts val="600"/>
              </a:spcBef>
              <a:spcAft>
                <a:spcPts val="0"/>
              </a:spcAft>
              <a:buSzPts val="2070"/>
              <a:buChar char="•"/>
              <a:defRPr/>
            </a:lvl4pPr>
            <a:lvl5pPr marL="2286000" lvl="4" indent="-360045" algn="l">
              <a:lnSpc>
                <a:spcPct val="100000"/>
              </a:lnSpc>
              <a:spcBef>
                <a:spcPts val="600"/>
              </a:spcBef>
              <a:spcAft>
                <a:spcPts val="0"/>
              </a:spcAft>
              <a:buSzPts val="2070"/>
              <a:buChar char="•"/>
              <a:defRPr/>
            </a:lvl5pPr>
            <a:lvl6pPr marL="2743200" lvl="5" indent="-360045" algn="l">
              <a:lnSpc>
                <a:spcPct val="100000"/>
              </a:lnSpc>
              <a:spcBef>
                <a:spcPts val="600"/>
              </a:spcBef>
              <a:spcAft>
                <a:spcPts val="0"/>
              </a:spcAft>
              <a:buSzPts val="2070"/>
              <a:buChar char="•"/>
              <a:defRPr/>
            </a:lvl6pPr>
            <a:lvl7pPr marL="3200400" lvl="6" indent="-360045" algn="l">
              <a:lnSpc>
                <a:spcPct val="100000"/>
              </a:lnSpc>
              <a:spcBef>
                <a:spcPts val="600"/>
              </a:spcBef>
              <a:spcAft>
                <a:spcPts val="0"/>
              </a:spcAft>
              <a:buSzPts val="2070"/>
              <a:buChar char="•"/>
              <a:defRPr/>
            </a:lvl7pPr>
            <a:lvl8pPr marL="3657600" lvl="7" indent="-360045" algn="l">
              <a:lnSpc>
                <a:spcPct val="100000"/>
              </a:lnSpc>
              <a:spcBef>
                <a:spcPts val="600"/>
              </a:spcBef>
              <a:spcAft>
                <a:spcPts val="0"/>
              </a:spcAft>
              <a:buSzPts val="2070"/>
              <a:buChar char="•"/>
              <a:defRPr/>
            </a:lvl8pPr>
            <a:lvl9pPr marL="4114800" lvl="8" indent="-360045" algn="l">
              <a:lnSpc>
                <a:spcPct val="100000"/>
              </a:lnSpc>
              <a:spcBef>
                <a:spcPts val="600"/>
              </a:spcBef>
              <a:spcAft>
                <a:spcPts val="600"/>
              </a:spcAft>
              <a:buSzPts val="2070"/>
              <a:buChar char="•"/>
              <a:defRPr/>
            </a:lvl9pPr>
          </a:lstStyle>
          <a:p>
            <a:endParaRPr/>
          </a:p>
        </p:txBody>
      </p:sp>
      <p:sp>
        <p:nvSpPr>
          <p:cNvPr id="118" name="Google Shape;118;p65"/>
          <p:cNvSpPr txBox="1">
            <a:spLocks noGrp="1"/>
          </p:cNvSpPr>
          <p:nvPr>
            <p:ph type="dt" idx="10"/>
          </p:nvPr>
        </p:nvSpPr>
        <p:spPr>
          <a:xfrm>
            <a:off x="8677501" y="5969000"/>
            <a:ext cx="1600200" cy="279400"/>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9" name="Google Shape;119;p65"/>
          <p:cNvSpPr txBox="1">
            <a:spLocks noGrp="1"/>
          </p:cNvSpPr>
          <p:nvPr>
            <p:ph type="ftr" idx="11"/>
          </p:nvPr>
        </p:nvSpPr>
        <p:spPr>
          <a:xfrm>
            <a:off x="1295401" y="5969000"/>
            <a:ext cx="7305900" cy="279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0" name="Google Shape;120;p65"/>
          <p:cNvSpPr txBox="1">
            <a:spLocks noGrp="1"/>
          </p:cNvSpPr>
          <p:nvPr>
            <p:ph type="sldNum" idx="12"/>
          </p:nvPr>
        </p:nvSpPr>
        <p:spPr>
          <a:xfrm>
            <a:off x="10353901" y="5969000"/>
            <a:ext cx="542697" cy="279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Garamond"/>
                <a:ea typeface="Garamond"/>
                <a:cs typeface="Garamond"/>
                <a:sym typeface="Garamond"/>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Garamond"/>
                <a:ea typeface="Garamond"/>
                <a:cs typeface="Garamond"/>
                <a:sym typeface="Garamond"/>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Garamond"/>
                <a:ea typeface="Garamond"/>
                <a:cs typeface="Garamond"/>
                <a:sym typeface="Garamond"/>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Garamond"/>
                <a:ea typeface="Garamond"/>
                <a:cs typeface="Garamond"/>
                <a:sym typeface="Garamond"/>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Garamond"/>
                <a:ea typeface="Garamond"/>
                <a:cs typeface="Garamond"/>
                <a:sym typeface="Garamond"/>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Garamond"/>
                <a:ea typeface="Garamond"/>
                <a:cs typeface="Garamond"/>
                <a:sym typeface="Garamond"/>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Garamond"/>
                <a:ea typeface="Garamond"/>
                <a:cs typeface="Garamond"/>
                <a:sym typeface="Garamond"/>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Garamond"/>
                <a:ea typeface="Garamond"/>
                <a:cs typeface="Garamond"/>
                <a:sym typeface="Garamond"/>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Garamond"/>
                <a:ea typeface="Garamond"/>
                <a:cs typeface="Garamond"/>
                <a:sym typeface="Garamond"/>
              </a:defRPr>
            </a:lvl9pPr>
          </a:lstStyle>
          <a:p>
            <a:pPr marL="0" lvl="0" indent="0" algn="r" rtl="0">
              <a:spcBef>
                <a:spcPts val="0"/>
              </a:spcBef>
              <a:spcAft>
                <a:spcPts val="0"/>
              </a:spcAft>
              <a:buNone/>
            </a:pPr>
            <a:fld id="{00000000-1234-1234-1234-123412341234}" type="slidenum">
              <a:rPr lang="en-US"/>
              <a:t>‹#›</a:t>
            </a:fld>
            <a:endParaRPr/>
          </a:p>
        </p:txBody>
      </p:sp>
      <p:cxnSp>
        <p:nvCxnSpPr>
          <p:cNvPr id="121" name="Google Shape;121;p65"/>
          <p:cNvCxnSpPr/>
          <p:nvPr/>
        </p:nvCxnSpPr>
        <p:spPr>
          <a:xfrm>
            <a:off x="1396169" y="2421466"/>
            <a:ext cx="9407298" cy="0"/>
          </a:xfrm>
          <a:prstGeom prst="straightConnector1">
            <a:avLst/>
          </a:prstGeom>
          <a:noFill/>
          <a:ln w="15875" cap="flat" cmpd="sng">
            <a:solidFill>
              <a:schemeClr val="accent1"/>
            </a:solidFill>
            <a:prstDash val="solid"/>
            <a:round/>
            <a:headEnd type="none" w="sm" len="sm"/>
            <a:tailEnd type="none" w="sm" len="sm"/>
          </a:ln>
        </p:spPr>
      </p:cxn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122"/>
        <p:cNvGrpSpPr/>
        <p:nvPr/>
      </p:nvGrpSpPr>
      <p:grpSpPr>
        <a:xfrm>
          <a:off x="0" y="0"/>
          <a:ext cx="0" cy="0"/>
          <a:chOff x="0" y="0"/>
          <a:chExt cx="0" cy="0"/>
        </a:xfrm>
      </p:grpSpPr>
      <p:sp>
        <p:nvSpPr>
          <p:cNvPr id="123" name="Google Shape;123;p66"/>
          <p:cNvSpPr txBox="1">
            <a:spLocks noGrp="1"/>
          </p:cNvSpPr>
          <p:nvPr>
            <p:ph type="title"/>
          </p:nvPr>
        </p:nvSpPr>
        <p:spPr>
          <a:xfrm rot="5400000">
            <a:off x="7497936" y="2483551"/>
            <a:ext cx="4893735" cy="1890895"/>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rgbClr val="262626"/>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4" name="Google Shape;124;p66"/>
          <p:cNvSpPr txBox="1">
            <a:spLocks noGrp="1"/>
          </p:cNvSpPr>
          <p:nvPr>
            <p:ph type="body" idx="1"/>
          </p:nvPr>
        </p:nvSpPr>
        <p:spPr>
          <a:xfrm rot="5400000">
            <a:off x="2565043" y="-287513"/>
            <a:ext cx="4893734" cy="7433025"/>
          </a:xfrm>
          <a:prstGeom prst="rect">
            <a:avLst/>
          </a:prstGeom>
          <a:noFill/>
          <a:ln>
            <a:noFill/>
          </a:ln>
        </p:spPr>
        <p:txBody>
          <a:bodyPr spcFirstLastPara="1" wrap="square" lIns="91425" tIns="45700" rIns="91425" bIns="45700" anchor="t" anchorCtr="0">
            <a:normAutofit/>
          </a:bodyPr>
          <a:lstStyle>
            <a:lvl1pPr marL="457200" lvl="0" indent="-360045" algn="l">
              <a:lnSpc>
                <a:spcPct val="100000"/>
              </a:lnSpc>
              <a:spcBef>
                <a:spcPts val="360"/>
              </a:spcBef>
              <a:spcAft>
                <a:spcPts val="0"/>
              </a:spcAft>
              <a:buSzPts val="2070"/>
              <a:buChar char="•"/>
              <a:defRPr/>
            </a:lvl1pPr>
            <a:lvl2pPr marL="914400" lvl="1" indent="-360044" algn="l">
              <a:lnSpc>
                <a:spcPct val="100000"/>
              </a:lnSpc>
              <a:spcBef>
                <a:spcPts val="600"/>
              </a:spcBef>
              <a:spcAft>
                <a:spcPts val="0"/>
              </a:spcAft>
              <a:buSzPts val="2070"/>
              <a:buChar char="•"/>
              <a:defRPr/>
            </a:lvl2pPr>
            <a:lvl3pPr marL="1371600" lvl="2" indent="-360044" algn="l">
              <a:lnSpc>
                <a:spcPct val="100000"/>
              </a:lnSpc>
              <a:spcBef>
                <a:spcPts val="600"/>
              </a:spcBef>
              <a:spcAft>
                <a:spcPts val="0"/>
              </a:spcAft>
              <a:buSzPts val="2070"/>
              <a:buChar char="•"/>
              <a:defRPr/>
            </a:lvl3pPr>
            <a:lvl4pPr marL="1828800" lvl="3" indent="-360044" algn="l">
              <a:lnSpc>
                <a:spcPct val="100000"/>
              </a:lnSpc>
              <a:spcBef>
                <a:spcPts val="600"/>
              </a:spcBef>
              <a:spcAft>
                <a:spcPts val="0"/>
              </a:spcAft>
              <a:buSzPts val="2070"/>
              <a:buChar char="•"/>
              <a:defRPr/>
            </a:lvl4pPr>
            <a:lvl5pPr marL="2286000" lvl="4" indent="-360045" algn="l">
              <a:lnSpc>
                <a:spcPct val="100000"/>
              </a:lnSpc>
              <a:spcBef>
                <a:spcPts val="600"/>
              </a:spcBef>
              <a:spcAft>
                <a:spcPts val="0"/>
              </a:spcAft>
              <a:buSzPts val="2070"/>
              <a:buChar char="•"/>
              <a:defRPr/>
            </a:lvl5pPr>
            <a:lvl6pPr marL="2743200" lvl="5" indent="-360045" algn="l">
              <a:lnSpc>
                <a:spcPct val="100000"/>
              </a:lnSpc>
              <a:spcBef>
                <a:spcPts val="600"/>
              </a:spcBef>
              <a:spcAft>
                <a:spcPts val="0"/>
              </a:spcAft>
              <a:buSzPts val="2070"/>
              <a:buChar char="•"/>
              <a:defRPr/>
            </a:lvl6pPr>
            <a:lvl7pPr marL="3200400" lvl="6" indent="-360045" algn="l">
              <a:lnSpc>
                <a:spcPct val="100000"/>
              </a:lnSpc>
              <a:spcBef>
                <a:spcPts val="600"/>
              </a:spcBef>
              <a:spcAft>
                <a:spcPts val="0"/>
              </a:spcAft>
              <a:buSzPts val="2070"/>
              <a:buChar char="•"/>
              <a:defRPr/>
            </a:lvl7pPr>
            <a:lvl8pPr marL="3657600" lvl="7" indent="-360045" algn="l">
              <a:lnSpc>
                <a:spcPct val="100000"/>
              </a:lnSpc>
              <a:spcBef>
                <a:spcPts val="600"/>
              </a:spcBef>
              <a:spcAft>
                <a:spcPts val="0"/>
              </a:spcAft>
              <a:buSzPts val="2070"/>
              <a:buChar char="•"/>
              <a:defRPr/>
            </a:lvl8pPr>
            <a:lvl9pPr marL="4114800" lvl="8" indent="-360045" algn="l">
              <a:lnSpc>
                <a:spcPct val="100000"/>
              </a:lnSpc>
              <a:spcBef>
                <a:spcPts val="600"/>
              </a:spcBef>
              <a:spcAft>
                <a:spcPts val="600"/>
              </a:spcAft>
              <a:buSzPts val="2070"/>
              <a:buChar char="•"/>
              <a:defRPr/>
            </a:lvl9pPr>
          </a:lstStyle>
          <a:p>
            <a:endParaRPr/>
          </a:p>
        </p:txBody>
      </p:sp>
      <p:sp>
        <p:nvSpPr>
          <p:cNvPr id="125" name="Google Shape;125;p66"/>
          <p:cNvSpPr txBox="1">
            <a:spLocks noGrp="1"/>
          </p:cNvSpPr>
          <p:nvPr>
            <p:ph type="dt" idx="10"/>
          </p:nvPr>
        </p:nvSpPr>
        <p:spPr>
          <a:xfrm>
            <a:off x="8677501" y="5969000"/>
            <a:ext cx="1600200" cy="279400"/>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6" name="Google Shape;126;p66"/>
          <p:cNvSpPr txBox="1">
            <a:spLocks noGrp="1"/>
          </p:cNvSpPr>
          <p:nvPr>
            <p:ph type="ftr" idx="11"/>
          </p:nvPr>
        </p:nvSpPr>
        <p:spPr>
          <a:xfrm>
            <a:off x="1295401" y="5969000"/>
            <a:ext cx="7305900" cy="279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7" name="Google Shape;127;p66"/>
          <p:cNvSpPr txBox="1">
            <a:spLocks noGrp="1"/>
          </p:cNvSpPr>
          <p:nvPr>
            <p:ph type="sldNum" idx="12"/>
          </p:nvPr>
        </p:nvSpPr>
        <p:spPr>
          <a:xfrm>
            <a:off x="10353901" y="5969000"/>
            <a:ext cx="542697" cy="279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Garamond"/>
                <a:ea typeface="Garamond"/>
                <a:cs typeface="Garamond"/>
                <a:sym typeface="Garamond"/>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Garamond"/>
                <a:ea typeface="Garamond"/>
                <a:cs typeface="Garamond"/>
                <a:sym typeface="Garamond"/>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Garamond"/>
                <a:ea typeface="Garamond"/>
                <a:cs typeface="Garamond"/>
                <a:sym typeface="Garamond"/>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Garamond"/>
                <a:ea typeface="Garamond"/>
                <a:cs typeface="Garamond"/>
                <a:sym typeface="Garamond"/>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Garamond"/>
                <a:ea typeface="Garamond"/>
                <a:cs typeface="Garamond"/>
                <a:sym typeface="Garamond"/>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Garamond"/>
                <a:ea typeface="Garamond"/>
                <a:cs typeface="Garamond"/>
                <a:sym typeface="Garamond"/>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Garamond"/>
                <a:ea typeface="Garamond"/>
                <a:cs typeface="Garamond"/>
                <a:sym typeface="Garamond"/>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Garamond"/>
                <a:ea typeface="Garamond"/>
                <a:cs typeface="Garamond"/>
                <a:sym typeface="Garamond"/>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Garamond"/>
                <a:ea typeface="Garamond"/>
                <a:cs typeface="Garamond"/>
                <a:sym typeface="Garamond"/>
              </a:defRPr>
            </a:lvl9pPr>
          </a:lstStyle>
          <a:p>
            <a:pPr marL="0" lvl="0" indent="0" algn="r" rtl="0">
              <a:spcBef>
                <a:spcPts val="0"/>
              </a:spcBef>
              <a:spcAft>
                <a:spcPts val="0"/>
              </a:spcAft>
              <a:buNone/>
            </a:pPr>
            <a:fld id="{00000000-1234-1234-1234-123412341234}" type="slidenum">
              <a:rPr lang="en-US"/>
              <a:t>‹#›</a:t>
            </a:fld>
            <a:endParaRPr/>
          </a:p>
        </p:txBody>
      </p:sp>
      <p:cxnSp>
        <p:nvCxnSpPr>
          <p:cNvPr id="128" name="Google Shape;128;p66"/>
          <p:cNvCxnSpPr/>
          <p:nvPr/>
        </p:nvCxnSpPr>
        <p:spPr>
          <a:xfrm>
            <a:off x="8863890" y="990600"/>
            <a:ext cx="0" cy="4876800"/>
          </a:xfrm>
          <a:prstGeom prst="straightConnector1">
            <a:avLst/>
          </a:prstGeom>
          <a:noFill/>
          <a:ln w="15875" cap="flat" cmpd="sng">
            <a:solidFill>
              <a:schemeClr val="accent1"/>
            </a:solidFill>
            <a:prstDash val="solid"/>
            <a:round/>
            <a:headEnd type="none" w="sm" len="sm"/>
            <a:tailEnd type="none" w="sm" len="sm"/>
          </a:ln>
        </p:spPr>
      </p:cxn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20"/>
        <p:cNvGrpSpPr/>
        <p:nvPr/>
      </p:nvGrpSpPr>
      <p:grpSpPr>
        <a:xfrm>
          <a:off x="0" y="0"/>
          <a:ext cx="0" cy="0"/>
          <a:chOff x="0" y="0"/>
          <a:chExt cx="0" cy="0"/>
        </a:xfrm>
      </p:grpSpPr>
      <p:sp>
        <p:nvSpPr>
          <p:cNvPr id="21" name="Google Shape;21;p51"/>
          <p:cNvSpPr txBox="1">
            <a:spLocks noGrp="1"/>
          </p:cNvSpPr>
          <p:nvPr>
            <p:ph type="title"/>
          </p:nvPr>
        </p:nvSpPr>
        <p:spPr>
          <a:xfrm>
            <a:off x="304801" y="303214"/>
            <a:ext cx="10394951" cy="992187"/>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51"/>
          <p:cNvSpPr txBox="1">
            <a:spLocks noGrp="1"/>
          </p:cNvSpPr>
          <p:nvPr>
            <p:ph type="sldNum" idx="12"/>
          </p:nvPr>
        </p:nvSpPr>
        <p:spPr>
          <a:xfrm>
            <a:off x="9245600" y="6400800"/>
            <a:ext cx="2540000" cy="457200"/>
          </a:xfrm>
          <a:prstGeom prst="rect">
            <a:avLst/>
          </a:prstGeom>
          <a:noFill/>
          <a:ln>
            <a:noFill/>
          </a:ln>
        </p:spPr>
        <p:txBody>
          <a:bodyPr spcFirstLastPara="1" wrap="square" lIns="91425" tIns="45700" rIns="91425" bIns="45700" anchor="b" anchorCtr="0">
            <a:noAutofit/>
          </a:bodyPr>
          <a:lstStyle>
            <a:lvl1pPr marL="0" marR="0" lvl="0" indent="0" algn="r">
              <a:spcBef>
                <a:spcPts val="0"/>
              </a:spcBef>
              <a:spcAft>
                <a:spcPts val="0"/>
              </a:spcAft>
              <a:buNone/>
              <a:defRPr sz="1400" b="1" i="0" u="none" strike="noStrike" cap="none">
                <a:solidFill>
                  <a:srgbClr val="990033"/>
                </a:solidFill>
                <a:latin typeface="Arial"/>
                <a:ea typeface="Arial"/>
                <a:cs typeface="Arial"/>
                <a:sym typeface="Arial"/>
              </a:defRPr>
            </a:lvl1pPr>
            <a:lvl2pPr marL="0" marR="0" lvl="1" indent="0" algn="r">
              <a:spcBef>
                <a:spcPts val="0"/>
              </a:spcBef>
              <a:spcAft>
                <a:spcPts val="0"/>
              </a:spcAft>
              <a:buNone/>
              <a:defRPr sz="1400" b="1" i="0" u="none" strike="noStrike" cap="none">
                <a:solidFill>
                  <a:srgbClr val="990033"/>
                </a:solidFill>
                <a:latin typeface="Arial"/>
                <a:ea typeface="Arial"/>
                <a:cs typeface="Arial"/>
                <a:sym typeface="Arial"/>
              </a:defRPr>
            </a:lvl2pPr>
            <a:lvl3pPr marL="0" marR="0" lvl="2" indent="0" algn="r">
              <a:spcBef>
                <a:spcPts val="0"/>
              </a:spcBef>
              <a:spcAft>
                <a:spcPts val="0"/>
              </a:spcAft>
              <a:buNone/>
              <a:defRPr sz="1400" b="1" i="0" u="none" strike="noStrike" cap="none">
                <a:solidFill>
                  <a:srgbClr val="990033"/>
                </a:solidFill>
                <a:latin typeface="Arial"/>
                <a:ea typeface="Arial"/>
                <a:cs typeface="Arial"/>
                <a:sym typeface="Arial"/>
              </a:defRPr>
            </a:lvl3pPr>
            <a:lvl4pPr marL="0" marR="0" lvl="3" indent="0" algn="r">
              <a:spcBef>
                <a:spcPts val="0"/>
              </a:spcBef>
              <a:spcAft>
                <a:spcPts val="0"/>
              </a:spcAft>
              <a:buNone/>
              <a:defRPr sz="1400" b="1" i="0" u="none" strike="noStrike" cap="none">
                <a:solidFill>
                  <a:srgbClr val="990033"/>
                </a:solidFill>
                <a:latin typeface="Arial"/>
                <a:ea typeface="Arial"/>
                <a:cs typeface="Arial"/>
                <a:sym typeface="Arial"/>
              </a:defRPr>
            </a:lvl4pPr>
            <a:lvl5pPr marL="0" marR="0" lvl="4" indent="0" algn="r">
              <a:spcBef>
                <a:spcPts val="0"/>
              </a:spcBef>
              <a:spcAft>
                <a:spcPts val="0"/>
              </a:spcAft>
              <a:buNone/>
              <a:defRPr sz="1400" b="1" i="0" u="none" strike="noStrike" cap="none">
                <a:solidFill>
                  <a:srgbClr val="990033"/>
                </a:solidFill>
                <a:latin typeface="Arial"/>
                <a:ea typeface="Arial"/>
                <a:cs typeface="Arial"/>
                <a:sym typeface="Arial"/>
              </a:defRPr>
            </a:lvl5pPr>
            <a:lvl6pPr marL="0" marR="0" lvl="5" indent="0" algn="r">
              <a:spcBef>
                <a:spcPts val="0"/>
              </a:spcBef>
              <a:spcAft>
                <a:spcPts val="0"/>
              </a:spcAft>
              <a:buNone/>
              <a:defRPr sz="1400" b="1" i="0" u="none" strike="noStrike" cap="none">
                <a:solidFill>
                  <a:srgbClr val="990033"/>
                </a:solidFill>
                <a:latin typeface="Arial"/>
                <a:ea typeface="Arial"/>
                <a:cs typeface="Arial"/>
                <a:sym typeface="Arial"/>
              </a:defRPr>
            </a:lvl6pPr>
            <a:lvl7pPr marL="0" marR="0" lvl="6" indent="0" algn="r">
              <a:spcBef>
                <a:spcPts val="0"/>
              </a:spcBef>
              <a:spcAft>
                <a:spcPts val="0"/>
              </a:spcAft>
              <a:buNone/>
              <a:defRPr sz="1400" b="1" i="0" u="none" strike="noStrike" cap="none">
                <a:solidFill>
                  <a:srgbClr val="990033"/>
                </a:solidFill>
                <a:latin typeface="Arial"/>
                <a:ea typeface="Arial"/>
                <a:cs typeface="Arial"/>
                <a:sym typeface="Arial"/>
              </a:defRPr>
            </a:lvl7pPr>
            <a:lvl8pPr marL="0" marR="0" lvl="7" indent="0" algn="r">
              <a:spcBef>
                <a:spcPts val="0"/>
              </a:spcBef>
              <a:spcAft>
                <a:spcPts val="0"/>
              </a:spcAft>
              <a:buNone/>
              <a:defRPr sz="1400" b="1" i="0" u="none" strike="noStrike" cap="none">
                <a:solidFill>
                  <a:srgbClr val="990033"/>
                </a:solidFill>
                <a:latin typeface="Arial"/>
                <a:ea typeface="Arial"/>
                <a:cs typeface="Arial"/>
                <a:sym typeface="Arial"/>
              </a:defRPr>
            </a:lvl8pPr>
            <a:lvl9pPr marL="0" marR="0" lvl="8" indent="0" algn="r">
              <a:spcBef>
                <a:spcPts val="0"/>
              </a:spcBef>
              <a:spcAft>
                <a:spcPts val="0"/>
              </a:spcAft>
              <a:buNone/>
              <a:defRPr sz="1400" b="1" i="0" u="none" strike="noStrike" cap="none">
                <a:solidFill>
                  <a:srgbClr val="990033"/>
                </a:solidFill>
                <a:latin typeface="Arial"/>
                <a:ea typeface="Arial"/>
                <a:cs typeface="Arial"/>
                <a:sym typeface="Arial"/>
              </a:defRPr>
            </a:lvl9pPr>
          </a:lstStyle>
          <a:p>
            <a:r>
              <a:rPr lang="en-US" smtClean="0"/>
              <a:t>Slide 16-</a:t>
            </a:r>
            <a:fld id="{00000000-1234-1234-1234-123412341234}" type="slidenum">
              <a:rPr lang="en-US" smtClean="0"/>
              <a:pPr/>
              <a:t>‹#›</a:t>
            </a:fld>
            <a:endParaRPr/>
          </a:p>
        </p:txBody>
      </p:sp>
    </p:spTree>
    <p:extLst>
      <p:ext uri="{BB962C8B-B14F-4D97-AF65-F5344CB8AC3E}">
        <p14:creationId xmlns:p14="http://schemas.microsoft.com/office/powerpoint/2010/main" val="30581070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1.jpg"/><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a:blip r:embed="rId17">
            <a:alphaModFix/>
          </a:blip>
          <a:stretch>
            <a:fillRect/>
          </a:stretch>
        </a:blipFill>
        <a:effectLst/>
      </p:bgPr>
    </p:bg>
    <p:spTree>
      <p:nvGrpSpPr>
        <p:cNvPr id="1" name="Shape 5"/>
        <p:cNvGrpSpPr/>
        <p:nvPr/>
      </p:nvGrpSpPr>
      <p:grpSpPr>
        <a:xfrm>
          <a:off x="0" y="0"/>
          <a:ext cx="0" cy="0"/>
          <a:chOff x="0" y="0"/>
          <a:chExt cx="0" cy="0"/>
        </a:xfrm>
      </p:grpSpPr>
      <p:grpSp>
        <p:nvGrpSpPr>
          <p:cNvPr id="6" name="Google Shape;6;p51"/>
          <p:cNvGrpSpPr/>
          <p:nvPr/>
        </p:nvGrpSpPr>
        <p:grpSpPr>
          <a:xfrm>
            <a:off x="-15736" y="0"/>
            <a:ext cx="12229962" cy="6856214"/>
            <a:chOff x="-15736" y="0"/>
            <a:chExt cx="12229962" cy="6856214"/>
          </a:xfrm>
        </p:grpSpPr>
        <p:pic>
          <p:nvPicPr>
            <p:cNvPr id="7" name="Google Shape;7;p51" descr="HD-PanelContent.png"/>
            <p:cNvPicPr preferRelativeResize="0"/>
            <p:nvPr/>
          </p:nvPicPr>
          <p:blipFill rotWithShape="1">
            <a:blip r:embed="rId18">
              <a:alphaModFix/>
            </a:blip>
            <a:srcRect/>
            <a:stretch/>
          </p:blipFill>
          <p:spPr>
            <a:xfrm>
              <a:off x="0" y="0"/>
              <a:ext cx="12188825" cy="6856214"/>
            </a:xfrm>
            <a:prstGeom prst="rect">
              <a:avLst/>
            </a:prstGeom>
            <a:noFill/>
            <a:ln>
              <a:noFill/>
            </a:ln>
          </p:spPr>
        </p:pic>
        <p:sp>
          <p:nvSpPr>
            <p:cNvPr id="8" name="Google Shape;8;p51"/>
            <p:cNvSpPr/>
            <p:nvPr/>
          </p:nvSpPr>
          <p:spPr>
            <a:xfrm>
              <a:off x="608012" y="609600"/>
              <a:ext cx="10972800" cy="5638800"/>
            </a:xfrm>
            <a:prstGeom prst="rect">
              <a:avLst/>
            </a:prstGeom>
            <a:noFill/>
            <a:ln w="15875" cap="flat" cmpd="sng">
              <a:solidFill>
                <a:schemeClr val="accent1"/>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9" name="Google Shape;9;p51" descr="HDRibbonContent-UniformTrim.png"/>
            <p:cNvPicPr preferRelativeResize="0"/>
            <p:nvPr/>
          </p:nvPicPr>
          <p:blipFill rotWithShape="1">
            <a:blip r:embed="rId19">
              <a:alphaModFix/>
            </a:blip>
            <a:srcRect/>
            <a:stretch/>
          </p:blipFill>
          <p:spPr>
            <a:xfrm>
              <a:off x="-15736" y="3153832"/>
              <a:ext cx="777240" cy="606425"/>
            </a:xfrm>
            <a:prstGeom prst="rect">
              <a:avLst/>
            </a:prstGeom>
            <a:noFill/>
            <a:ln>
              <a:noFill/>
            </a:ln>
          </p:spPr>
        </p:pic>
        <p:pic>
          <p:nvPicPr>
            <p:cNvPr id="10" name="Google Shape;10;p51" descr="HDRibbonContent-UniformTrim.png"/>
            <p:cNvPicPr preferRelativeResize="0"/>
            <p:nvPr/>
          </p:nvPicPr>
          <p:blipFill rotWithShape="1">
            <a:blip r:embed="rId19">
              <a:alphaModFix/>
            </a:blip>
            <a:srcRect/>
            <a:stretch/>
          </p:blipFill>
          <p:spPr>
            <a:xfrm>
              <a:off x="11436986" y="3153832"/>
              <a:ext cx="777240" cy="606425"/>
            </a:xfrm>
            <a:prstGeom prst="rect">
              <a:avLst/>
            </a:prstGeom>
            <a:noFill/>
            <a:ln>
              <a:noFill/>
            </a:ln>
          </p:spPr>
        </p:pic>
      </p:grpSp>
      <p:sp>
        <p:nvSpPr>
          <p:cNvPr id="11" name="Google Shape;11;p51"/>
          <p:cNvSpPr txBox="1">
            <a:spLocks noGrp="1"/>
          </p:cNvSpPr>
          <p:nvPr>
            <p:ph type="title"/>
          </p:nvPr>
        </p:nvSpPr>
        <p:spPr>
          <a:xfrm>
            <a:off x="1295402" y="982132"/>
            <a:ext cx="9601196" cy="1303867"/>
          </a:xfrm>
          <a:prstGeom prst="rect">
            <a:avLst/>
          </a:prstGeom>
          <a:noFill/>
          <a:ln>
            <a:noFill/>
          </a:ln>
        </p:spPr>
        <p:txBody>
          <a:bodyPr spcFirstLastPara="1" wrap="square" lIns="91425" tIns="45700" rIns="91425" bIns="45700" anchor="ctr" anchorCtr="0">
            <a:normAutofit/>
          </a:bodyPr>
          <a:lstStyle>
            <a:lvl1pPr marR="0" lvl="0" algn="ctr" rtl="0">
              <a:lnSpc>
                <a:spcPct val="100000"/>
              </a:lnSpc>
              <a:spcBef>
                <a:spcPts val="0"/>
              </a:spcBef>
              <a:spcAft>
                <a:spcPts val="0"/>
              </a:spcAft>
              <a:buClr>
                <a:srgbClr val="262626"/>
              </a:buClr>
              <a:buSzPts val="4400"/>
              <a:buFont typeface="Garamond"/>
              <a:buNone/>
              <a:defRPr sz="4400" b="0" i="0" u="none" strike="noStrike" cap="none">
                <a:solidFill>
                  <a:srgbClr val="262626"/>
                </a:solidFill>
                <a:latin typeface="Garamond"/>
                <a:ea typeface="Garamond"/>
                <a:cs typeface="Garamond"/>
                <a:sym typeface="Garamond"/>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sym typeface="Arial"/>
              </a:defRPr>
            </a:lvl9pPr>
          </a:lstStyle>
          <a:p>
            <a:endParaRPr/>
          </a:p>
        </p:txBody>
      </p:sp>
      <p:sp>
        <p:nvSpPr>
          <p:cNvPr id="12" name="Google Shape;12;p51"/>
          <p:cNvSpPr txBox="1">
            <a:spLocks noGrp="1"/>
          </p:cNvSpPr>
          <p:nvPr>
            <p:ph type="body" idx="1"/>
          </p:nvPr>
        </p:nvSpPr>
        <p:spPr>
          <a:xfrm>
            <a:off x="1295401" y="2556932"/>
            <a:ext cx="9601196" cy="3318936"/>
          </a:xfrm>
          <a:prstGeom prst="rect">
            <a:avLst/>
          </a:prstGeom>
          <a:noFill/>
          <a:ln>
            <a:noFill/>
          </a:ln>
        </p:spPr>
        <p:txBody>
          <a:bodyPr spcFirstLastPara="1" wrap="square" lIns="91425" tIns="45700" rIns="91425" bIns="45700" anchor="t" anchorCtr="0">
            <a:normAutofit/>
          </a:bodyPr>
          <a:lstStyle>
            <a:lvl1pPr marL="457200" marR="0" lvl="0" indent="-403860" algn="l" rtl="0">
              <a:lnSpc>
                <a:spcPct val="100000"/>
              </a:lnSpc>
              <a:spcBef>
                <a:spcPts val="480"/>
              </a:spcBef>
              <a:spcAft>
                <a:spcPts val="0"/>
              </a:spcAft>
              <a:buClr>
                <a:schemeClr val="accent1"/>
              </a:buClr>
              <a:buSzPts val="2760"/>
              <a:buFont typeface="Arial"/>
              <a:buChar char="•"/>
              <a:defRPr sz="2400" b="0" i="0" u="none" strike="noStrike" cap="none">
                <a:solidFill>
                  <a:srgbClr val="262626"/>
                </a:solidFill>
                <a:latin typeface="Garamond"/>
                <a:ea typeface="Garamond"/>
                <a:cs typeface="Garamond"/>
                <a:sym typeface="Garamond"/>
              </a:defRPr>
            </a:lvl1pPr>
            <a:lvl2pPr marL="914400" marR="0" lvl="1" indent="-374650" algn="l" rtl="0">
              <a:lnSpc>
                <a:spcPct val="100000"/>
              </a:lnSpc>
              <a:spcBef>
                <a:spcPts val="600"/>
              </a:spcBef>
              <a:spcAft>
                <a:spcPts val="0"/>
              </a:spcAft>
              <a:buClr>
                <a:schemeClr val="accent1"/>
              </a:buClr>
              <a:buSzPts val="2300"/>
              <a:buFont typeface="Arial"/>
              <a:buChar char="•"/>
              <a:defRPr sz="2000" b="0" i="0" u="none" strike="noStrike" cap="none">
                <a:solidFill>
                  <a:srgbClr val="262626"/>
                </a:solidFill>
                <a:latin typeface="Garamond"/>
                <a:ea typeface="Garamond"/>
                <a:cs typeface="Garamond"/>
                <a:sym typeface="Garamond"/>
              </a:defRPr>
            </a:lvl2pPr>
            <a:lvl3pPr marL="1371600" marR="0" lvl="2" indent="-360044" algn="l" rtl="0">
              <a:lnSpc>
                <a:spcPct val="100000"/>
              </a:lnSpc>
              <a:spcBef>
                <a:spcPts val="600"/>
              </a:spcBef>
              <a:spcAft>
                <a:spcPts val="0"/>
              </a:spcAft>
              <a:buClr>
                <a:schemeClr val="accent1"/>
              </a:buClr>
              <a:buSzPts val="2070"/>
              <a:buFont typeface="Arial"/>
              <a:buChar char="•"/>
              <a:defRPr sz="1800" b="0" i="0" u="none" strike="noStrike" cap="none">
                <a:solidFill>
                  <a:srgbClr val="262626"/>
                </a:solidFill>
                <a:latin typeface="Garamond"/>
                <a:ea typeface="Garamond"/>
                <a:cs typeface="Garamond"/>
                <a:sym typeface="Garamond"/>
              </a:defRPr>
            </a:lvl3pPr>
            <a:lvl4pPr marL="1828800" marR="0" lvl="3" indent="-345439" algn="l" rtl="0">
              <a:lnSpc>
                <a:spcPct val="100000"/>
              </a:lnSpc>
              <a:spcBef>
                <a:spcPts val="600"/>
              </a:spcBef>
              <a:spcAft>
                <a:spcPts val="0"/>
              </a:spcAft>
              <a:buClr>
                <a:schemeClr val="accent1"/>
              </a:buClr>
              <a:buSzPts val="1840"/>
              <a:buFont typeface="Arial"/>
              <a:buChar char="•"/>
              <a:defRPr sz="1600" b="0" i="0" u="none" strike="noStrike" cap="none">
                <a:solidFill>
                  <a:srgbClr val="262626"/>
                </a:solidFill>
                <a:latin typeface="Garamond"/>
                <a:ea typeface="Garamond"/>
                <a:cs typeface="Garamond"/>
                <a:sym typeface="Garamond"/>
              </a:defRPr>
            </a:lvl4pPr>
            <a:lvl5pPr marL="2286000" marR="0" lvl="4" indent="-330835" algn="l" rtl="0">
              <a:lnSpc>
                <a:spcPct val="100000"/>
              </a:lnSpc>
              <a:spcBef>
                <a:spcPts val="600"/>
              </a:spcBef>
              <a:spcAft>
                <a:spcPts val="0"/>
              </a:spcAft>
              <a:buClr>
                <a:schemeClr val="accent1"/>
              </a:buClr>
              <a:buSzPts val="1610"/>
              <a:buFont typeface="Arial"/>
              <a:buChar char="•"/>
              <a:defRPr sz="1400" b="0" i="0" u="none" strike="noStrike" cap="none">
                <a:solidFill>
                  <a:srgbClr val="262626"/>
                </a:solidFill>
                <a:latin typeface="Garamond"/>
                <a:ea typeface="Garamond"/>
                <a:cs typeface="Garamond"/>
                <a:sym typeface="Garamond"/>
              </a:defRPr>
            </a:lvl5pPr>
            <a:lvl6pPr marL="2743200" marR="0" lvl="5" indent="-330835" algn="l" rtl="0">
              <a:lnSpc>
                <a:spcPct val="100000"/>
              </a:lnSpc>
              <a:spcBef>
                <a:spcPts val="600"/>
              </a:spcBef>
              <a:spcAft>
                <a:spcPts val="0"/>
              </a:spcAft>
              <a:buClr>
                <a:schemeClr val="accent1"/>
              </a:buClr>
              <a:buSzPts val="1610"/>
              <a:buFont typeface="Arial"/>
              <a:buChar char="•"/>
              <a:defRPr sz="1400" b="0" i="0" u="none" strike="noStrike" cap="none">
                <a:solidFill>
                  <a:srgbClr val="262626"/>
                </a:solidFill>
                <a:latin typeface="Garamond"/>
                <a:ea typeface="Garamond"/>
                <a:cs typeface="Garamond"/>
                <a:sym typeface="Garamond"/>
              </a:defRPr>
            </a:lvl6pPr>
            <a:lvl7pPr marL="3200400" marR="0" lvl="6" indent="-330835" algn="l" rtl="0">
              <a:lnSpc>
                <a:spcPct val="100000"/>
              </a:lnSpc>
              <a:spcBef>
                <a:spcPts val="600"/>
              </a:spcBef>
              <a:spcAft>
                <a:spcPts val="0"/>
              </a:spcAft>
              <a:buClr>
                <a:schemeClr val="accent1"/>
              </a:buClr>
              <a:buSzPts val="1610"/>
              <a:buFont typeface="Arial"/>
              <a:buChar char="•"/>
              <a:defRPr sz="1400" b="0" i="0" u="none" strike="noStrike" cap="none">
                <a:solidFill>
                  <a:srgbClr val="262626"/>
                </a:solidFill>
                <a:latin typeface="Garamond"/>
                <a:ea typeface="Garamond"/>
                <a:cs typeface="Garamond"/>
                <a:sym typeface="Garamond"/>
              </a:defRPr>
            </a:lvl7pPr>
            <a:lvl8pPr marL="3657600" marR="0" lvl="7" indent="-330834" algn="l" rtl="0">
              <a:lnSpc>
                <a:spcPct val="100000"/>
              </a:lnSpc>
              <a:spcBef>
                <a:spcPts val="600"/>
              </a:spcBef>
              <a:spcAft>
                <a:spcPts val="0"/>
              </a:spcAft>
              <a:buClr>
                <a:schemeClr val="accent1"/>
              </a:buClr>
              <a:buSzPts val="1610"/>
              <a:buFont typeface="Arial"/>
              <a:buChar char="•"/>
              <a:defRPr sz="1400" b="0" i="0" u="none" strike="noStrike" cap="none">
                <a:solidFill>
                  <a:srgbClr val="262626"/>
                </a:solidFill>
                <a:latin typeface="Garamond"/>
                <a:ea typeface="Garamond"/>
                <a:cs typeface="Garamond"/>
                <a:sym typeface="Garamond"/>
              </a:defRPr>
            </a:lvl8pPr>
            <a:lvl9pPr marL="4114800" marR="0" lvl="8" indent="-330834" algn="l" rtl="0">
              <a:lnSpc>
                <a:spcPct val="100000"/>
              </a:lnSpc>
              <a:spcBef>
                <a:spcPts val="600"/>
              </a:spcBef>
              <a:spcAft>
                <a:spcPts val="600"/>
              </a:spcAft>
              <a:buClr>
                <a:schemeClr val="accent1"/>
              </a:buClr>
              <a:buSzPts val="1610"/>
              <a:buFont typeface="Arial"/>
              <a:buChar char="•"/>
              <a:defRPr sz="1400" b="0" i="0" u="none" strike="noStrike" cap="none">
                <a:solidFill>
                  <a:srgbClr val="262626"/>
                </a:solidFill>
                <a:latin typeface="Garamond"/>
                <a:ea typeface="Garamond"/>
                <a:cs typeface="Garamond"/>
                <a:sym typeface="Garamond"/>
              </a:defRPr>
            </a:lvl9pPr>
          </a:lstStyle>
          <a:p>
            <a:endParaRPr/>
          </a:p>
        </p:txBody>
      </p:sp>
      <p:sp>
        <p:nvSpPr>
          <p:cNvPr id="13" name="Google Shape;13;p51"/>
          <p:cNvSpPr txBox="1">
            <a:spLocks noGrp="1"/>
          </p:cNvSpPr>
          <p:nvPr>
            <p:ph type="dt" idx="10"/>
          </p:nvPr>
        </p:nvSpPr>
        <p:spPr>
          <a:xfrm>
            <a:off x="8677501" y="5969000"/>
            <a:ext cx="1600200" cy="279400"/>
          </a:xfrm>
          <a:prstGeom prst="rect">
            <a:avLst/>
          </a:prstGeom>
          <a:noFill/>
          <a:ln>
            <a:noFill/>
          </a:ln>
        </p:spPr>
        <p:txBody>
          <a:bodyPr spcFirstLastPara="1" wrap="square" lIns="91425" tIns="45700" rIns="91425" bIns="45700" anchor="ctr" anchorCtr="0">
            <a:noAutofit/>
          </a:bodyPr>
          <a:lstStyle>
            <a:lvl1pPr marR="0" lvl="0" algn="r" rtl="0">
              <a:lnSpc>
                <a:spcPct val="100000"/>
              </a:lnSpc>
              <a:spcBef>
                <a:spcPts val="0"/>
              </a:spcBef>
              <a:spcAft>
                <a:spcPts val="0"/>
              </a:spcAft>
              <a:buClr>
                <a:srgbClr val="000000"/>
              </a:buClr>
              <a:buSzPts val="1400"/>
              <a:buFont typeface="Arial"/>
              <a:buNone/>
              <a:defRPr sz="1000" b="0" i="0" u="none" strike="noStrike" cap="none">
                <a:solidFill>
                  <a:schemeClr val="dk1"/>
                </a:solidFill>
                <a:latin typeface="Garamond"/>
                <a:ea typeface="Garamond"/>
                <a:cs typeface="Garamond"/>
                <a:sym typeface="Garamond"/>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aramond"/>
                <a:ea typeface="Garamond"/>
                <a:cs typeface="Garamond"/>
                <a:sym typeface="Garamond"/>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aramond"/>
                <a:ea typeface="Garamond"/>
                <a:cs typeface="Garamond"/>
                <a:sym typeface="Garamond"/>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aramond"/>
                <a:ea typeface="Garamond"/>
                <a:cs typeface="Garamond"/>
                <a:sym typeface="Garamond"/>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aramond"/>
                <a:ea typeface="Garamond"/>
                <a:cs typeface="Garamond"/>
                <a:sym typeface="Garamond"/>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aramond"/>
                <a:ea typeface="Garamond"/>
                <a:cs typeface="Garamond"/>
                <a:sym typeface="Garamond"/>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aramond"/>
                <a:ea typeface="Garamond"/>
                <a:cs typeface="Garamond"/>
                <a:sym typeface="Garamond"/>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aramond"/>
                <a:ea typeface="Garamond"/>
                <a:cs typeface="Garamond"/>
                <a:sym typeface="Garamond"/>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aramond"/>
                <a:ea typeface="Garamond"/>
                <a:cs typeface="Garamond"/>
                <a:sym typeface="Garamond"/>
              </a:defRPr>
            </a:lvl9pPr>
          </a:lstStyle>
          <a:p>
            <a:endParaRPr/>
          </a:p>
        </p:txBody>
      </p:sp>
      <p:sp>
        <p:nvSpPr>
          <p:cNvPr id="14" name="Google Shape;14;p51"/>
          <p:cNvSpPr txBox="1">
            <a:spLocks noGrp="1"/>
          </p:cNvSpPr>
          <p:nvPr>
            <p:ph type="ftr" idx="11"/>
          </p:nvPr>
        </p:nvSpPr>
        <p:spPr>
          <a:xfrm>
            <a:off x="1295401" y="5969000"/>
            <a:ext cx="7305900" cy="2794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000" b="0" i="0" u="none" strike="noStrike" cap="none">
                <a:solidFill>
                  <a:schemeClr val="dk1"/>
                </a:solidFill>
                <a:latin typeface="Garamond"/>
                <a:ea typeface="Garamond"/>
                <a:cs typeface="Garamond"/>
                <a:sym typeface="Garamond"/>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aramond"/>
                <a:ea typeface="Garamond"/>
                <a:cs typeface="Garamond"/>
                <a:sym typeface="Garamond"/>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aramond"/>
                <a:ea typeface="Garamond"/>
                <a:cs typeface="Garamond"/>
                <a:sym typeface="Garamond"/>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aramond"/>
                <a:ea typeface="Garamond"/>
                <a:cs typeface="Garamond"/>
                <a:sym typeface="Garamond"/>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aramond"/>
                <a:ea typeface="Garamond"/>
                <a:cs typeface="Garamond"/>
                <a:sym typeface="Garamond"/>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aramond"/>
                <a:ea typeface="Garamond"/>
                <a:cs typeface="Garamond"/>
                <a:sym typeface="Garamond"/>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aramond"/>
                <a:ea typeface="Garamond"/>
                <a:cs typeface="Garamond"/>
                <a:sym typeface="Garamond"/>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aramond"/>
                <a:ea typeface="Garamond"/>
                <a:cs typeface="Garamond"/>
                <a:sym typeface="Garamond"/>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aramond"/>
                <a:ea typeface="Garamond"/>
                <a:cs typeface="Garamond"/>
                <a:sym typeface="Garamond"/>
              </a:defRPr>
            </a:lvl9pPr>
          </a:lstStyle>
          <a:p>
            <a:endParaRPr/>
          </a:p>
        </p:txBody>
      </p:sp>
      <p:sp>
        <p:nvSpPr>
          <p:cNvPr id="15" name="Google Shape;15;p51"/>
          <p:cNvSpPr txBox="1">
            <a:spLocks noGrp="1"/>
          </p:cNvSpPr>
          <p:nvPr>
            <p:ph type="sldNum" idx="12"/>
          </p:nvPr>
        </p:nvSpPr>
        <p:spPr>
          <a:xfrm>
            <a:off x="10353901" y="5969000"/>
            <a:ext cx="542697" cy="2794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1"/>
                </a:solidFill>
                <a:latin typeface="Garamond"/>
                <a:ea typeface="Garamond"/>
                <a:cs typeface="Garamond"/>
                <a:sym typeface="Garamond"/>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1"/>
                </a:solidFill>
                <a:latin typeface="Garamond"/>
                <a:ea typeface="Garamond"/>
                <a:cs typeface="Garamond"/>
                <a:sym typeface="Garamond"/>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1"/>
                </a:solidFill>
                <a:latin typeface="Garamond"/>
                <a:ea typeface="Garamond"/>
                <a:cs typeface="Garamond"/>
                <a:sym typeface="Garamond"/>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1"/>
                </a:solidFill>
                <a:latin typeface="Garamond"/>
                <a:ea typeface="Garamond"/>
                <a:cs typeface="Garamond"/>
                <a:sym typeface="Garamond"/>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1"/>
                </a:solidFill>
                <a:latin typeface="Garamond"/>
                <a:ea typeface="Garamond"/>
                <a:cs typeface="Garamond"/>
                <a:sym typeface="Garamond"/>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1"/>
                </a:solidFill>
                <a:latin typeface="Garamond"/>
                <a:ea typeface="Garamond"/>
                <a:cs typeface="Garamond"/>
                <a:sym typeface="Garamond"/>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1"/>
                </a:solidFill>
                <a:latin typeface="Garamond"/>
                <a:ea typeface="Garamond"/>
                <a:cs typeface="Garamond"/>
                <a:sym typeface="Garamond"/>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1"/>
                </a:solidFill>
                <a:latin typeface="Garamond"/>
                <a:ea typeface="Garamond"/>
                <a:cs typeface="Garamond"/>
                <a:sym typeface="Garamond"/>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1"/>
                </a:solidFill>
                <a:latin typeface="Garamond"/>
                <a:ea typeface="Garamond"/>
                <a:cs typeface="Garamond"/>
                <a:sym typeface="Garamond"/>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 id="2147483661" r:id="rId12"/>
    <p:sldLayoutId id="2147483662" r:id="rId13"/>
    <p:sldLayoutId id="2147483663" r:id="rId14"/>
    <p:sldLayoutId id="2147483664" r:id="rId1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15.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15.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15.xml"/></Relationships>
</file>

<file path=ppt/slides/_rels/slide1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4.xml"/><Relationship Id="rId1" Type="http://schemas.openxmlformats.org/officeDocument/2006/relationships/slideLayout" Target="../slideLayouts/slideLayout15.xml"/></Relationships>
</file>

<file path=ppt/slides/_rels/slide1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5.xml"/><Relationship Id="rId1" Type="http://schemas.openxmlformats.org/officeDocument/2006/relationships/slideLayout" Target="../slideLayouts/slideLayout15.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7.xml"/><Relationship Id="rId1" Type="http://schemas.openxmlformats.org/officeDocument/2006/relationships/slideLayout" Target="../slideLayouts/slideLayout15.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19.png"/><Relationship Id="rId7" Type="http://schemas.openxmlformats.org/officeDocument/2006/relationships/image" Target="../media/image23.png"/><Relationship Id="rId2" Type="http://schemas.openxmlformats.org/officeDocument/2006/relationships/notesSlide" Target="../notesSlides/notesSlide23.xml"/><Relationship Id="rId1" Type="http://schemas.openxmlformats.org/officeDocument/2006/relationships/slideLayout" Target="../slideLayouts/slideLayout15.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19.png"/><Relationship Id="rId7" Type="http://schemas.openxmlformats.org/officeDocument/2006/relationships/image" Target="../media/image23.png"/><Relationship Id="rId2" Type="http://schemas.openxmlformats.org/officeDocument/2006/relationships/notesSlide" Target="../notesSlides/notesSlide27.xml"/><Relationship Id="rId1" Type="http://schemas.openxmlformats.org/officeDocument/2006/relationships/slideLayout" Target="../slideLayouts/slideLayout15.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0.xml"/><Relationship Id="rId1" Type="http://schemas.openxmlformats.org/officeDocument/2006/relationships/slideLayout" Target="../slideLayouts/slideLayout2.xml"/><Relationship Id="rId5" Type="http://schemas.openxmlformats.org/officeDocument/2006/relationships/image" Target="../media/image27.png"/><Relationship Id="rId4" Type="http://schemas.openxmlformats.org/officeDocument/2006/relationships/image" Target="../media/image26.png"/></Relationships>
</file>

<file path=ppt/slides/_rels/slide5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1.xml"/><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5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32.xml"/><Relationship Id="rId1" Type="http://schemas.openxmlformats.org/officeDocument/2006/relationships/slideLayout" Target="../slideLayouts/slideLayout2.xml"/><Relationship Id="rId4" Type="http://schemas.openxmlformats.org/officeDocument/2006/relationships/image" Target="../media/image3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32"/>
        <p:cNvGrpSpPr/>
        <p:nvPr/>
      </p:nvGrpSpPr>
      <p:grpSpPr>
        <a:xfrm>
          <a:off x="0" y="0"/>
          <a:ext cx="0" cy="0"/>
          <a:chOff x="0" y="0"/>
          <a:chExt cx="0" cy="0"/>
        </a:xfrm>
      </p:grpSpPr>
      <p:sp>
        <p:nvSpPr>
          <p:cNvPr id="133" name="Google Shape;133;p1"/>
          <p:cNvSpPr txBox="1">
            <a:spLocks noGrp="1"/>
          </p:cNvSpPr>
          <p:nvPr>
            <p:ph type="ctrTitle"/>
          </p:nvPr>
        </p:nvSpPr>
        <p:spPr>
          <a:xfrm>
            <a:off x="2692398" y="1871131"/>
            <a:ext cx="6815669" cy="1515533"/>
          </a:xfrm>
          <a:prstGeom prst="rect">
            <a:avLst/>
          </a:prstGeom>
          <a:noFill/>
          <a:ln>
            <a:noFill/>
          </a:ln>
        </p:spPr>
        <p:txBody>
          <a:bodyPr spcFirstLastPara="1" wrap="square" lIns="91425" tIns="45700" rIns="91425" bIns="45700" anchor="b" anchorCtr="0">
            <a:noAutofit/>
          </a:bodyPr>
          <a:lstStyle/>
          <a:p>
            <a:pPr marL="0" lvl="0" indent="0" algn="ctr" rtl="0">
              <a:lnSpc>
                <a:spcPct val="100000"/>
              </a:lnSpc>
              <a:spcBef>
                <a:spcPts val="0"/>
              </a:spcBef>
              <a:spcAft>
                <a:spcPts val="0"/>
              </a:spcAft>
              <a:buClr>
                <a:srgbClr val="262626"/>
              </a:buClr>
              <a:buSzPts val="4000"/>
              <a:buFont typeface="Garamond"/>
              <a:buNone/>
            </a:pPr>
            <a:r>
              <a:rPr lang="en-US" sz="4500"/>
              <a:t>Database Systems</a:t>
            </a:r>
            <a:endParaRPr sz="4500"/>
          </a:p>
          <a:p>
            <a:pPr marL="0" lvl="0" indent="0" algn="ctr" rtl="0">
              <a:lnSpc>
                <a:spcPct val="100000"/>
              </a:lnSpc>
              <a:spcBef>
                <a:spcPts val="0"/>
              </a:spcBef>
              <a:spcAft>
                <a:spcPts val="0"/>
              </a:spcAft>
              <a:buClr>
                <a:srgbClr val="262626"/>
              </a:buClr>
              <a:buSzPts val="4000"/>
              <a:buFont typeface="Garamond"/>
              <a:buNone/>
            </a:pPr>
            <a:r>
              <a:rPr lang="en-US" sz="4500"/>
              <a:t>(</a:t>
            </a:r>
            <a:r>
              <a:rPr lang="en-US" sz="4500">
                <a:solidFill>
                  <a:srgbClr val="0D0D0D"/>
                </a:solidFill>
              </a:rPr>
              <a:t>CS2005</a:t>
            </a:r>
            <a:r>
              <a:rPr lang="en-US" sz="4500"/>
              <a:t>)</a:t>
            </a:r>
            <a:endParaRPr sz="4500"/>
          </a:p>
        </p:txBody>
      </p:sp>
      <p:sp>
        <p:nvSpPr>
          <p:cNvPr id="134" name="Google Shape;134;p1"/>
          <p:cNvSpPr txBox="1">
            <a:spLocks noGrp="1"/>
          </p:cNvSpPr>
          <p:nvPr>
            <p:ph type="subTitle" idx="1"/>
          </p:nvPr>
        </p:nvSpPr>
        <p:spPr>
          <a:xfrm>
            <a:off x="2692400" y="3657600"/>
            <a:ext cx="6815700" cy="1515600"/>
          </a:xfrm>
          <a:prstGeom prst="rect">
            <a:avLst/>
          </a:prstGeom>
          <a:noFill/>
          <a:ln>
            <a:noFill/>
          </a:ln>
        </p:spPr>
        <p:txBody>
          <a:bodyPr spcFirstLastPara="1" wrap="square" lIns="91425" tIns="45700" rIns="91425" bIns="45700" anchor="t" anchorCtr="0">
            <a:noAutofit/>
          </a:bodyPr>
          <a:lstStyle/>
          <a:p>
            <a:pPr marL="0" lvl="0" indent="0" algn="ctr" rtl="0">
              <a:lnSpc>
                <a:spcPct val="80000"/>
              </a:lnSpc>
              <a:spcBef>
                <a:spcPts val="0"/>
              </a:spcBef>
              <a:spcAft>
                <a:spcPts val="0"/>
              </a:spcAft>
              <a:buSzPts val="1328"/>
              <a:buNone/>
            </a:pPr>
            <a:endParaRPr sz="2400"/>
          </a:p>
          <a:p>
            <a:pPr marL="0" lvl="0" indent="0" algn="ctr" rtl="0">
              <a:lnSpc>
                <a:spcPct val="80000"/>
              </a:lnSpc>
              <a:spcBef>
                <a:spcPts val="0"/>
              </a:spcBef>
              <a:spcAft>
                <a:spcPts val="0"/>
              </a:spcAft>
              <a:buSzPts val="1328"/>
              <a:buNone/>
            </a:pPr>
            <a:r>
              <a:rPr lang="en-US" sz="2400"/>
              <a:t>Week – 13</a:t>
            </a:r>
            <a:endParaRPr sz="2400"/>
          </a:p>
          <a:p>
            <a:pPr marL="0" lvl="0" indent="0" algn="ctr" rtl="0">
              <a:lnSpc>
                <a:spcPct val="80000"/>
              </a:lnSpc>
              <a:spcBef>
                <a:spcPts val="831"/>
              </a:spcBef>
              <a:spcAft>
                <a:spcPts val="0"/>
              </a:spcAft>
              <a:buSzPts val="1328"/>
              <a:buNone/>
            </a:pPr>
            <a:endParaRPr sz="2400"/>
          </a:p>
          <a:p>
            <a:pPr marL="0" lvl="0" indent="0" algn="ctr" rtl="0">
              <a:lnSpc>
                <a:spcPct val="80000"/>
              </a:lnSpc>
              <a:spcBef>
                <a:spcPts val="831"/>
              </a:spcBef>
              <a:spcAft>
                <a:spcPts val="0"/>
              </a:spcAft>
              <a:buSzPts val="1328"/>
              <a:buNone/>
            </a:pPr>
            <a:r>
              <a:rPr lang="en-US" sz="2400"/>
              <a:t>Instructor: </a:t>
            </a:r>
            <a:r>
              <a:rPr lang="en-US" sz="2400" b="1"/>
              <a:t>Basit Ali </a:t>
            </a:r>
            <a:endParaRPr sz="2400"/>
          </a:p>
          <a:p>
            <a:pPr marL="0" lvl="0" indent="0" algn="l" rtl="0">
              <a:lnSpc>
                <a:spcPct val="80000"/>
              </a:lnSpc>
              <a:spcBef>
                <a:spcPts val="864"/>
              </a:spcBef>
              <a:spcAft>
                <a:spcPts val="0"/>
              </a:spcAft>
              <a:buSzPts val="1518"/>
              <a:buNone/>
            </a:pPr>
            <a:r>
              <a:rPr lang="en-US" sz="2400"/>
              <a:t>	</a:t>
            </a:r>
            <a:endParaRPr sz="2400"/>
          </a:p>
          <a:p>
            <a:pPr marL="0" lvl="0" indent="0" algn="ctr" rtl="0">
              <a:lnSpc>
                <a:spcPct val="80000"/>
              </a:lnSpc>
              <a:spcBef>
                <a:spcPts val="831"/>
              </a:spcBef>
              <a:spcAft>
                <a:spcPts val="0"/>
              </a:spcAft>
              <a:buSzPts val="1328"/>
              <a:buNone/>
            </a:pPr>
            <a:endParaRPr sz="24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39"/>
        <p:cNvGrpSpPr/>
        <p:nvPr/>
      </p:nvGrpSpPr>
      <p:grpSpPr>
        <a:xfrm>
          <a:off x="0" y="0"/>
          <a:ext cx="0" cy="0"/>
          <a:chOff x="0" y="0"/>
          <a:chExt cx="0" cy="0"/>
        </a:xfrm>
      </p:grpSpPr>
      <p:sp>
        <p:nvSpPr>
          <p:cNvPr id="140" name="Google Shape;140;p2"/>
          <p:cNvSpPr txBox="1">
            <a:spLocks noGrp="1"/>
          </p:cNvSpPr>
          <p:nvPr>
            <p:ph type="title"/>
          </p:nvPr>
        </p:nvSpPr>
        <p:spPr>
          <a:xfrm>
            <a:off x="1295402" y="982132"/>
            <a:ext cx="9601196" cy="1303867"/>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4400"/>
              <a:buNone/>
            </a:pPr>
            <a:r>
              <a:rPr lang="en-US"/>
              <a:t> </a:t>
            </a:r>
            <a:endParaRPr/>
          </a:p>
        </p:txBody>
      </p:sp>
      <p:sp>
        <p:nvSpPr>
          <p:cNvPr id="141" name="Google Shape;141;p2"/>
          <p:cNvSpPr txBox="1">
            <a:spLocks noGrp="1"/>
          </p:cNvSpPr>
          <p:nvPr>
            <p:ph type="body" idx="1"/>
          </p:nvPr>
        </p:nvSpPr>
        <p:spPr>
          <a:xfrm>
            <a:off x="649558" y="839873"/>
            <a:ext cx="10893000" cy="4234500"/>
          </a:xfrm>
          <a:prstGeom prst="rect">
            <a:avLst/>
          </a:prstGeom>
          <a:noFill/>
          <a:ln>
            <a:noFill/>
          </a:ln>
        </p:spPr>
        <p:txBody>
          <a:bodyPr spcFirstLastPara="1" wrap="square" lIns="91425" tIns="45700" rIns="91425" bIns="45700" anchor="t" anchorCtr="0">
            <a:normAutofit lnSpcReduction="10000"/>
          </a:bodyPr>
          <a:lstStyle/>
          <a:p>
            <a:pPr marL="457200" lvl="0" indent="-228600" algn="ctr" rtl="0">
              <a:lnSpc>
                <a:spcPct val="100000"/>
              </a:lnSpc>
              <a:spcBef>
                <a:spcPts val="480"/>
              </a:spcBef>
              <a:spcAft>
                <a:spcPts val="0"/>
              </a:spcAft>
              <a:buSzPts val="2760"/>
              <a:buNone/>
            </a:pPr>
            <a:endParaRPr/>
          </a:p>
          <a:p>
            <a:pPr marL="457200" lvl="0" indent="-228600" algn="ctr" rtl="0">
              <a:lnSpc>
                <a:spcPct val="100000"/>
              </a:lnSpc>
              <a:spcBef>
                <a:spcPts val="480"/>
              </a:spcBef>
              <a:spcAft>
                <a:spcPts val="0"/>
              </a:spcAft>
              <a:buSzPts val="2760"/>
              <a:buNone/>
            </a:pPr>
            <a:endParaRPr/>
          </a:p>
          <a:p>
            <a:pPr marL="457200" lvl="0" indent="-228600" algn="ctr" rtl="0">
              <a:lnSpc>
                <a:spcPct val="100000"/>
              </a:lnSpc>
              <a:spcBef>
                <a:spcPts val="480"/>
              </a:spcBef>
              <a:spcAft>
                <a:spcPts val="0"/>
              </a:spcAft>
              <a:buSzPts val="2760"/>
              <a:buNone/>
            </a:pPr>
            <a:endParaRPr/>
          </a:p>
          <a:p>
            <a:pPr marL="0" lvl="0" indent="0" algn="ctr" rtl="0">
              <a:lnSpc>
                <a:spcPct val="100000"/>
              </a:lnSpc>
              <a:spcBef>
                <a:spcPts val="480"/>
              </a:spcBef>
              <a:spcAft>
                <a:spcPts val="0"/>
              </a:spcAft>
              <a:buSzPts val="2760"/>
              <a:buNone/>
            </a:pPr>
            <a:endParaRPr/>
          </a:p>
          <a:p>
            <a:pPr marL="0" lvl="0" indent="0" algn="ctr" rtl="0">
              <a:lnSpc>
                <a:spcPct val="100000"/>
              </a:lnSpc>
              <a:spcBef>
                <a:spcPts val="480"/>
              </a:spcBef>
              <a:spcAft>
                <a:spcPts val="0"/>
              </a:spcAft>
              <a:buSzPts val="2760"/>
              <a:buNone/>
            </a:pPr>
            <a:endParaRPr sz="3200" b="1"/>
          </a:p>
          <a:p>
            <a:pPr marL="0" lvl="0" indent="0" algn="ctr" rtl="0">
              <a:spcBef>
                <a:spcPts val="640"/>
              </a:spcBef>
              <a:spcAft>
                <a:spcPts val="0"/>
              </a:spcAft>
              <a:buClr>
                <a:srgbClr val="000000"/>
              </a:buClr>
              <a:buSzPts val="1920"/>
              <a:buFont typeface="Noto Sans Symbols"/>
              <a:buNone/>
            </a:pPr>
            <a:r>
              <a:rPr lang="en-US" sz="3200" b="1"/>
              <a:t>CHAPTER 20</a:t>
            </a:r>
            <a:endParaRPr/>
          </a:p>
          <a:p>
            <a:pPr marL="0" lvl="0" indent="0" algn="ctr" rtl="0">
              <a:spcBef>
                <a:spcPts val="560"/>
              </a:spcBef>
              <a:spcAft>
                <a:spcPts val="0"/>
              </a:spcAft>
              <a:buClr>
                <a:srgbClr val="000000"/>
              </a:buClr>
              <a:buSzPts val="1680"/>
              <a:buFont typeface="Noto Sans Symbols"/>
              <a:buNone/>
            </a:pPr>
            <a:endParaRPr b="1"/>
          </a:p>
          <a:p>
            <a:pPr marL="0" lvl="0" indent="0" algn="ctr" rtl="0">
              <a:spcBef>
                <a:spcPts val="720"/>
              </a:spcBef>
              <a:spcAft>
                <a:spcPts val="0"/>
              </a:spcAft>
              <a:buClr>
                <a:srgbClr val="000000"/>
              </a:buClr>
              <a:buSzPts val="2160"/>
              <a:buFont typeface="Noto Sans Symbols"/>
              <a:buNone/>
            </a:pPr>
            <a:r>
              <a:rPr lang="en-US" sz="3600" b="1"/>
              <a:t>Introduction to Transaction Processing Concepts and Theory</a:t>
            </a:r>
            <a:endParaRPr/>
          </a:p>
          <a:p>
            <a:pPr marL="0" lvl="0" indent="0" algn="ctr" rtl="0">
              <a:lnSpc>
                <a:spcPct val="100000"/>
              </a:lnSpc>
              <a:spcBef>
                <a:spcPts val="480"/>
              </a:spcBef>
              <a:spcAft>
                <a:spcPts val="0"/>
              </a:spcAft>
              <a:buSzPts val="2760"/>
              <a:buNone/>
            </a:pPr>
            <a:endParaRPr sz="36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87" name="Google Shape;87;p3"/>
          <p:cNvSpPr txBox="1">
            <a:spLocks noGrp="1"/>
          </p:cNvSpPr>
          <p:nvPr>
            <p:ph type="title"/>
          </p:nvPr>
        </p:nvSpPr>
        <p:spPr>
          <a:xfrm>
            <a:off x="4015510" y="792742"/>
            <a:ext cx="7796213" cy="992187"/>
          </a:xfrm>
          <a:prstGeom prst="rect">
            <a:avLst/>
          </a:prstGeom>
          <a:noFill/>
          <a:ln>
            <a:noFill/>
          </a:ln>
        </p:spPr>
        <p:txBody>
          <a:bodyPr spcFirstLastPara="1" wrap="square" lIns="91425" tIns="45700" rIns="91425" bIns="45700" anchor="b" anchorCtr="0">
            <a:noAutofit/>
          </a:bodyPr>
          <a:lstStyle/>
          <a:p>
            <a:pPr algn="l"/>
            <a:r>
              <a:rPr lang="en-US" dirty="0"/>
              <a:t>Introduction</a:t>
            </a:r>
            <a:endParaRPr dirty="0"/>
          </a:p>
        </p:txBody>
      </p:sp>
      <p:sp>
        <p:nvSpPr>
          <p:cNvPr id="88" name="Google Shape;88;p3"/>
          <p:cNvSpPr txBox="1">
            <a:spLocks noGrp="1"/>
          </p:cNvSpPr>
          <p:nvPr>
            <p:ph type="body" idx="1"/>
          </p:nvPr>
        </p:nvSpPr>
        <p:spPr>
          <a:xfrm>
            <a:off x="1337108" y="2089727"/>
            <a:ext cx="9552565" cy="4061691"/>
          </a:xfrm>
          <a:prstGeom prst="rect">
            <a:avLst/>
          </a:prstGeom>
          <a:noFill/>
          <a:ln>
            <a:noFill/>
          </a:ln>
        </p:spPr>
        <p:txBody>
          <a:bodyPr spcFirstLastPara="1" wrap="square" lIns="91425" tIns="45700" rIns="0" bIns="45700" anchor="t" anchorCtr="0">
            <a:noAutofit/>
          </a:bodyPr>
          <a:lstStyle/>
          <a:p>
            <a:pPr marL="342900" indent="-342900">
              <a:spcBef>
                <a:spcPts val="0"/>
              </a:spcBef>
              <a:buSzPts val="1680"/>
              <a:buChar char="■"/>
            </a:pPr>
            <a:r>
              <a:rPr lang="en-US" sz="3200" dirty="0"/>
              <a:t>Transaction</a:t>
            </a:r>
            <a:endParaRPr sz="3200" dirty="0"/>
          </a:p>
          <a:p>
            <a:pPr marL="742950" lvl="1" indent="-285750">
              <a:spcBef>
                <a:spcPts val="520"/>
              </a:spcBef>
              <a:buSzPts val="1430"/>
              <a:buChar char="■"/>
            </a:pPr>
            <a:r>
              <a:rPr lang="en-US" sz="2800" dirty="0"/>
              <a:t>A transaction is a unit of program execution that accesses and  possibly updates various data items.</a:t>
            </a:r>
          </a:p>
          <a:p>
            <a:pPr marL="457200" lvl="1" indent="0">
              <a:spcBef>
                <a:spcPts val="520"/>
              </a:spcBef>
              <a:buSzPts val="1430"/>
              <a:buNone/>
            </a:pPr>
            <a:endParaRPr sz="2800" dirty="0"/>
          </a:p>
          <a:p>
            <a:pPr marL="342900" indent="-342900">
              <a:spcBef>
                <a:spcPts val="560"/>
              </a:spcBef>
              <a:buSzPts val="1680"/>
              <a:buChar char="■"/>
            </a:pPr>
            <a:r>
              <a:rPr lang="en-US" sz="3200" dirty="0"/>
              <a:t>Transaction processing systems</a:t>
            </a:r>
            <a:endParaRPr sz="3200" dirty="0"/>
          </a:p>
          <a:p>
            <a:pPr marL="742950" lvl="1" indent="-285750">
              <a:spcBef>
                <a:spcPts val="520"/>
              </a:spcBef>
              <a:buSzPts val="1430"/>
              <a:buChar char="■"/>
            </a:pPr>
            <a:r>
              <a:rPr lang="en-US" sz="2800" dirty="0"/>
              <a:t>Systems with large databases and hundreds of concurrent users</a:t>
            </a:r>
            <a:endParaRPr sz="2800" dirty="0"/>
          </a:p>
          <a:p>
            <a:pPr marL="742950" lvl="1" indent="-285750">
              <a:spcBef>
                <a:spcPts val="520"/>
              </a:spcBef>
              <a:buSzPts val="1430"/>
              <a:buChar char="■"/>
            </a:pPr>
            <a:r>
              <a:rPr lang="en-US" sz="2800" dirty="0"/>
              <a:t>Require high availability and fast response time</a:t>
            </a:r>
            <a:endParaRPr sz="2800" dirty="0"/>
          </a:p>
        </p:txBody>
      </p:sp>
    </p:spTree>
    <p:extLst>
      <p:ext uri="{BB962C8B-B14F-4D97-AF65-F5344CB8AC3E}">
        <p14:creationId xmlns:p14="http://schemas.microsoft.com/office/powerpoint/2010/main" val="348433023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sp>
        <p:nvSpPr>
          <p:cNvPr id="94" name="Google Shape;94;p4"/>
          <p:cNvSpPr txBox="1">
            <a:spLocks noGrp="1"/>
          </p:cNvSpPr>
          <p:nvPr>
            <p:ph type="title"/>
          </p:nvPr>
        </p:nvSpPr>
        <p:spPr>
          <a:xfrm>
            <a:off x="3544456" y="977469"/>
            <a:ext cx="5331689" cy="992187"/>
          </a:xfrm>
          <a:prstGeom prst="rect">
            <a:avLst/>
          </a:prstGeom>
          <a:noFill/>
          <a:ln>
            <a:noFill/>
          </a:ln>
        </p:spPr>
        <p:txBody>
          <a:bodyPr spcFirstLastPara="1" wrap="square" lIns="91425" tIns="45700" rIns="91425" bIns="45700" anchor="b" anchorCtr="0">
            <a:noAutofit/>
          </a:bodyPr>
          <a:lstStyle/>
          <a:p>
            <a:pPr algn="l"/>
            <a:r>
              <a:rPr lang="en-US" dirty="0" smtClean="0"/>
              <a:t>Transaction </a:t>
            </a:r>
            <a:r>
              <a:rPr lang="en-US" dirty="0"/>
              <a:t>Processing</a:t>
            </a:r>
            <a:endParaRPr dirty="0"/>
          </a:p>
        </p:txBody>
      </p:sp>
      <p:sp>
        <p:nvSpPr>
          <p:cNvPr id="95" name="Google Shape;95;p4"/>
          <p:cNvSpPr txBox="1">
            <a:spLocks noGrp="1"/>
          </p:cNvSpPr>
          <p:nvPr>
            <p:ph type="body" idx="1"/>
          </p:nvPr>
        </p:nvSpPr>
        <p:spPr>
          <a:xfrm>
            <a:off x="1634405" y="2392218"/>
            <a:ext cx="8802686" cy="3186546"/>
          </a:xfrm>
          <a:prstGeom prst="rect">
            <a:avLst/>
          </a:prstGeom>
          <a:noFill/>
          <a:ln>
            <a:noFill/>
          </a:ln>
        </p:spPr>
        <p:txBody>
          <a:bodyPr spcFirstLastPara="1" wrap="square" lIns="91425" tIns="45700" rIns="0" bIns="45700" anchor="t" anchorCtr="0">
            <a:noAutofit/>
          </a:bodyPr>
          <a:lstStyle/>
          <a:p>
            <a:pPr marL="342900" indent="-342900">
              <a:spcBef>
                <a:spcPts val="0"/>
              </a:spcBef>
              <a:buSzPts val="1680"/>
              <a:buChar char="■"/>
            </a:pPr>
            <a:r>
              <a:rPr lang="en-US" sz="1700" dirty="0"/>
              <a:t>Single-user DBMS</a:t>
            </a:r>
            <a:endParaRPr sz="1700" dirty="0"/>
          </a:p>
          <a:p>
            <a:pPr marL="742950" lvl="1" indent="-285750">
              <a:spcBef>
                <a:spcPts val="520"/>
              </a:spcBef>
              <a:buSzPts val="1430"/>
              <a:buChar char="■"/>
            </a:pPr>
            <a:r>
              <a:rPr lang="en-US" sz="1700" dirty="0"/>
              <a:t>At most one user at a time can use the system</a:t>
            </a:r>
            <a:endParaRPr sz="1700" dirty="0"/>
          </a:p>
          <a:p>
            <a:pPr marL="742950" lvl="1" indent="-285750">
              <a:spcBef>
                <a:spcPts val="520"/>
              </a:spcBef>
              <a:buSzPts val="1430"/>
              <a:buChar char="■"/>
            </a:pPr>
            <a:r>
              <a:rPr lang="en-US" sz="1700" dirty="0"/>
              <a:t>Example: home </a:t>
            </a:r>
            <a:r>
              <a:rPr lang="en-US" sz="1700" dirty="0" smtClean="0"/>
              <a:t>computer</a:t>
            </a:r>
          </a:p>
          <a:p>
            <a:pPr marL="742950" lvl="1" indent="-285750">
              <a:spcBef>
                <a:spcPts val="520"/>
              </a:spcBef>
              <a:buSzPts val="1430"/>
              <a:buChar char="■"/>
            </a:pPr>
            <a:endParaRPr lang="en-US" sz="1700" dirty="0" smtClean="0"/>
          </a:p>
          <a:p>
            <a:pPr marL="342900" indent="-342900">
              <a:spcBef>
                <a:spcPts val="560"/>
              </a:spcBef>
              <a:buSzPts val="1680"/>
              <a:buChar char="■"/>
            </a:pPr>
            <a:r>
              <a:rPr lang="en-US" sz="1700" dirty="0" smtClean="0"/>
              <a:t>Multiuser </a:t>
            </a:r>
            <a:r>
              <a:rPr lang="en-US" sz="1700" dirty="0"/>
              <a:t>DBMS</a:t>
            </a:r>
            <a:endParaRPr sz="1700" dirty="0"/>
          </a:p>
          <a:p>
            <a:pPr marL="742950" lvl="1" indent="-285750">
              <a:spcBef>
                <a:spcPts val="520"/>
              </a:spcBef>
              <a:buSzPts val="1430"/>
              <a:buChar char="■"/>
            </a:pPr>
            <a:r>
              <a:rPr lang="en-US" sz="1700" dirty="0"/>
              <a:t>Many users can access the system (database) concurrently</a:t>
            </a:r>
            <a:endParaRPr sz="1700" dirty="0"/>
          </a:p>
          <a:p>
            <a:pPr marL="742950" lvl="1" indent="-285750">
              <a:spcBef>
                <a:spcPts val="520"/>
              </a:spcBef>
              <a:buSzPts val="1430"/>
              <a:buChar char="■"/>
            </a:pPr>
            <a:r>
              <a:rPr lang="en-US" sz="1700" dirty="0"/>
              <a:t>Example: airline reservations </a:t>
            </a:r>
            <a:r>
              <a:rPr lang="en-US" sz="1700" dirty="0" smtClean="0"/>
              <a:t>system</a:t>
            </a:r>
          </a:p>
          <a:p>
            <a:pPr marL="742950" lvl="1" indent="-285750">
              <a:spcBef>
                <a:spcPts val="520"/>
              </a:spcBef>
              <a:buSzPts val="1430"/>
              <a:buChar char="■"/>
            </a:pPr>
            <a:endParaRPr sz="1700" dirty="0"/>
          </a:p>
          <a:p>
            <a:pPr marL="342900" lvl="0" indent="-342900">
              <a:spcBef>
                <a:spcPts val="0"/>
              </a:spcBef>
              <a:buSzPts val="1680"/>
              <a:buChar char="■"/>
            </a:pPr>
            <a:r>
              <a:rPr lang="en-US" sz="1700" dirty="0"/>
              <a:t>Multiprogramming</a:t>
            </a:r>
          </a:p>
          <a:p>
            <a:pPr marL="742950" lvl="1" indent="-285750">
              <a:spcBef>
                <a:spcPts val="520"/>
              </a:spcBef>
              <a:buSzPts val="1430"/>
              <a:buChar char="■"/>
            </a:pPr>
            <a:r>
              <a:rPr lang="en-US" sz="1700" dirty="0"/>
              <a:t>Allows operating system to execute multiple processes concurrently</a:t>
            </a:r>
          </a:p>
          <a:p>
            <a:pPr marL="742950" lvl="1" indent="-285750">
              <a:spcBef>
                <a:spcPts val="520"/>
              </a:spcBef>
              <a:buSzPts val="1430"/>
              <a:buChar char="■"/>
            </a:pPr>
            <a:r>
              <a:rPr lang="en-US" sz="1700" dirty="0"/>
              <a:t>Executes commands from one process, then suspends that process and executes commands from another process, etc.</a:t>
            </a:r>
          </a:p>
          <a:p>
            <a:pPr marL="742950" lvl="1" indent="-194944">
              <a:spcBef>
                <a:spcPts val="520"/>
              </a:spcBef>
              <a:buSzPts val="1430"/>
              <a:buNone/>
            </a:pPr>
            <a:endParaRPr sz="1700" dirty="0"/>
          </a:p>
        </p:txBody>
      </p:sp>
    </p:spTree>
    <p:extLst>
      <p:ext uri="{BB962C8B-B14F-4D97-AF65-F5344CB8AC3E}">
        <p14:creationId xmlns:p14="http://schemas.microsoft.com/office/powerpoint/2010/main" val="36972881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Transaction Processing</a:t>
            </a:r>
          </a:p>
        </p:txBody>
      </p:sp>
      <p:sp>
        <p:nvSpPr>
          <p:cNvPr id="3" name="Text Placeholder 2"/>
          <p:cNvSpPr>
            <a:spLocks noGrp="1"/>
          </p:cNvSpPr>
          <p:nvPr>
            <p:ph type="body" idx="1"/>
          </p:nvPr>
        </p:nvSpPr>
        <p:spPr/>
        <p:txBody>
          <a:bodyPr>
            <a:normAutofit fontScale="92500"/>
          </a:bodyPr>
          <a:lstStyle/>
          <a:p>
            <a:pPr algn="just"/>
            <a:r>
              <a:rPr lang="en-US" b="1" dirty="0"/>
              <a:t>Interleaved Processing</a:t>
            </a:r>
            <a:r>
              <a:rPr lang="en-US" dirty="0"/>
              <a:t>: Interleaved processing refers to switching between tasks at regular intervals, creating the appearance of simultaneous execution. This method allocates a time slice to each task and switches back and forth, managing multiple tasks by sharing resources and processing time</a:t>
            </a:r>
            <a:r>
              <a:rPr lang="en-US" dirty="0" smtClean="0"/>
              <a:t>.</a:t>
            </a:r>
          </a:p>
          <a:p>
            <a:pPr algn="just"/>
            <a:endParaRPr lang="en-US" dirty="0"/>
          </a:p>
          <a:p>
            <a:pPr algn="just"/>
            <a:r>
              <a:rPr lang="en-US" b="1" dirty="0"/>
              <a:t>Example</a:t>
            </a:r>
            <a:r>
              <a:rPr lang="en-US" dirty="0"/>
              <a:t>: In a single-core processor running two tasks (Task A and Task B), the processor might execute Task A for a short time, then switch to Task B, then back to Task A, and so on. This gives the impression that both tasks are running concurrently, although only one task is actually processed at any given moment.</a:t>
            </a:r>
          </a:p>
          <a:p>
            <a:pPr algn="just"/>
            <a:endParaRPr lang="en-US" dirty="0"/>
          </a:p>
        </p:txBody>
      </p:sp>
    </p:spTree>
    <p:extLst>
      <p:ext uri="{BB962C8B-B14F-4D97-AF65-F5344CB8AC3E}">
        <p14:creationId xmlns:p14="http://schemas.microsoft.com/office/powerpoint/2010/main" val="26913677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Transaction Processing</a:t>
            </a:r>
          </a:p>
        </p:txBody>
      </p:sp>
      <p:sp>
        <p:nvSpPr>
          <p:cNvPr id="3" name="Text Placeholder 2"/>
          <p:cNvSpPr>
            <a:spLocks noGrp="1"/>
          </p:cNvSpPr>
          <p:nvPr>
            <p:ph type="body" idx="1"/>
          </p:nvPr>
        </p:nvSpPr>
        <p:spPr/>
        <p:txBody>
          <a:bodyPr>
            <a:normAutofit lnSpcReduction="10000"/>
          </a:bodyPr>
          <a:lstStyle/>
          <a:p>
            <a:pPr algn="just"/>
            <a:r>
              <a:rPr lang="en-US" b="1" dirty="0"/>
              <a:t>Parallel Processing</a:t>
            </a:r>
            <a:r>
              <a:rPr lang="en-US" dirty="0"/>
              <a:t>: Parallel processing involves executing multiple tasks or processes simultaneously. This requires multiple processing cores or processors, where each core handles a separate task, allowing real concurrency</a:t>
            </a:r>
            <a:r>
              <a:rPr lang="en-US" dirty="0" smtClean="0"/>
              <a:t>.</a:t>
            </a:r>
          </a:p>
          <a:p>
            <a:pPr algn="just"/>
            <a:endParaRPr lang="en-US" dirty="0"/>
          </a:p>
          <a:p>
            <a:pPr algn="just"/>
            <a:r>
              <a:rPr lang="en-US" b="1" dirty="0"/>
              <a:t>Example</a:t>
            </a:r>
            <a:r>
              <a:rPr lang="en-US" dirty="0"/>
              <a:t>: In a multi-core processor, each core could handle a different task at the same time. For example, Core 1 might process Task A, and Core 2 might simultaneously process Task B, resulting in true parallelism and faster execution.</a:t>
            </a:r>
          </a:p>
        </p:txBody>
      </p:sp>
    </p:spTree>
    <p:extLst>
      <p:ext uri="{BB962C8B-B14F-4D97-AF65-F5344CB8AC3E}">
        <p14:creationId xmlns:p14="http://schemas.microsoft.com/office/powerpoint/2010/main" val="46484598"/>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95401" y="529550"/>
            <a:ext cx="9601196" cy="1303867"/>
          </a:xfrm>
        </p:spPr>
        <p:txBody>
          <a:bodyPr>
            <a:normAutofit/>
          </a:bodyPr>
          <a:lstStyle/>
          <a:p>
            <a:r>
              <a:rPr lang="en-US" dirty="0" smtClean="0"/>
              <a:t>Interleaved V/s Parallel Processing</a:t>
            </a:r>
            <a:endParaRPr lang="en-US" dirty="0"/>
          </a:p>
        </p:txBody>
      </p:sp>
      <p:pic>
        <p:nvPicPr>
          <p:cNvPr id="11" name="Picture 10"/>
          <p:cNvPicPr>
            <a:picLocks noChangeAspect="1"/>
          </p:cNvPicPr>
          <p:nvPr/>
        </p:nvPicPr>
        <p:blipFill>
          <a:blip r:embed="rId2"/>
          <a:stretch>
            <a:fillRect/>
          </a:stretch>
        </p:blipFill>
        <p:spPr>
          <a:xfrm>
            <a:off x="2468129" y="1668824"/>
            <a:ext cx="7255740" cy="4407544"/>
          </a:xfrm>
          <a:prstGeom prst="rect">
            <a:avLst/>
          </a:prstGeom>
        </p:spPr>
      </p:pic>
    </p:spTree>
    <p:extLst>
      <p:ext uri="{BB962C8B-B14F-4D97-AF65-F5344CB8AC3E}">
        <p14:creationId xmlns:p14="http://schemas.microsoft.com/office/powerpoint/2010/main" val="562599006"/>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95400" y="843587"/>
            <a:ext cx="9601196" cy="1303867"/>
          </a:xfrm>
        </p:spPr>
        <p:txBody>
          <a:bodyPr>
            <a:normAutofit/>
          </a:bodyPr>
          <a:lstStyle/>
          <a:p>
            <a:r>
              <a:rPr lang="en-US" dirty="0" smtClean="0"/>
              <a:t>Interleaved V/s Parallel Processing</a:t>
            </a:r>
            <a:endParaRPr lang="en-US" dirty="0"/>
          </a:p>
        </p:txBody>
      </p:sp>
      <p:pic>
        <p:nvPicPr>
          <p:cNvPr id="4" name="Google Shape;111;p6"/>
          <p:cNvPicPr preferRelativeResize="0"/>
          <p:nvPr/>
        </p:nvPicPr>
        <p:blipFill rotWithShape="1">
          <a:blip r:embed="rId2">
            <a:alphaModFix/>
          </a:blip>
          <a:srcRect/>
          <a:stretch/>
        </p:blipFill>
        <p:spPr>
          <a:xfrm>
            <a:off x="2495849" y="2484583"/>
            <a:ext cx="7200299" cy="2798044"/>
          </a:xfrm>
          <a:prstGeom prst="rect">
            <a:avLst/>
          </a:prstGeom>
          <a:noFill/>
          <a:ln>
            <a:noFill/>
          </a:ln>
        </p:spPr>
      </p:pic>
    </p:spTree>
    <p:extLst>
      <p:ext uri="{BB962C8B-B14F-4D97-AF65-F5344CB8AC3E}">
        <p14:creationId xmlns:p14="http://schemas.microsoft.com/office/powerpoint/2010/main" val="82633181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23"/>
        <p:cNvGrpSpPr/>
        <p:nvPr/>
      </p:nvGrpSpPr>
      <p:grpSpPr>
        <a:xfrm>
          <a:off x="0" y="0"/>
          <a:ext cx="0" cy="0"/>
          <a:chOff x="0" y="0"/>
          <a:chExt cx="0" cy="0"/>
        </a:xfrm>
      </p:grpSpPr>
      <p:sp>
        <p:nvSpPr>
          <p:cNvPr id="124" name="Google Shape;124;p8"/>
          <p:cNvSpPr txBox="1">
            <a:spLocks noGrp="1"/>
          </p:cNvSpPr>
          <p:nvPr>
            <p:ph type="title"/>
          </p:nvPr>
        </p:nvSpPr>
        <p:spPr>
          <a:xfrm>
            <a:off x="4251974" y="1125249"/>
            <a:ext cx="3918527" cy="992187"/>
          </a:xfrm>
          <a:prstGeom prst="rect">
            <a:avLst/>
          </a:prstGeom>
          <a:noFill/>
          <a:ln>
            <a:noFill/>
          </a:ln>
        </p:spPr>
        <p:txBody>
          <a:bodyPr spcFirstLastPara="1" wrap="square" lIns="91425" tIns="45700" rIns="91425" bIns="45700" anchor="b" anchorCtr="0">
            <a:noAutofit/>
          </a:bodyPr>
          <a:lstStyle/>
          <a:p>
            <a:pPr algn="l"/>
            <a:r>
              <a:rPr lang="en-US" dirty="0"/>
              <a:t>Database Items</a:t>
            </a:r>
            <a:endParaRPr dirty="0"/>
          </a:p>
        </p:txBody>
      </p:sp>
      <p:sp>
        <p:nvSpPr>
          <p:cNvPr id="125" name="Google Shape;125;p8"/>
          <p:cNvSpPr txBox="1">
            <a:spLocks noGrp="1"/>
          </p:cNvSpPr>
          <p:nvPr>
            <p:ph type="body" idx="1"/>
          </p:nvPr>
        </p:nvSpPr>
        <p:spPr>
          <a:xfrm>
            <a:off x="1652877" y="2320637"/>
            <a:ext cx="9116722" cy="3627582"/>
          </a:xfrm>
          <a:prstGeom prst="rect">
            <a:avLst/>
          </a:prstGeom>
          <a:noFill/>
          <a:ln>
            <a:noFill/>
          </a:ln>
        </p:spPr>
        <p:txBody>
          <a:bodyPr spcFirstLastPara="1" wrap="square" lIns="91425" tIns="45700" rIns="0" bIns="45700" anchor="t" anchorCtr="0">
            <a:noAutofit/>
          </a:bodyPr>
          <a:lstStyle/>
          <a:p>
            <a:pPr marL="342900" indent="-342900" algn="just">
              <a:spcBef>
                <a:spcPts val="0"/>
              </a:spcBef>
              <a:buSzPts val="1680"/>
              <a:buChar char="■"/>
            </a:pPr>
            <a:r>
              <a:rPr lang="en-US" sz="3200" dirty="0"/>
              <a:t>Database represented as collection of named data items</a:t>
            </a:r>
            <a:endParaRPr sz="3200" dirty="0"/>
          </a:p>
          <a:p>
            <a:pPr marL="342900" indent="-342900" algn="just">
              <a:spcBef>
                <a:spcPts val="560"/>
              </a:spcBef>
              <a:buSzPts val="1680"/>
              <a:buChar char="■"/>
            </a:pPr>
            <a:r>
              <a:rPr lang="en-US" sz="3200" dirty="0"/>
              <a:t>Size of a data item called its granularity</a:t>
            </a:r>
            <a:endParaRPr sz="3200" dirty="0"/>
          </a:p>
          <a:p>
            <a:pPr marL="342900" indent="-342900" algn="just">
              <a:spcBef>
                <a:spcPts val="560"/>
              </a:spcBef>
              <a:buSzPts val="1680"/>
              <a:buChar char="■"/>
            </a:pPr>
            <a:r>
              <a:rPr lang="en-US" sz="3200" dirty="0"/>
              <a:t>Data item</a:t>
            </a:r>
            <a:endParaRPr sz="3200" dirty="0"/>
          </a:p>
          <a:p>
            <a:pPr marL="742950" lvl="1" indent="-285750" algn="just">
              <a:spcBef>
                <a:spcPts val="520"/>
              </a:spcBef>
              <a:buSzPts val="1430"/>
              <a:buChar char="■"/>
            </a:pPr>
            <a:r>
              <a:rPr lang="en-US" sz="2800" dirty="0"/>
              <a:t>Record</a:t>
            </a:r>
            <a:endParaRPr sz="2800" dirty="0"/>
          </a:p>
          <a:p>
            <a:pPr marL="742950" lvl="1" indent="-285750" algn="just">
              <a:spcBef>
                <a:spcPts val="520"/>
              </a:spcBef>
              <a:buSzPts val="1430"/>
              <a:buChar char="■"/>
            </a:pPr>
            <a:r>
              <a:rPr lang="en-US" sz="2800" dirty="0"/>
              <a:t>Disk block</a:t>
            </a:r>
            <a:endParaRPr sz="2800" dirty="0"/>
          </a:p>
          <a:p>
            <a:pPr marL="742950" lvl="1" indent="-285750" algn="just">
              <a:spcBef>
                <a:spcPts val="520"/>
              </a:spcBef>
              <a:buSzPts val="1430"/>
              <a:buChar char="■"/>
            </a:pPr>
            <a:r>
              <a:rPr lang="en-US" sz="2800" dirty="0"/>
              <a:t>Attribute value of a </a:t>
            </a:r>
            <a:r>
              <a:rPr lang="en-US" sz="2800" dirty="0" smtClean="0"/>
              <a:t>record</a:t>
            </a:r>
            <a:endParaRPr sz="2800" dirty="0"/>
          </a:p>
        </p:txBody>
      </p:sp>
    </p:spTree>
    <p:extLst>
      <p:ext uri="{BB962C8B-B14F-4D97-AF65-F5344CB8AC3E}">
        <p14:creationId xmlns:p14="http://schemas.microsoft.com/office/powerpoint/2010/main" val="176951842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9"/>
          <p:cNvSpPr txBox="1">
            <a:spLocks noGrp="1"/>
          </p:cNvSpPr>
          <p:nvPr>
            <p:ph type="title"/>
          </p:nvPr>
        </p:nvSpPr>
        <p:spPr>
          <a:xfrm>
            <a:off x="2973387" y="1051359"/>
            <a:ext cx="7796213" cy="992187"/>
          </a:xfrm>
          <a:prstGeom prst="rect">
            <a:avLst/>
          </a:prstGeom>
          <a:noFill/>
          <a:ln>
            <a:noFill/>
          </a:ln>
        </p:spPr>
        <p:txBody>
          <a:bodyPr spcFirstLastPara="1" wrap="square" lIns="91425" tIns="45700" rIns="91425" bIns="45700" anchor="b" anchorCtr="0">
            <a:noAutofit/>
          </a:bodyPr>
          <a:lstStyle/>
          <a:p>
            <a:pPr algn="l"/>
            <a:r>
              <a:rPr lang="en-US" dirty="0"/>
              <a:t>Read and Write Operations</a:t>
            </a:r>
            <a:endParaRPr dirty="0"/>
          </a:p>
        </p:txBody>
      </p:sp>
      <p:sp>
        <p:nvSpPr>
          <p:cNvPr id="132" name="Google Shape;132;p9"/>
          <p:cNvSpPr txBox="1">
            <a:spLocks noGrp="1"/>
          </p:cNvSpPr>
          <p:nvPr>
            <p:ph type="body" idx="1"/>
          </p:nvPr>
        </p:nvSpPr>
        <p:spPr>
          <a:xfrm>
            <a:off x="1551277" y="2202873"/>
            <a:ext cx="9375341" cy="4572000"/>
          </a:xfrm>
          <a:prstGeom prst="rect">
            <a:avLst/>
          </a:prstGeom>
          <a:noFill/>
          <a:ln>
            <a:noFill/>
          </a:ln>
        </p:spPr>
        <p:txBody>
          <a:bodyPr spcFirstLastPara="1" wrap="square" lIns="91425" tIns="45700" rIns="0" bIns="45700" anchor="t" anchorCtr="0">
            <a:noAutofit/>
          </a:bodyPr>
          <a:lstStyle/>
          <a:p>
            <a:pPr marL="342900" indent="-342900" algn="just">
              <a:spcBef>
                <a:spcPts val="0"/>
              </a:spcBef>
              <a:buSzPts val="1680"/>
              <a:buChar char="■"/>
            </a:pPr>
            <a:r>
              <a:rPr lang="en-US" sz="2800" dirty="0" err="1"/>
              <a:t>read_item</a:t>
            </a:r>
            <a:r>
              <a:rPr lang="en-US" sz="2800" dirty="0"/>
              <a:t>(X)</a:t>
            </a:r>
            <a:endParaRPr sz="2800" dirty="0"/>
          </a:p>
          <a:p>
            <a:pPr marL="742950" lvl="1" indent="-285750" algn="just">
              <a:spcBef>
                <a:spcPts val="520"/>
              </a:spcBef>
              <a:buSzPts val="1430"/>
              <a:buChar char="■"/>
            </a:pPr>
            <a:r>
              <a:rPr lang="en-US" sz="2400" dirty="0"/>
              <a:t>Reads a database item named X into a program variable named X</a:t>
            </a:r>
            <a:endParaRPr sz="2400" dirty="0"/>
          </a:p>
          <a:p>
            <a:pPr marL="742950" lvl="1" indent="-285750" algn="just">
              <a:spcBef>
                <a:spcPts val="520"/>
              </a:spcBef>
              <a:buSzPts val="1430"/>
              <a:buChar char="■"/>
            </a:pPr>
            <a:r>
              <a:rPr lang="en-US" sz="2400" dirty="0"/>
              <a:t>Process includes finding the address of the disk block, and copying to and from a memory </a:t>
            </a:r>
            <a:r>
              <a:rPr lang="en-US" sz="2400" dirty="0" smtClean="0"/>
              <a:t>buffer</a:t>
            </a:r>
          </a:p>
          <a:p>
            <a:pPr marL="742950" lvl="1" indent="-285750" algn="just">
              <a:spcBef>
                <a:spcPts val="520"/>
              </a:spcBef>
              <a:buSzPts val="1430"/>
              <a:buChar char="■"/>
            </a:pPr>
            <a:endParaRPr sz="2400" dirty="0"/>
          </a:p>
          <a:p>
            <a:pPr marL="342900" indent="-342900" algn="just">
              <a:spcBef>
                <a:spcPts val="560"/>
              </a:spcBef>
              <a:buSzPts val="1680"/>
              <a:buChar char="■"/>
            </a:pPr>
            <a:r>
              <a:rPr lang="en-US" sz="2800" dirty="0" err="1"/>
              <a:t>write_item</a:t>
            </a:r>
            <a:r>
              <a:rPr lang="en-US" sz="2800" dirty="0"/>
              <a:t>(X)</a:t>
            </a:r>
            <a:endParaRPr sz="2800" dirty="0"/>
          </a:p>
          <a:p>
            <a:pPr marL="742950" lvl="1" indent="-285750" algn="just">
              <a:spcBef>
                <a:spcPts val="520"/>
              </a:spcBef>
              <a:buSzPts val="1430"/>
              <a:buChar char="■"/>
            </a:pPr>
            <a:r>
              <a:rPr lang="en-US" sz="2400" dirty="0"/>
              <a:t>Writes the value of program variable X into the database item named X</a:t>
            </a:r>
            <a:endParaRPr sz="2400" dirty="0"/>
          </a:p>
          <a:p>
            <a:pPr marL="742950" lvl="1" indent="-285750" algn="just">
              <a:spcBef>
                <a:spcPts val="520"/>
              </a:spcBef>
              <a:buSzPts val="1430"/>
              <a:buChar char="■"/>
            </a:pPr>
            <a:r>
              <a:rPr lang="en-US" sz="2400" dirty="0"/>
              <a:t>Process includes finding the address of the disk block, copying to and from a memory buffer, and storing the updated disk block back to disk</a:t>
            </a:r>
            <a:endParaRPr sz="2400" dirty="0"/>
          </a:p>
          <a:p>
            <a:pPr marL="742950" lvl="1" indent="-194944" algn="just">
              <a:spcBef>
                <a:spcPts val="520"/>
              </a:spcBef>
              <a:buSzPts val="1430"/>
              <a:buNone/>
            </a:pPr>
            <a:endParaRPr sz="2400" dirty="0"/>
          </a:p>
          <a:p>
            <a:pPr marL="342900" indent="-236220" algn="just">
              <a:spcBef>
                <a:spcPts val="560"/>
              </a:spcBef>
              <a:buSzPts val="1680"/>
              <a:buNone/>
            </a:pPr>
            <a:endParaRPr sz="2800" dirty="0"/>
          </a:p>
        </p:txBody>
      </p:sp>
    </p:spTree>
    <p:extLst>
      <p:ext uri="{BB962C8B-B14F-4D97-AF65-F5344CB8AC3E}">
        <p14:creationId xmlns:p14="http://schemas.microsoft.com/office/powerpoint/2010/main" val="27835670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37"/>
        <p:cNvGrpSpPr/>
        <p:nvPr/>
      </p:nvGrpSpPr>
      <p:grpSpPr>
        <a:xfrm>
          <a:off x="0" y="0"/>
          <a:ext cx="0" cy="0"/>
          <a:chOff x="0" y="0"/>
          <a:chExt cx="0" cy="0"/>
        </a:xfrm>
      </p:grpSpPr>
      <p:sp>
        <p:nvSpPr>
          <p:cNvPr id="138" name="Google Shape;138;p10"/>
          <p:cNvSpPr txBox="1">
            <a:spLocks noGrp="1"/>
          </p:cNvSpPr>
          <p:nvPr>
            <p:ph type="title"/>
          </p:nvPr>
        </p:nvSpPr>
        <p:spPr>
          <a:xfrm>
            <a:off x="2090666" y="668846"/>
            <a:ext cx="8407399" cy="992187"/>
          </a:xfrm>
          <a:prstGeom prst="rect">
            <a:avLst/>
          </a:prstGeom>
          <a:noFill/>
          <a:ln>
            <a:noFill/>
          </a:ln>
        </p:spPr>
        <p:txBody>
          <a:bodyPr spcFirstLastPara="1" wrap="square" lIns="91425" tIns="45700" rIns="91425" bIns="45700" anchor="b" anchorCtr="0">
            <a:noAutofit/>
          </a:bodyPr>
          <a:lstStyle/>
          <a:p>
            <a:pPr algn="l"/>
            <a:r>
              <a:rPr lang="en-US" dirty="0"/>
              <a:t>Read and Write Operations (cont’d.)</a:t>
            </a:r>
            <a:endParaRPr dirty="0"/>
          </a:p>
        </p:txBody>
      </p:sp>
      <p:sp>
        <p:nvSpPr>
          <p:cNvPr id="139" name="Google Shape;139;p10"/>
          <p:cNvSpPr txBox="1">
            <a:spLocks noGrp="1"/>
          </p:cNvSpPr>
          <p:nvPr>
            <p:ph type="body" idx="1"/>
          </p:nvPr>
        </p:nvSpPr>
        <p:spPr>
          <a:xfrm>
            <a:off x="1763712" y="1914236"/>
            <a:ext cx="8931995" cy="4572000"/>
          </a:xfrm>
          <a:prstGeom prst="rect">
            <a:avLst/>
          </a:prstGeom>
          <a:noFill/>
          <a:ln>
            <a:noFill/>
          </a:ln>
        </p:spPr>
        <p:txBody>
          <a:bodyPr spcFirstLastPara="1" wrap="square" lIns="91425" tIns="45700" rIns="0" bIns="45700" anchor="t" anchorCtr="0">
            <a:noAutofit/>
          </a:bodyPr>
          <a:lstStyle/>
          <a:p>
            <a:pPr marL="342900" indent="-342900">
              <a:spcBef>
                <a:spcPts val="0"/>
              </a:spcBef>
              <a:buSzPts val="1680"/>
              <a:buChar char="■"/>
            </a:pPr>
            <a:r>
              <a:rPr lang="en-US" dirty="0"/>
              <a:t>Read set of a transaction</a:t>
            </a:r>
            <a:endParaRPr dirty="0"/>
          </a:p>
          <a:p>
            <a:pPr marL="742950" lvl="1" indent="-285750">
              <a:spcBef>
                <a:spcPts val="520"/>
              </a:spcBef>
              <a:buSzPts val="1430"/>
              <a:buChar char="■"/>
            </a:pPr>
            <a:r>
              <a:rPr lang="en-US" dirty="0"/>
              <a:t>Set of all items read</a:t>
            </a:r>
            <a:endParaRPr dirty="0"/>
          </a:p>
          <a:p>
            <a:pPr marL="342900" indent="-342900">
              <a:spcBef>
                <a:spcPts val="560"/>
              </a:spcBef>
              <a:buSzPts val="1680"/>
              <a:buChar char="■"/>
            </a:pPr>
            <a:r>
              <a:rPr lang="en-US" dirty="0"/>
              <a:t>Write set of a transaction</a:t>
            </a:r>
            <a:endParaRPr dirty="0"/>
          </a:p>
          <a:p>
            <a:pPr marL="742950" lvl="1" indent="-285750">
              <a:spcBef>
                <a:spcPts val="520"/>
              </a:spcBef>
              <a:buSzPts val="1430"/>
              <a:buChar char="■"/>
            </a:pPr>
            <a:r>
              <a:rPr lang="en-US" dirty="0"/>
              <a:t>Set of all items written</a:t>
            </a:r>
            <a:endParaRPr dirty="0"/>
          </a:p>
        </p:txBody>
      </p:sp>
      <p:pic>
        <p:nvPicPr>
          <p:cNvPr id="141" name="Google Shape;141;p10"/>
          <p:cNvPicPr preferRelativeResize="0"/>
          <p:nvPr/>
        </p:nvPicPr>
        <p:blipFill rotWithShape="1">
          <a:blip r:embed="rId3">
            <a:alphaModFix/>
          </a:blip>
          <a:srcRect/>
          <a:stretch/>
        </p:blipFill>
        <p:spPr>
          <a:xfrm>
            <a:off x="3490240" y="3716923"/>
            <a:ext cx="4841631" cy="2286000"/>
          </a:xfrm>
          <a:prstGeom prst="rect">
            <a:avLst/>
          </a:prstGeom>
          <a:noFill/>
          <a:ln>
            <a:noFill/>
          </a:ln>
        </p:spPr>
      </p:pic>
      <p:sp>
        <p:nvSpPr>
          <p:cNvPr id="142" name="Google Shape;142;p10"/>
          <p:cNvSpPr txBox="1"/>
          <p:nvPr/>
        </p:nvSpPr>
        <p:spPr>
          <a:xfrm>
            <a:off x="2355848" y="5917572"/>
            <a:ext cx="7110413" cy="338554"/>
          </a:xfrm>
          <a:prstGeom prst="rect">
            <a:avLst/>
          </a:prstGeom>
          <a:noFill/>
          <a:ln>
            <a:noFill/>
          </a:ln>
        </p:spPr>
        <p:txBody>
          <a:bodyPr spcFirstLastPara="1" wrap="square" lIns="91425" tIns="45700" rIns="91425" bIns="45700" anchor="t" anchorCtr="0">
            <a:spAutoFit/>
          </a:bodyPr>
          <a:lstStyle/>
          <a:p>
            <a:pPr>
              <a:buClr>
                <a:srgbClr val="990033"/>
              </a:buClr>
              <a:buSzPts val="960"/>
            </a:pPr>
            <a:r>
              <a:rPr lang="en-US" sz="1600" dirty="0">
                <a:solidFill>
                  <a:schemeClr val="dk1"/>
                </a:solidFill>
              </a:rPr>
              <a:t>Figure 20.2 Two sample transactions (a) Transaction </a:t>
            </a:r>
            <a:r>
              <a:rPr lang="en-US" sz="1600" i="1" dirty="0">
                <a:solidFill>
                  <a:schemeClr val="dk1"/>
                </a:solidFill>
              </a:rPr>
              <a:t>T</a:t>
            </a:r>
            <a:r>
              <a:rPr lang="en-US" sz="1600" dirty="0">
                <a:solidFill>
                  <a:schemeClr val="dk1"/>
                </a:solidFill>
              </a:rPr>
              <a:t>1 (b) Transaction </a:t>
            </a:r>
            <a:r>
              <a:rPr lang="en-US" sz="1600" i="1" dirty="0">
                <a:solidFill>
                  <a:schemeClr val="dk1"/>
                </a:solidFill>
              </a:rPr>
              <a:t>T</a:t>
            </a:r>
            <a:r>
              <a:rPr lang="en-US" sz="1600" dirty="0">
                <a:solidFill>
                  <a:schemeClr val="dk1"/>
                </a:solidFill>
              </a:rPr>
              <a:t>2</a:t>
            </a:r>
            <a:endParaRPr sz="1600" dirty="0">
              <a:solidFill>
                <a:schemeClr val="dk1"/>
              </a:solidFill>
            </a:endParaRPr>
          </a:p>
        </p:txBody>
      </p:sp>
    </p:spTree>
    <p:extLst>
      <p:ext uri="{BB962C8B-B14F-4D97-AF65-F5344CB8AC3E}">
        <p14:creationId xmlns:p14="http://schemas.microsoft.com/office/powerpoint/2010/main" val="26595491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46"/>
        <p:cNvGrpSpPr/>
        <p:nvPr/>
      </p:nvGrpSpPr>
      <p:grpSpPr>
        <a:xfrm>
          <a:off x="0" y="0"/>
          <a:ext cx="0" cy="0"/>
          <a:chOff x="0" y="0"/>
          <a:chExt cx="0" cy="0"/>
        </a:xfrm>
      </p:grpSpPr>
      <p:sp>
        <p:nvSpPr>
          <p:cNvPr id="147" name="Google Shape;147;p11"/>
          <p:cNvSpPr txBox="1">
            <a:spLocks noGrp="1"/>
          </p:cNvSpPr>
          <p:nvPr>
            <p:ph type="title"/>
          </p:nvPr>
        </p:nvSpPr>
        <p:spPr>
          <a:xfrm>
            <a:off x="4033984" y="1032886"/>
            <a:ext cx="3752272" cy="992187"/>
          </a:xfrm>
          <a:prstGeom prst="rect">
            <a:avLst/>
          </a:prstGeom>
          <a:noFill/>
          <a:ln>
            <a:noFill/>
          </a:ln>
        </p:spPr>
        <p:txBody>
          <a:bodyPr spcFirstLastPara="1" wrap="square" lIns="91425" tIns="45700" rIns="91425" bIns="45700" anchor="b" anchorCtr="0">
            <a:noAutofit/>
          </a:bodyPr>
          <a:lstStyle/>
          <a:p>
            <a:pPr algn="l"/>
            <a:r>
              <a:rPr lang="en-US" dirty="0"/>
              <a:t>DBMS Buffers</a:t>
            </a:r>
            <a:endParaRPr dirty="0"/>
          </a:p>
        </p:txBody>
      </p:sp>
      <p:sp>
        <p:nvSpPr>
          <p:cNvPr id="148" name="Google Shape;148;p11"/>
          <p:cNvSpPr txBox="1">
            <a:spLocks noGrp="1"/>
          </p:cNvSpPr>
          <p:nvPr>
            <p:ph type="body" idx="1"/>
          </p:nvPr>
        </p:nvSpPr>
        <p:spPr>
          <a:xfrm>
            <a:off x="1754478" y="2533072"/>
            <a:ext cx="9190613" cy="4572000"/>
          </a:xfrm>
          <a:prstGeom prst="rect">
            <a:avLst/>
          </a:prstGeom>
          <a:noFill/>
          <a:ln>
            <a:noFill/>
          </a:ln>
        </p:spPr>
        <p:txBody>
          <a:bodyPr spcFirstLastPara="1" wrap="square" lIns="91425" tIns="45700" rIns="0" bIns="45700" anchor="t" anchorCtr="0">
            <a:noAutofit/>
          </a:bodyPr>
          <a:lstStyle/>
          <a:p>
            <a:pPr marL="342900" indent="-342900">
              <a:spcBef>
                <a:spcPts val="0"/>
              </a:spcBef>
              <a:buSzPts val="1680"/>
              <a:buChar char="■"/>
            </a:pPr>
            <a:r>
              <a:rPr lang="en-US" dirty="0"/>
              <a:t>DBMS will maintain several main memory data buffers in the database </a:t>
            </a:r>
            <a:r>
              <a:rPr lang="en-US" dirty="0" smtClean="0"/>
              <a:t>cache</a:t>
            </a:r>
          </a:p>
          <a:p>
            <a:pPr marL="342900" indent="-342900">
              <a:spcBef>
                <a:spcPts val="0"/>
              </a:spcBef>
              <a:buSzPts val="1680"/>
              <a:buChar char="■"/>
            </a:pPr>
            <a:endParaRPr dirty="0"/>
          </a:p>
          <a:p>
            <a:pPr marL="342900" indent="-342900">
              <a:spcBef>
                <a:spcPts val="560"/>
              </a:spcBef>
              <a:buSzPts val="1680"/>
              <a:buChar char="■"/>
            </a:pPr>
            <a:r>
              <a:rPr lang="en-US" dirty="0"/>
              <a:t>When buffers are occupied, a buffer replacement policy is used to choose which buffer will be replaced</a:t>
            </a:r>
            <a:endParaRPr dirty="0"/>
          </a:p>
          <a:p>
            <a:pPr marL="742950" lvl="1" indent="-285750">
              <a:spcBef>
                <a:spcPts val="520"/>
              </a:spcBef>
              <a:buSzPts val="1430"/>
              <a:buChar char="■"/>
            </a:pPr>
            <a:r>
              <a:rPr lang="en-US" dirty="0"/>
              <a:t>Example policy: least recently used</a:t>
            </a:r>
            <a:endParaRPr dirty="0"/>
          </a:p>
        </p:txBody>
      </p:sp>
    </p:spTree>
    <p:extLst>
      <p:ext uri="{BB962C8B-B14F-4D97-AF65-F5344CB8AC3E}">
        <p14:creationId xmlns:p14="http://schemas.microsoft.com/office/powerpoint/2010/main" val="55436130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53"/>
        <p:cNvGrpSpPr/>
        <p:nvPr/>
      </p:nvGrpSpPr>
      <p:grpSpPr>
        <a:xfrm>
          <a:off x="0" y="0"/>
          <a:ext cx="0" cy="0"/>
          <a:chOff x="0" y="0"/>
          <a:chExt cx="0" cy="0"/>
        </a:xfrm>
      </p:grpSpPr>
      <p:sp>
        <p:nvSpPr>
          <p:cNvPr id="154" name="Google Shape;154;p12"/>
          <p:cNvSpPr txBox="1">
            <a:spLocks noGrp="1"/>
          </p:cNvSpPr>
          <p:nvPr>
            <p:ph type="title"/>
          </p:nvPr>
        </p:nvSpPr>
        <p:spPr>
          <a:xfrm>
            <a:off x="3927837" y="1005177"/>
            <a:ext cx="5063835" cy="992187"/>
          </a:xfrm>
          <a:prstGeom prst="rect">
            <a:avLst/>
          </a:prstGeom>
          <a:noFill/>
          <a:ln>
            <a:noFill/>
          </a:ln>
        </p:spPr>
        <p:txBody>
          <a:bodyPr spcFirstLastPara="1" wrap="square" lIns="91425" tIns="45700" rIns="91425" bIns="45700" anchor="b" anchorCtr="0">
            <a:noAutofit/>
          </a:bodyPr>
          <a:lstStyle/>
          <a:p>
            <a:pPr algn="l"/>
            <a:r>
              <a:rPr lang="en-US" dirty="0"/>
              <a:t>Concurrency Control</a:t>
            </a:r>
            <a:endParaRPr dirty="0"/>
          </a:p>
        </p:txBody>
      </p:sp>
      <p:sp>
        <p:nvSpPr>
          <p:cNvPr id="155" name="Google Shape;155;p12"/>
          <p:cNvSpPr txBox="1">
            <a:spLocks noGrp="1"/>
          </p:cNvSpPr>
          <p:nvPr>
            <p:ph type="body" idx="1"/>
          </p:nvPr>
        </p:nvSpPr>
        <p:spPr>
          <a:xfrm>
            <a:off x="1503364" y="2182091"/>
            <a:ext cx="9912782" cy="4572000"/>
          </a:xfrm>
          <a:prstGeom prst="rect">
            <a:avLst/>
          </a:prstGeom>
          <a:noFill/>
          <a:ln>
            <a:noFill/>
          </a:ln>
        </p:spPr>
        <p:txBody>
          <a:bodyPr spcFirstLastPara="1" wrap="square" lIns="91425" tIns="45700" rIns="0" bIns="45700" anchor="t" anchorCtr="0">
            <a:noAutofit/>
          </a:bodyPr>
          <a:lstStyle/>
          <a:p>
            <a:pPr marL="342900" indent="-342900">
              <a:spcBef>
                <a:spcPts val="0"/>
              </a:spcBef>
              <a:buSzPts val="1680"/>
              <a:buChar char="■"/>
            </a:pPr>
            <a:r>
              <a:rPr lang="en-US" dirty="0"/>
              <a:t>Transactions submitted by various users may execute concurrently</a:t>
            </a:r>
            <a:endParaRPr dirty="0"/>
          </a:p>
          <a:p>
            <a:pPr marL="742950" lvl="1" indent="-285750">
              <a:spcBef>
                <a:spcPts val="520"/>
              </a:spcBef>
              <a:buSzPts val="1430"/>
              <a:buChar char="■"/>
            </a:pPr>
            <a:r>
              <a:rPr lang="en-US" dirty="0"/>
              <a:t>Access and update the same database items</a:t>
            </a:r>
            <a:endParaRPr dirty="0"/>
          </a:p>
          <a:p>
            <a:pPr marL="742950" lvl="1" indent="-285750">
              <a:spcBef>
                <a:spcPts val="520"/>
              </a:spcBef>
              <a:buSzPts val="1430"/>
              <a:buChar char="■"/>
            </a:pPr>
            <a:r>
              <a:rPr lang="en-US" dirty="0"/>
              <a:t>Some form of concurrency control is </a:t>
            </a:r>
            <a:r>
              <a:rPr lang="en-US" dirty="0" smtClean="0"/>
              <a:t>needed</a:t>
            </a:r>
          </a:p>
          <a:p>
            <a:pPr marL="742950" lvl="1" indent="-285750">
              <a:spcBef>
                <a:spcPts val="520"/>
              </a:spcBef>
              <a:buSzPts val="1430"/>
              <a:buChar char="■"/>
            </a:pPr>
            <a:endParaRPr dirty="0"/>
          </a:p>
          <a:p>
            <a:pPr marL="342900" indent="-342900">
              <a:spcBef>
                <a:spcPts val="560"/>
              </a:spcBef>
              <a:buSzPts val="1680"/>
              <a:buChar char="■"/>
            </a:pPr>
            <a:r>
              <a:rPr lang="en-US" dirty="0"/>
              <a:t>The lost update problem</a:t>
            </a:r>
            <a:endParaRPr dirty="0"/>
          </a:p>
          <a:p>
            <a:pPr marL="742950" lvl="1" indent="-285750">
              <a:spcBef>
                <a:spcPts val="520"/>
              </a:spcBef>
              <a:buSzPts val="1430"/>
              <a:buChar char="■"/>
            </a:pPr>
            <a:r>
              <a:rPr lang="en-US" dirty="0"/>
              <a:t>Occurs when two transactions that access the same database items have operations interleaved</a:t>
            </a:r>
            <a:endParaRPr dirty="0"/>
          </a:p>
          <a:p>
            <a:pPr marL="742950" lvl="1" indent="-285750">
              <a:spcBef>
                <a:spcPts val="520"/>
              </a:spcBef>
              <a:buSzPts val="1430"/>
              <a:buChar char="■"/>
            </a:pPr>
            <a:r>
              <a:rPr lang="en-US" dirty="0"/>
              <a:t>Results in incorrect value of some database items</a:t>
            </a:r>
            <a:endParaRPr dirty="0"/>
          </a:p>
        </p:txBody>
      </p:sp>
    </p:spTree>
    <p:extLst>
      <p:ext uri="{BB962C8B-B14F-4D97-AF65-F5344CB8AC3E}">
        <p14:creationId xmlns:p14="http://schemas.microsoft.com/office/powerpoint/2010/main" val="371821793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60"/>
        <p:cNvGrpSpPr/>
        <p:nvPr/>
      </p:nvGrpSpPr>
      <p:grpSpPr>
        <a:xfrm>
          <a:off x="0" y="0"/>
          <a:ext cx="0" cy="0"/>
          <a:chOff x="0" y="0"/>
          <a:chExt cx="0" cy="0"/>
        </a:xfrm>
      </p:grpSpPr>
      <p:sp>
        <p:nvSpPr>
          <p:cNvPr id="161" name="Google Shape;161;p13"/>
          <p:cNvSpPr txBox="1">
            <a:spLocks noGrp="1"/>
          </p:cNvSpPr>
          <p:nvPr>
            <p:ph type="title"/>
          </p:nvPr>
        </p:nvSpPr>
        <p:spPr>
          <a:xfrm>
            <a:off x="3188166" y="820670"/>
            <a:ext cx="7796213" cy="992187"/>
          </a:xfrm>
          <a:prstGeom prst="rect">
            <a:avLst/>
          </a:prstGeom>
          <a:noFill/>
          <a:ln>
            <a:noFill/>
          </a:ln>
        </p:spPr>
        <p:txBody>
          <a:bodyPr spcFirstLastPara="1" wrap="square" lIns="91425" tIns="45700" rIns="91425" bIns="45700" anchor="b" anchorCtr="0">
            <a:noAutofit/>
          </a:bodyPr>
          <a:lstStyle/>
          <a:p>
            <a:r>
              <a:rPr lang="en-US" dirty="0"/>
              <a:t>The Lost Update Problem</a:t>
            </a:r>
            <a:endParaRPr dirty="0"/>
          </a:p>
        </p:txBody>
      </p:sp>
      <p:pic>
        <p:nvPicPr>
          <p:cNvPr id="163" name="Google Shape;163;p13"/>
          <p:cNvPicPr preferRelativeResize="0"/>
          <p:nvPr/>
        </p:nvPicPr>
        <p:blipFill rotWithShape="1">
          <a:blip r:embed="rId3">
            <a:alphaModFix/>
          </a:blip>
          <a:srcRect/>
          <a:stretch/>
        </p:blipFill>
        <p:spPr>
          <a:xfrm>
            <a:off x="1634576" y="2046424"/>
            <a:ext cx="8800241" cy="3048000"/>
          </a:xfrm>
          <a:prstGeom prst="rect">
            <a:avLst/>
          </a:prstGeom>
          <a:noFill/>
          <a:ln>
            <a:noFill/>
          </a:ln>
        </p:spPr>
      </p:pic>
      <p:sp>
        <p:nvSpPr>
          <p:cNvPr id="164" name="Google Shape;164;p13"/>
          <p:cNvSpPr txBox="1"/>
          <p:nvPr/>
        </p:nvSpPr>
        <p:spPr>
          <a:xfrm>
            <a:off x="3200922" y="5561557"/>
            <a:ext cx="5790156" cy="584775"/>
          </a:xfrm>
          <a:prstGeom prst="rect">
            <a:avLst/>
          </a:prstGeom>
          <a:noFill/>
          <a:ln>
            <a:noFill/>
          </a:ln>
        </p:spPr>
        <p:txBody>
          <a:bodyPr spcFirstLastPara="1" wrap="square" lIns="91425" tIns="45700" rIns="91425" bIns="45700" anchor="t" anchorCtr="0">
            <a:spAutoFit/>
          </a:bodyPr>
          <a:lstStyle/>
          <a:p>
            <a:pPr>
              <a:buClr>
                <a:srgbClr val="990033"/>
              </a:buClr>
              <a:buSzPts val="960"/>
            </a:pPr>
            <a:r>
              <a:rPr lang="en-US" sz="1600">
                <a:solidFill>
                  <a:schemeClr val="dk1"/>
                </a:solidFill>
              </a:rPr>
              <a:t>Figure 20.3 Some problems that occur when concurrent execution is uncontrolled (a) The lost update problem</a:t>
            </a:r>
            <a:endParaRPr sz="1600">
              <a:solidFill>
                <a:schemeClr val="dk1"/>
              </a:solidFill>
            </a:endParaRPr>
          </a:p>
        </p:txBody>
      </p:sp>
      <p:sp>
        <p:nvSpPr>
          <p:cNvPr id="165" name="Google Shape;165;p13"/>
          <p:cNvSpPr/>
          <p:nvPr/>
        </p:nvSpPr>
        <p:spPr>
          <a:xfrm>
            <a:off x="1634576" y="2556163"/>
            <a:ext cx="1099127" cy="830956"/>
          </a:xfrm>
          <a:prstGeom prst="rect">
            <a:avLst/>
          </a:prstGeom>
          <a:noFill/>
          <a:ln>
            <a:noFill/>
          </a:ln>
        </p:spPr>
        <p:txBody>
          <a:bodyPr spcFirstLastPara="1" wrap="square" lIns="91425" tIns="45700" rIns="91425" bIns="45700" anchor="t" anchorCtr="0">
            <a:spAutoFit/>
          </a:bodyPr>
          <a:lstStyle/>
          <a:p>
            <a:r>
              <a:rPr lang="en-US" sz="2400" i="1" dirty="0">
                <a:solidFill>
                  <a:schemeClr val="dk1"/>
                </a:solidFill>
                <a:latin typeface="Oi"/>
                <a:ea typeface="Oi"/>
                <a:cs typeface="Oi"/>
                <a:sym typeface="Oi"/>
              </a:rPr>
              <a:t>X </a:t>
            </a:r>
            <a:r>
              <a:rPr lang="en-US" sz="2400" dirty="0">
                <a:solidFill>
                  <a:schemeClr val="dk1"/>
                </a:solidFill>
                <a:latin typeface="EB Garamond"/>
                <a:ea typeface="EB Garamond"/>
                <a:cs typeface="EB Garamond"/>
                <a:sym typeface="EB Garamond"/>
              </a:rPr>
              <a:t>= 80</a:t>
            </a:r>
            <a:endParaRPr dirty="0"/>
          </a:p>
          <a:p>
            <a:r>
              <a:rPr lang="en-US" sz="2400" dirty="0">
                <a:solidFill>
                  <a:schemeClr val="dk1"/>
                </a:solidFill>
                <a:latin typeface="EB Garamond"/>
                <a:ea typeface="EB Garamond"/>
                <a:cs typeface="EB Garamond"/>
                <a:sym typeface="EB Garamond"/>
              </a:rPr>
              <a:t>N=5</a:t>
            </a:r>
            <a:endParaRPr sz="2400" dirty="0">
              <a:solidFill>
                <a:schemeClr val="dk1"/>
              </a:solidFill>
            </a:endParaRPr>
          </a:p>
        </p:txBody>
      </p:sp>
      <p:sp>
        <p:nvSpPr>
          <p:cNvPr id="166" name="Google Shape;166;p13"/>
          <p:cNvSpPr/>
          <p:nvPr/>
        </p:nvSpPr>
        <p:spPr>
          <a:xfrm>
            <a:off x="6536710" y="2848822"/>
            <a:ext cx="1099126" cy="830956"/>
          </a:xfrm>
          <a:prstGeom prst="rect">
            <a:avLst/>
          </a:prstGeom>
          <a:noFill/>
          <a:ln>
            <a:noFill/>
          </a:ln>
        </p:spPr>
        <p:txBody>
          <a:bodyPr spcFirstLastPara="1" wrap="square" lIns="91425" tIns="45700" rIns="91425" bIns="45700" anchor="t" anchorCtr="0">
            <a:spAutoFit/>
          </a:bodyPr>
          <a:lstStyle/>
          <a:p>
            <a:r>
              <a:rPr lang="en-US" sz="2400" i="1" dirty="0">
                <a:solidFill>
                  <a:schemeClr val="dk1"/>
                </a:solidFill>
                <a:latin typeface="Oi"/>
                <a:ea typeface="Oi"/>
                <a:cs typeface="Oi"/>
                <a:sym typeface="Oi"/>
              </a:rPr>
              <a:t>X </a:t>
            </a:r>
            <a:r>
              <a:rPr lang="en-US" sz="2400" dirty="0">
                <a:solidFill>
                  <a:schemeClr val="dk1"/>
                </a:solidFill>
                <a:latin typeface="EB Garamond"/>
                <a:ea typeface="EB Garamond"/>
                <a:cs typeface="EB Garamond"/>
                <a:sym typeface="EB Garamond"/>
              </a:rPr>
              <a:t>= 80</a:t>
            </a:r>
            <a:endParaRPr dirty="0"/>
          </a:p>
          <a:p>
            <a:r>
              <a:rPr lang="en-US" sz="2400" i="1" dirty="0">
                <a:solidFill>
                  <a:schemeClr val="dk1"/>
                </a:solidFill>
                <a:latin typeface="Oi"/>
                <a:ea typeface="Oi"/>
                <a:cs typeface="Oi"/>
                <a:sym typeface="Oi"/>
              </a:rPr>
              <a:t>M </a:t>
            </a:r>
            <a:r>
              <a:rPr lang="en-US" sz="2400" dirty="0">
                <a:solidFill>
                  <a:schemeClr val="dk1"/>
                </a:solidFill>
                <a:latin typeface="EB Garamond"/>
                <a:ea typeface="EB Garamond"/>
                <a:cs typeface="EB Garamond"/>
                <a:sym typeface="EB Garamond"/>
              </a:rPr>
              <a:t>= 4</a:t>
            </a:r>
            <a:endParaRPr sz="2400" dirty="0">
              <a:solidFill>
                <a:schemeClr val="dk1"/>
              </a:solidFill>
            </a:endParaRPr>
          </a:p>
        </p:txBody>
      </p:sp>
      <p:sp>
        <p:nvSpPr>
          <p:cNvPr id="167" name="Google Shape;167;p13"/>
          <p:cNvSpPr/>
          <p:nvPr/>
        </p:nvSpPr>
        <p:spPr>
          <a:xfrm>
            <a:off x="6687126" y="4555313"/>
            <a:ext cx="4950691" cy="830956"/>
          </a:xfrm>
          <a:prstGeom prst="rect">
            <a:avLst/>
          </a:prstGeom>
          <a:noFill/>
          <a:ln>
            <a:noFill/>
          </a:ln>
        </p:spPr>
        <p:txBody>
          <a:bodyPr spcFirstLastPara="1" wrap="square" lIns="91425" tIns="45700" rIns="91425" bIns="45700" anchor="t" anchorCtr="0">
            <a:spAutoFit/>
          </a:bodyPr>
          <a:lstStyle/>
          <a:p>
            <a:r>
              <a:rPr lang="en-US" sz="2400" dirty="0">
                <a:solidFill>
                  <a:schemeClr val="dk1"/>
                </a:solidFill>
                <a:latin typeface="EB Garamond"/>
                <a:ea typeface="EB Garamond"/>
                <a:cs typeface="EB Garamond"/>
                <a:sym typeface="EB Garamond"/>
              </a:rPr>
              <a:t>the final result should be </a:t>
            </a:r>
            <a:r>
              <a:rPr lang="en-US" sz="2400" i="1" dirty="0">
                <a:solidFill>
                  <a:schemeClr val="dk1"/>
                </a:solidFill>
                <a:latin typeface="Oi"/>
                <a:ea typeface="Oi"/>
                <a:cs typeface="Oi"/>
                <a:sym typeface="Oi"/>
              </a:rPr>
              <a:t>X </a:t>
            </a:r>
            <a:r>
              <a:rPr lang="en-US" sz="2400" dirty="0">
                <a:solidFill>
                  <a:schemeClr val="dk1"/>
                </a:solidFill>
                <a:latin typeface="EB Garamond"/>
                <a:ea typeface="EB Garamond"/>
                <a:cs typeface="EB Garamond"/>
                <a:sym typeface="EB Garamond"/>
              </a:rPr>
              <a:t>= 79,</a:t>
            </a:r>
            <a:endParaRPr dirty="0"/>
          </a:p>
          <a:p>
            <a:r>
              <a:rPr lang="en-US" sz="2400" dirty="0">
                <a:solidFill>
                  <a:schemeClr val="dk1"/>
                </a:solidFill>
                <a:latin typeface="EB Garamond"/>
                <a:ea typeface="EB Garamond"/>
                <a:cs typeface="EB Garamond"/>
                <a:sym typeface="EB Garamond"/>
              </a:rPr>
              <a:t>But it is X = 84</a:t>
            </a:r>
            <a:endParaRPr dirty="0"/>
          </a:p>
        </p:txBody>
      </p:sp>
    </p:spTree>
    <p:extLst>
      <p:ext uri="{BB962C8B-B14F-4D97-AF65-F5344CB8AC3E}">
        <p14:creationId xmlns:p14="http://schemas.microsoft.com/office/powerpoint/2010/main" val="256820396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71"/>
        <p:cNvGrpSpPr/>
        <p:nvPr/>
      </p:nvGrpSpPr>
      <p:grpSpPr>
        <a:xfrm>
          <a:off x="0" y="0"/>
          <a:ext cx="0" cy="0"/>
          <a:chOff x="0" y="0"/>
          <a:chExt cx="0" cy="0"/>
        </a:xfrm>
      </p:grpSpPr>
      <p:sp>
        <p:nvSpPr>
          <p:cNvPr id="172" name="Google Shape;172;p14"/>
          <p:cNvSpPr txBox="1">
            <a:spLocks noGrp="1"/>
          </p:cNvSpPr>
          <p:nvPr>
            <p:ph type="title"/>
          </p:nvPr>
        </p:nvSpPr>
        <p:spPr>
          <a:xfrm>
            <a:off x="2871787" y="977468"/>
            <a:ext cx="7796213" cy="992187"/>
          </a:xfrm>
          <a:prstGeom prst="rect">
            <a:avLst/>
          </a:prstGeom>
          <a:noFill/>
          <a:ln>
            <a:noFill/>
          </a:ln>
        </p:spPr>
        <p:txBody>
          <a:bodyPr spcFirstLastPara="1" wrap="square" lIns="91425" tIns="45700" rIns="91425" bIns="45700" anchor="b" anchorCtr="0">
            <a:noAutofit/>
          </a:bodyPr>
          <a:lstStyle/>
          <a:p>
            <a:r>
              <a:rPr lang="en-US" dirty="0"/>
              <a:t>The Lost Update Problem</a:t>
            </a:r>
            <a:endParaRPr dirty="0"/>
          </a:p>
        </p:txBody>
      </p:sp>
      <p:sp>
        <p:nvSpPr>
          <p:cNvPr id="174" name="Google Shape;174;p14"/>
          <p:cNvSpPr txBox="1"/>
          <p:nvPr/>
        </p:nvSpPr>
        <p:spPr>
          <a:xfrm>
            <a:off x="3200922" y="5561557"/>
            <a:ext cx="6524969" cy="584775"/>
          </a:xfrm>
          <a:prstGeom prst="rect">
            <a:avLst/>
          </a:prstGeom>
          <a:noFill/>
          <a:ln>
            <a:noFill/>
          </a:ln>
        </p:spPr>
        <p:txBody>
          <a:bodyPr spcFirstLastPara="1" wrap="square" lIns="91425" tIns="45700" rIns="91425" bIns="45700" anchor="t" anchorCtr="0">
            <a:spAutoFit/>
          </a:bodyPr>
          <a:lstStyle/>
          <a:p>
            <a:pPr>
              <a:buClr>
                <a:srgbClr val="990033"/>
              </a:buClr>
              <a:buSzPts val="960"/>
            </a:pPr>
            <a:r>
              <a:rPr lang="en-US" sz="1600" dirty="0">
                <a:solidFill>
                  <a:schemeClr val="dk1"/>
                </a:solidFill>
              </a:rPr>
              <a:t>Figure 20.3 Some problems that occur when concurrent execution is uncontrolled (a) The lost update problem</a:t>
            </a:r>
            <a:endParaRPr sz="1600" dirty="0">
              <a:solidFill>
                <a:schemeClr val="dk1"/>
              </a:solidFill>
            </a:endParaRPr>
          </a:p>
        </p:txBody>
      </p:sp>
      <p:pic>
        <p:nvPicPr>
          <p:cNvPr id="175" name="Google Shape;175;p14"/>
          <p:cNvPicPr preferRelativeResize="0"/>
          <p:nvPr/>
        </p:nvPicPr>
        <p:blipFill rotWithShape="1">
          <a:blip r:embed="rId3">
            <a:alphaModFix/>
          </a:blip>
          <a:srcRect/>
          <a:stretch/>
        </p:blipFill>
        <p:spPr>
          <a:xfrm>
            <a:off x="1524000" y="2429642"/>
            <a:ext cx="9144000" cy="2515953"/>
          </a:xfrm>
          <a:prstGeom prst="rect">
            <a:avLst/>
          </a:prstGeom>
          <a:noFill/>
          <a:ln>
            <a:noFill/>
          </a:ln>
        </p:spPr>
      </p:pic>
    </p:spTree>
    <p:extLst>
      <p:ext uri="{BB962C8B-B14F-4D97-AF65-F5344CB8AC3E}">
        <p14:creationId xmlns:p14="http://schemas.microsoft.com/office/powerpoint/2010/main" val="17675626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53"/>
        <p:cNvGrpSpPr/>
        <p:nvPr/>
      </p:nvGrpSpPr>
      <p:grpSpPr>
        <a:xfrm>
          <a:off x="0" y="0"/>
          <a:ext cx="0" cy="0"/>
          <a:chOff x="0" y="0"/>
          <a:chExt cx="0" cy="0"/>
        </a:xfrm>
      </p:grpSpPr>
      <p:sp>
        <p:nvSpPr>
          <p:cNvPr id="154" name="Google Shape;154;p12"/>
          <p:cNvSpPr txBox="1">
            <a:spLocks noGrp="1"/>
          </p:cNvSpPr>
          <p:nvPr>
            <p:ph type="title"/>
          </p:nvPr>
        </p:nvSpPr>
        <p:spPr>
          <a:xfrm>
            <a:off x="1503364" y="1005177"/>
            <a:ext cx="9340127" cy="992187"/>
          </a:xfrm>
          <a:prstGeom prst="rect">
            <a:avLst/>
          </a:prstGeom>
          <a:noFill/>
          <a:ln>
            <a:noFill/>
          </a:ln>
        </p:spPr>
        <p:txBody>
          <a:bodyPr spcFirstLastPara="1" wrap="square" lIns="91425" tIns="45700" rIns="91425" bIns="45700" anchor="b" anchorCtr="0">
            <a:noAutofit/>
          </a:bodyPr>
          <a:lstStyle/>
          <a:p>
            <a:pPr algn="just"/>
            <a:r>
              <a:rPr lang="en-US" sz="3200" dirty="0"/>
              <a:t>Temporary Update Problem (also known as the Dirty Read Problem or Uncommitted Dependency Problem)</a:t>
            </a:r>
            <a:endParaRPr sz="3200" dirty="0"/>
          </a:p>
        </p:txBody>
      </p:sp>
      <p:sp>
        <p:nvSpPr>
          <p:cNvPr id="155" name="Google Shape;155;p12"/>
          <p:cNvSpPr txBox="1">
            <a:spLocks noGrp="1"/>
          </p:cNvSpPr>
          <p:nvPr>
            <p:ph type="body" idx="1"/>
          </p:nvPr>
        </p:nvSpPr>
        <p:spPr>
          <a:xfrm>
            <a:off x="1503364" y="2182091"/>
            <a:ext cx="9912782" cy="4572000"/>
          </a:xfrm>
          <a:prstGeom prst="rect">
            <a:avLst/>
          </a:prstGeom>
          <a:noFill/>
          <a:ln>
            <a:noFill/>
          </a:ln>
        </p:spPr>
        <p:txBody>
          <a:bodyPr spcFirstLastPara="1" wrap="square" lIns="91425" tIns="45700" rIns="0" bIns="45700" anchor="t" anchorCtr="0">
            <a:noAutofit/>
          </a:bodyPr>
          <a:lstStyle/>
          <a:p>
            <a:pPr marL="342900" indent="-342900">
              <a:spcBef>
                <a:spcPts val="0"/>
              </a:spcBef>
              <a:buSzPts val="1680"/>
              <a:buChar char="■"/>
            </a:pPr>
            <a:r>
              <a:rPr lang="en-US" sz="2200" dirty="0"/>
              <a:t>The Dirty Read Problem occurs when a transaction reads data that has been modified by another uncommitted transaction. If the modifying transaction rolls back, the data read becomes invalid or "dirty</a:t>
            </a:r>
            <a:r>
              <a:rPr lang="en-US" sz="2200" dirty="0" smtClean="0"/>
              <a:t>.“</a:t>
            </a:r>
          </a:p>
          <a:p>
            <a:pPr marL="342900" indent="-342900">
              <a:spcBef>
                <a:spcPts val="0"/>
              </a:spcBef>
              <a:buSzPts val="1680"/>
              <a:buChar char="■"/>
            </a:pPr>
            <a:endParaRPr lang="en-US" sz="2200" dirty="0"/>
          </a:p>
          <a:p>
            <a:pPr marL="342900" indent="-342900">
              <a:spcBef>
                <a:spcPts val="0"/>
              </a:spcBef>
              <a:buSzPts val="1680"/>
              <a:buChar char="■"/>
            </a:pPr>
            <a:r>
              <a:rPr lang="en-US" sz="2200" dirty="0"/>
              <a:t>Example: </a:t>
            </a:r>
            <a:r>
              <a:rPr lang="en-US" sz="2200" dirty="0" smtClean="0"/>
              <a:t>Transaction </a:t>
            </a:r>
            <a:r>
              <a:rPr lang="en-US" sz="2200" dirty="0"/>
              <a:t>T1 updates a record but has not committed. Transaction T2 reads this uncommitted data. If T1 rolls back, T2 has read an invalid (dirty) value</a:t>
            </a:r>
            <a:r>
              <a:rPr lang="en-US" sz="2200" dirty="0" smtClean="0"/>
              <a:t>.</a:t>
            </a:r>
          </a:p>
          <a:p>
            <a:pPr marL="342900" indent="-342900">
              <a:spcBef>
                <a:spcPts val="0"/>
              </a:spcBef>
              <a:buSzPts val="1680"/>
              <a:buChar char="■"/>
            </a:pPr>
            <a:endParaRPr lang="en-US" sz="2200" dirty="0"/>
          </a:p>
          <a:p>
            <a:pPr marL="342900" indent="-342900">
              <a:spcBef>
                <a:spcPts val="0"/>
              </a:spcBef>
              <a:buSzPts val="1680"/>
              <a:buChar char="■"/>
            </a:pPr>
            <a:r>
              <a:rPr lang="en-US" sz="2200" dirty="0" smtClean="0"/>
              <a:t>Scenario: </a:t>
            </a:r>
          </a:p>
          <a:p>
            <a:pPr marL="457200" lvl="1" indent="0">
              <a:spcBef>
                <a:spcPts val="0"/>
              </a:spcBef>
              <a:buSzPts val="1680"/>
              <a:buNone/>
            </a:pPr>
            <a:r>
              <a:rPr lang="en-US" sz="2200" b="1" dirty="0" smtClean="0"/>
              <a:t>Transaction </a:t>
            </a:r>
            <a:r>
              <a:rPr lang="en-US" sz="2200" b="1" dirty="0"/>
              <a:t>T1</a:t>
            </a:r>
            <a:r>
              <a:rPr lang="en-US" sz="2200" dirty="0"/>
              <a:t>: Updates balance from $500 to $700 (uncommitted) </a:t>
            </a:r>
            <a:br>
              <a:rPr lang="en-US" sz="2200" dirty="0"/>
            </a:br>
            <a:r>
              <a:rPr lang="en-US" sz="2200" b="1" dirty="0"/>
              <a:t>Transaction T2</a:t>
            </a:r>
            <a:r>
              <a:rPr lang="en-US" sz="2200" dirty="0"/>
              <a:t>: Reads balance as $700 </a:t>
            </a:r>
            <a:br>
              <a:rPr lang="en-US" sz="2200" dirty="0"/>
            </a:br>
            <a:r>
              <a:rPr lang="en-US" sz="2200" b="1" dirty="0"/>
              <a:t>T1 Rollback</a:t>
            </a:r>
            <a:r>
              <a:rPr lang="en-US" sz="2200" dirty="0"/>
              <a:t>: Balance reverts to $500, leaving T2 with a "dirty" read.</a:t>
            </a:r>
            <a:endParaRPr sz="2200" dirty="0"/>
          </a:p>
        </p:txBody>
      </p:sp>
    </p:spTree>
    <p:extLst>
      <p:ext uri="{BB962C8B-B14F-4D97-AF65-F5344CB8AC3E}">
        <p14:creationId xmlns:p14="http://schemas.microsoft.com/office/powerpoint/2010/main" val="139650951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sp>
        <p:nvSpPr>
          <p:cNvPr id="188" name="Google Shape;188;p16"/>
          <p:cNvSpPr txBox="1">
            <a:spLocks noGrp="1"/>
          </p:cNvSpPr>
          <p:nvPr>
            <p:ph type="title"/>
          </p:nvPr>
        </p:nvSpPr>
        <p:spPr>
          <a:xfrm>
            <a:off x="1692131" y="1049916"/>
            <a:ext cx="9312131" cy="992187"/>
          </a:xfrm>
          <a:prstGeom prst="rect">
            <a:avLst/>
          </a:prstGeom>
          <a:noFill/>
          <a:ln>
            <a:noFill/>
          </a:ln>
        </p:spPr>
        <p:txBody>
          <a:bodyPr spcFirstLastPara="1" wrap="square" lIns="91425" tIns="45700" rIns="91425" bIns="45700" anchor="b" anchorCtr="0">
            <a:noAutofit/>
          </a:bodyPr>
          <a:lstStyle/>
          <a:p>
            <a:r>
              <a:rPr lang="en-US" sz="2400" dirty="0"/>
              <a:t>The Temporary Update Problem OR</a:t>
            </a:r>
            <a:br>
              <a:rPr lang="en-US" sz="2400" dirty="0"/>
            </a:br>
            <a:r>
              <a:rPr lang="en-US" sz="2400" dirty="0"/>
              <a:t>Dirty Read Problem OR</a:t>
            </a:r>
            <a:br>
              <a:rPr lang="en-US" sz="2400" dirty="0"/>
            </a:br>
            <a:r>
              <a:rPr lang="en-US" sz="2400" dirty="0"/>
              <a:t>Uncommitted Dependency Problem</a:t>
            </a:r>
            <a:endParaRPr sz="3600" dirty="0"/>
          </a:p>
        </p:txBody>
      </p:sp>
      <p:sp>
        <p:nvSpPr>
          <p:cNvPr id="190" name="Google Shape;190;p16"/>
          <p:cNvSpPr txBox="1"/>
          <p:nvPr/>
        </p:nvSpPr>
        <p:spPr>
          <a:xfrm>
            <a:off x="2540794" y="5702588"/>
            <a:ext cx="7110413" cy="584775"/>
          </a:xfrm>
          <a:prstGeom prst="rect">
            <a:avLst/>
          </a:prstGeom>
          <a:noFill/>
          <a:ln>
            <a:noFill/>
          </a:ln>
        </p:spPr>
        <p:txBody>
          <a:bodyPr spcFirstLastPara="1" wrap="square" lIns="91425" tIns="45700" rIns="91425" bIns="45700" anchor="t" anchorCtr="0">
            <a:spAutoFit/>
          </a:bodyPr>
          <a:lstStyle/>
          <a:p>
            <a:pPr>
              <a:buClr>
                <a:srgbClr val="990033"/>
              </a:buClr>
              <a:buSzPts val="960"/>
            </a:pPr>
            <a:r>
              <a:rPr lang="en-US" sz="1600">
                <a:solidFill>
                  <a:schemeClr val="dk1"/>
                </a:solidFill>
              </a:rPr>
              <a:t>Figure 20.3 (cont’d.) Some problems that occur when concurrent execution is uncontrolled (b) The temporary update problem</a:t>
            </a:r>
            <a:endParaRPr sz="1600">
              <a:solidFill>
                <a:schemeClr val="dk1"/>
              </a:solidFill>
            </a:endParaRPr>
          </a:p>
        </p:txBody>
      </p:sp>
      <p:pic>
        <p:nvPicPr>
          <p:cNvPr id="191" name="Google Shape;191;p16"/>
          <p:cNvPicPr preferRelativeResize="0"/>
          <p:nvPr/>
        </p:nvPicPr>
        <p:blipFill rotWithShape="1">
          <a:blip r:embed="rId3">
            <a:alphaModFix/>
          </a:blip>
          <a:srcRect/>
          <a:stretch/>
        </p:blipFill>
        <p:spPr>
          <a:xfrm>
            <a:off x="1692131" y="2332447"/>
            <a:ext cx="9144000" cy="3079797"/>
          </a:xfrm>
          <a:prstGeom prst="rect">
            <a:avLst/>
          </a:prstGeom>
          <a:noFill/>
          <a:ln>
            <a:noFill/>
          </a:ln>
        </p:spPr>
      </p:pic>
    </p:spTree>
    <p:extLst>
      <p:ext uri="{BB962C8B-B14F-4D97-AF65-F5344CB8AC3E}">
        <p14:creationId xmlns:p14="http://schemas.microsoft.com/office/powerpoint/2010/main" val="67981069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95"/>
        <p:cNvGrpSpPr/>
        <p:nvPr/>
      </p:nvGrpSpPr>
      <p:grpSpPr>
        <a:xfrm>
          <a:off x="0" y="0"/>
          <a:ext cx="0" cy="0"/>
          <a:chOff x="0" y="0"/>
          <a:chExt cx="0" cy="0"/>
        </a:xfrm>
      </p:grpSpPr>
      <p:sp>
        <p:nvSpPr>
          <p:cNvPr id="196" name="Google Shape;196;p17"/>
          <p:cNvSpPr txBox="1">
            <a:spLocks noGrp="1"/>
          </p:cNvSpPr>
          <p:nvPr>
            <p:ph type="title"/>
          </p:nvPr>
        </p:nvSpPr>
        <p:spPr>
          <a:xfrm>
            <a:off x="2260601" y="489815"/>
            <a:ext cx="7796213" cy="992187"/>
          </a:xfrm>
          <a:prstGeom prst="rect">
            <a:avLst/>
          </a:prstGeom>
          <a:noFill/>
          <a:ln>
            <a:noFill/>
          </a:ln>
        </p:spPr>
        <p:txBody>
          <a:bodyPr spcFirstLastPara="1" wrap="square" lIns="91425" tIns="45700" rIns="91425" bIns="45700" anchor="b" anchorCtr="0">
            <a:noAutofit/>
          </a:bodyPr>
          <a:lstStyle/>
          <a:p>
            <a:r>
              <a:rPr lang="en-US" dirty="0"/>
              <a:t>The Incorrect Summary Problem</a:t>
            </a:r>
            <a:endParaRPr dirty="0"/>
          </a:p>
        </p:txBody>
      </p:sp>
      <p:sp>
        <p:nvSpPr>
          <p:cNvPr id="198" name="Google Shape;198;p17"/>
          <p:cNvSpPr txBox="1"/>
          <p:nvPr/>
        </p:nvSpPr>
        <p:spPr>
          <a:xfrm>
            <a:off x="2086263" y="5698916"/>
            <a:ext cx="9154391" cy="584775"/>
          </a:xfrm>
          <a:prstGeom prst="rect">
            <a:avLst/>
          </a:prstGeom>
          <a:noFill/>
          <a:ln>
            <a:noFill/>
          </a:ln>
        </p:spPr>
        <p:txBody>
          <a:bodyPr spcFirstLastPara="1" wrap="square" lIns="91425" tIns="45700" rIns="91425" bIns="45700" anchor="t" anchorCtr="0">
            <a:spAutoFit/>
          </a:bodyPr>
          <a:lstStyle/>
          <a:p>
            <a:pPr>
              <a:buClr>
                <a:srgbClr val="990033"/>
              </a:buClr>
              <a:buSzPts val="960"/>
            </a:pPr>
            <a:r>
              <a:rPr lang="en-US" sz="1600" dirty="0">
                <a:solidFill>
                  <a:schemeClr val="dk1"/>
                </a:solidFill>
              </a:rPr>
              <a:t>Figure 20.3 (cont’d.) Some problems that occur when concurrent execution is uncontrolled (c) The incorrect summary problem</a:t>
            </a:r>
            <a:endParaRPr sz="1600" dirty="0">
              <a:solidFill>
                <a:schemeClr val="dk1"/>
              </a:solidFill>
            </a:endParaRPr>
          </a:p>
        </p:txBody>
      </p:sp>
      <p:pic>
        <p:nvPicPr>
          <p:cNvPr id="199" name="Google Shape;199;p17"/>
          <p:cNvPicPr preferRelativeResize="0"/>
          <p:nvPr/>
        </p:nvPicPr>
        <p:blipFill rotWithShape="1">
          <a:blip r:embed="rId3">
            <a:alphaModFix/>
          </a:blip>
          <a:srcRect/>
          <a:stretch/>
        </p:blipFill>
        <p:spPr>
          <a:xfrm>
            <a:off x="1827646" y="1533236"/>
            <a:ext cx="8521460" cy="4114446"/>
          </a:xfrm>
          <a:prstGeom prst="rect">
            <a:avLst/>
          </a:prstGeom>
          <a:noFill/>
          <a:ln>
            <a:noFill/>
          </a:ln>
        </p:spPr>
      </p:pic>
    </p:spTree>
    <p:extLst>
      <p:ext uri="{BB962C8B-B14F-4D97-AF65-F5344CB8AC3E}">
        <p14:creationId xmlns:p14="http://schemas.microsoft.com/office/powerpoint/2010/main" val="264391633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03"/>
        <p:cNvGrpSpPr/>
        <p:nvPr/>
      </p:nvGrpSpPr>
      <p:grpSpPr>
        <a:xfrm>
          <a:off x="0" y="0"/>
          <a:ext cx="0" cy="0"/>
          <a:chOff x="0" y="0"/>
          <a:chExt cx="0" cy="0"/>
        </a:xfrm>
      </p:grpSpPr>
      <p:sp>
        <p:nvSpPr>
          <p:cNvPr id="204" name="Google Shape;204;p18"/>
          <p:cNvSpPr txBox="1">
            <a:spLocks noGrp="1"/>
          </p:cNvSpPr>
          <p:nvPr>
            <p:ph type="title"/>
          </p:nvPr>
        </p:nvSpPr>
        <p:spPr>
          <a:xfrm>
            <a:off x="1551710" y="612238"/>
            <a:ext cx="5430982" cy="992187"/>
          </a:xfrm>
          <a:prstGeom prst="rect">
            <a:avLst/>
          </a:prstGeom>
          <a:noFill/>
          <a:ln>
            <a:noFill/>
          </a:ln>
        </p:spPr>
        <p:txBody>
          <a:bodyPr spcFirstLastPara="1" wrap="square" lIns="91425" tIns="45700" rIns="91425" bIns="45700" anchor="b" anchorCtr="0">
            <a:noAutofit/>
          </a:bodyPr>
          <a:lstStyle/>
          <a:p>
            <a:pPr algn="just"/>
            <a:r>
              <a:rPr lang="en-US" sz="2800" dirty="0"/>
              <a:t>The Incorrect Summary Problem OR</a:t>
            </a:r>
            <a:br>
              <a:rPr lang="en-US" sz="2800" dirty="0"/>
            </a:br>
            <a:r>
              <a:rPr lang="en-US" sz="2800" dirty="0"/>
              <a:t>Inconsistent Analysis Problem</a:t>
            </a:r>
            <a:endParaRPr sz="2800" dirty="0"/>
          </a:p>
        </p:txBody>
      </p:sp>
      <p:sp>
        <p:nvSpPr>
          <p:cNvPr id="206" name="Google Shape;206;p18"/>
          <p:cNvSpPr txBox="1"/>
          <p:nvPr/>
        </p:nvSpPr>
        <p:spPr>
          <a:xfrm>
            <a:off x="2430209" y="5660730"/>
            <a:ext cx="7110413" cy="584775"/>
          </a:xfrm>
          <a:prstGeom prst="rect">
            <a:avLst/>
          </a:prstGeom>
          <a:noFill/>
          <a:ln>
            <a:noFill/>
          </a:ln>
        </p:spPr>
        <p:txBody>
          <a:bodyPr spcFirstLastPara="1" wrap="square" lIns="91425" tIns="45700" rIns="91425" bIns="45700" anchor="t" anchorCtr="0">
            <a:spAutoFit/>
          </a:bodyPr>
          <a:lstStyle/>
          <a:p>
            <a:pPr>
              <a:buClr>
                <a:srgbClr val="990033"/>
              </a:buClr>
              <a:buSzPts val="960"/>
            </a:pPr>
            <a:r>
              <a:rPr lang="en-US" sz="1600" dirty="0">
                <a:solidFill>
                  <a:schemeClr val="dk1"/>
                </a:solidFill>
              </a:rPr>
              <a:t>Figure 20.3 (cont’d.) Some problems that occur when concurrent execution is uncontrolled (c) The incorrect summary problem</a:t>
            </a:r>
            <a:endParaRPr sz="1600" dirty="0">
              <a:solidFill>
                <a:schemeClr val="dk1"/>
              </a:solidFill>
            </a:endParaRPr>
          </a:p>
        </p:txBody>
      </p:sp>
      <p:pic>
        <p:nvPicPr>
          <p:cNvPr id="207" name="Google Shape;207;p18"/>
          <p:cNvPicPr preferRelativeResize="0"/>
          <p:nvPr/>
        </p:nvPicPr>
        <p:blipFill rotWithShape="1">
          <a:blip r:embed="rId3">
            <a:alphaModFix/>
          </a:blip>
          <a:srcRect/>
          <a:stretch/>
        </p:blipFill>
        <p:spPr>
          <a:xfrm>
            <a:off x="1551710" y="1682333"/>
            <a:ext cx="9144000" cy="3900488"/>
          </a:xfrm>
          <a:prstGeom prst="rect">
            <a:avLst/>
          </a:prstGeom>
          <a:noFill/>
          <a:ln>
            <a:noFill/>
          </a:ln>
        </p:spPr>
      </p:pic>
    </p:spTree>
    <p:extLst>
      <p:ext uri="{BB962C8B-B14F-4D97-AF65-F5344CB8AC3E}">
        <p14:creationId xmlns:p14="http://schemas.microsoft.com/office/powerpoint/2010/main" val="333851619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53"/>
        <p:cNvGrpSpPr/>
        <p:nvPr/>
      </p:nvGrpSpPr>
      <p:grpSpPr>
        <a:xfrm>
          <a:off x="0" y="0"/>
          <a:ext cx="0" cy="0"/>
          <a:chOff x="0" y="0"/>
          <a:chExt cx="0" cy="0"/>
        </a:xfrm>
      </p:grpSpPr>
      <p:sp>
        <p:nvSpPr>
          <p:cNvPr id="154" name="Google Shape;154;p12"/>
          <p:cNvSpPr txBox="1">
            <a:spLocks noGrp="1"/>
          </p:cNvSpPr>
          <p:nvPr>
            <p:ph type="title"/>
          </p:nvPr>
        </p:nvSpPr>
        <p:spPr>
          <a:xfrm>
            <a:off x="2462153" y="836501"/>
            <a:ext cx="9340127" cy="992187"/>
          </a:xfrm>
          <a:prstGeom prst="rect">
            <a:avLst/>
          </a:prstGeom>
          <a:noFill/>
          <a:ln>
            <a:noFill/>
          </a:ln>
        </p:spPr>
        <p:txBody>
          <a:bodyPr spcFirstLastPara="1" wrap="square" lIns="91425" tIns="45700" rIns="91425" bIns="45700" anchor="b" anchorCtr="0">
            <a:noAutofit/>
          </a:bodyPr>
          <a:lstStyle/>
          <a:p>
            <a:pPr algn="just"/>
            <a:r>
              <a:rPr lang="en-US" sz="3200" dirty="0"/>
              <a:t>The Unrepeatable Read Problem (Fuzzy Read)</a:t>
            </a:r>
            <a:endParaRPr sz="3200" dirty="0"/>
          </a:p>
        </p:txBody>
      </p:sp>
      <p:sp>
        <p:nvSpPr>
          <p:cNvPr id="155" name="Google Shape;155;p12"/>
          <p:cNvSpPr txBox="1">
            <a:spLocks noGrp="1"/>
          </p:cNvSpPr>
          <p:nvPr>
            <p:ph type="body" idx="1"/>
          </p:nvPr>
        </p:nvSpPr>
        <p:spPr>
          <a:xfrm>
            <a:off x="1503364" y="2182091"/>
            <a:ext cx="9451681" cy="4572000"/>
          </a:xfrm>
          <a:prstGeom prst="rect">
            <a:avLst/>
          </a:prstGeom>
          <a:noFill/>
          <a:ln>
            <a:noFill/>
          </a:ln>
        </p:spPr>
        <p:txBody>
          <a:bodyPr spcFirstLastPara="1" wrap="square" lIns="91425" tIns="45700" rIns="0" bIns="45700" anchor="t" anchorCtr="0">
            <a:noAutofit/>
          </a:bodyPr>
          <a:lstStyle/>
          <a:p>
            <a:pPr marL="342900" indent="-342900" algn="just">
              <a:spcBef>
                <a:spcPts val="0"/>
              </a:spcBef>
              <a:buSzPts val="1680"/>
              <a:buChar char="■"/>
            </a:pPr>
            <a:r>
              <a:rPr lang="en-US" dirty="0"/>
              <a:t>The Unrepeatable Read problem, also known as Fuzzy Read, is a concurrency issue in databases where a transaction reads the same row twice and gets different values each time because another transaction modifies that row between the </a:t>
            </a:r>
            <a:r>
              <a:rPr lang="en-US" dirty="0" smtClean="0"/>
              <a:t>reads</a:t>
            </a:r>
          </a:p>
          <a:p>
            <a:pPr marL="342900" indent="-342900" algn="just">
              <a:spcBef>
                <a:spcPts val="0"/>
              </a:spcBef>
              <a:buSzPts val="1680"/>
              <a:buChar char="■"/>
            </a:pPr>
            <a:endParaRPr lang="en-US" dirty="0"/>
          </a:p>
          <a:p>
            <a:pPr marL="342900" indent="-342900" algn="just">
              <a:spcBef>
                <a:spcPts val="0"/>
              </a:spcBef>
              <a:buSzPts val="1680"/>
              <a:buChar char="■"/>
            </a:pPr>
            <a:endParaRPr lang="en-US" dirty="0"/>
          </a:p>
          <a:p>
            <a:pPr marL="342900" indent="-342900" algn="just">
              <a:spcBef>
                <a:spcPts val="0"/>
              </a:spcBef>
              <a:buSzPts val="1680"/>
              <a:buChar char="■"/>
            </a:pPr>
            <a:r>
              <a:rPr lang="en-US" dirty="0"/>
              <a:t>This can lead to inconsistent data views within the transaction, causing unexpected results</a:t>
            </a:r>
            <a:r>
              <a:rPr lang="en-US" dirty="0" smtClean="0"/>
              <a:t>.</a:t>
            </a:r>
          </a:p>
          <a:p>
            <a:pPr marL="342900" indent="-342900" algn="just">
              <a:spcBef>
                <a:spcPts val="0"/>
              </a:spcBef>
              <a:buSzPts val="1680"/>
              <a:buChar char="■"/>
            </a:pPr>
            <a:endParaRPr lang="en-US" dirty="0"/>
          </a:p>
          <a:p>
            <a:pPr marL="342900" indent="-342900" algn="just">
              <a:spcBef>
                <a:spcPts val="0"/>
              </a:spcBef>
              <a:buSzPts val="1680"/>
              <a:buChar char="■"/>
            </a:pPr>
            <a:endParaRPr dirty="0"/>
          </a:p>
        </p:txBody>
      </p:sp>
    </p:spTree>
    <p:extLst>
      <p:ext uri="{BB962C8B-B14F-4D97-AF65-F5344CB8AC3E}">
        <p14:creationId xmlns:p14="http://schemas.microsoft.com/office/powerpoint/2010/main" val="181646565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Fuzzy </a:t>
            </a:r>
            <a:r>
              <a:rPr lang="en-US" dirty="0" smtClean="0"/>
              <a:t>Read (Example)</a:t>
            </a:r>
            <a:endParaRPr lang="en-US" dirty="0"/>
          </a:p>
        </p:txBody>
      </p:sp>
      <p:pic>
        <p:nvPicPr>
          <p:cNvPr id="4" name="Picture 3"/>
          <p:cNvPicPr>
            <a:picLocks noChangeAspect="1"/>
          </p:cNvPicPr>
          <p:nvPr/>
        </p:nvPicPr>
        <p:blipFill>
          <a:blip r:embed="rId2"/>
          <a:stretch>
            <a:fillRect/>
          </a:stretch>
        </p:blipFill>
        <p:spPr>
          <a:xfrm>
            <a:off x="1438647" y="2285999"/>
            <a:ext cx="9676196" cy="3830716"/>
          </a:xfrm>
          <a:prstGeom prst="rect">
            <a:avLst/>
          </a:prstGeom>
        </p:spPr>
      </p:pic>
    </p:spTree>
    <p:extLst>
      <p:ext uri="{BB962C8B-B14F-4D97-AF65-F5344CB8AC3E}">
        <p14:creationId xmlns:p14="http://schemas.microsoft.com/office/powerpoint/2010/main" val="251813759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Phantom Read Problem</a:t>
            </a:r>
          </a:p>
        </p:txBody>
      </p:sp>
      <p:sp>
        <p:nvSpPr>
          <p:cNvPr id="3" name="Text Placeholder 2"/>
          <p:cNvSpPr>
            <a:spLocks noGrp="1"/>
          </p:cNvSpPr>
          <p:nvPr>
            <p:ph type="body" idx="1"/>
          </p:nvPr>
        </p:nvSpPr>
        <p:spPr/>
        <p:txBody>
          <a:bodyPr/>
          <a:lstStyle/>
          <a:p>
            <a:pPr marL="342900" lvl="0" indent="-342900">
              <a:spcBef>
                <a:spcPts val="0"/>
              </a:spcBef>
              <a:buSzPts val="1680"/>
              <a:buChar char="■"/>
            </a:pPr>
            <a:r>
              <a:rPr lang="en-US" dirty="0"/>
              <a:t>Transaction T executes a query that retrieves a set of tuples from a relation satisfying a certain </a:t>
            </a:r>
            <a:r>
              <a:rPr lang="en-US" dirty="0" smtClean="0"/>
              <a:t>predicate</a:t>
            </a:r>
          </a:p>
          <a:p>
            <a:pPr marL="342900" lvl="0" indent="-342900">
              <a:spcBef>
                <a:spcPts val="0"/>
              </a:spcBef>
              <a:buSzPts val="1680"/>
              <a:buChar char="■"/>
            </a:pPr>
            <a:endParaRPr lang="en-US" dirty="0"/>
          </a:p>
          <a:p>
            <a:pPr marL="342900" lvl="0" indent="-342900">
              <a:spcBef>
                <a:spcPts val="560"/>
              </a:spcBef>
              <a:buSzPts val="1680"/>
              <a:buChar char="■"/>
            </a:pPr>
            <a:r>
              <a:rPr lang="en-US" dirty="0"/>
              <a:t>T re-executes the query at a later time, but finds that the retrieved set contains an additional (phantom) that has been inserted by another transaction in the meantime</a:t>
            </a:r>
            <a:r>
              <a:rPr lang="en-US" dirty="0" smtClean="0"/>
              <a:t>.</a:t>
            </a:r>
          </a:p>
          <a:p>
            <a:pPr marL="342900" lvl="0" indent="-342900">
              <a:spcBef>
                <a:spcPts val="560"/>
              </a:spcBef>
              <a:buSzPts val="1680"/>
              <a:buChar char="■"/>
            </a:pPr>
            <a:endParaRPr lang="en-US" dirty="0"/>
          </a:p>
          <a:p>
            <a:pPr marL="342900" lvl="0" indent="-342900">
              <a:spcBef>
                <a:spcPts val="560"/>
              </a:spcBef>
              <a:buSzPts val="1680"/>
              <a:buChar char="■"/>
            </a:pPr>
            <a:r>
              <a:rPr lang="en-US" dirty="0"/>
              <a:t>T receives different tuples for the same query</a:t>
            </a:r>
          </a:p>
          <a:p>
            <a:endParaRPr lang="en-US" dirty="0"/>
          </a:p>
        </p:txBody>
      </p:sp>
    </p:spTree>
    <p:extLst>
      <p:ext uri="{BB962C8B-B14F-4D97-AF65-F5344CB8AC3E}">
        <p14:creationId xmlns:p14="http://schemas.microsoft.com/office/powerpoint/2010/main" val="265390311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95401" y="698047"/>
            <a:ext cx="9601196" cy="1303867"/>
          </a:xfrm>
        </p:spPr>
        <p:txBody>
          <a:bodyPr/>
          <a:lstStyle/>
          <a:p>
            <a:r>
              <a:rPr lang="en-US" dirty="0"/>
              <a:t>The Phantom Read </a:t>
            </a:r>
            <a:r>
              <a:rPr lang="en-US" dirty="0" smtClean="0"/>
              <a:t>Problem (Example)</a:t>
            </a:r>
            <a:endParaRPr lang="en-US" dirty="0"/>
          </a:p>
        </p:txBody>
      </p:sp>
      <p:pic>
        <p:nvPicPr>
          <p:cNvPr id="4" name="Picture 3"/>
          <p:cNvPicPr>
            <a:picLocks noChangeAspect="1"/>
          </p:cNvPicPr>
          <p:nvPr/>
        </p:nvPicPr>
        <p:blipFill>
          <a:blip r:embed="rId2"/>
          <a:stretch>
            <a:fillRect/>
          </a:stretch>
        </p:blipFill>
        <p:spPr>
          <a:xfrm>
            <a:off x="3382221" y="1893591"/>
            <a:ext cx="5427555" cy="4150005"/>
          </a:xfrm>
          <a:prstGeom prst="rect">
            <a:avLst/>
          </a:prstGeom>
        </p:spPr>
      </p:pic>
    </p:spTree>
    <p:extLst>
      <p:ext uri="{BB962C8B-B14F-4D97-AF65-F5344CB8AC3E}">
        <p14:creationId xmlns:p14="http://schemas.microsoft.com/office/powerpoint/2010/main" val="50499130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Why Recovery is Needed</a:t>
            </a:r>
          </a:p>
        </p:txBody>
      </p:sp>
      <p:sp>
        <p:nvSpPr>
          <p:cNvPr id="3" name="Text Placeholder 2"/>
          <p:cNvSpPr>
            <a:spLocks noGrp="1"/>
          </p:cNvSpPr>
          <p:nvPr>
            <p:ph type="body" idx="1"/>
          </p:nvPr>
        </p:nvSpPr>
        <p:spPr/>
        <p:txBody>
          <a:bodyPr/>
          <a:lstStyle/>
          <a:p>
            <a:pPr marL="342900" lvl="0" indent="-342900">
              <a:spcBef>
                <a:spcPts val="0"/>
              </a:spcBef>
              <a:buSzPts val="1680"/>
              <a:buChar char="■"/>
            </a:pPr>
            <a:r>
              <a:rPr lang="en-US" dirty="0"/>
              <a:t>Committed transaction</a:t>
            </a:r>
          </a:p>
          <a:p>
            <a:pPr marL="742950" lvl="1" indent="-285750">
              <a:spcBef>
                <a:spcPts val="520"/>
              </a:spcBef>
              <a:buSzPts val="1430"/>
              <a:buChar char="■"/>
            </a:pPr>
            <a:r>
              <a:rPr lang="en-US" dirty="0"/>
              <a:t>Effect recorded permanently in the database</a:t>
            </a:r>
          </a:p>
          <a:p>
            <a:pPr marL="342900" lvl="0" indent="-342900">
              <a:spcBef>
                <a:spcPts val="560"/>
              </a:spcBef>
              <a:buSzPts val="1680"/>
              <a:buChar char="■"/>
            </a:pPr>
            <a:r>
              <a:rPr lang="en-US" dirty="0"/>
              <a:t>Aborted transaction</a:t>
            </a:r>
          </a:p>
          <a:p>
            <a:pPr marL="742950" lvl="1" indent="-285750">
              <a:spcBef>
                <a:spcPts val="520"/>
              </a:spcBef>
              <a:buSzPts val="1430"/>
              <a:buChar char="■"/>
            </a:pPr>
            <a:r>
              <a:rPr lang="en-US" dirty="0"/>
              <a:t>Does not affect the database</a:t>
            </a:r>
          </a:p>
          <a:p>
            <a:pPr marL="342900" lvl="0" indent="-342900">
              <a:spcBef>
                <a:spcPts val="560"/>
              </a:spcBef>
              <a:buSzPts val="1680"/>
              <a:buChar char="■"/>
            </a:pPr>
            <a:r>
              <a:rPr lang="en-US" dirty="0"/>
              <a:t>Types of transaction failures</a:t>
            </a:r>
          </a:p>
          <a:p>
            <a:pPr marL="742950" lvl="1" indent="-285750">
              <a:spcBef>
                <a:spcPts val="520"/>
              </a:spcBef>
              <a:buSzPts val="1430"/>
              <a:buChar char="■"/>
            </a:pPr>
            <a:r>
              <a:rPr lang="en-US" dirty="0"/>
              <a:t>Computer failure (system crash)</a:t>
            </a:r>
          </a:p>
          <a:p>
            <a:pPr marL="742950" lvl="1" indent="-285750">
              <a:spcBef>
                <a:spcPts val="520"/>
              </a:spcBef>
              <a:buSzPts val="1430"/>
              <a:buChar char="■"/>
            </a:pPr>
            <a:r>
              <a:rPr lang="en-US" dirty="0"/>
              <a:t>Transaction or system error</a:t>
            </a:r>
          </a:p>
          <a:p>
            <a:pPr marL="742950" lvl="1" indent="-285750">
              <a:spcBef>
                <a:spcPts val="520"/>
              </a:spcBef>
              <a:buSzPts val="1430"/>
              <a:buChar char="■"/>
            </a:pPr>
            <a:r>
              <a:rPr lang="en-US" dirty="0"/>
              <a:t>Local errors or exception conditions detected by the transaction</a:t>
            </a:r>
          </a:p>
          <a:p>
            <a:endParaRPr lang="en-US" dirty="0"/>
          </a:p>
        </p:txBody>
      </p:sp>
    </p:spTree>
    <p:extLst>
      <p:ext uri="{BB962C8B-B14F-4D97-AF65-F5344CB8AC3E}">
        <p14:creationId xmlns:p14="http://schemas.microsoft.com/office/powerpoint/2010/main" val="174252252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Why Recovery is Needed (cont’d.)</a:t>
            </a:r>
          </a:p>
        </p:txBody>
      </p:sp>
      <p:sp>
        <p:nvSpPr>
          <p:cNvPr id="3" name="Text Placeholder 2"/>
          <p:cNvSpPr>
            <a:spLocks noGrp="1"/>
          </p:cNvSpPr>
          <p:nvPr>
            <p:ph type="body" idx="1"/>
          </p:nvPr>
        </p:nvSpPr>
        <p:spPr/>
        <p:txBody>
          <a:bodyPr/>
          <a:lstStyle/>
          <a:p>
            <a:pPr marL="342900" lvl="0" indent="-342900">
              <a:spcBef>
                <a:spcPts val="0"/>
              </a:spcBef>
              <a:buSzPts val="1680"/>
              <a:buChar char="■"/>
            </a:pPr>
            <a:r>
              <a:rPr lang="en-US" dirty="0"/>
              <a:t>Types of transaction failures (cont’d.)</a:t>
            </a:r>
          </a:p>
          <a:p>
            <a:pPr marL="742950" lvl="1" indent="-285750">
              <a:spcBef>
                <a:spcPts val="520"/>
              </a:spcBef>
              <a:buSzPts val="1430"/>
              <a:buChar char="■"/>
            </a:pPr>
            <a:r>
              <a:rPr lang="en-US" dirty="0"/>
              <a:t>Concurrency control enforcement</a:t>
            </a:r>
          </a:p>
          <a:p>
            <a:pPr marL="742950" lvl="1" indent="-285750">
              <a:spcBef>
                <a:spcPts val="520"/>
              </a:spcBef>
              <a:buSzPts val="1430"/>
              <a:buChar char="■"/>
            </a:pPr>
            <a:r>
              <a:rPr lang="en-US" dirty="0"/>
              <a:t>Disk failure</a:t>
            </a:r>
          </a:p>
          <a:p>
            <a:pPr marL="742950" lvl="1" indent="-285750">
              <a:spcBef>
                <a:spcPts val="520"/>
              </a:spcBef>
              <a:buSzPts val="1430"/>
              <a:buChar char="■"/>
            </a:pPr>
            <a:r>
              <a:rPr lang="en-US" dirty="0"/>
              <a:t>Physical problems or </a:t>
            </a:r>
            <a:r>
              <a:rPr lang="en-US" dirty="0" smtClean="0"/>
              <a:t>catastrophes</a:t>
            </a:r>
          </a:p>
          <a:p>
            <a:pPr marL="457200" lvl="1" indent="0">
              <a:spcBef>
                <a:spcPts val="520"/>
              </a:spcBef>
              <a:buSzPts val="1430"/>
              <a:buNone/>
            </a:pPr>
            <a:endParaRPr lang="en-US" dirty="0"/>
          </a:p>
          <a:p>
            <a:pPr marL="342900" lvl="0" indent="-342900">
              <a:spcBef>
                <a:spcPts val="560"/>
              </a:spcBef>
              <a:buSzPts val="1680"/>
              <a:buChar char="■"/>
            </a:pPr>
            <a:r>
              <a:rPr lang="en-US" dirty="0"/>
              <a:t>System must keep sufficient information to recover quickly from the failure</a:t>
            </a:r>
          </a:p>
          <a:p>
            <a:pPr marL="742950" lvl="1" indent="-285750">
              <a:spcBef>
                <a:spcPts val="520"/>
              </a:spcBef>
              <a:buSzPts val="1430"/>
              <a:buChar char="■"/>
            </a:pPr>
            <a:r>
              <a:rPr lang="en-US" dirty="0"/>
              <a:t>Disk failure or other catastrophes have long recovery times</a:t>
            </a:r>
          </a:p>
          <a:p>
            <a:endParaRPr lang="en-US" dirty="0"/>
          </a:p>
        </p:txBody>
      </p:sp>
    </p:spTree>
    <p:extLst>
      <p:ext uri="{BB962C8B-B14F-4D97-AF65-F5344CB8AC3E}">
        <p14:creationId xmlns:p14="http://schemas.microsoft.com/office/powerpoint/2010/main" val="194232266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Transaction and System Concepts</a:t>
            </a:r>
          </a:p>
        </p:txBody>
      </p:sp>
      <p:sp>
        <p:nvSpPr>
          <p:cNvPr id="3" name="Text Placeholder 2"/>
          <p:cNvSpPr>
            <a:spLocks noGrp="1"/>
          </p:cNvSpPr>
          <p:nvPr>
            <p:ph type="body" idx="1"/>
          </p:nvPr>
        </p:nvSpPr>
        <p:spPr/>
        <p:txBody>
          <a:bodyPr/>
          <a:lstStyle/>
          <a:p>
            <a:pPr marL="342900" lvl="0" indent="-342900">
              <a:spcBef>
                <a:spcPts val="0"/>
              </a:spcBef>
              <a:buSzPts val="1680"/>
              <a:buChar char="■"/>
            </a:pPr>
            <a:r>
              <a:rPr lang="en-US" dirty="0"/>
              <a:t>System must keep track of when each transaction starts, terminates, commits, and/or </a:t>
            </a:r>
            <a:r>
              <a:rPr lang="en-US" dirty="0" smtClean="0"/>
              <a:t>aborts</a:t>
            </a:r>
          </a:p>
          <a:p>
            <a:pPr marL="342900" lvl="0" indent="-342900">
              <a:spcBef>
                <a:spcPts val="0"/>
              </a:spcBef>
              <a:buSzPts val="1680"/>
              <a:buChar char="■"/>
            </a:pPr>
            <a:endParaRPr lang="en-US" dirty="0"/>
          </a:p>
          <a:p>
            <a:pPr marL="742950" lvl="1" indent="-285750">
              <a:spcBef>
                <a:spcPts val="520"/>
              </a:spcBef>
              <a:buSzPts val="1430"/>
              <a:buChar char="■"/>
            </a:pPr>
            <a:r>
              <a:rPr lang="en-US" dirty="0"/>
              <a:t>BEGIN_TRANSACTION</a:t>
            </a:r>
          </a:p>
          <a:p>
            <a:pPr marL="742950" lvl="1" indent="-285750">
              <a:spcBef>
                <a:spcPts val="520"/>
              </a:spcBef>
              <a:buSzPts val="1430"/>
              <a:buChar char="■"/>
            </a:pPr>
            <a:r>
              <a:rPr lang="en-US" dirty="0"/>
              <a:t>READ or WRITE</a:t>
            </a:r>
          </a:p>
          <a:p>
            <a:pPr marL="742950" lvl="1" indent="-285750">
              <a:spcBef>
                <a:spcPts val="520"/>
              </a:spcBef>
              <a:buSzPts val="1430"/>
              <a:buChar char="■"/>
            </a:pPr>
            <a:r>
              <a:rPr lang="en-US" dirty="0"/>
              <a:t>END_TRANSACTION</a:t>
            </a:r>
          </a:p>
          <a:p>
            <a:pPr marL="742950" lvl="1" indent="-285750">
              <a:spcBef>
                <a:spcPts val="520"/>
              </a:spcBef>
              <a:buSzPts val="1430"/>
              <a:buChar char="■"/>
            </a:pPr>
            <a:r>
              <a:rPr lang="en-US" dirty="0"/>
              <a:t>COMMIT_TRANSACTION</a:t>
            </a:r>
          </a:p>
          <a:p>
            <a:pPr marL="742950" lvl="1" indent="-285750">
              <a:spcBef>
                <a:spcPts val="520"/>
              </a:spcBef>
              <a:buSzPts val="1430"/>
              <a:buChar char="■"/>
            </a:pPr>
            <a:r>
              <a:rPr lang="en-US" dirty="0"/>
              <a:t>ROLLBACK (or ABORT)</a:t>
            </a:r>
          </a:p>
          <a:p>
            <a:endParaRPr lang="en-US" dirty="0"/>
          </a:p>
        </p:txBody>
      </p:sp>
    </p:spTree>
    <p:extLst>
      <p:ext uri="{BB962C8B-B14F-4D97-AF65-F5344CB8AC3E}">
        <p14:creationId xmlns:p14="http://schemas.microsoft.com/office/powerpoint/2010/main" val="350652626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46"/>
        <p:cNvGrpSpPr/>
        <p:nvPr/>
      </p:nvGrpSpPr>
      <p:grpSpPr>
        <a:xfrm>
          <a:off x="0" y="0"/>
          <a:ext cx="0" cy="0"/>
          <a:chOff x="0" y="0"/>
          <a:chExt cx="0" cy="0"/>
        </a:xfrm>
      </p:grpSpPr>
      <p:sp>
        <p:nvSpPr>
          <p:cNvPr id="247" name="Google Shape;247;p24"/>
          <p:cNvSpPr txBox="1">
            <a:spLocks noGrp="1"/>
          </p:cNvSpPr>
          <p:nvPr>
            <p:ph type="title"/>
          </p:nvPr>
        </p:nvSpPr>
        <p:spPr>
          <a:xfrm>
            <a:off x="1504026" y="837134"/>
            <a:ext cx="9575306" cy="992187"/>
          </a:xfrm>
          <a:prstGeom prst="rect">
            <a:avLst/>
          </a:prstGeom>
          <a:noFill/>
          <a:ln>
            <a:noFill/>
          </a:ln>
        </p:spPr>
        <p:txBody>
          <a:bodyPr spcFirstLastPara="1" wrap="square" lIns="91425" tIns="45700" rIns="91425" bIns="45700" anchor="b" anchorCtr="0">
            <a:noAutofit/>
          </a:bodyPr>
          <a:lstStyle/>
          <a:p>
            <a:r>
              <a:rPr lang="en-US" dirty="0"/>
              <a:t>Transaction and System Concepts (cont’d.)</a:t>
            </a:r>
            <a:endParaRPr dirty="0"/>
          </a:p>
        </p:txBody>
      </p:sp>
      <p:pic>
        <p:nvPicPr>
          <p:cNvPr id="249" name="Google Shape;249;p24"/>
          <p:cNvPicPr preferRelativeResize="0"/>
          <p:nvPr/>
        </p:nvPicPr>
        <p:blipFill rotWithShape="1">
          <a:blip r:embed="rId3">
            <a:alphaModFix/>
          </a:blip>
          <a:srcRect/>
          <a:stretch/>
        </p:blipFill>
        <p:spPr>
          <a:xfrm>
            <a:off x="1957388" y="2209800"/>
            <a:ext cx="8277225" cy="2590800"/>
          </a:xfrm>
          <a:prstGeom prst="rect">
            <a:avLst/>
          </a:prstGeom>
          <a:noFill/>
          <a:ln>
            <a:noFill/>
          </a:ln>
        </p:spPr>
      </p:pic>
      <p:sp>
        <p:nvSpPr>
          <p:cNvPr id="250" name="Google Shape;250;p24"/>
          <p:cNvSpPr txBox="1"/>
          <p:nvPr/>
        </p:nvSpPr>
        <p:spPr>
          <a:xfrm>
            <a:off x="3750816" y="5472780"/>
            <a:ext cx="5081726" cy="584775"/>
          </a:xfrm>
          <a:prstGeom prst="rect">
            <a:avLst/>
          </a:prstGeom>
          <a:noFill/>
          <a:ln>
            <a:noFill/>
          </a:ln>
        </p:spPr>
        <p:txBody>
          <a:bodyPr spcFirstLastPara="1" wrap="square" lIns="91425" tIns="45700" rIns="91425" bIns="45700" anchor="t" anchorCtr="0">
            <a:spAutoFit/>
          </a:bodyPr>
          <a:lstStyle/>
          <a:p>
            <a:pPr>
              <a:buClr>
                <a:srgbClr val="990033"/>
              </a:buClr>
              <a:buSzPts val="960"/>
            </a:pPr>
            <a:r>
              <a:rPr lang="en-US" sz="1600" dirty="0">
                <a:solidFill>
                  <a:schemeClr val="dk1"/>
                </a:solidFill>
              </a:rPr>
              <a:t>Figure 20.4 State transition diagram illustrating the states for transaction execution</a:t>
            </a:r>
            <a:endParaRPr sz="1600" dirty="0">
              <a:solidFill>
                <a:schemeClr val="dk1"/>
              </a:solidFill>
            </a:endParaRPr>
          </a:p>
        </p:txBody>
      </p:sp>
    </p:spTree>
    <p:extLst>
      <p:ext uri="{BB962C8B-B14F-4D97-AF65-F5344CB8AC3E}">
        <p14:creationId xmlns:p14="http://schemas.microsoft.com/office/powerpoint/2010/main" val="428507432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54"/>
        <p:cNvGrpSpPr/>
        <p:nvPr/>
      </p:nvGrpSpPr>
      <p:grpSpPr>
        <a:xfrm>
          <a:off x="0" y="0"/>
          <a:ext cx="0" cy="0"/>
          <a:chOff x="0" y="0"/>
          <a:chExt cx="0" cy="0"/>
        </a:xfrm>
      </p:grpSpPr>
      <p:sp>
        <p:nvSpPr>
          <p:cNvPr id="255" name="Google Shape;255;p25"/>
          <p:cNvSpPr txBox="1">
            <a:spLocks noGrp="1"/>
          </p:cNvSpPr>
          <p:nvPr>
            <p:ph type="title"/>
          </p:nvPr>
        </p:nvSpPr>
        <p:spPr>
          <a:xfrm>
            <a:off x="4395787" y="782608"/>
            <a:ext cx="3895957" cy="992187"/>
          </a:xfrm>
          <a:prstGeom prst="rect">
            <a:avLst/>
          </a:prstGeom>
          <a:noFill/>
          <a:ln>
            <a:noFill/>
          </a:ln>
        </p:spPr>
        <p:txBody>
          <a:bodyPr spcFirstLastPara="1" wrap="square" lIns="91425" tIns="45700" rIns="91425" bIns="45700" anchor="b" anchorCtr="0">
            <a:noAutofit/>
          </a:bodyPr>
          <a:lstStyle/>
          <a:p>
            <a:pPr algn="l"/>
            <a:r>
              <a:rPr lang="en-US" dirty="0"/>
              <a:t>The System Log</a:t>
            </a:r>
            <a:endParaRPr dirty="0"/>
          </a:p>
        </p:txBody>
      </p:sp>
      <p:sp>
        <p:nvSpPr>
          <p:cNvPr id="256" name="Google Shape;256;p25"/>
          <p:cNvSpPr txBox="1">
            <a:spLocks noGrp="1"/>
          </p:cNvSpPr>
          <p:nvPr>
            <p:ph type="body" idx="1"/>
          </p:nvPr>
        </p:nvSpPr>
        <p:spPr>
          <a:xfrm>
            <a:off x="1752601" y="1973062"/>
            <a:ext cx="8998257" cy="4572000"/>
          </a:xfrm>
          <a:prstGeom prst="rect">
            <a:avLst/>
          </a:prstGeom>
          <a:noFill/>
          <a:ln>
            <a:noFill/>
          </a:ln>
        </p:spPr>
        <p:txBody>
          <a:bodyPr spcFirstLastPara="1" wrap="square" lIns="91425" tIns="45700" rIns="0" bIns="45700" anchor="t" anchorCtr="0">
            <a:noAutofit/>
          </a:bodyPr>
          <a:lstStyle/>
          <a:p>
            <a:pPr marL="342900" indent="-342900">
              <a:spcBef>
                <a:spcPts val="0"/>
              </a:spcBef>
              <a:buSzPts val="1680"/>
              <a:buChar char="■"/>
            </a:pPr>
            <a:r>
              <a:rPr lang="en-US" dirty="0"/>
              <a:t>System log keeps track of transaction operations</a:t>
            </a:r>
            <a:endParaRPr dirty="0"/>
          </a:p>
          <a:p>
            <a:pPr marL="342900" indent="-342900">
              <a:spcBef>
                <a:spcPts val="560"/>
              </a:spcBef>
              <a:buSzPts val="1680"/>
              <a:buChar char="■"/>
            </a:pPr>
            <a:r>
              <a:rPr lang="en-US" dirty="0"/>
              <a:t>Sequential, append-only file</a:t>
            </a:r>
            <a:endParaRPr dirty="0"/>
          </a:p>
          <a:p>
            <a:pPr marL="342900" indent="-342900">
              <a:spcBef>
                <a:spcPts val="560"/>
              </a:spcBef>
              <a:buSzPts val="1680"/>
              <a:buChar char="■"/>
            </a:pPr>
            <a:r>
              <a:rPr lang="en-US" dirty="0"/>
              <a:t>Not affected by failure (except disk or catastrophic failure)</a:t>
            </a:r>
            <a:endParaRPr dirty="0"/>
          </a:p>
          <a:p>
            <a:pPr marL="342900" indent="-342900">
              <a:spcBef>
                <a:spcPts val="560"/>
              </a:spcBef>
              <a:buSzPts val="1680"/>
              <a:buChar char="■"/>
            </a:pPr>
            <a:r>
              <a:rPr lang="en-US" dirty="0"/>
              <a:t>Log buffer</a:t>
            </a:r>
            <a:endParaRPr dirty="0"/>
          </a:p>
          <a:p>
            <a:pPr marL="742950" lvl="1" indent="-285750">
              <a:spcBef>
                <a:spcPts val="520"/>
              </a:spcBef>
              <a:buSzPts val="1430"/>
              <a:buChar char="■"/>
            </a:pPr>
            <a:r>
              <a:rPr lang="en-US" dirty="0"/>
              <a:t>Main memory buffer</a:t>
            </a:r>
            <a:endParaRPr dirty="0"/>
          </a:p>
          <a:p>
            <a:pPr marL="742950" lvl="1" indent="-285750">
              <a:spcBef>
                <a:spcPts val="520"/>
              </a:spcBef>
              <a:buSzPts val="1430"/>
              <a:buChar char="■"/>
            </a:pPr>
            <a:r>
              <a:rPr lang="en-US" dirty="0"/>
              <a:t>When full, appended to end of log file on disk</a:t>
            </a:r>
            <a:endParaRPr dirty="0"/>
          </a:p>
          <a:p>
            <a:pPr marL="342900" indent="-342900">
              <a:spcBef>
                <a:spcPts val="560"/>
              </a:spcBef>
              <a:buSzPts val="1680"/>
              <a:buChar char="■"/>
            </a:pPr>
            <a:r>
              <a:rPr lang="en-US" dirty="0"/>
              <a:t>Log file is backed up periodically</a:t>
            </a:r>
            <a:endParaRPr dirty="0"/>
          </a:p>
          <a:p>
            <a:pPr marL="342900" indent="-342900">
              <a:spcBef>
                <a:spcPts val="560"/>
              </a:spcBef>
              <a:buSzPts val="1680"/>
              <a:buChar char="■"/>
            </a:pPr>
            <a:r>
              <a:rPr lang="en-US" dirty="0"/>
              <a:t>Undo and redo operations based on log possible</a:t>
            </a:r>
            <a:endParaRPr dirty="0"/>
          </a:p>
        </p:txBody>
      </p:sp>
    </p:spTree>
    <p:extLst>
      <p:ext uri="{BB962C8B-B14F-4D97-AF65-F5344CB8AC3E}">
        <p14:creationId xmlns:p14="http://schemas.microsoft.com/office/powerpoint/2010/main" val="273506010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Commit Point of a Transaction</a:t>
            </a:r>
          </a:p>
        </p:txBody>
      </p:sp>
      <p:sp>
        <p:nvSpPr>
          <p:cNvPr id="3" name="Text Placeholder 2"/>
          <p:cNvSpPr>
            <a:spLocks noGrp="1"/>
          </p:cNvSpPr>
          <p:nvPr>
            <p:ph type="body" idx="1"/>
          </p:nvPr>
        </p:nvSpPr>
        <p:spPr/>
        <p:txBody>
          <a:bodyPr/>
          <a:lstStyle/>
          <a:p>
            <a:pPr marL="342900" lvl="0" indent="-342900">
              <a:spcBef>
                <a:spcPts val="0"/>
              </a:spcBef>
              <a:buSzPts val="1680"/>
              <a:buChar char="■"/>
            </a:pPr>
            <a:r>
              <a:rPr lang="en-US" dirty="0"/>
              <a:t>Occurs when all operations that access the database have completed successfully</a:t>
            </a:r>
          </a:p>
          <a:p>
            <a:pPr marL="742950" lvl="1" indent="-285750">
              <a:spcBef>
                <a:spcPts val="520"/>
              </a:spcBef>
              <a:buSzPts val="1430"/>
              <a:buChar char="■"/>
            </a:pPr>
            <a:r>
              <a:rPr lang="en-US" dirty="0"/>
              <a:t>And effect of operations recorded in the log</a:t>
            </a:r>
          </a:p>
          <a:p>
            <a:pPr marL="342900" lvl="0" indent="-342900">
              <a:spcBef>
                <a:spcPts val="560"/>
              </a:spcBef>
              <a:buSzPts val="1680"/>
              <a:buChar char="■"/>
            </a:pPr>
            <a:r>
              <a:rPr lang="en-US" dirty="0"/>
              <a:t>Transaction writes a commit record into the log</a:t>
            </a:r>
          </a:p>
          <a:p>
            <a:pPr marL="742950" lvl="1" indent="-285750">
              <a:spcBef>
                <a:spcPts val="520"/>
              </a:spcBef>
              <a:buSzPts val="1430"/>
              <a:buChar char="■"/>
            </a:pPr>
            <a:r>
              <a:rPr lang="en-US" dirty="0"/>
              <a:t>If system failure occurs, can search for transactions with recorded </a:t>
            </a:r>
            <a:r>
              <a:rPr lang="en-US" dirty="0" err="1"/>
              <a:t>start_transaction</a:t>
            </a:r>
            <a:r>
              <a:rPr lang="en-US" dirty="0"/>
              <a:t> but no commit record</a:t>
            </a:r>
          </a:p>
          <a:p>
            <a:pPr marL="342900" lvl="0" indent="-342900">
              <a:spcBef>
                <a:spcPts val="560"/>
              </a:spcBef>
              <a:buSzPts val="1680"/>
              <a:buChar char="■"/>
            </a:pPr>
            <a:r>
              <a:rPr lang="en-US" dirty="0"/>
              <a:t>Force-writing the log buffer to disk</a:t>
            </a:r>
          </a:p>
          <a:p>
            <a:pPr marL="742950" lvl="1" indent="-285750">
              <a:spcBef>
                <a:spcPts val="520"/>
              </a:spcBef>
              <a:buSzPts val="1430"/>
              <a:buChar char="■"/>
            </a:pPr>
            <a:r>
              <a:rPr lang="en-US" dirty="0"/>
              <a:t>Writing log buffer to disk before transaction reaches commit point</a:t>
            </a:r>
          </a:p>
          <a:p>
            <a:endParaRPr lang="en-US" dirty="0"/>
          </a:p>
        </p:txBody>
      </p:sp>
    </p:spTree>
    <p:extLst>
      <p:ext uri="{BB962C8B-B14F-4D97-AF65-F5344CB8AC3E}">
        <p14:creationId xmlns:p14="http://schemas.microsoft.com/office/powerpoint/2010/main" val="17972150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DBMS-Specific Buffer Replacement Policies</a:t>
            </a:r>
          </a:p>
        </p:txBody>
      </p:sp>
      <p:sp>
        <p:nvSpPr>
          <p:cNvPr id="3" name="Text Placeholder 2"/>
          <p:cNvSpPr>
            <a:spLocks noGrp="1"/>
          </p:cNvSpPr>
          <p:nvPr>
            <p:ph type="body" idx="1"/>
          </p:nvPr>
        </p:nvSpPr>
        <p:spPr/>
        <p:txBody>
          <a:bodyPr/>
          <a:lstStyle/>
          <a:p>
            <a:pPr marL="342900" lvl="0" indent="-342900">
              <a:spcBef>
                <a:spcPts val="0"/>
              </a:spcBef>
              <a:buSzPts val="1680"/>
              <a:buChar char="■"/>
            </a:pPr>
            <a:r>
              <a:rPr lang="en-US" dirty="0"/>
              <a:t>Page replacement policy</a:t>
            </a:r>
          </a:p>
          <a:p>
            <a:pPr marL="742950" lvl="1" indent="-285750">
              <a:spcBef>
                <a:spcPts val="520"/>
              </a:spcBef>
              <a:buSzPts val="1430"/>
              <a:buChar char="■"/>
            </a:pPr>
            <a:r>
              <a:rPr lang="en-US" dirty="0"/>
              <a:t>Selects particular buffers to be replaced when all are full</a:t>
            </a:r>
          </a:p>
          <a:p>
            <a:pPr marL="342900" lvl="0" indent="-342900">
              <a:spcBef>
                <a:spcPts val="560"/>
              </a:spcBef>
              <a:buSzPts val="1680"/>
              <a:buChar char="■"/>
            </a:pPr>
            <a:r>
              <a:rPr lang="en-US" dirty="0"/>
              <a:t>Domain separation (DS) method </a:t>
            </a:r>
          </a:p>
          <a:p>
            <a:pPr marL="742950" lvl="1" indent="-285750">
              <a:spcBef>
                <a:spcPts val="520"/>
              </a:spcBef>
              <a:buSzPts val="1430"/>
              <a:buChar char="■"/>
            </a:pPr>
            <a:r>
              <a:rPr lang="en-US" dirty="0"/>
              <a:t>Each domain handles one type of disk pages</a:t>
            </a:r>
          </a:p>
          <a:p>
            <a:pPr marL="1143000" lvl="2" indent="-228600">
              <a:spcBef>
                <a:spcPts val="480"/>
              </a:spcBef>
              <a:buSzPts val="1200"/>
              <a:buChar char="■"/>
            </a:pPr>
            <a:r>
              <a:rPr lang="en-US" dirty="0"/>
              <a:t>Index pages</a:t>
            </a:r>
          </a:p>
          <a:p>
            <a:pPr marL="1143000" lvl="2" indent="-228600">
              <a:spcBef>
                <a:spcPts val="480"/>
              </a:spcBef>
              <a:buSzPts val="1200"/>
              <a:buChar char="■"/>
            </a:pPr>
            <a:r>
              <a:rPr lang="en-US" dirty="0"/>
              <a:t>Data file pages</a:t>
            </a:r>
          </a:p>
          <a:p>
            <a:pPr marL="1143000" lvl="2" indent="-228600">
              <a:spcBef>
                <a:spcPts val="480"/>
              </a:spcBef>
              <a:buSzPts val="1200"/>
              <a:buChar char="■"/>
            </a:pPr>
            <a:r>
              <a:rPr lang="en-US" dirty="0"/>
              <a:t>Log file pages</a:t>
            </a:r>
          </a:p>
          <a:p>
            <a:pPr marL="742950" lvl="1" indent="-285750">
              <a:spcBef>
                <a:spcPts val="520"/>
              </a:spcBef>
              <a:buSzPts val="1430"/>
              <a:buChar char="■"/>
            </a:pPr>
            <a:r>
              <a:rPr lang="en-US" dirty="0"/>
              <a:t>Number of available buffers for each domain is predetermined</a:t>
            </a:r>
          </a:p>
          <a:p>
            <a:endParaRPr lang="en-US" dirty="0"/>
          </a:p>
        </p:txBody>
      </p:sp>
    </p:spTree>
    <p:extLst>
      <p:ext uri="{BB962C8B-B14F-4D97-AF65-F5344CB8AC3E}">
        <p14:creationId xmlns:p14="http://schemas.microsoft.com/office/powerpoint/2010/main" val="382362303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DBMS-Specific Buffer Replacement Policies (cont’d.)</a:t>
            </a:r>
          </a:p>
        </p:txBody>
      </p:sp>
      <p:sp>
        <p:nvSpPr>
          <p:cNvPr id="3" name="Text Placeholder 2"/>
          <p:cNvSpPr>
            <a:spLocks noGrp="1"/>
          </p:cNvSpPr>
          <p:nvPr>
            <p:ph type="body" idx="1"/>
          </p:nvPr>
        </p:nvSpPr>
        <p:spPr/>
        <p:txBody>
          <a:bodyPr>
            <a:normAutofit fontScale="92500" lnSpcReduction="10000"/>
          </a:bodyPr>
          <a:lstStyle/>
          <a:p>
            <a:pPr marL="342900" lvl="0" indent="-342900">
              <a:spcBef>
                <a:spcPts val="0"/>
              </a:spcBef>
              <a:buSzPts val="1440"/>
              <a:buChar char="■"/>
            </a:pPr>
            <a:r>
              <a:rPr lang="en-US" dirty="0"/>
              <a:t>Hot set method</a:t>
            </a:r>
          </a:p>
          <a:p>
            <a:pPr marL="742950" lvl="1" indent="-285750">
              <a:spcBef>
                <a:spcPts val="480"/>
              </a:spcBef>
              <a:buSzPts val="1320"/>
              <a:buChar char="■"/>
            </a:pPr>
            <a:r>
              <a:rPr lang="en-US" sz="2400" dirty="0"/>
              <a:t>Useful in queries that scan a set of pages repeatedly</a:t>
            </a:r>
            <a:endParaRPr lang="en-US" dirty="0"/>
          </a:p>
          <a:p>
            <a:pPr marL="742950" lvl="1" indent="-285750">
              <a:spcBef>
                <a:spcPts val="480"/>
              </a:spcBef>
              <a:buSzPts val="1320"/>
              <a:buChar char="■"/>
            </a:pPr>
            <a:r>
              <a:rPr lang="en-US" sz="2400" dirty="0"/>
              <a:t>Does not replace the set in the buffers until processing is completed</a:t>
            </a:r>
            <a:endParaRPr lang="en-US" dirty="0"/>
          </a:p>
          <a:p>
            <a:pPr marL="342900" lvl="0" indent="-342900">
              <a:buSzPts val="1440"/>
              <a:buChar char="■"/>
            </a:pPr>
            <a:r>
              <a:rPr lang="en-US" dirty="0"/>
              <a:t>The DBMIN method</a:t>
            </a:r>
          </a:p>
          <a:p>
            <a:pPr marL="742950" lvl="1" indent="-285750">
              <a:spcBef>
                <a:spcPts val="480"/>
              </a:spcBef>
              <a:buSzPts val="1320"/>
              <a:buChar char="■"/>
            </a:pPr>
            <a:r>
              <a:rPr lang="en-US" sz="2400" dirty="0"/>
              <a:t>Predetermines the pattern of page references for each algorithm for a particular type of database operation</a:t>
            </a:r>
            <a:endParaRPr lang="en-US" dirty="0"/>
          </a:p>
          <a:p>
            <a:pPr marL="742950" lvl="1" indent="-285750">
              <a:spcBef>
                <a:spcPts val="480"/>
              </a:spcBef>
              <a:buSzPts val="1320"/>
              <a:buChar char="■"/>
            </a:pPr>
            <a:r>
              <a:rPr lang="en-US" sz="2400" dirty="0"/>
              <a:t>some queries may reference the same file twice, so there would be a locality set for each file instance needed in the query</a:t>
            </a:r>
            <a:endParaRPr lang="en-US" dirty="0"/>
          </a:p>
          <a:p>
            <a:pPr marL="1143000" lvl="2" indent="-228600">
              <a:spcBef>
                <a:spcPts val="400"/>
              </a:spcBef>
              <a:buSzPts val="1000"/>
              <a:buChar char="■"/>
            </a:pPr>
            <a:r>
              <a:rPr lang="en-US" sz="2000" dirty="0"/>
              <a:t>Calculates locality set using Query Locality Set Model (QLSM)</a:t>
            </a:r>
            <a:endParaRPr lang="en-US" dirty="0"/>
          </a:p>
          <a:p>
            <a:endParaRPr lang="en-US" dirty="0"/>
          </a:p>
        </p:txBody>
      </p:sp>
    </p:spTree>
    <p:extLst>
      <p:ext uri="{BB962C8B-B14F-4D97-AF65-F5344CB8AC3E}">
        <p14:creationId xmlns:p14="http://schemas.microsoft.com/office/powerpoint/2010/main" val="369452070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Desirable Properties of Transactions</a:t>
            </a:r>
          </a:p>
        </p:txBody>
      </p:sp>
      <p:sp>
        <p:nvSpPr>
          <p:cNvPr id="3" name="Text Placeholder 2"/>
          <p:cNvSpPr>
            <a:spLocks noGrp="1"/>
          </p:cNvSpPr>
          <p:nvPr>
            <p:ph type="body" idx="1"/>
          </p:nvPr>
        </p:nvSpPr>
        <p:spPr/>
        <p:txBody>
          <a:bodyPr/>
          <a:lstStyle/>
          <a:p>
            <a:pPr marL="342900" lvl="0" indent="-342900">
              <a:spcBef>
                <a:spcPts val="0"/>
              </a:spcBef>
              <a:buSzPts val="1680"/>
              <a:buChar char="■"/>
            </a:pPr>
            <a:r>
              <a:rPr lang="en-US" dirty="0"/>
              <a:t>ACID properties</a:t>
            </a:r>
          </a:p>
          <a:p>
            <a:pPr marL="742950" lvl="1" indent="-285750">
              <a:spcBef>
                <a:spcPts val="520"/>
              </a:spcBef>
              <a:buSzPts val="1430"/>
              <a:buChar char="■"/>
            </a:pPr>
            <a:r>
              <a:rPr lang="en-US" dirty="0"/>
              <a:t>Atomicity</a:t>
            </a:r>
          </a:p>
          <a:p>
            <a:pPr marL="1143000" lvl="2" indent="-228600">
              <a:spcBef>
                <a:spcPts val="480"/>
              </a:spcBef>
              <a:buSzPts val="1200"/>
              <a:buChar char="■"/>
            </a:pPr>
            <a:r>
              <a:rPr lang="en-US" dirty="0"/>
              <a:t>Transaction performed in its entirety or not at all</a:t>
            </a:r>
          </a:p>
          <a:p>
            <a:pPr marL="742950" lvl="1" indent="-285750">
              <a:spcBef>
                <a:spcPts val="520"/>
              </a:spcBef>
              <a:buSzPts val="1430"/>
              <a:buChar char="■"/>
            </a:pPr>
            <a:r>
              <a:rPr lang="en-US" dirty="0"/>
              <a:t>Consistency preservation</a:t>
            </a:r>
          </a:p>
          <a:p>
            <a:pPr marL="1143000" lvl="2" indent="-228600">
              <a:spcBef>
                <a:spcPts val="480"/>
              </a:spcBef>
              <a:buSzPts val="1200"/>
              <a:buChar char="■"/>
            </a:pPr>
            <a:r>
              <a:rPr lang="en-US" dirty="0"/>
              <a:t>Takes database from one consistent state to another</a:t>
            </a:r>
          </a:p>
          <a:p>
            <a:pPr marL="742950" lvl="1" indent="-285750">
              <a:spcBef>
                <a:spcPts val="520"/>
              </a:spcBef>
              <a:buSzPts val="1430"/>
              <a:buChar char="■"/>
            </a:pPr>
            <a:r>
              <a:rPr lang="en-US" dirty="0"/>
              <a:t>Isolation</a:t>
            </a:r>
          </a:p>
          <a:p>
            <a:pPr marL="1143000" lvl="2" indent="-228600">
              <a:spcBef>
                <a:spcPts val="480"/>
              </a:spcBef>
              <a:buSzPts val="1200"/>
              <a:buChar char="■"/>
            </a:pPr>
            <a:r>
              <a:rPr lang="en-US" dirty="0"/>
              <a:t>Not interfered with by other transactions</a:t>
            </a:r>
          </a:p>
          <a:p>
            <a:pPr marL="742950" lvl="1" indent="-285750">
              <a:spcBef>
                <a:spcPts val="520"/>
              </a:spcBef>
              <a:buSzPts val="1430"/>
              <a:buChar char="■"/>
            </a:pPr>
            <a:r>
              <a:rPr lang="en-US" dirty="0"/>
              <a:t>Durability or permanency</a:t>
            </a:r>
          </a:p>
          <a:p>
            <a:pPr marL="1143000" lvl="2" indent="-228600">
              <a:spcBef>
                <a:spcPts val="480"/>
              </a:spcBef>
              <a:buSzPts val="1200"/>
              <a:buChar char="■"/>
            </a:pPr>
            <a:r>
              <a:rPr lang="en-US" dirty="0"/>
              <a:t>Changes must persist in the database</a:t>
            </a:r>
          </a:p>
          <a:p>
            <a:endParaRPr lang="en-US" dirty="0"/>
          </a:p>
        </p:txBody>
      </p:sp>
    </p:spTree>
    <p:extLst>
      <p:ext uri="{BB962C8B-B14F-4D97-AF65-F5344CB8AC3E}">
        <p14:creationId xmlns:p14="http://schemas.microsoft.com/office/powerpoint/2010/main" val="333848513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Desirable Properties of Transactions (cont’d.)</a:t>
            </a:r>
          </a:p>
        </p:txBody>
      </p:sp>
      <p:sp>
        <p:nvSpPr>
          <p:cNvPr id="3" name="Text Placeholder 2"/>
          <p:cNvSpPr>
            <a:spLocks noGrp="1"/>
          </p:cNvSpPr>
          <p:nvPr>
            <p:ph type="body" idx="1"/>
          </p:nvPr>
        </p:nvSpPr>
        <p:spPr/>
        <p:txBody>
          <a:bodyPr>
            <a:normAutofit fontScale="92500" lnSpcReduction="20000"/>
          </a:bodyPr>
          <a:lstStyle/>
          <a:p>
            <a:pPr marL="342900" lvl="0" indent="-342900">
              <a:spcBef>
                <a:spcPts val="0"/>
              </a:spcBef>
              <a:buSzPts val="1440"/>
              <a:buChar char="■"/>
            </a:pPr>
            <a:r>
              <a:rPr lang="en-US" dirty="0"/>
              <a:t>Levels of isolation</a:t>
            </a:r>
          </a:p>
          <a:p>
            <a:pPr marL="742950" lvl="1" indent="-285750">
              <a:spcBef>
                <a:spcPts val="480"/>
              </a:spcBef>
              <a:buSzPts val="1320"/>
              <a:buChar char="■"/>
            </a:pPr>
            <a:r>
              <a:rPr lang="en-US" sz="2400" dirty="0"/>
              <a:t>Level 0 isolation does not overwrite the dirty reads of higher-level transactions</a:t>
            </a:r>
            <a:endParaRPr lang="en-US" dirty="0"/>
          </a:p>
          <a:p>
            <a:pPr marL="742950" lvl="1" indent="-285750">
              <a:spcBef>
                <a:spcPts val="480"/>
              </a:spcBef>
              <a:buSzPts val="1320"/>
              <a:buChar char="■"/>
            </a:pPr>
            <a:r>
              <a:rPr lang="en-US" sz="2400" dirty="0"/>
              <a:t>Level 1 isolation has no lost updates</a:t>
            </a:r>
            <a:endParaRPr lang="en-US" dirty="0"/>
          </a:p>
          <a:p>
            <a:pPr marL="742950" lvl="1" indent="-285750">
              <a:spcBef>
                <a:spcPts val="480"/>
              </a:spcBef>
              <a:buSzPts val="1320"/>
              <a:buChar char="■"/>
            </a:pPr>
            <a:r>
              <a:rPr lang="en-US" sz="2400" dirty="0"/>
              <a:t>Level 2 isolation has no lost updates and no dirty reads</a:t>
            </a:r>
            <a:endParaRPr lang="en-US" dirty="0"/>
          </a:p>
          <a:p>
            <a:pPr marL="742950" lvl="1" indent="-285750">
              <a:spcBef>
                <a:spcPts val="480"/>
              </a:spcBef>
              <a:buSzPts val="1320"/>
              <a:buChar char="■"/>
            </a:pPr>
            <a:r>
              <a:rPr lang="en-US" sz="2400" dirty="0"/>
              <a:t>Level 3 (true) isolation has repeatable reads</a:t>
            </a:r>
            <a:endParaRPr lang="en-US" dirty="0"/>
          </a:p>
          <a:p>
            <a:pPr marL="1143000" lvl="2" indent="-228600">
              <a:spcBef>
                <a:spcPts val="400"/>
              </a:spcBef>
              <a:buSzPts val="1000"/>
              <a:buChar char="■"/>
            </a:pPr>
            <a:r>
              <a:rPr lang="en-US" sz="2000" dirty="0"/>
              <a:t>In addition to level 2 properties</a:t>
            </a:r>
            <a:endParaRPr lang="en-US" dirty="0"/>
          </a:p>
          <a:p>
            <a:pPr marL="742950" lvl="1" indent="-285750">
              <a:spcBef>
                <a:spcPts val="480"/>
              </a:spcBef>
              <a:buSzPts val="1320"/>
              <a:buChar char="■"/>
            </a:pPr>
            <a:r>
              <a:rPr lang="en-US" sz="2400" dirty="0"/>
              <a:t>Snapshot isolation</a:t>
            </a:r>
            <a:endParaRPr lang="en-US" dirty="0"/>
          </a:p>
          <a:p>
            <a:pPr marL="1143000" lvl="2" indent="-228600">
              <a:spcBef>
                <a:spcPts val="400"/>
              </a:spcBef>
              <a:buSzPts val="1000"/>
              <a:buChar char="■"/>
            </a:pPr>
            <a:r>
              <a:rPr lang="en-US" sz="2000" dirty="0"/>
              <a:t>transaction sees the data items that it reads based on the committed values of the items in the database snapshot (or database state) when the transaction starts. Snapshot isolation will ensure that the phantom record problem does not occur</a:t>
            </a:r>
            <a:endParaRPr lang="en-US" dirty="0"/>
          </a:p>
          <a:p>
            <a:endParaRPr lang="en-US" dirty="0"/>
          </a:p>
        </p:txBody>
      </p:sp>
    </p:spTree>
    <p:extLst>
      <p:ext uri="{BB962C8B-B14F-4D97-AF65-F5344CB8AC3E}">
        <p14:creationId xmlns:p14="http://schemas.microsoft.com/office/powerpoint/2010/main" val="319716520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Characterizing Schedules Based on Recoverability</a:t>
            </a:r>
          </a:p>
        </p:txBody>
      </p:sp>
      <p:sp>
        <p:nvSpPr>
          <p:cNvPr id="3" name="Text Placeholder 2"/>
          <p:cNvSpPr>
            <a:spLocks noGrp="1"/>
          </p:cNvSpPr>
          <p:nvPr>
            <p:ph type="body" idx="1"/>
          </p:nvPr>
        </p:nvSpPr>
        <p:spPr/>
        <p:txBody>
          <a:bodyPr/>
          <a:lstStyle/>
          <a:p>
            <a:pPr marL="342900" lvl="0" indent="-342900">
              <a:spcBef>
                <a:spcPts val="0"/>
              </a:spcBef>
              <a:buSzPts val="1680"/>
              <a:buChar char="■"/>
            </a:pPr>
            <a:r>
              <a:rPr lang="en-US" dirty="0"/>
              <a:t>Schedule or history</a:t>
            </a:r>
          </a:p>
          <a:p>
            <a:pPr marL="742950" lvl="1" indent="-285750">
              <a:spcBef>
                <a:spcPts val="520"/>
              </a:spcBef>
              <a:buSzPts val="1430"/>
              <a:buChar char="■"/>
            </a:pPr>
            <a:r>
              <a:rPr lang="en-US" dirty="0"/>
              <a:t>Order of execution of operations from all transactions</a:t>
            </a:r>
          </a:p>
          <a:p>
            <a:pPr marL="742950" lvl="1" indent="-285750">
              <a:spcBef>
                <a:spcPts val="520"/>
              </a:spcBef>
              <a:buSzPts val="1430"/>
              <a:buChar char="■"/>
            </a:pPr>
            <a:r>
              <a:rPr lang="en-US" dirty="0"/>
              <a:t>Operations from different transactions can be interleaved in the </a:t>
            </a:r>
            <a:r>
              <a:rPr lang="en-US" dirty="0" smtClean="0"/>
              <a:t>schedule</a:t>
            </a:r>
          </a:p>
          <a:p>
            <a:pPr marL="457200" lvl="1" indent="0">
              <a:spcBef>
                <a:spcPts val="520"/>
              </a:spcBef>
              <a:buSzPts val="1430"/>
              <a:buNone/>
            </a:pPr>
            <a:endParaRPr lang="en-US" dirty="0"/>
          </a:p>
          <a:p>
            <a:pPr marL="342900" lvl="0" indent="-342900">
              <a:spcBef>
                <a:spcPts val="560"/>
              </a:spcBef>
              <a:buSzPts val="1680"/>
              <a:buChar char="■"/>
            </a:pPr>
            <a:r>
              <a:rPr lang="en-US" dirty="0"/>
              <a:t>Total ordering of operations in a schedule</a:t>
            </a:r>
          </a:p>
          <a:p>
            <a:pPr marL="742950" lvl="1" indent="-285750">
              <a:spcBef>
                <a:spcPts val="520"/>
              </a:spcBef>
              <a:buSzPts val="1430"/>
              <a:buChar char="■"/>
            </a:pPr>
            <a:r>
              <a:rPr lang="en-US" dirty="0"/>
              <a:t>For any two operations in the schedule, one must occur before the other</a:t>
            </a:r>
          </a:p>
          <a:p>
            <a:endParaRPr lang="en-US" dirty="0"/>
          </a:p>
        </p:txBody>
      </p:sp>
    </p:spTree>
    <p:extLst>
      <p:ext uri="{BB962C8B-B14F-4D97-AF65-F5344CB8AC3E}">
        <p14:creationId xmlns:p14="http://schemas.microsoft.com/office/powerpoint/2010/main" val="341928552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Some Definitions</a:t>
            </a:r>
          </a:p>
        </p:txBody>
      </p:sp>
      <p:sp>
        <p:nvSpPr>
          <p:cNvPr id="3" name="Text Placeholder 2"/>
          <p:cNvSpPr>
            <a:spLocks noGrp="1"/>
          </p:cNvSpPr>
          <p:nvPr>
            <p:ph type="body" idx="1"/>
          </p:nvPr>
        </p:nvSpPr>
        <p:spPr/>
        <p:txBody>
          <a:bodyPr>
            <a:normAutofit fontScale="92500" lnSpcReduction="20000"/>
          </a:bodyPr>
          <a:lstStyle/>
          <a:p>
            <a:pPr marL="342900" lvl="0" indent="-342900">
              <a:spcBef>
                <a:spcPts val="0"/>
              </a:spcBef>
              <a:buSzPts val="1200"/>
              <a:buChar char="■"/>
            </a:pPr>
            <a:r>
              <a:rPr lang="en-US" sz="2000" dirty="0"/>
              <a:t>Schedule</a:t>
            </a:r>
            <a:endParaRPr lang="en-US" dirty="0"/>
          </a:p>
          <a:p>
            <a:pPr marL="742950" lvl="1" indent="-285750">
              <a:spcBef>
                <a:spcPts val="400"/>
              </a:spcBef>
              <a:buSzPts val="1100"/>
              <a:buChar char="■"/>
            </a:pPr>
            <a:r>
              <a:rPr lang="en-US" dirty="0"/>
              <a:t>A sequence of the operations by a set of concurrent transactions that preserves the order of the operations in each of the individual transactions.</a:t>
            </a:r>
          </a:p>
          <a:p>
            <a:pPr marL="342900" lvl="0" indent="-342900">
              <a:spcBef>
                <a:spcPts val="400"/>
              </a:spcBef>
              <a:buSzPts val="1200"/>
              <a:buChar char="■"/>
            </a:pPr>
            <a:r>
              <a:rPr lang="en-US" sz="2000" dirty="0"/>
              <a:t>Serial Schedule</a:t>
            </a:r>
            <a:endParaRPr lang="en-US" dirty="0"/>
          </a:p>
          <a:p>
            <a:pPr marL="742950" lvl="1" indent="-285750">
              <a:spcBef>
                <a:spcPts val="400"/>
              </a:spcBef>
              <a:buSzPts val="1100"/>
              <a:buChar char="■"/>
            </a:pPr>
            <a:r>
              <a:rPr lang="en-US" dirty="0"/>
              <a:t>A schedule where the operations of each transaction are executed consecutively without any interleaved operations from other transactions.</a:t>
            </a:r>
          </a:p>
          <a:p>
            <a:pPr marL="342900" lvl="0" indent="-342900">
              <a:spcBef>
                <a:spcPts val="400"/>
              </a:spcBef>
              <a:buSzPts val="1200"/>
              <a:buChar char="■"/>
            </a:pPr>
            <a:r>
              <a:rPr lang="en-US" sz="2000" dirty="0"/>
              <a:t>Non-serial Schedule</a:t>
            </a:r>
            <a:endParaRPr lang="en-US" dirty="0"/>
          </a:p>
          <a:p>
            <a:pPr marL="742950" lvl="1" indent="-285750">
              <a:spcBef>
                <a:spcPts val="400"/>
              </a:spcBef>
              <a:buSzPts val="1100"/>
              <a:buChar char="■"/>
            </a:pPr>
            <a:r>
              <a:rPr lang="en-US" dirty="0"/>
              <a:t>A schedule where the operations from a set of concurrent transactions are interleaved.</a:t>
            </a:r>
          </a:p>
          <a:p>
            <a:pPr marL="342900" lvl="0" indent="-342900">
              <a:spcBef>
                <a:spcPts val="400"/>
              </a:spcBef>
              <a:buSzPts val="1200"/>
              <a:buChar char="■"/>
            </a:pPr>
            <a:r>
              <a:rPr lang="en-US" sz="2000" dirty="0" err="1"/>
              <a:t>Serializability</a:t>
            </a:r>
            <a:endParaRPr lang="en-US" dirty="0"/>
          </a:p>
          <a:p>
            <a:pPr marL="742950" lvl="1" indent="-285750">
              <a:spcBef>
                <a:spcPts val="400"/>
              </a:spcBef>
              <a:buSzPts val="1100"/>
              <a:buChar char="■"/>
            </a:pPr>
            <a:r>
              <a:rPr lang="en-US" dirty="0"/>
              <a:t>find non-serial schedules that allow transactions to execute concurrently without interfering with one another, and thereby produce a database state that could be produced by a serial execution.</a:t>
            </a:r>
          </a:p>
          <a:p>
            <a:endParaRPr lang="en-US" dirty="0"/>
          </a:p>
        </p:txBody>
      </p:sp>
    </p:spTree>
    <p:extLst>
      <p:ext uri="{BB962C8B-B14F-4D97-AF65-F5344CB8AC3E}">
        <p14:creationId xmlns:p14="http://schemas.microsoft.com/office/powerpoint/2010/main" val="160055660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95401" y="413961"/>
            <a:ext cx="9601196" cy="1303867"/>
          </a:xfrm>
        </p:spPr>
        <p:txBody>
          <a:bodyPr/>
          <a:lstStyle/>
          <a:p>
            <a:r>
              <a:rPr lang="en-US" dirty="0" smtClean="0"/>
              <a:t>Example</a:t>
            </a:r>
            <a:endParaRPr lang="en-US" dirty="0"/>
          </a:p>
        </p:txBody>
      </p:sp>
      <p:pic>
        <p:nvPicPr>
          <p:cNvPr id="4" name="Picture 3"/>
          <p:cNvPicPr>
            <a:picLocks noChangeAspect="1"/>
          </p:cNvPicPr>
          <p:nvPr/>
        </p:nvPicPr>
        <p:blipFill>
          <a:blip r:embed="rId2"/>
          <a:stretch>
            <a:fillRect/>
          </a:stretch>
        </p:blipFill>
        <p:spPr>
          <a:xfrm>
            <a:off x="2757873" y="1349406"/>
            <a:ext cx="6828172" cy="4796550"/>
          </a:xfrm>
          <a:prstGeom prst="rect">
            <a:avLst/>
          </a:prstGeom>
        </p:spPr>
      </p:pic>
    </p:spTree>
    <p:extLst>
      <p:ext uri="{BB962C8B-B14F-4D97-AF65-F5344CB8AC3E}">
        <p14:creationId xmlns:p14="http://schemas.microsoft.com/office/powerpoint/2010/main" val="10088564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i.e. (in essence)</a:t>
            </a:r>
          </a:p>
        </p:txBody>
      </p:sp>
      <p:sp>
        <p:nvSpPr>
          <p:cNvPr id="3" name="Text Placeholder 2"/>
          <p:cNvSpPr>
            <a:spLocks noGrp="1"/>
          </p:cNvSpPr>
          <p:nvPr>
            <p:ph type="body" idx="1"/>
          </p:nvPr>
        </p:nvSpPr>
        <p:spPr/>
        <p:txBody>
          <a:bodyPr/>
          <a:lstStyle/>
          <a:p>
            <a:pPr marL="342900" lvl="0" indent="-342900">
              <a:spcBef>
                <a:spcPts val="0"/>
              </a:spcBef>
              <a:buSzPts val="1680"/>
              <a:buChar char="■"/>
            </a:pPr>
            <a:r>
              <a:rPr lang="en-US" dirty="0"/>
              <a:t>If a set of transactions executes concurrently, </a:t>
            </a:r>
          </a:p>
          <a:p>
            <a:pPr marL="342900" lvl="0" indent="-342900">
              <a:spcBef>
                <a:spcPts val="560"/>
              </a:spcBef>
              <a:buSzPts val="1680"/>
              <a:buChar char="■"/>
            </a:pPr>
            <a:r>
              <a:rPr lang="en-US" dirty="0"/>
              <a:t>We say that the (non-serial) schedule is correct </a:t>
            </a:r>
          </a:p>
          <a:p>
            <a:pPr marL="742950" lvl="1" indent="-285750">
              <a:spcBef>
                <a:spcPts val="520"/>
              </a:spcBef>
              <a:buSzPts val="1430"/>
              <a:buChar char="■"/>
            </a:pPr>
            <a:r>
              <a:rPr lang="en-US" dirty="0"/>
              <a:t>If it produces the same result as some serial execution. </a:t>
            </a:r>
          </a:p>
          <a:p>
            <a:pPr marL="342900" lvl="0" indent="-342900">
              <a:spcBef>
                <a:spcPts val="560"/>
              </a:spcBef>
              <a:buSzPts val="1680"/>
              <a:buChar char="■"/>
            </a:pPr>
            <a:r>
              <a:rPr lang="en-US" dirty="0"/>
              <a:t>Such a schedule is called </a:t>
            </a:r>
            <a:r>
              <a:rPr lang="en-US" b="1" i="1" dirty="0"/>
              <a:t>serializable</a:t>
            </a:r>
            <a:r>
              <a:rPr lang="en-US" dirty="0"/>
              <a:t>. </a:t>
            </a:r>
          </a:p>
          <a:p>
            <a:pPr marL="342900" lvl="0" indent="-342900">
              <a:spcBef>
                <a:spcPts val="560"/>
              </a:spcBef>
              <a:buSzPts val="1680"/>
              <a:buChar char="■"/>
            </a:pPr>
            <a:r>
              <a:rPr lang="en-US" dirty="0"/>
              <a:t>To prevent inconsistency from transactions interfering with one another… it is essential to guarantee </a:t>
            </a:r>
            <a:r>
              <a:rPr lang="en-US" dirty="0" err="1"/>
              <a:t>serializability</a:t>
            </a:r>
            <a:r>
              <a:rPr lang="en-US" dirty="0"/>
              <a:t> of concurrent transactions.</a:t>
            </a:r>
          </a:p>
          <a:p>
            <a:endParaRPr lang="en-US" dirty="0"/>
          </a:p>
        </p:txBody>
      </p:sp>
    </p:spTree>
    <p:extLst>
      <p:ext uri="{BB962C8B-B14F-4D97-AF65-F5344CB8AC3E}">
        <p14:creationId xmlns:p14="http://schemas.microsoft.com/office/powerpoint/2010/main" val="107121970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325"/>
        <p:cNvGrpSpPr/>
        <p:nvPr/>
      </p:nvGrpSpPr>
      <p:grpSpPr>
        <a:xfrm>
          <a:off x="0" y="0"/>
          <a:ext cx="0" cy="0"/>
          <a:chOff x="0" y="0"/>
          <a:chExt cx="0" cy="0"/>
        </a:xfrm>
      </p:grpSpPr>
      <p:sp>
        <p:nvSpPr>
          <p:cNvPr id="326" name="Google Shape;326;p35"/>
          <p:cNvSpPr txBox="1">
            <a:spLocks noGrp="1"/>
          </p:cNvSpPr>
          <p:nvPr>
            <p:ph type="title"/>
          </p:nvPr>
        </p:nvSpPr>
        <p:spPr>
          <a:xfrm>
            <a:off x="2347405" y="1270880"/>
            <a:ext cx="7796213" cy="992187"/>
          </a:xfrm>
          <a:prstGeom prst="rect">
            <a:avLst/>
          </a:prstGeom>
          <a:noFill/>
          <a:ln>
            <a:noFill/>
          </a:ln>
        </p:spPr>
        <p:txBody>
          <a:bodyPr spcFirstLastPara="1" wrap="square" lIns="91425" tIns="45700" rIns="91425" bIns="45700" anchor="b" anchorCtr="0">
            <a:noAutofit/>
          </a:bodyPr>
          <a:lstStyle/>
          <a:p>
            <a:pPr algn="l"/>
            <a:r>
              <a:rPr lang="en-US" dirty="0"/>
              <a:t>Characterizing Schedules Based on Recoverability (cont’d.)</a:t>
            </a:r>
            <a:endParaRPr dirty="0"/>
          </a:p>
        </p:txBody>
      </p:sp>
      <p:sp>
        <p:nvSpPr>
          <p:cNvPr id="327" name="Google Shape;327;p35"/>
          <p:cNvSpPr txBox="1">
            <a:spLocks noGrp="1"/>
          </p:cNvSpPr>
          <p:nvPr>
            <p:ph type="body" idx="1"/>
          </p:nvPr>
        </p:nvSpPr>
        <p:spPr>
          <a:xfrm>
            <a:off x="1752601" y="2514600"/>
            <a:ext cx="9155820" cy="3335785"/>
          </a:xfrm>
          <a:prstGeom prst="rect">
            <a:avLst/>
          </a:prstGeom>
          <a:noFill/>
          <a:ln>
            <a:noFill/>
          </a:ln>
        </p:spPr>
        <p:txBody>
          <a:bodyPr spcFirstLastPara="1" wrap="square" lIns="91425" tIns="45700" rIns="0" bIns="45700" anchor="t" anchorCtr="0">
            <a:noAutofit/>
          </a:bodyPr>
          <a:lstStyle/>
          <a:p>
            <a:pPr marL="342900" indent="-342900">
              <a:spcBef>
                <a:spcPts val="0"/>
              </a:spcBef>
              <a:buSzPts val="1680"/>
              <a:buChar char="■"/>
            </a:pPr>
            <a:r>
              <a:rPr lang="en-US" dirty="0"/>
              <a:t>Two conflicting operations in a schedule</a:t>
            </a:r>
            <a:endParaRPr dirty="0"/>
          </a:p>
          <a:p>
            <a:pPr marL="742950" lvl="1" indent="-285750">
              <a:spcBef>
                <a:spcPts val="520"/>
              </a:spcBef>
              <a:buSzPts val="1430"/>
              <a:buChar char="■"/>
            </a:pPr>
            <a:r>
              <a:rPr lang="en-US" dirty="0"/>
              <a:t>Operations belong to different transactions</a:t>
            </a:r>
            <a:endParaRPr dirty="0"/>
          </a:p>
          <a:p>
            <a:pPr marL="742950" lvl="1" indent="-285750">
              <a:spcBef>
                <a:spcPts val="520"/>
              </a:spcBef>
              <a:buSzPts val="1430"/>
              <a:buChar char="■"/>
            </a:pPr>
            <a:r>
              <a:rPr lang="en-US" dirty="0"/>
              <a:t>Operations access the same item X</a:t>
            </a:r>
            <a:endParaRPr dirty="0"/>
          </a:p>
          <a:p>
            <a:pPr marL="742950" lvl="1" indent="-285750">
              <a:spcBef>
                <a:spcPts val="520"/>
              </a:spcBef>
              <a:buSzPts val="1430"/>
              <a:buChar char="■"/>
            </a:pPr>
            <a:r>
              <a:rPr lang="en-US" dirty="0"/>
              <a:t>At least one of the operations is a </a:t>
            </a:r>
            <a:r>
              <a:rPr lang="en-US" dirty="0" err="1"/>
              <a:t>write_item</a:t>
            </a:r>
            <a:r>
              <a:rPr lang="en-US" dirty="0"/>
              <a:t>(X)</a:t>
            </a:r>
            <a:endParaRPr dirty="0"/>
          </a:p>
          <a:p>
            <a:pPr marL="342900" indent="-342900">
              <a:spcBef>
                <a:spcPts val="560"/>
              </a:spcBef>
              <a:buSzPts val="1680"/>
              <a:buChar char="■"/>
            </a:pPr>
            <a:r>
              <a:rPr lang="en-US" dirty="0"/>
              <a:t>Two operations conflict if changing their order results in a different outcome</a:t>
            </a:r>
            <a:endParaRPr dirty="0"/>
          </a:p>
          <a:p>
            <a:pPr marL="342900" indent="-342900">
              <a:spcBef>
                <a:spcPts val="560"/>
              </a:spcBef>
              <a:buSzPts val="1680"/>
              <a:buChar char="■"/>
            </a:pPr>
            <a:r>
              <a:rPr lang="en-US" dirty="0"/>
              <a:t>Read-write conflict</a:t>
            </a:r>
            <a:endParaRPr dirty="0"/>
          </a:p>
          <a:p>
            <a:pPr marL="342900" indent="-342900">
              <a:spcBef>
                <a:spcPts val="560"/>
              </a:spcBef>
              <a:buSzPts val="1680"/>
              <a:buChar char="■"/>
            </a:pPr>
            <a:r>
              <a:rPr lang="en-US" dirty="0"/>
              <a:t>Write-write conflict</a:t>
            </a:r>
            <a:endParaRPr dirty="0"/>
          </a:p>
        </p:txBody>
      </p:sp>
    </p:spTree>
    <p:extLst>
      <p:ext uri="{BB962C8B-B14F-4D97-AF65-F5344CB8AC3E}">
        <p14:creationId xmlns:p14="http://schemas.microsoft.com/office/powerpoint/2010/main" val="422459352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95401" y="1328361"/>
            <a:ext cx="9601196" cy="1303867"/>
          </a:xfrm>
        </p:spPr>
        <p:txBody>
          <a:bodyPr>
            <a:normAutofit fontScale="90000"/>
          </a:bodyPr>
          <a:lstStyle/>
          <a:p>
            <a:pPr marL="342900" indent="-342900">
              <a:spcBef>
                <a:spcPts val="560"/>
              </a:spcBef>
            </a:pPr>
            <a:r>
              <a:rPr lang="en-US" dirty="0"/>
              <a:t>Read-write </a:t>
            </a:r>
            <a:r>
              <a:rPr lang="en-US" dirty="0" smtClean="0"/>
              <a:t>conflict &amp; Write-write </a:t>
            </a:r>
            <a:r>
              <a:rPr lang="en-US" dirty="0"/>
              <a:t>conflict</a:t>
            </a:r>
            <a:br>
              <a:rPr lang="en-US" dirty="0"/>
            </a:br>
            <a:endParaRPr lang="en-US" dirty="0"/>
          </a:p>
        </p:txBody>
      </p:sp>
      <p:pic>
        <p:nvPicPr>
          <p:cNvPr id="4" name="Picture 3"/>
          <p:cNvPicPr>
            <a:picLocks noChangeAspect="1"/>
          </p:cNvPicPr>
          <p:nvPr/>
        </p:nvPicPr>
        <p:blipFill>
          <a:blip r:embed="rId2"/>
          <a:stretch>
            <a:fillRect/>
          </a:stretch>
        </p:blipFill>
        <p:spPr>
          <a:xfrm>
            <a:off x="2909442" y="2632228"/>
            <a:ext cx="6373114" cy="2838846"/>
          </a:xfrm>
          <a:prstGeom prst="rect">
            <a:avLst/>
          </a:prstGeom>
        </p:spPr>
      </p:pic>
    </p:spTree>
    <p:extLst>
      <p:ext uri="{BB962C8B-B14F-4D97-AF65-F5344CB8AC3E}">
        <p14:creationId xmlns:p14="http://schemas.microsoft.com/office/powerpoint/2010/main" val="67909688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332"/>
        <p:cNvGrpSpPr/>
        <p:nvPr/>
      </p:nvGrpSpPr>
      <p:grpSpPr>
        <a:xfrm>
          <a:off x="0" y="0"/>
          <a:ext cx="0" cy="0"/>
          <a:chOff x="0" y="0"/>
          <a:chExt cx="0" cy="0"/>
        </a:xfrm>
      </p:grpSpPr>
      <p:sp>
        <p:nvSpPr>
          <p:cNvPr id="333" name="Google Shape;333;p36"/>
          <p:cNvSpPr txBox="1">
            <a:spLocks noGrp="1"/>
          </p:cNvSpPr>
          <p:nvPr>
            <p:ph type="title"/>
          </p:nvPr>
        </p:nvSpPr>
        <p:spPr>
          <a:xfrm>
            <a:off x="985422" y="1105162"/>
            <a:ext cx="7874493" cy="992187"/>
          </a:xfrm>
          <a:prstGeom prst="rect">
            <a:avLst/>
          </a:prstGeom>
          <a:noFill/>
          <a:ln>
            <a:noFill/>
          </a:ln>
        </p:spPr>
        <p:txBody>
          <a:bodyPr spcFirstLastPara="1" wrap="square" lIns="91425" tIns="45700" rIns="91425" bIns="45700" anchor="b" anchorCtr="0">
            <a:noAutofit/>
          </a:bodyPr>
          <a:lstStyle/>
          <a:p>
            <a:pPr algn="l"/>
            <a:r>
              <a:rPr lang="en-US" dirty="0"/>
              <a:t>Characterizing Schedules Based </a:t>
            </a:r>
            <a:r>
              <a:rPr lang="en-US" dirty="0" smtClean="0"/>
              <a:t>on Recoverability </a:t>
            </a:r>
            <a:r>
              <a:rPr lang="en-US" dirty="0"/>
              <a:t>(cont’d.)</a:t>
            </a:r>
            <a:endParaRPr dirty="0"/>
          </a:p>
        </p:txBody>
      </p:sp>
      <p:sp>
        <p:nvSpPr>
          <p:cNvPr id="334" name="Google Shape;334;p36"/>
          <p:cNvSpPr txBox="1">
            <a:spLocks noGrp="1"/>
          </p:cNvSpPr>
          <p:nvPr>
            <p:ph type="body" idx="1"/>
          </p:nvPr>
        </p:nvSpPr>
        <p:spPr>
          <a:xfrm>
            <a:off x="1275442" y="2283780"/>
            <a:ext cx="9324496" cy="3380173"/>
          </a:xfrm>
          <a:prstGeom prst="rect">
            <a:avLst/>
          </a:prstGeom>
          <a:noFill/>
          <a:ln>
            <a:noFill/>
          </a:ln>
        </p:spPr>
        <p:txBody>
          <a:bodyPr spcFirstLastPara="1" wrap="square" lIns="91425" tIns="45700" rIns="0" bIns="45700" anchor="t" anchorCtr="0">
            <a:noAutofit/>
          </a:bodyPr>
          <a:lstStyle/>
          <a:p>
            <a:pPr marL="342900" indent="-342900">
              <a:spcBef>
                <a:spcPts val="0"/>
              </a:spcBef>
              <a:buSzPts val="1440"/>
              <a:buChar char="■"/>
            </a:pPr>
            <a:r>
              <a:rPr lang="en-US" dirty="0"/>
              <a:t>Recoverable schedules</a:t>
            </a:r>
            <a:endParaRPr dirty="0"/>
          </a:p>
          <a:p>
            <a:pPr marL="742950" lvl="1" indent="-285750">
              <a:spcBef>
                <a:spcPts val="480"/>
              </a:spcBef>
              <a:buSzPts val="1320"/>
              <a:buChar char="■"/>
            </a:pPr>
            <a:r>
              <a:rPr lang="en-US" sz="2400" dirty="0"/>
              <a:t>Recovery is possible</a:t>
            </a:r>
            <a:endParaRPr dirty="0"/>
          </a:p>
          <a:p>
            <a:pPr marL="342900" indent="-342900">
              <a:buSzPts val="1440"/>
              <a:buChar char="■"/>
            </a:pPr>
            <a:r>
              <a:rPr lang="en-US" dirty="0" err="1"/>
              <a:t>Nonrecoverable</a:t>
            </a:r>
            <a:r>
              <a:rPr lang="en-US" dirty="0"/>
              <a:t> schedules should not be permitted by the DBMS</a:t>
            </a:r>
            <a:endParaRPr dirty="0"/>
          </a:p>
          <a:p>
            <a:pPr marL="342900" indent="-342900">
              <a:buSzPts val="1440"/>
              <a:buChar char="■"/>
            </a:pPr>
            <a:r>
              <a:rPr lang="en-US" dirty="0"/>
              <a:t>No committed transaction ever needs to be rolled back</a:t>
            </a:r>
            <a:endParaRPr dirty="0"/>
          </a:p>
          <a:p>
            <a:pPr marL="342900" indent="-342900">
              <a:buSzPts val="1440"/>
              <a:buChar char="■"/>
            </a:pPr>
            <a:r>
              <a:rPr lang="en-US" b="1" i="1" dirty="0"/>
              <a:t>Cascading rollback </a:t>
            </a:r>
            <a:r>
              <a:rPr lang="en-US" dirty="0"/>
              <a:t>is a situation: where an uncommitted transaction has to be rolled back because it read an item from a transaction that failed.</a:t>
            </a:r>
            <a:endParaRPr dirty="0"/>
          </a:p>
          <a:p>
            <a:pPr marL="742950" lvl="1" indent="-285750">
              <a:spcBef>
                <a:spcPts val="440"/>
              </a:spcBef>
              <a:buSzPts val="1210"/>
              <a:buChar char="■"/>
            </a:pPr>
            <a:r>
              <a:rPr lang="en-US" sz="2200" dirty="0"/>
              <a:t>Cascading rollback may occur in some recoverable schedules</a:t>
            </a:r>
            <a:endParaRPr dirty="0"/>
          </a:p>
        </p:txBody>
      </p:sp>
    </p:spTree>
    <p:extLst>
      <p:ext uri="{BB962C8B-B14F-4D97-AF65-F5344CB8AC3E}">
        <p14:creationId xmlns:p14="http://schemas.microsoft.com/office/powerpoint/2010/main" val="3749658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339"/>
        <p:cNvGrpSpPr/>
        <p:nvPr/>
      </p:nvGrpSpPr>
      <p:grpSpPr>
        <a:xfrm>
          <a:off x="0" y="0"/>
          <a:ext cx="0" cy="0"/>
          <a:chOff x="0" y="0"/>
          <a:chExt cx="0" cy="0"/>
        </a:xfrm>
      </p:grpSpPr>
      <p:sp>
        <p:nvSpPr>
          <p:cNvPr id="340" name="Google Shape;340;p37"/>
          <p:cNvSpPr txBox="1">
            <a:spLocks noGrp="1"/>
          </p:cNvSpPr>
          <p:nvPr>
            <p:ph type="title"/>
          </p:nvPr>
        </p:nvSpPr>
        <p:spPr>
          <a:xfrm>
            <a:off x="2075094" y="1492822"/>
            <a:ext cx="7796213" cy="992187"/>
          </a:xfrm>
          <a:prstGeom prst="rect">
            <a:avLst/>
          </a:prstGeom>
          <a:noFill/>
          <a:ln>
            <a:noFill/>
          </a:ln>
        </p:spPr>
        <p:txBody>
          <a:bodyPr spcFirstLastPara="1" wrap="square" lIns="91425" tIns="45700" rIns="91425" bIns="45700" anchor="b" anchorCtr="0">
            <a:noAutofit/>
          </a:bodyPr>
          <a:lstStyle/>
          <a:p>
            <a:pPr algn="l"/>
            <a:r>
              <a:rPr lang="en-US" dirty="0"/>
              <a:t>Characterizing Schedules Based on Recoverability (cont’d.)</a:t>
            </a:r>
            <a:endParaRPr dirty="0"/>
          </a:p>
        </p:txBody>
      </p:sp>
      <p:sp>
        <p:nvSpPr>
          <p:cNvPr id="341" name="Google Shape;341;p37"/>
          <p:cNvSpPr txBox="1">
            <a:spLocks noGrp="1"/>
          </p:cNvSpPr>
          <p:nvPr>
            <p:ph type="body" idx="1"/>
          </p:nvPr>
        </p:nvSpPr>
        <p:spPr>
          <a:xfrm>
            <a:off x="1825858" y="2922973"/>
            <a:ext cx="8294687" cy="2749858"/>
          </a:xfrm>
          <a:prstGeom prst="rect">
            <a:avLst/>
          </a:prstGeom>
          <a:noFill/>
          <a:ln>
            <a:noFill/>
          </a:ln>
        </p:spPr>
        <p:txBody>
          <a:bodyPr spcFirstLastPara="1" wrap="square" lIns="91425" tIns="45700" rIns="0" bIns="45700" anchor="t" anchorCtr="0">
            <a:noAutofit/>
          </a:bodyPr>
          <a:lstStyle/>
          <a:p>
            <a:pPr marL="342900" indent="-342900">
              <a:spcBef>
                <a:spcPts val="0"/>
              </a:spcBef>
              <a:buSzPts val="1680"/>
              <a:buChar char="■"/>
            </a:pPr>
            <a:r>
              <a:rPr lang="en-US" dirty="0" err="1"/>
              <a:t>Cascadeless</a:t>
            </a:r>
            <a:r>
              <a:rPr lang="en-US" dirty="0"/>
              <a:t> schedule</a:t>
            </a:r>
            <a:endParaRPr dirty="0"/>
          </a:p>
          <a:p>
            <a:pPr marL="742950" lvl="1" indent="-285750">
              <a:spcBef>
                <a:spcPts val="520"/>
              </a:spcBef>
              <a:buSzPts val="1430"/>
              <a:buChar char="■"/>
            </a:pPr>
            <a:r>
              <a:rPr lang="en-US" dirty="0"/>
              <a:t>Avoids cascading </a:t>
            </a:r>
            <a:r>
              <a:rPr lang="en-US" dirty="0" smtClean="0"/>
              <a:t>rollback</a:t>
            </a:r>
          </a:p>
          <a:p>
            <a:pPr marL="457200" lvl="1" indent="0">
              <a:spcBef>
                <a:spcPts val="520"/>
              </a:spcBef>
              <a:buSzPts val="1430"/>
              <a:buNone/>
            </a:pPr>
            <a:endParaRPr dirty="0"/>
          </a:p>
          <a:p>
            <a:pPr marL="342900" indent="-342900">
              <a:spcBef>
                <a:spcPts val="560"/>
              </a:spcBef>
              <a:buSzPts val="1680"/>
              <a:buChar char="■"/>
            </a:pPr>
            <a:r>
              <a:rPr lang="en-US" dirty="0"/>
              <a:t>Strict schedule</a:t>
            </a:r>
            <a:endParaRPr dirty="0"/>
          </a:p>
          <a:p>
            <a:pPr marL="742950" lvl="1" indent="-285750">
              <a:spcBef>
                <a:spcPts val="520"/>
              </a:spcBef>
              <a:buSzPts val="1430"/>
              <a:buChar char="■"/>
            </a:pPr>
            <a:r>
              <a:rPr lang="en-US" dirty="0"/>
              <a:t>Transactions can neither read nor write an item X until the last transaction that wrote X has committed or aborted</a:t>
            </a:r>
            <a:endParaRPr dirty="0"/>
          </a:p>
          <a:p>
            <a:pPr marL="742950" lvl="1" indent="-285750">
              <a:spcBef>
                <a:spcPts val="520"/>
              </a:spcBef>
              <a:buSzPts val="1430"/>
              <a:buChar char="■"/>
            </a:pPr>
            <a:r>
              <a:rPr lang="en-US" dirty="0"/>
              <a:t>Simpler recovery process</a:t>
            </a:r>
            <a:endParaRPr dirty="0"/>
          </a:p>
          <a:p>
            <a:pPr marL="1143000" lvl="2" indent="-228600">
              <a:spcBef>
                <a:spcPts val="480"/>
              </a:spcBef>
              <a:buSzPts val="1200"/>
              <a:buChar char="■"/>
            </a:pPr>
            <a:r>
              <a:rPr lang="en-US" dirty="0"/>
              <a:t>Restore the before image</a:t>
            </a:r>
            <a:endParaRPr dirty="0"/>
          </a:p>
        </p:txBody>
      </p:sp>
    </p:spTree>
    <p:extLst>
      <p:ext uri="{BB962C8B-B14F-4D97-AF65-F5344CB8AC3E}">
        <p14:creationId xmlns:p14="http://schemas.microsoft.com/office/powerpoint/2010/main" val="278367067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346"/>
        <p:cNvGrpSpPr/>
        <p:nvPr/>
      </p:nvGrpSpPr>
      <p:grpSpPr>
        <a:xfrm>
          <a:off x="0" y="0"/>
          <a:ext cx="0" cy="0"/>
          <a:chOff x="0" y="0"/>
          <a:chExt cx="0" cy="0"/>
        </a:xfrm>
      </p:grpSpPr>
      <p:sp>
        <p:nvSpPr>
          <p:cNvPr id="347" name="Google Shape;347;p38"/>
          <p:cNvSpPr txBox="1">
            <a:spLocks noGrp="1"/>
          </p:cNvSpPr>
          <p:nvPr>
            <p:ph type="title"/>
          </p:nvPr>
        </p:nvSpPr>
        <p:spPr>
          <a:xfrm>
            <a:off x="1752601" y="1759152"/>
            <a:ext cx="7796213" cy="992187"/>
          </a:xfrm>
          <a:prstGeom prst="rect">
            <a:avLst/>
          </a:prstGeom>
          <a:noFill/>
          <a:ln>
            <a:noFill/>
          </a:ln>
        </p:spPr>
        <p:txBody>
          <a:bodyPr spcFirstLastPara="1" wrap="square" lIns="91425" tIns="45700" rIns="91425" bIns="45700" anchor="b" anchorCtr="0">
            <a:noAutofit/>
          </a:bodyPr>
          <a:lstStyle/>
          <a:p>
            <a:pPr algn="l"/>
            <a:r>
              <a:rPr lang="en-US" dirty="0" smtClean="0"/>
              <a:t>Characterizing </a:t>
            </a:r>
            <a:r>
              <a:rPr lang="en-US" dirty="0"/>
              <a:t>Schedules Based on </a:t>
            </a:r>
            <a:r>
              <a:rPr lang="en-US" dirty="0" err="1"/>
              <a:t>Serializability</a:t>
            </a:r>
            <a:endParaRPr dirty="0"/>
          </a:p>
        </p:txBody>
      </p:sp>
      <p:sp>
        <p:nvSpPr>
          <p:cNvPr id="348" name="Google Shape;348;p38"/>
          <p:cNvSpPr txBox="1">
            <a:spLocks noGrp="1"/>
          </p:cNvSpPr>
          <p:nvPr>
            <p:ph type="body" idx="1"/>
          </p:nvPr>
        </p:nvSpPr>
        <p:spPr>
          <a:xfrm>
            <a:off x="1752601" y="3215936"/>
            <a:ext cx="9104789" cy="2075155"/>
          </a:xfrm>
          <a:prstGeom prst="rect">
            <a:avLst/>
          </a:prstGeom>
          <a:noFill/>
          <a:ln>
            <a:noFill/>
          </a:ln>
        </p:spPr>
        <p:txBody>
          <a:bodyPr spcFirstLastPara="1" wrap="square" lIns="91425" tIns="45700" rIns="0" bIns="45700" anchor="t" anchorCtr="0">
            <a:noAutofit/>
          </a:bodyPr>
          <a:lstStyle/>
          <a:p>
            <a:pPr marL="342900" indent="-342900">
              <a:spcBef>
                <a:spcPts val="0"/>
              </a:spcBef>
              <a:buSzPts val="1680"/>
              <a:buChar char="■"/>
            </a:pPr>
            <a:r>
              <a:rPr lang="en-US" dirty="0"/>
              <a:t>Serializable schedules</a:t>
            </a:r>
            <a:endParaRPr dirty="0"/>
          </a:p>
          <a:p>
            <a:pPr marL="742950" lvl="1" indent="-285750">
              <a:spcBef>
                <a:spcPts val="520"/>
              </a:spcBef>
              <a:buSzPts val="1430"/>
              <a:buChar char="■"/>
            </a:pPr>
            <a:r>
              <a:rPr lang="en-US" dirty="0"/>
              <a:t>Always considered to be correct when concurrent transactions are </a:t>
            </a:r>
            <a:r>
              <a:rPr lang="en-US" dirty="0" smtClean="0"/>
              <a:t>executing</a:t>
            </a:r>
          </a:p>
          <a:p>
            <a:pPr marL="742950" lvl="1" indent="-285750">
              <a:spcBef>
                <a:spcPts val="520"/>
              </a:spcBef>
              <a:buSzPts val="1430"/>
              <a:buChar char="■"/>
            </a:pPr>
            <a:endParaRPr dirty="0"/>
          </a:p>
          <a:p>
            <a:pPr marL="742950" lvl="1" indent="-285750">
              <a:spcBef>
                <a:spcPts val="520"/>
              </a:spcBef>
              <a:buSzPts val="1430"/>
              <a:buChar char="■"/>
            </a:pPr>
            <a:r>
              <a:rPr lang="en-US" dirty="0"/>
              <a:t>Places simultaneous transactions in series</a:t>
            </a:r>
            <a:endParaRPr dirty="0"/>
          </a:p>
          <a:p>
            <a:pPr marL="1143000" lvl="2" indent="-228600">
              <a:spcBef>
                <a:spcPts val="480"/>
              </a:spcBef>
              <a:buSzPts val="1200"/>
              <a:buChar char="■"/>
            </a:pPr>
            <a:r>
              <a:rPr lang="en-US" dirty="0"/>
              <a:t>Transaction T</a:t>
            </a:r>
            <a:r>
              <a:rPr lang="en-US" baseline="-25000" dirty="0"/>
              <a:t>1</a:t>
            </a:r>
            <a:r>
              <a:rPr lang="en-US" dirty="0"/>
              <a:t> before T</a:t>
            </a:r>
            <a:r>
              <a:rPr lang="en-US" baseline="-25000" dirty="0"/>
              <a:t>2</a:t>
            </a:r>
            <a:r>
              <a:rPr lang="en-US" dirty="0"/>
              <a:t>, or vice versa</a:t>
            </a:r>
            <a:endParaRPr dirty="0"/>
          </a:p>
        </p:txBody>
      </p:sp>
    </p:spTree>
    <p:extLst>
      <p:ext uri="{BB962C8B-B14F-4D97-AF65-F5344CB8AC3E}">
        <p14:creationId xmlns:p14="http://schemas.microsoft.com/office/powerpoint/2010/main" val="229142308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353"/>
        <p:cNvGrpSpPr/>
        <p:nvPr/>
      </p:nvGrpSpPr>
      <p:grpSpPr>
        <a:xfrm>
          <a:off x="0" y="0"/>
          <a:ext cx="0" cy="0"/>
          <a:chOff x="0" y="0"/>
          <a:chExt cx="0" cy="0"/>
        </a:xfrm>
      </p:grpSpPr>
      <p:pic>
        <p:nvPicPr>
          <p:cNvPr id="355" name="Google Shape;355;p39"/>
          <p:cNvPicPr preferRelativeResize="0"/>
          <p:nvPr/>
        </p:nvPicPr>
        <p:blipFill rotWithShape="1">
          <a:blip r:embed="rId3">
            <a:alphaModFix/>
          </a:blip>
          <a:srcRect/>
          <a:stretch/>
        </p:blipFill>
        <p:spPr>
          <a:xfrm>
            <a:off x="3193334" y="631751"/>
            <a:ext cx="6069585" cy="4802989"/>
          </a:xfrm>
          <a:prstGeom prst="rect">
            <a:avLst/>
          </a:prstGeom>
          <a:noFill/>
          <a:ln>
            <a:noFill/>
          </a:ln>
        </p:spPr>
      </p:pic>
      <p:sp>
        <p:nvSpPr>
          <p:cNvPr id="356" name="Google Shape;356;p39"/>
          <p:cNvSpPr txBox="1"/>
          <p:nvPr/>
        </p:nvSpPr>
        <p:spPr>
          <a:xfrm>
            <a:off x="1179822" y="5451578"/>
            <a:ext cx="9972317" cy="830997"/>
          </a:xfrm>
          <a:prstGeom prst="rect">
            <a:avLst/>
          </a:prstGeom>
          <a:noFill/>
          <a:ln>
            <a:noFill/>
          </a:ln>
        </p:spPr>
        <p:txBody>
          <a:bodyPr spcFirstLastPara="1" wrap="square" lIns="91425" tIns="45700" rIns="91425" bIns="45700" anchor="t" anchorCtr="0">
            <a:spAutoFit/>
          </a:bodyPr>
          <a:lstStyle/>
          <a:p>
            <a:pPr>
              <a:buClr>
                <a:srgbClr val="990033"/>
              </a:buClr>
              <a:buSzPts val="960"/>
            </a:pPr>
            <a:r>
              <a:rPr lang="en-US" sz="1600" dirty="0">
                <a:solidFill>
                  <a:schemeClr val="dk1"/>
                </a:solidFill>
              </a:rPr>
              <a:t>Figure 20.5 Examples of serial and </a:t>
            </a:r>
            <a:r>
              <a:rPr lang="en-US" sz="1600" dirty="0" err="1">
                <a:solidFill>
                  <a:schemeClr val="dk1"/>
                </a:solidFill>
              </a:rPr>
              <a:t>nonserial</a:t>
            </a:r>
            <a:r>
              <a:rPr lang="en-US" sz="1600" dirty="0">
                <a:solidFill>
                  <a:schemeClr val="dk1"/>
                </a:solidFill>
              </a:rPr>
              <a:t> schedules involving transactions </a:t>
            </a:r>
            <a:r>
              <a:rPr lang="en-US" sz="1600" i="1" dirty="0">
                <a:solidFill>
                  <a:schemeClr val="dk1"/>
                </a:solidFill>
              </a:rPr>
              <a:t>T</a:t>
            </a:r>
            <a:r>
              <a:rPr lang="en-US" sz="1600" dirty="0">
                <a:solidFill>
                  <a:schemeClr val="dk1"/>
                </a:solidFill>
              </a:rPr>
              <a:t>1 and </a:t>
            </a:r>
            <a:r>
              <a:rPr lang="en-US" sz="1600" i="1" dirty="0">
                <a:solidFill>
                  <a:schemeClr val="dk1"/>
                </a:solidFill>
              </a:rPr>
              <a:t>T</a:t>
            </a:r>
            <a:r>
              <a:rPr lang="en-US" sz="1600" dirty="0">
                <a:solidFill>
                  <a:schemeClr val="dk1"/>
                </a:solidFill>
              </a:rPr>
              <a:t>2 (a) Serial schedule A: </a:t>
            </a:r>
            <a:r>
              <a:rPr lang="en-US" sz="1600" i="1" dirty="0">
                <a:solidFill>
                  <a:schemeClr val="dk1"/>
                </a:solidFill>
              </a:rPr>
              <a:t>T</a:t>
            </a:r>
            <a:r>
              <a:rPr lang="en-US" sz="1600" dirty="0">
                <a:solidFill>
                  <a:schemeClr val="dk1"/>
                </a:solidFill>
              </a:rPr>
              <a:t>1 followed by </a:t>
            </a:r>
            <a:r>
              <a:rPr lang="en-US" sz="1600" i="1" dirty="0">
                <a:solidFill>
                  <a:schemeClr val="dk1"/>
                </a:solidFill>
              </a:rPr>
              <a:t>T</a:t>
            </a:r>
            <a:r>
              <a:rPr lang="en-US" sz="1600" dirty="0">
                <a:solidFill>
                  <a:schemeClr val="dk1"/>
                </a:solidFill>
              </a:rPr>
              <a:t>2 (b) Serial schedule B: </a:t>
            </a:r>
            <a:r>
              <a:rPr lang="en-US" sz="1600" i="1" dirty="0">
                <a:solidFill>
                  <a:schemeClr val="dk1"/>
                </a:solidFill>
              </a:rPr>
              <a:t>T</a:t>
            </a:r>
            <a:r>
              <a:rPr lang="en-US" sz="1600" dirty="0">
                <a:solidFill>
                  <a:schemeClr val="dk1"/>
                </a:solidFill>
              </a:rPr>
              <a:t>2 followed by </a:t>
            </a:r>
            <a:r>
              <a:rPr lang="en-US" sz="1600" i="1" dirty="0">
                <a:solidFill>
                  <a:schemeClr val="dk1"/>
                </a:solidFill>
              </a:rPr>
              <a:t>T</a:t>
            </a:r>
            <a:r>
              <a:rPr lang="en-US" sz="1600" dirty="0">
                <a:solidFill>
                  <a:schemeClr val="dk1"/>
                </a:solidFill>
              </a:rPr>
              <a:t>1 (c) Two </a:t>
            </a:r>
            <a:r>
              <a:rPr lang="en-US" sz="1600" dirty="0" err="1">
                <a:solidFill>
                  <a:schemeClr val="dk1"/>
                </a:solidFill>
              </a:rPr>
              <a:t>nonserial</a:t>
            </a:r>
            <a:r>
              <a:rPr lang="en-US" sz="1600" dirty="0">
                <a:solidFill>
                  <a:schemeClr val="dk1"/>
                </a:solidFill>
              </a:rPr>
              <a:t> schedules C and D with interleaving of operations</a:t>
            </a:r>
            <a:endParaRPr sz="1600" dirty="0">
              <a:solidFill>
                <a:schemeClr val="dk1"/>
              </a:solidFill>
            </a:endParaRPr>
          </a:p>
        </p:txBody>
      </p:sp>
      <p:pic>
        <p:nvPicPr>
          <p:cNvPr id="357" name="Google Shape;357;p39"/>
          <p:cNvPicPr preferRelativeResize="0"/>
          <p:nvPr/>
        </p:nvPicPr>
        <p:blipFill rotWithShape="1">
          <a:blip r:embed="rId4">
            <a:alphaModFix/>
          </a:blip>
          <a:srcRect/>
          <a:stretch/>
        </p:blipFill>
        <p:spPr>
          <a:xfrm>
            <a:off x="1179822" y="1246310"/>
            <a:ext cx="2122670" cy="698427"/>
          </a:xfrm>
          <a:prstGeom prst="rect">
            <a:avLst/>
          </a:prstGeom>
          <a:noFill/>
          <a:ln>
            <a:noFill/>
          </a:ln>
        </p:spPr>
      </p:pic>
      <p:pic>
        <p:nvPicPr>
          <p:cNvPr id="358" name="Google Shape;358;p39"/>
          <p:cNvPicPr preferRelativeResize="0"/>
          <p:nvPr/>
        </p:nvPicPr>
        <p:blipFill rotWithShape="1">
          <a:blip r:embed="rId5">
            <a:alphaModFix/>
          </a:blip>
          <a:srcRect/>
          <a:stretch/>
        </p:blipFill>
        <p:spPr>
          <a:xfrm>
            <a:off x="9262919" y="1064088"/>
            <a:ext cx="1889220" cy="830997"/>
          </a:xfrm>
          <a:prstGeom prst="rect">
            <a:avLst/>
          </a:prstGeom>
          <a:noFill/>
          <a:ln>
            <a:noFill/>
          </a:ln>
        </p:spPr>
      </p:pic>
      <p:pic>
        <p:nvPicPr>
          <p:cNvPr id="359" name="Google Shape;359;p39"/>
          <p:cNvPicPr preferRelativeResize="0"/>
          <p:nvPr/>
        </p:nvPicPr>
        <p:blipFill rotWithShape="1">
          <a:blip r:embed="rId6">
            <a:alphaModFix/>
          </a:blip>
          <a:srcRect/>
          <a:stretch/>
        </p:blipFill>
        <p:spPr>
          <a:xfrm>
            <a:off x="1336875" y="3701699"/>
            <a:ext cx="1856459" cy="1008143"/>
          </a:xfrm>
          <a:prstGeom prst="rect">
            <a:avLst/>
          </a:prstGeom>
          <a:noFill/>
          <a:ln>
            <a:noFill/>
          </a:ln>
        </p:spPr>
      </p:pic>
      <p:pic>
        <p:nvPicPr>
          <p:cNvPr id="360" name="Google Shape;360;p39"/>
          <p:cNvPicPr preferRelativeResize="0"/>
          <p:nvPr/>
        </p:nvPicPr>
        <p:blipFill rotWithShape="1">
          <a:blip r:embed="rId7">
            <a:alphaModFix/>
          </a:blip>
          <a:srcRect/>
          <a:stretch/>
        </p:blipFill>
        <p:spPr>
          <a:xfrm>
            <a:off x="9262919" y="3921261"/>
            <a:ext cx="2119312" cy="788581"/>
          </a:xfrm>
          <a:prstGeom prst="rect">
            <a:avLst/>
          </a:prstGeom>
          <a:noFill/>
          <a:ln>
            <a:noFill/>
          </a:ln>
        </p:spPr>
      </p:pic>
    </p:spTree>
    <p:extLst>
      <p:ext uri="{BB962C8B-B14F-4D97-AF65-F5344CB8AC3E}">
        <p14:creationId xmlns:p14="http://schemas.microsoft.com/office/powerpoint/2010/main" val="96512669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364"/>
        <p:cNvGrpSpPr/>
        <p:nvPr/>
      </p:nvGrpSpPr>
      <p:grpSpPr>
        <a:xfrm>
          <a:off x="0" y="0"/>
          <a:ext cx="0" cy="0"/>
          <a:chOff x="0" y="0"/>
          <a:chExt cx="0" cy="0"/>
        </a:xfrm>
      </p:grpSpPr>
      <p:sp>
        <p:nvSpPr>
          <p:cNvPr id="365" name="Google Shape;365;p40"/>
          <p:cNvSpPr txBox="1">
            <a:spLocks noGrp="1"/>
          </p:cNvSpPr>
          <p:nvPr>
            <p:ph type="title"/>
          </p:nvPr>
        </p:nvSpPr>
        <p:spPr>
          <a:xfrm>
            <a:off x="2001837" y="1377412"/>
            <a:ext cx="7796213" cy="992187"/>
          </a:xfrm>
          <a:prstGeom prst="rect">
            <a:avLst/>
          </a:prstGeom>
          <a:noFill/>
          <a:ln>
            <a:noFill/>
          </a:ln>
        </p:spPr>
        <p:txBody>
          <a:bodyPr spcFirstLastPara="1" wrap="square" lIns="91425" tIns="45700" rIns="91425" bIns="45700" anchor="b" anchorCtr="0">
            <a:noAutofit/>
          </a:bodyPr>
          <a:lstStyle/>
          <a:p>
            <a:pPr algn="l"/>
            <a:r>
              <a:rPr lang="en-US" dirty="0"/>
              <a:t>Characterizing Schedules Based on </a:t>
            </a:r>
            <a:r>
              <a:rPr lang="en-US" dirty="0" err="1"/>
              <a:t>Serializability</a:t>
            </a:r>
            <a:r>
              <a:rPr lang="en-US" dirty="0"/>
              <a:t> (cont’d.)</a:t>
            </a:r>
            <a:endParaRPr dirty="0"/>
          </a:p>
        </p:txBody>
      </p:sp>
      <p:sp>
        <p:nvSpPr>
          <p:cNvPr id="366" name="Google Shape;366;p40"/>
          <p:cNvSpPr txBox="1">
            <a:spLocks noGrp="1"/>
          </p:cNvSpPr>
          <p:nvPr>
            <p:ph type="body" idx="1"/>
          </p:nvPr>
        </p:nvSpPr>
        <p:spPr>
          <a:xfrm>
            <a:off x="1752601" y="2763175"/>
            <a:ext cx="8294687" cy="2678837"/>
          </a:xfrm>
          <a:prstGeom prst="rect">
            <a:avLst/>
          </a:prstGeom>
          <a:noFill/>
          <a:ln>
            <a:noFill/>
          </a:ln>
        </p:spPr>
        <p:txBody>
          <a:bodyPr spcFirstLastPara="1" wrap="square" lIns="91425" tIns="45700" rIns="0" bIns="45700" anchor="t" anchorCtr="0">
            <a:noAutofit/>
          </a:bodyPr>
          <a:lstStyle/>
          <a:p>
            <a:pPr marL="342900" indent="-342900">
              <a:spcBef>
                <a:spcPts val="0"/>
              </a:spcBef>
              <a:buSzPts val="1680"/>
              <a:buChar char="■"/>
            </a:pPr>
            <a:r>
              <a:rPr lang="en-US" dirty="0"/>
              <a:t>Problem with serial schedules</a:t>
            </a:r>
            <a:endParaRPr dirty="0"/>
          </a:p>
          <a:p>
            <a:pPr marL="742950" lvl="1" indent="-285750">
              <a:spcBef>
                <a:spcPts val="520"/>
              </a:spcBef>
              <a:buSzPts val="1430"/>
              <a:buChar char="■"/>
            </a:pPr>
            <a:r>
              <a:rPr lang="en-US" dirty="0"/>
              <a:t>Limit concurrency by prohibiting interleaving of operations</a:t>
            </a:r>
            <a:endParaRPr dirty="0"/>
          </a:p>
          <a:p>
            <a:pPr marL="742950" lvl="1" indent="-285750">
              <a:spcBef>
                <a:spcPts val="520"/>
              </a:spcBef>
              <a:buSzPts val="1430"/>
              <a:buChar char="■"/>
            </a:pPr>
            <a:r>
              <a:rPr lang="en-US" dirty="0"/>
              <a:t>Unacceptable in practice</a:t>
            </a:r>
            <a:endParaRPr dirty="0"/>
          </a:p>
          <a:p>
            <a:pPr marL="742950" lvl="1" indent="-285750">
              <a:spcBef>
                <a:spcPts val="520"/>
              </a:spcBef>
              <a:buSzPts val="1430"/>
              <a:buChar char="■"/>
            </a:pPr>
            <a:r>
              <a:rPr lang="en-US" dirty="0"/>
              <a:t>Solution: determine which schedules are equivalent to a serial schedule and allow those to occur</a:t>
            </a:r>
            <a:endParaRPr dirty="0"/>
          </a:p>
          <a:p>
            <a:pPr marL="342900" indent="-342900">
              <a:spcBef>
                <a:spcPts val="560"/>
              </a:spcBef>
              <a:buSzPts val="1680"/>
              <a:buChar char="■"/>
            </a:pPr>
            <a:r>
              <a:rPr lang="en-US" dirty="0"/>
              <a:t>Serializable schedule of </a:t>
            </a:r>
            <a:r>
              <a:rPr lang="en-US" i="1" dirty="0"/>
              <a:t>n</a:t>
            </a:r>
            <a:r>
              <a:rPr lang="en-US" dirty="0"/>
              <a:t> transactions</a:t>
            </a:r>
            <a:endParaRPr dirty="0"/>
          </a:p>
          <a:p>
            <a:pPr marL="742950" lvl="1" indent="-285750">
              <a:spcBef>
                <a:spcPts val="520"/>
              </a:spcBef>
              <a:buSzPts val="1430"/>
              <a:buChar char="■"/>
            </a:pPr>
            <a:r>
              <a:rPr lang="en-US" dirty="0"/>
              <a:t>Equivalent to some serial schedule of same </a:t>
            </a:r>
            <a:r>
              <a:rPr lang="en-US" i="1" dirty="0"/>
              <a:t>n</a:t>
            </a:r>
            <a:r>
              <a:rPr lang="en-US" dirty="0"/>
              <a:t> transactions</a:t>
            </a:r>
            <a:endParaRPr dirty="0"/>
          </a:p>
        </p:txBody>
      </p:sp>
    </p:spTree>
    <p:extLst>
      <p:ext uri="{BB962C8B-B14F-4D97-AF65-F5344CB8AC3E}">
        <p14:creationId xmlns:p14="http://schemas.microsoft.com/office/powerpoint/2010/main" val="258366189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380"/>
        <p:cNvGrpSpPr/>
        <p:nvPr/>
      </p:nvGrpSpPr>
      <p:grpSpPr>
        <a:xfrm>
          <a:off x="0" y="0"/>
          <a:ext cx="0" cy="0"/>
          <a:chOff x="0" y="0"/>
          <a:chExt cx="0" cy="0"/>
        </a:xfrm>
      </p:grpSpPr>
      <p:sp>
        <p:nvSpPr>
          <p:cNvPr id="381" name="Google Shape;381;p42"/>
          <p:cNvSpPr txBox="1">
            <a:spLocks noGrp="1"/>
          </p:cNvSpPr>
          <p:nvPr>
            <p:ph type="title"/>
          </p:nvPr>
        </p:nvSpPr>
        <p:spPr>
          <a:xfrm>
            <a:off x="1752601" y="1333023"/>
            <a:ext cx="7796213" cy="992187"/>
          </a:xfrm>
          <a:prstGeom prst="rect">
            <a:avLst/>
          </a:prstGeom>
          <a:noFill/>
          <a:ln>
            <a:noFill/>
          </a:ln>
        </p:spPr>
        <p:txBody>
          <a:bodyPr spcFirstLastPara="1" wrap="square" lIns="91425" tIns="45700" rIns="91425" bIns="45700" anchor="b" anchorCtr="0">
            <a:noAutofit/>
          </a:bodyPr>
          <a:lstStyle/>
          <a:p>
            <a:pPr algn="l"/>
            <a:r>
              <a:rPr lang="en-US" dirty="0"/>
              <a:t>Characterizing Schedules Based on </a:t>
            </a:r>
            <a:r>
              <a:rPr lang="en-US" dirty="0" err="1"/>
              <a:t>Serializability</a:t>
            </a:r>
            <a:r>
              <a:rPr lang="en-US" dirty="0"/>
              <a:t> (cont’d.)</a:t>
            </a:r>
            <a:endParaRPr dirty="0"/>
          </a:p>
        </p:txBody>
      </p:sp>
      <p:sp>
        <p:nvSpPr>
          <p:cNvPr id="382" name="Google Shape;382;p42"/>
          <p:cNvSpPr txBox="1">
            <a:spLocks noGrp="1"/>
          </p:cNvSpPr>
          <p:nvPr>
            <p:ph type="body" idx="1"/>
          </p:nvPr>
        </p:nvSpPr>
        <p:spPr>
          <a:xfrm>
            <a:off x="1752601" y="2736542"/>
            <a:ext cx="8447087" cy="2536794"/>
          </a:xfrm>
          <a:prstGeom prst="rect">
            <a:avLst/>
          </a:prstGeom>
          <a:noFill/>
          <a:ln>
            <a:noFill/>
          </a:ln>
        </p:spPr>
        <p:txBody>
          <a:bodyPr spcFirstLastPara="1" wrap="square" lIns="91425" tIns="45700" rIns="0" bIns="45700" anchor="t" anchorCtr="0">
            <a:noAutofit/>
          </a:bodyPr>
          <a:lstStyle/>
          <a:p>
            <a:pPr marL="342900" indent="-342900">
              <a:spcBef>
                <a:spcPts val="0"/>
              </a:spcBef>
              <a:buSzPts val="1680"/>
              <a:buChar char="■"/>
            </a:pPr>
            <a:r>
              <a:rPr lang="en-US" dirty="0"/>
              <a:t>Conflict equivalence</a:t>
            </a:r>
            <a:endParaRPr dirty="0"/>
          </a:p>
          <a:p>
            <a:pPr marL="742950" lvl="1" indent="-285750">
              <a:spcBef>
                <a:spcPts val="520"/>
              </a:spcBef>
              <a:buSzPts val="1430"/>
              <a:buChar char="■"/>
            </a:pPr>
            <a:r>
              <a:rPr lang="en-US" dirty="0"/>
              <a:t>Relative order of any two conflicting operations is the same in both schedules</a:t>
            </a:r>
            <a:endParaRPr dirty="0"/>
          </a:p>
          <a:p>
            <a:pPr marL="457200" lvl="1" indent="0">
              <a:spcBef>
                <a:spcPts val="520"/>
              </a:spcBef>
              <a:buSzPts val="1430"/>
              <a:buNone/>
            </a:pPr>
            <a:endParaRPr dirty="0"/>
          </a:p>
          <a:p>
            <a:pPr marL="342900" indent="-342900">
              <a:spcBef>
                <a:spcPts val="560"/>
              </a:spcBef>
              <a:buSzPts val="1680"/>
              <a:buChar char="■"/>
            </a:pPr>
            <a:r>
              <a:rPr lang="en-US" dirty="0"/>
              <a:t>Serializable schedules (Called conflict serializable)</a:t>
            </a:r>
            <a:endParaRPr dirty="0"/>
          </a:p>
          <a:p>
            <a:pPr marL="742950" lvl="1" indent="-285750">
              <a:spcBef>
                <a:spcPts val="520"/>
              </a:spcBef>
              <a:buSzPts val="1430"/>
              <a:buChar char="■"/>
            </a:pPr>
            <a:r>
              <a:rPr lang="en-US" dirty="0"/>
              <a:t>Schedule S is serializable if it is conflict equivalent to some serial schedule S’.</a:t>
            </a:r>
            <a:endParaRPr dirty="0"/>
          </a:p>
          <a:p>
            <a:pPr marL="0" indent="0">
              <a:spcBef>
                <a:spcPts val="560"/>
              </a:spcBef>
              <a:buSzPts val="1680"/>
              <a:buNone/>
            </a:pPr>
            <a:endParaRPr dirty="0"/>
          </a:p>
        </p:txBody>
      </p:sp>
    </p:spTree>
    <p:extLst>
      <p:ext uri="{BB962C8B-B14F-4D97-AF65-F5344CB8AC3E}">
        <p14:creationId xmlns:p14="http://schemas.microsoft.com/office/powerpoint/2010/main" val="195543516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387"/>
        <p:cNvGrpSpPr/>
        <p:nvPr/>
      </p:nvGrpSpPr>
      <p:grpSpPr>
        <a:xfrm>
          <a:off x="0" y="0"/>
          <a:ext cx="0" cy="0"/>
          <a:chOff x="0" y="0"/>
          <a:chExt cx="0" cy="0"/>
        </a:xfrm>
      </p:grpSpPr>
      <p:sp>
        <p:nvSpPr>
          <p:cNvPr id="388" name="Google Shape;388;p43"/>
          <p:cNvSpPr txBox="1">
            <a:spLocks noGrp="1"/>
          </p:cNvSpPr>
          <p:nvPr>
            <p:ph type="title"/>
          </p:nvPr>
        </p:nvSpPr>
        <p:spPr>
          <a:xfrm>
            <a:off x="1530659" y="909742"/>
            <a:ext cx="8616518" cy="992187"/>
          </a:xfrm>
          <a:prstGeom prst="rect">
            <a:avLst/>
          </a:prstGeom>
          <a:noFill/>
          <a:ln>
            <a:noFill/>
          </a:ln>
        </p:spPr>
        <p:txBody>
          <a:bodyPr spcFirstLastPara="1" wrap="square" lIns="91425" tIns="45700" rIns="91425" bIns="45700" anchor="b" anchorCtr="0">
            <a:noAutofit/>
          </a:bodyPr>
          <a:lstStyle/>
          <a:p>
            <a:pPr algn="l"/>
            <a:r>
              <a:rPr lang="en-US" dirty="0"/>
              <a:t>Characterizing Schedules Based on </a:t>
            </a:r>
            <a:r>
              <a:rPr lang="en-US" dirty="0" err="1"/>
              <a:t>Serializability</a:t>
            </a:r>
            <a:r>
              <a:rPr lang="en-US" dirty="0"/>
              <a:t> (cont’d.)</a:t>
            </a:r>
            <a:endParaRPr dirty="0"/>
          </a:p>
        </p:txBody>
      </p:sp>
      <p:sp>
        <p:nvSpPr>
          <p:cNvPr id="389" name="Google Shape;389;p43"/>
          <p:cNvSpPr txBox="1">
            <a:spLocks noGrp="1"/>
          </p:cNvSpPr>
          <p:nvPr>
            <p:ph type="body" idx="1"/>
          </p:nvPr>
        </p:nvSpPr>
        <p:spPr>
          <a:xfrm>
            <a:off x="1763714" y="1901928"/>
            <a:ext cx="8534383" cy="4270271"/>
          </a:xfrm>
          <a:prstGeom prst="rect">
            <a:avLst/>
          </a:prstGeom>
          <a:noFill/>
          <a:ln>
            <a:noFill/>
          </a:ln>
        </p:spPr>
        <p:txBody>
          <a:bodyPr spcFirstLastPara="1" wrap="square" lIns="91425" tIns="45700" rIns="0" bIns="45700" anchor="t" anchorCtr="0">
            <a:noAutofit/>
          </a:bodyPr>
          <a:lstStyle/>
          <a:p>
            <a:pPr marL="342900" indent="-342900">
              <a:spcBef>
                <a:spcPts val="0"/>
              </a:spcBef>
              <a:buSzPts val="1680"/>
              <a:buChar char="■"/>
            </a:pPr>
            <a:r>
              <a:rPr lang="en-US" dirty="0"/>
              <a:t>Testing for </a:t>
            </a:r>
            <a:r>
              <a:rPr lang="en-US" dirty="0" err="1"/>
              <a:t>serializability</a:t>
            </a:r>
            <a:r>
              <a:rPr lang="en-US" dirty="0"/>
              <a:t> of a schedule</a:t>
            </a:r>
            <a:endParaRPr dirty="0"/>
          </a:p>
          <a:p>
            <a:pPr marL="342900" indent="-236220">
              <a:spcBef>
                <a:spcPts val="560"/>
              </a:spcBef>
              <a:buSzPts val="1680"/>
              <a:buNone/>
            </a:pPr>
            <a:endParaRPr dirty="0"/>
          </a:p>
        </p:txBody>
      </p:sp>
      <p:pic>
        <p:nvPicPr>
          <p:cNvPr id="391" name="Google Shape;391;p43"/>
          <p:cNvPicPr preferRelativeResize="0"/>
          <p:nvPr/>
        </p:nvPicPr>
        <p:blipFill rotWithShape="1">
          <a:blip r:embed="rId3">
            <a:alphaModFix/>
          </a:blip>
          <a:srcRect/>
          <a:stretch/>
        </p:blipFill>
        <p:spPr>
          <a:xfrm>
            <a:off x="2133600" y="2438400"/>
            <a:ext cx="7823226" cy="3233734"/>
          </a:xfrm>
          <a:prstGeom prst="rect">
            <a:avLst/>
          </a:prstGeom>
          <a:noFill/>
          <a:ln>
            <a:noFill/>
          </a:ln>
        </p:spPr>
      </p:pic>
      <p:sp>
        <p:nvSpPr>
          <p:cNvPr id="392" name="Google Shape;392;p43"/>
          <p:cNvSpPr txBox="1"/>
          <p:nvPr/>
        </p:nvSpPr>
        <p:spPr>
          <a:xfrm>
            <a:off x="2958307" y="5752890"/>
            <a:ext cx="5905500" cy="338554"/>
          </a:xfrm>
          <a:prstGeom prst="rect">
            <a:avLst/>
          </a:prstGeom>
          <a:noFill/>
          <a:ln>
            <a:noFill/>
          </a:ln>
        </p:spPr>
        <p:txBody>
          <a:bodyPr spcFirstLastPara="1" wrap="square" lIns="91425" tIns="45700" rIns="91425" bIns="45700" anchor="t" anchorCtr="0">
            <a:spAutoFit/>
          </a:bodyPr>
          <a:lstStyle/>
          <a:p>
            <a:pPr>
              <a:buClr>
                <a:srgbClr val="990033"/>
              </a:buClr>
              <a:buSzPts val="960"/>
            </a:pPr>
            <a:r>
              <a:rPr lang="en-US" sz="1600" dirty="0">
                <a:solidFill>
                  <a:schemeClr val="dk1"/>
                </a:solidFill>
              </a:rPr>
              <a:t>Algorithm 20.1 Testing conflict </a:t>
            </a:r>
            <a:r>
              <a:rPr lang="en-US" sz="1600" dirty="0" err="1">
                <a:solidFill>
                  <a:schemeClr val="dk1"/>
                </a:solidFill>
              </a:rPr>
              <a:t>serializability</a:t>
            </a:r>
            <a:r>
              <a:rPr lang="en-US" sz="1600" dirty="0">
                <a:solidFill>
                  <a:schemeClr val="dk1"/>
                </a:solidFill>
              </a:rPr>
              <a:t> of a schedule S</a:t>
            </a:r>
            <a:endParaRPr sz="1600" dirty="0">
              <a:solidFill>
                <a:schemeClr val="dk1"/>
              </a:solidFill>
            </a:endParaRPr>
          </a:p>
        </p:txBody>
      </p:sp>
    </p:spTree>
    <p:extLst>
      <p:ext uri="{BB962C8B-B14F-4D97-AF65-F5344CB8AC3E}">
        <p14:creationId xmlns:p14="http://schemas.microsoft.com/office/powerpoint/2010/main" val="25863387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396"/>
        <p:cNvGrpSpPr/>
        <p:nvPr/>
      </p:nvGrpSpPr>
      <p:grpSpPr>
        <a:xfrm>
          <a:off x="0" y="0"/>
          <a:ext cx="0" cy="0"/>
          <a:chOff x="0" y="0"/>
          <a:chExt cx="0" cy="0"/>
        </a:xfrm>
      </p:grpSpPr>
      <p:pic>
        <p:nvPicPr>
          <p:cNvPr id="398" name="Google Shape;398;p44"/>
          <p:cNvPicPr preferRelativeResize="0"/>
          <p:nvPr/>
        </p:nvPicPr>
        <p:blipFill rotWithShape="1">
          <a:blip r:embed="rId3">
            <a:alphaModFix/>
          </a:blip>
          <a:srcRect/>
          <a:stretch/>
        </p:blipFill>
        <p:spPr>
          <a:xfrm>
            <a:off x="3343668" y="816745"/>
            <a:ext cx="5205020" cy="4487985"/>
          </a:xfrm>
          <a:prstGeom prst="rect">
            <a:avLst/>
          </a:prstGeom>
          <a:noFill/>
          <a:ln>
            <a:noFill/>
          </a:ln>
        </p:spPr>
      </p:pic>
      <p:pic>
        <p:nvPicPr>
          <p:cNvPr id="399" name="Google Shape;399;p44"/>
          <p:cNvPicPr preferRelativeResize="0"/>
          <p:nvPr/>
        </p:nvPicPr>
        <p:blipFill rotWithShape="1">
          <a:blip r:embed="rId4">
            <a:alphaModFix/>
          </a:blip>
          <a:srcRect/>
          <a:stretch/>
        </p:blipFill>
        <p:spPr>
          <a:xfrm>
            <a:off x="1220998" y="1355298"/>
            <a:ext cx="2122670" cy="698427"/>
          </a:xfrm>
          <a:prstGeom prst="rect">
            <a:avLst/>
          </a:prstGeom>
          <a:noFill/>
          <a:ln>
            <a:noFill/>
          </a:ln>
        </p:spPr>
      </p:pic>
      <p:pic>
        <p:nvPicPr>
          <p:cNvPr id="400" name="Google Shape;400;p44"/>
          <p:cNvPicPr preferRelativeResize="0"/>
          <p:nvPr/>
        </p:nvPicPr>
        <p:blipFill rotWithShape="1">
          <a:blip r:embed="rId5">
            <a:alphaModFix/>
          </a:blip>
          <a:srcRect/>
          <a:stretch/>
        </p:blipFill>
        <p:spPr>
          <a:xfrm>
            <a:off x="8663734" y="1199617"/>
            <a:ext cx="1889220" cy="830997"/>
          </a:xfrm>
          <a:prstGeom prst="rect">
            <a:avLst/>
          </a:prstGeom>
          <a:noFill/>
          <a:ln>
            <a:noFill/>
          </a:ln>
        </p:spPr>
      </p:pic>
      <p:pic>
        <p:nvPicPr>
          <p:cNvPr id="401" name="Google Shape;401;p44"/>
          <p:cNvPicPr preferRelativeResize="0"/>
          <p:nvPr/>
        </p:nvPicPr>
        <p:blipFill rotWithShape="1">
          <a:blip r:embed="rId6">
            <a:alphaModFix/>
          </a:blip>
          <a:srcRect/>
          <a:stretch/>
        </p:blipFill>
        <p:spPr>
          <a:xfrm>
            <a:off x="1487209" y="3565533"/>
            <a:ext cx="1856459" cy="1008143"/>
          </a:xfrm>
          <a:prstGeom prst="rect">
            <a:avLst/>
          </a:prstGeom>
          <a:noFill/>
          <a:ln>
            <a:noFill/>
          </a:ln>
        </p:spPr>
      </p:pic>
      <p:pic>
        <p:nvPicPr>
          <p:cNvPr id="402" name="Google Shape;402;p44"/>
          <p:cNvPicPr preferRelativeResize="0"/>
          <p:nvPr/>
        </p:nvPicPr>
        <p:blipFill rotWithShape="1">
          <a:blip r:embed="rId7">
            <a:alphaModFix/>
          </a:blip>
          <a:srcRect/>
          <a:stretch/>
        </p:blipFill>
        <p:spPr>
          <a:xfrm>
            <a:off x="8552046" y="3785095"/>
            <a:ext cx="2119312" cy="788581"/>
          </a:xfrm>
          <a:prstGeom prst="rect">
            <a:avLst/>
          </a:prstGeom>
          <a:noFill/>
          <a:ln>
            <a:noFill/>
          </a:ln>
        </p:spPr>
      </p:pic>
      <p:sp>
        <p:nvSpPr>
          <p:cNvPr id="403" name="Google Shape;403;p44"/>
          <p:cNvSpPr txBox="1"/>
          <p:nvPr/>
        </p:nvSpPr>
        <p:spPr>
          <a:xfrm>
            <a:off x="1220998" y="5346861"/>
            <a:ext cx="10186808" cy="738623"/>
          </a:xfrm>
          <a:prstGeom prst="rect">
            <a:avLst/>
          </a:prstGeom>
          <a:noFill/>
          <a:ln>
            <a:noFill/>
          </a:ln>
        </p:spPr>
        <p:txBody>
          <a:bodyPr spcFirstLastPara="1" wrap="square" lIns="91425" tIns="45700" rIns="91425" bIns="45700" anchor="t" anchorCtr="0">
            <a:spAutoFit/>
          </a:bodyPr>
          <a:lstStyle/>
          <a:p>
            <a:pPr>
              <a:buClr>
                <a:srgbClr val="990033"/>
              </a:buClr>
              <a:buSzPts val="960"/>
            </a:pPr>
            <a:r>
              <a:rPr lang="en-US" dirty="0">
                <a:solidFill>
                  <a:schemeClr val="dk1"/>
                </a:solidFill>
              </a:rPr>
              <a:t>Figure 20.7 Constructing the precedence graphs for schedules A to D from Figure 20.5 to test for conflict </a:t>
            </a:r>
            <a:r>
              <a:rPr lang="en-US" dirty="0" err="1">
                <a:solidFill>
                  <a:schemeClr val="dk1"/>
                </a:solidFill>
              </a:rPr>
              <a:t>serializability</a:t>
            </a:r>
            <a:r>
              <a:rPr lang="en-US" dirty="0">
                <a:solidFill>
                  <a:schemeClr val="dk1"/>
                </a:solidFill>
              </a:rPr>
              <a:t> (a) Precedence graph for serial schedule A (b) Precedence graph for serial schedule B (c) Precedence graph for schedule C (not serializable) (d) Precedence graph for schedule D (serializable, equivalent to schedule A)</a:t>
            </a:r>
            <a:endParaRPr dirty="0">
              <a:solidFill>
                <a:schemeClr val="dk1"/>
              </a:solidFill>
            </a:endParaRPr>
          </a:p>
        </p:txBody>
      </p:sp>
    </p:spTree>
    <p:extLst>
      <p:ext uri="{BB962C8B-B14F-4D97-AF65-F5344CB8AC3E}">
        <p14:creationId xmlns:p14="http://schemas.microsoft.com/office/powerpoint/2010/main" val="219541990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407"/>
        <p:cNvGrpSpPr/>
        <p:nvPr/>
      </p:nvGrpSpPr>
      <p:grpSpPr>
        <a:xfrm>
          <a:off x="0" y="0"/>
          <a:ext cx="0" cy="0"/>
          <a:chOff x="0" y="0"/>
          <a:chExt cx="0" cy="0"/>
        </a:xfrm>
      </p:grpSpPr>
      <p:sp>
        <p:nvSpPr>
          <p:cNvPr id="408" name="Google Shape;408;p45"/>
          <p:cNvSpPr txBox="1">
            <a:spLocks noGrp="1"/>
          </p:cNvSpPr>
          <p:nvPr>
            <p:ph type="title"/>
          </p:nvPr>
        </p:nvSpPr>
        <p:spPr>
          <a:xfrm>
            <a:off x="1903522" y="1226492"/>
            <a:ext cx="7796213" cy="992187"/>
          </a:xfrm>
          <a:prstGeom prst="rect">
            <a:avLst/>
          </a:prstGeom>
          <a:noFill/>
          <a:ln>
            <a:noFill/>
          </a:ln>
        </p:spPr>
        <p:txBody>
          <a:bodyPr spcFirstLastPara="1" wrap="square" lIns="91425" tIns="45700" rIns="91425" bIns="45700" anchor="b" anchorCtr="0">
            <a:noAutofit/>
          </a:bodyPr>
          <a:lstStyle/>
          <a:p>
            <a:pPr algn="l"/>
            <a:r>
              <a:rPr lang="en-US" dirty="0"/>
              <a:t>How </a:t>
            </a:r>
            <a:r>
              <a:rPr lang="en-US" dirty="0" err="1"/>
              <a:t>Serializability</a:t>
            </a:r>
            <a:r>
              <a:rPr lang="en-US" dirty="0"/>
              <a:t> is Used for Concurrency Control</a:t>
            </a:r>
            <a:endParaRPr dirty="0"/>
          </a:p>
        </p:txBody>
      </p:sp>
      <p:sp>
        <p:nvSpPr>
          <p:cNvPr id="409" name="Google Shape;409;p45"/>
          <p:cNvSpPr txBox="1">
            <a:spLocks noGrp="1"/>
          </p:cNvSpPr>
          <p:nvPr>
            <p:ph type="body" idx="1"/>
          </p:nvPr>
        </p:nvSpPr>
        <p:spPr>
          <a:xfrm>
            <a:off x="1985656" y="2425824"/>
            <a:ext cx="8294687" cy="3273641"/>
          </a:xfrm>
          <a:prstGeom prst="rect">
            <a:avLst/>
          </a:prstGeom>
          <a:noFill/>
          <a:ln>
            <a:noFill/>
          </a:ln>
        </p:spPr>
        <p:txBody>
          <a:bodyPr spcFirstLastPara="1" wrap="square" lIns="91425" tIns="45700" rIns="0" bIns="45700" anchor="t" anchorCtr="0">
            <a:noAutofit/>
          </a:bodyPr>
          <a:lstStyle/>
          <a:p>
            <a:pPr marL="342900" indent="-342900">
              <a:spcBef>
                <a:spcPts val="0"/>
              </a:spcBef>
              <a:buSzPts val="1680"/>
              <a:buChar char="■"/>
            </a:pPr>
            <a:r>
              <a:rPr lang="en-US" dirty="0"/>
              <a:t>Being serializable is different from being serial</a:t>
            </a:r>
            <a:endParaRPr dirty="0"/>
          </a:p>
          <a:p>
            <a:pPr marL="342900" indent="-342900">
              <a:spcBef>
                <a:spcPts val="560"/>
              </a:spcBef>
              <a:buSzPts val="1680"/>
              <a:buChar char="■"/>
            </a:pPr>
            <a:r>
              <a:rPr lang="en-US" dirty="0"/>
              <a:t>Serializable schedule gives benefit of concurrent execution</a:t>
            </a:r>
            <a:endParaRPr dirty="0"/>
          </a:p>
          <a:p>
            <a:pPr marL="742950" lvl="1" indent="-285750">
              <a:spcBef>
                <a:spcPts val="520"/>
              </a:spcBef>
              <a:buSzPts val="1430"/>
              <a:buChar char="■"/>
            </a:pPr>
            <a:r>
              <a:rPr lang="en-US" dirty="0"/>
              <a:t>Without giving up any correctness</a:t>
            </a:r>
            <a:endParaRPr dirty="0"/>
          </a:p>
          <a:p>
            <a:pPr marL="342900" indent="-342900">
              <a:spcBef>
                <a:spcPts val="560"/>
              </a:spcBef>
              <a:buSzPts val="1680"/>
              <a:buChar char="■"/>
            </a:pPr>
            <a:r>
              <a:rPr lang="en-US" dirty="0"/>
              <a:t>Difficult to test for </a:t>
            </a:r>
            <a:r>
              <a:rPr lang="en-US" dirty="0" err="1"/>
              <a:t>serializability</a:t>
            </a:r>
            <a:r>
              <a:rPr lang="en-US" dirty="0"/>
              <a:t> in practice</a:t>
            </a:r>
            <a:endParaRPr dirty="0"/>
          </a:p>
          <a:p>
            <a:pPr marL="742950" lvl="1" indent="-285750">
              <a:spcBef>
                <a:spcPts val="520"/>
              </a:spcBef>
              <a:buSzPts val="1430"/>
              <a:buChar char="■"/>
            </a:pPr>
            <a:r>
              <a:rPr lang="en-US" dirty="0"/>
              <a:t>Factors such as system load, time of transaction submission, and process priority affect ordering of operations</a:t>
            </a:r>
            <a:endParaRPr dirty="0"/>
          </a:p>
          <a:p>
            <a:pPr marL="342900" indent="-342900">
              <a:spcBef>
                <a:spcPts val="560"/>
              </a:spcBef>
              <a:buSzPts val="1680"/>
              <a:buChar char="■"/>
            </a:pPr>
            <a:r>
              <a:rPr lang="en-US" dirty="0"/>
              <a:t>DBMS enforces protocols</a:t>
            </a:r>
            <a:endParaRPr dirty="0"/>
          </a:p>
          <a:p>
            <a:pPr marL="742950" lvl="1" indent="-285750">
              <a:spcBef>
                <a:spcPts val="520"/>
              </a:spcBef>
              <a:buSzPts val="1430"/>
              <a:buChar char="■"/>
            </a:pPr>
            <a:r>
              <a:rPr lang="en-US" dirty="0"/>
              <a:t>Set of rules to ensure </a:t>
            </a:r>
            <a:r>
              <a:rPr lang="en-US" dirty="0" err="1"/>
              <a:t>serializability</a:t>
            </a:r>
            <a:endParaRPr dirty="0"/>
          </a:p>
        </p:txBody>
      </p:sp>
    </p:spTree>
    <p:extLst>
      <p:ext uri="{BB962C8B-B14F-4D97-AF65-F5344CB8AC3E}">
        <p14:creationId xmlns:p14="http://schemas.microsoft.com/office/powerpoint/2010/main" val="258324806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414"/>
        <p:cNvGrpSpPr/>
        <p:nvPr/>
      </p:nvGrpSpPr>
      <p:grpSpPr>
        <a:xfrm>
          <a:off x="0" y="0"/>
          <a:ext cx="0" cy="0"/>
          <a:chOff x="0" y="0"/>
          <a:chExt cx="0" cy="0"/>
        </a:xfrm>
      </p:grpSpPr>
      <p:sp>
        <p:nvSpPr>
          <p:cNvPr id="415" name="Google Shape;415;p46"/>
          <p:cNvSpPr txBox="1">
            <a:spLocks noGrp="1"/>
          </p:cNvSpPr>
          <p:nvPr>
            <p:ph type="title"/>
          </p:nvPr>
        </p:nvSpPr>
        <p:spPr>
          <a:xfrm>
            <a:off x="2001176" y="1404046"/>
            <a:ext cx="7796213" cy="992187"/>
          </a:xfrm>
          <a:prstGeom prst="rect">
            <a:avLst/>
          </a:prstGeom>
          <a:noFill/>
          <a:ln>
            <a:noFill/>
          </a:ln>
        </p:spPr>
        <p:txBody>
          <a:bodyPr spcFirstLastPara="1" wrap="square" lIns="91425" tIns="45700" rIns="91425" bIns="45700" anchor="b" anchorCtr="0">
            <a:noAutofit/>
          </a:bodyPr>
          <a:lstStyle/>
          <a:p>
            <a:pPr algn="l"/>
            <a:r>
              <a:rPr lang="en-US" dirty="0"/>
              <a:t>View Equivalence and View </a:t>
            </a:r>
            <a:r>
              <a:rPr lang="en-US" dirty="0" err="1"/>
              <a:t>Serializability</a:t>
            </a:r>
            <a:endParaRPr dirty="0"/>
          </a:p>
        </p:txBody>
      </p:sp>
      <p:sp>
        <p:nvSpPr>
          <p:cNvPr id="416" name="Google Shape;416;p46"/>
          <p:cNvSpPr txBox="1">
            <a:spLocks noGrp="1"/>
          </p:cNvSpPr>
          <p:nvPr>
            <p:ph type="body" idx="1"/>
          </p:nvPr>
        </p:nvSpPr>
        <p:spPr>
          <a:xfrm>
            <a:off x="1852491" y="2683275"/>
            <a:ext cx="8294687" cy="2812002"/>
          </a:xfrm>
          <a:prstGeom prst="rect">
            <a:avLst/>
          </a:prstGeom>
          <a:noFill/>
          <a:ln>
            <a:noFill/>
          </a:ln>
        </p:spPr>
        <p:txBody>
          <a:bodyPr spcFirstLastPara="1" wrap="square" lIns="91425" tIns="45700" rIns="0" bIns="45700" anchor="t" anchorCtr="0">
            <a:noAutofit/>
          </a:bodyPr>
          <a:lstStyle/>
          <a:p>
            <a:pPr marL="342900" indent="-342900">
              <a:spcBef>
                <a:spcPts val="0"/>
              </a:spcBef>
              <a:buSzPts val="1680"/>
              <a:buChar char="■"/>
            </a:pPr>
            <a:r>
              <a:rPr lang="en-US" dirty="0"/>
              <a:t>View equivalence of two schedules</a:t>
            </a:r>
            <a:endParaRPr dirty="0"/>
          </a:p>
          <a:p>
            <a:pPr marL="742950" lvl="1" indent="-285750">
              <a:spcBef>
                <a:spcPts val="520"/>
              </a:spcBef>
              <a:buSzPts val="1430"/>
              <a:buChar char="■"/>
            </a:pPr>
            <a:r>
              <a:rPr lang="en-US" dirty="0"/>
              <a:t>As long as each read operation of a transaction reads the result of the same write operation in both schedules, the write operations of each transaction must produce the same results</a:t>
            </a:r>
            <a:endParaRPr dirty="0"/>
          </a:p>
          <a:p>
            <a:pPr marL="742950" lvl="1" indent="-285750">
              <a:spcBef>
                <a:spcPts val="520"/>
              </a:spcBef>
              <a:buSzPts val="1430"/>
              <a:buChar char="■"/>
            </a:pPr>
            <a:r>
              <a:rPr lang="en-US" dirty="0"/>
              <a:t>Read operations said to see the same view in both schedules</a:t>
            </a:r>
            <a:endParaRPr dirty="0"/>
          </a:p>
          <a:p>
            <a:pPr marL="342900" indent="-342900">
              <a:spcBef>
                <a:spcPts val="560"/>
              </a:spcBef>
              <a:buSzPts val="1680"/>
              <a:buChar char="■"/>
            </a:pPr>
            <a:r>
              <a:rPr lang="en-US" dirty="0"/>
              <a:t>View serializable schedule </a:t>
            </a:r>
            <a:endParaRPr dirty="0"/>
          </a:p>
          <a:p>
            <a:pPr marL="742950" lvl="1" indent="-285750">
              <a:spcBef>
                <a:spcPts val="520"/>
              </a:spcBef>
              <a:buSzPts val="1430"/>
              <a:buChar char="■"/>
            </a:pPr>
            <a:r>
              <a:rPr lang="en-US" dirty="0"/>
              <a:t>View equivalent to a serial schedule</a:t>
            </a:r>
            <a:endParaRPr dirty="0"/>
          </a:p>
        </p:txBody>
      </p:sp>
    </p:spTree>
    <p:extLst>
      <p:ext uri="{BB962C8B-B14F-4D97-AF65-F5344CB8AC3E}">
        <p14:creationId xmlns:p14="http://schemas.microsoft.com/office/powerpoint/2010/main" val="277220585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421"/>
        <p:cNvGrpSpPr/>
        <p:nvPr/>
      </p:nvGrpSpPr>
      <p:grpSpPr>
        <a:xfrm>
          <a:off x="0" y="0"/>
          <a:ext cx="0" cy="0"/>
          <a:chOff x="0" y="0"/>
          <a:chExt cx="0" cy="0"/>
        </a:xfrm>
      </p:grpSpPr>
      <p:pic>
        <p:nvPicPr>
          <p:cNvPr id="425" name="Google Shape;425;p47"/>
          <p:cNvPicPr preferRelativeResize="0"/>
          <p:nvPr/>
        </p:nvPicPr>
        <p:blipFill rotWithShape="1">
          <a:blip r:embed="rId3">
            <a:alphaModFix/>
          </a:blip>
          <a:srcRect/>
          <a:stretch/>
        </p:blipFill>
        <p:spPr>
          <a:xfrm>
            <a:off x="1666042" y="691530"/>
            <a:ext cx="9144000" cy="2507746"/>
          </a:xfrm>
          <a:prstGeom prst="rect">
            <a:avLst/>
          </a:prstGeom>
          <a:noFill/>
          <a:ln>
            <a:noFill/>
          </a:ln>
        </p:spPr>
      </p:pic>
      <p:pic>
        <p:nvPicPr>
          <p:cNvPr id="426" name="Google Shape;426;p47"/>
          <p:cNvPicPr preferRelativeResize="0"/>
          <p:nvPr/>
        </p:nvPicPr>
        <p:blipFill rotWithShape="1">
          <a:blip r:embed="rId4">
            <a:alphaModFix/>
          </a:blip>
          <a:srcRect/>
          <a:stretch/>
        </p:blipFill>
        <p:spPr>
          <a:xfrm>
            <a:off x="2022319" y="3270297"/>
            <a:ext cx="5727887" cy="2802029"/>
          </a:xfrm>
          <a:prstGeom prst="rect">
            <a:avLst/>
          </a:prstGeom>
          <a:noFill/>
          <a:ln>
            <a:noFill/>
          </a:ln>
        </p:spPr>
      </p:pic>
      <p:pic>
        <p:nvPicPr>
          <p:cNvPr id="427" name="Google Shape;427;p47"/>
          <p:cNvPicPr preferRelativeResize="0"/>
          <p:nvPr/>
        </p:nvPicPr>
        <p:blipFill rotWithShape="1">
          <a:blip r:embed="rId5">
            <a:alphaModFix/>
          </a:blip>
          <a:srcRect/>
          <a:stretch/>
        </p:blipFill>
        <p:spPr>
          <a:xfrm>
            <a:off x="8028742" y="3687548"/>
            <a:ext cx="2781300" cy="1581150"/>
          </a:xfrm>
          <a:prstGeom prst="rect">
            <a:avLst/>
          </a:prstGeom>
          <a:noFill/>
          <a:ln>
            <a:noFill/>
          </a:ln>
        </p:spPr>
      </p:pic>
    </p:spTree>
    <p:extLst>
      <p:ext uri="{BB962C8B-B14F-4D97-AF65-F5344CB8AC3E}">
        <p14:creationId xmlns:p14="http://schemas.microsoft.com/office/powerpoint/2010/main" val="73462092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431"/>
        <p:cNvGrpSpPr/>
        <p:nvPr/>
      </p:nvGrpSpPr>
      <p:grpSpPr>
        <a:xfrm>
          <a:off x="0" y="0"/>
          <a:ext cx="0" cy="0"/>
          <a:chOff x="0" y="0"/>
          <a:chExt cx="0" cy="0"/>
        </a:xfrm>
      </p:grpSpPr>
      <p:pic>
        <p:nvPicPr>
          <p:cNvPr id="435" name="Google Shape;435;p48"/>
          <p:cNvPicPr preferRelativeResize="0"/>
          <p:nvPr/>
        </p:nvPicPr>
        <p:blipFill rotWithShape="1">
          <a:blip r:embed="rId3">
            <a:alphaModFix/>
          </a:blip>
          <a:srcRect/>
          <a:stretch/>
        </p:blipFill>
        <p:spPr>
          <a:xfrm>
            <a:off x="2139518" y="2744833"/>
            <a:ext cx="6660703" cy="3405757"/>
          </a:xfrm>
          <a:prstGeom prst="rect">
            <a:avLst/>
          </a:prstGeom>
          <a:noFill/>
          <a:ln>
            <a:noFill/>
          </a:ln>
        </p:spPr>
      </p:pic>
      <p:pic>
        <p:nvPicPr>
          <p:cNvPr id="436" name="Google Shape;436;p48"/>
          <p:cNvPicPr preferRelativeResize="0"/>
          <p:nvPr/>
        </p:nvPicPr>
        <p:blipFill rotWithShape="1">
          <a:blip r:embed="rId4">
            <a:alphaModFix/>
          </a:blip>
          <a:srcRect/>
          <a:stretch/>
        </p:blipFill>
        <p:spPr>
          <a:xfrm>
            <a:off x="2838450" y="856324"/>
            <a:ext cx="5619750" cy="1638300"/>
          </a:xfrm>
          <a:prstGeom prst="rect">
            <a:avLst/>
          </a:prstGeom>
          <a:noFill/>
          <a:ln>
            <a:noFill/>
          </a:ln>
        </p:spPr>
      </p:pic>
    </p:spTree>
    <p:extLst>
      <p:ext uri="{BB962C8B-B14F-4D97-AF65-F5344CB8AC3E}">
        <p14:creationId xmlns:p14="http://schemas.microsoft.com/office/powerpoint/2010/main" val="90943129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440"/>
        <p:cNvGrpSpPr/>
        <p:nvPr/>
      </p:nvGrpSpPr>
      <p:grpSpPr>
        <a:xfrm>
          <a:off x="0" y="0"/>
          <a:ext cx="0" cy="0"/>
          <a:chOff x="0" y="0"/>
          <a:chExt cx="0" cy="0"/>
        </a:xfrm>
      </p:grpSpPr>
      <p:pic>
        <p:nvPicPr>
          <p:cNvPr id="444" name="Google Shape;444;p49"/>
          <p:cNvPicPr preferRelativeResize="0"/>
          <p:nvPr/>
        </p:nvPicPr>
        <p:blipFill rotWithShape="1">
          <a:blip r:embed="rId3">
            <a:alphaModFix/>
          </a:blip>
          <a:srcRect/>
          <a:stretch/>
        </p:blipFill>
        <p:spPr>
          <a:xfrm>
            <a:off x="2140545" y="754283"/>
            <a:ext cx="7910910" cy="3983300"/>
          </a:xfrm>
          <a:prstGeom prst="rect">
            <a:avLst/>
          </a:prstGeom>
          <a:noFill/>
          <a:ln>
            <a:noFill/>
          </a:ln>
        </p:spPr>
      </p:pic>
      <p:pic>
        <p:nvPicPr>
          <p:cNvPr id="445" name="Google Shape;445;p49"/>
          <p:cNvPicPr preferRelativeResize="0"/>
          <p:nvPr/>
        </p:nvPicPr>
        <p:blipFill rotWithShape="1">
          <a:blip r:embed="rId4">
            <a:alphaModFix/>
          </a:blip>
          <a:srcRect/>
          <a:stretch/>
        </p:blipFill>
        <p:spPr>
          <a:xfrm>
            <a:off x="3646318" y="5051394"/>
            <a:ext cx="4899363" cy="1114466"/>
          </a:xfrm>
          <a:prstGeom prst="rect">
            <a:avLst/>
          </a:prstGeom>
          <a:noFill/>
          <a:ln>
            <a:noFill/>
          </a:ln>
        </p:spPr>
      </p:pic>
    </p:spTree>
    <p:extLst>
      <p:ext uri="{BB962C8B-B14F-4D97-AF65-F5344CB8AC3E}">
        <p14:creationId xmlns:p14="http://schemas.microsoft.com/office/powerpoint/2010/main" val="2527042170"/>
      </p:ext>
    </p:extLst>
  </p:cSld>
  <p:clrMapOvr>
    <a:masterClrMapping/>
  </p:clrMapOvr>
</p:sld>
</file>

<file path=ppt/theme/theme1.xml><?xml version="1.0" encoding="utf-8"?>
<a:theme xmlns:a="http://schemas.openxmlformats.org/drawingml/2006/main" name="Organic">
  <a:themeElements>
    <a:clrScheme name="Organic">
      <a:dk1>
        <a:srgbClr val="000000"/>
      </a:dk1>
      <a:lt1>
        <a:srgbClr val="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117</TotalTime>
  <Words>2273</Words>
  <Application>Microsoft Office PowerPoint</Application>
  <PresentationFormat>Widescreen</PresentationFormat>
  <Paragraphs>280</Paragraphs>
  <Slides>52</Slides>
  <Notes>32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52</vt:i4>
      </vt:variant>
    </vt:vector>
  </HeadingPairs>
  <TitlesOfParts>
    <vt:vector size="59" baseType="lpstr">
      <vt:lpstr>Arial</vt:lpstr>
      <vt:lpstr>Garamond</vt:lpstr>
      <vt:lpstr>Tahoma</vt:lpstr>
      <vt:lpstr>Noto Sans Symbols</vt:lpstr>
      <vt:lpstr>Oi</vt:lpstr>
      <vt:lpstr>EB Garamond</vt:lpstr>
      <vt:lpstr>Organic</vt:lpstr>
      <vt:lpstr>Database Systems (CS2005)</vt:lpstr>
      <vt:lpstr> </vt:lpstr>
      <vt:lpstr>Introduction</vt:lpstr>
      <vt:lpstr>Transaction Processing</vt:lpstr>
      <vt:lpstr>Transaction Processing</vt:lpstr>
      <vt:lpstr>Transaction Processing</vt:lpstr>
      <vt:lpstr>Interleaved V/s Parallel Processing</vt:lpstr>
      <vt:lpstr>Interleaved V/s Parallel Processing</vt:lpstr>
      <vt:lpstr>Database Items</vt:lpstr>
      <vt:lpstr>Read and Write Operations</vt:lpstr>
      <vt:lpstr>Read and Write Operations (cont’d.)</vt:lpstr>
      <vt:lpstr>DBMS Buffers</vt:lpstr>
      <vt:lpstr>Concurrency Control</vt:lpstr>
      <vt:lpstr>The Lost Update Problem</vt:lpstr>
      <vt:lpstr>The Lost Update Problem</vt:lpstr>
      <vt:lpstr>Temporary Update Problem (also known as the Dirty Read Problem or Uncommitted Dependency Problem)</vt:lpstr>
      <vt:lpstr>The Temporary Update Problem OR Dirty Read Problem OR Uncommitted Dependency Problem</vt:lpstr>
      <vt:lpstr>The Incorrect Summary Problem</vt:lpstr>
      <vt:lpstr>The Incorrect Summary Problem OR Inconsistent Analysis Problem</vt:lpstr>
      <vt:lpstr>The Unrepeatable Read Problem (Fuzzy Read)</vt:lpstr>
      <vt:lpstr>Fuzzy Read (Example)</vt:lpstr>
      <vt:lpstr>The Phantom Read Problem</vt:lpstr>
      <vt:lpstr>The Phantom Read Problem (Example)</vt:lpstr>
      <vt:lpstr>Why Recovery is Needed</vt:lpstr>
      <vt:lpstr>Why Recovery is Needed (cont’d.)</vt:lpstr>
      <vt:lpstr>Transaction and System Concepts</vt:lpstr>
      <vt:lpstr>Transaction and System Concepts (cont’d.)</vt:lpstr>
      <vt:lpstr>The System Log</vt:lpstr>
      <vt:lpstr>Commit Point of a Transaction</vt:lpstr>
      <vt:lpstr>DBMS-Specific Buffer Replacement Policies</vt:lpstr>
      <vt:lpstr>DBMS-Specific Buffer Replacement Policies (cont’d.)</vt:lpstr>
      <vt:lpstr>Desirable Properties of Transactions</vt:lpstr>
      <vt:lpstr>Desirable Properties of Transactions (cont’d.)</vt:lpstr>
      <vt:lpstr>Characterizing Schedules Based on Recoverability</vt:lpstr>
      <vt:lpstr>Some Definitions</vt:lpstr>
      <vt:lpstr>Example</vt:lpstr>
      <vt:lpstr> i.e. (in essence)</vt:lpstr>
      <vt:lpstr>Characterizing Schedules Based on Recoverability (cont’d.)</vt:lpstr>
      <vt:lpstr>Read-write conflict &amp; Write-write conflict </vt:lpstr>
      <vt:lpstr>Characterizing Schedules Based on Recoverability (cont’d.)</vt:lpstr>
      <vt:lpstr>Characterizing Schedules Based on Recoverability (cont’d.)</vt:lpstr>
      <vt:lpstr>Characterizing Schedules Based on Serializability</vt:lpstr>
      <vt:lpstr>PowerPoint Presentation</vt:lpstr>
      <vt:lpstr>Characterizing Schedules Based on Serializability (cont’d.)</vt:lpstr>
      <vt:lpstr>Characterizing Schedules Based on Serializability (cont’d.)</vt:lpstr>
      <vt:lpstr>Characterizing Schedules Based on Serializability (cont’d.)</vt:lpstr>
      <vt:lpstr>PowerPoint Presentation</vt:lpstr>
      <vt:lpstr>How Serializability is Used for Concurrency Control</vt:lpstr>
      <vt:lpstr>View Equivalence and View Serializability</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Database Systems (CS2005)</dc:title>
  <cp:lastModifiedBy>Fast</cp:lastModifiedBy>
  <cp:revision>14</cp:revision>
  <dcterms:modified xsi:type="dcterms:W3CDTF">2024-11-13T03:58:58Z</dcterms:modified>
</cp:coreProperties>
</file>