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58" r:id="rId2"/>
  </p:sldMasterIdLst>
  <p:sldIdLst>
    <p:sldId id="256" r:id="rId3"/>
    <p:sldId id="270" r:id="rId4"/>
    <p:sldId id="282" r:id="rId5"/>
    <p:sldId id="283" r:id="rId6"/>
    <p:sldId id="266" r:id="rId7"/>
    <p:sldId id="271" r:id="rId8"/>
    <p:sldId id="279" r:id="rId9"/>
    <p:sldId id="281" r:id="rId10"/>
    <p:sldId id="284" r:id="rId11"/>
    <p:sldId id="285" r:id="rId12"/>
    <p:sldId id="286" r:id="rId13"/>
    <p:sldId id="287" r:id="rId14"/>
    <p:sldId id="288" r:id="rId15"/>
    <p:sldId id="289" r:id="rId16"/>
    <p:sldId id="291" r:id="rId17"/>
    <p:sldId id="290" r:id="rId1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p:cViewPr varScale="1">
        <p:scale>
          <a:sx n="72" d="100"/>
          <a:sy n="72" d="100"/>
        </p:scale>
        <p:origin x="134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B8987C-AABC-4AF1-A898-512044A2704B}" type="doc">
      <dgm:prSet loTypeId="urn:microsoft.com/office/officeart/2005/8/layout/hierarchy1" loCatId="hierarchy" qsTypeId="urn:microsoft.com/office/officeart/2005/8/quickstyle/simple1" qsCatId="simple" csTypeId="urn:microsoft.com/office/officeart/2005/8/colors/colorful1#1" csCatId="colorful" phldr="1"/>
      <dgm:spPr/>
      <dgm:t>
        <a:bodyPr/>
        <a:lstStyle/>
        <a:p>
          <a:endParaRPr lang="en-US"/>
        </a:p>
      </dgm:t>
    </dgm:pt>
    <dgm:pt modelId="{1DB22802-2805-4623-B409-E30E22724D30}">
      <dgm:prSet phldrT="[Text]" custT="1"/>
      <dgm:spPr/>
      <dgm:t>
        <a:bodyPr/>
        <a:lstStyle/>
        <a:p>
          <a:r>
            <a:rPr lang="en-US" sz="2000" b="1" dirty="0"/>
            <a:t>Technical Communication</a:t>
          </a:r>
        </a:p>
      </dgm:t>
    </dgm:pt>
    <dgm:pt modelId="{7678B708-4773-43A8-922A-41184474D58C}" type="parTrans" cxnId="{DEAC6233-E14D-4552-9632-1EF12FC7A2E5}">
      <dgm:prSet/>
      <dgm:spPr/>
      <dgm:t>
        <a:bodyPr/>
        <a:lstStyle/>
        <a:p>
          <a:endParaRPr lang="en-US"/>
        </a:p>
      </dgm:t>
    </dgm:pt>
    <dgm:pt modelId="{E94D3783-FBB1-41EB-8AB8-D5ECCD2C14E9}" type="sibTrans" cxnId="{DEAC6233-E14D-4552-9632-1EF12FC7A2E5}">
      <dgm:prSet/>
      <dgm:spPr/>
      <dgm:t>
        <a:bodyPr/>
        <a:lstStyle/>
        <a:p>
          <a:endParaRPr lang="en-US"/>
        </a:p>
      </dgm:t>
    </dgm:pt>
    <dgm:pt modelId="{69DBBA16-3E54-49F9-BB85-13E502A2E47C}">
      <dgm:prSet phldrT="[Text]" custT="1"/>
      <dgm:spPr/>
      <dgm:t>
        <a:bodyPr/>
        <a:lstStyle/>
        <a:p>
          <a:r>
            <a:rPr lang="en-US" sz="1400" b="1" dirty="0"/>
            <a:t>Technical/Professional</a:t>
          </a:r>
        </a:p>
      </dgm:t>
    </dgm:pt>
    <dgm:pt modelId="{04522B59-0F64-4E0C-9707-B169679B9AB4}" type="parTrans" cxnId="{26FDCA97-71F0-45DB-B375-B589CA12A7D7}">
      <dgm:prSet/>
      <dgm:spPr/>
      <dgm:t>
        <a:bodyPr/>
        <a:lstStyle/>
        <a:p>
          <a:endParaRPr lang="en-US"/>
        </a:p>
      </dgm:t>
    </dgm:pt>
    <dgm:pt modelId="{7037229A-60AA-4AA9-8D28-57856B7A92F5}" type="sibTrans" cxnId="{26FDCA97-71F0-45DB-B375-B589CA12A7D7}">
      <dgm:prSet/>
      <dgm:spPr/>
      <dgm:t>
        <a:bodyPr/>
        <a:lstStyle/>
        <a:p>
          <a:endParaRPr lang="en-US"/>
        </a:p>
      </dgm:t>
    </dgm:pt>
    <dgm:pt modelId="{EC51C0F7-1940-46ED-884C-7A719DB72103}">
      <dgm:prSet phldrT="[Text]" custT="1"/>
      <dgm:spPr/>
      <dgm:t>
        <a:bodyPr/>
        <a:lstStyle/>
        <a:p>
          <a:r>
            <a:rPr lang="en-US" sz="2000" b="1" dirty="0"/>
            <a:t>Business</a:t>
          </a:r>
        </a:p>
      </dgm:t>
    </dgm:pt>
    <dgm:pt modelId="{E22088DE-76FF-46DE-BAB1-2CEA0317DB9B}" type="parTrans" cxnId="{68223D03-F665-4024-B9BA-6E9823F642A4}">
      <dgm:prSet/>
      <dgm:spPr/>
      <dgm:t>
        <a:bodyPr/>
        <a:lstStyle/>
        <a:p>
          <a:endParaRPr lang="en-US"/>
        </a:p>
      </dgm:t>
    </dgm:pt>
    <dgm:pt modelId="{5E451FD9-3FBD-4D91-916D-27B03CEABE46}" type="sibTrans" cxnId="{68223D03-F665-4024-B9BA-6E9823F642A4}">
      <dgm:prSet/>
      <dgm:spPr/>
      <dgm:t>
        <a:bodyPr/>
        <a:lstStyle/>
        <a:p>
          <a:endParaRPr lang="en-US"/>
        </a:p>
      </dgm:t>
    </dgm:pt>
    <dgm:pt modelId="{D2259C07-D8E1-4C44-844D-AD4A4C887682}">
      <dgm:prSet phldrT="[Text]" custT="1"/>
      <dgm:spPr/>
      <dgm:t>
        <a:bodyPr/>
        <a:lstStyle/>
        <a:p>
          <a:r>
            <a:rPr lang="en-US" sz="2000" b="1" dirty="0"/>
            <a:t>Scientific</a:t>
          </a:r>
        </a:p>
      </dgm:t>
    </dgm:pt>
    <dgm:pt modelId="{92629F8F-DDFD-467E-B1C3-3F27D9BC3DFF}" type="parTrans" cxnId="{EC85FFBB-181F-435F-8ED3-3BBF0FF29A29}">
      <dgm:prSet/>
      <dgm:spPr/>
      <dgm:t>
        <a:bodyPr/>
        <a:lstStyle/>
        <a:p>
          <a:endParaRPr lang="en-US"/>
        </a:p>
      </dgm:t>
    </dgm:pt>
    <dgm:pt modelId="{227972EF-90BD-4BD8-A816-B00D58C80228}" type="sibTrans" cxnId="{EC85FFBB-181F-435F-8ED3-3BBF0FF29A29}">
      <dgm:prSet/>
      <dgm:spPr/>
      <dgm:t>
        <a:bodyPr/>
        <a:lstStyle/>
        <a:p>
          <a:endParaRPr lang="en-US"/>
        </a:p>
      </dgm:t>
    </dgm:pt>
    <dgm:pt modelId="{B1B9D900-B9F0-4913-98E4-99A9CC16C30F}">
      <dgm:prSet phldrT="[Text]"/>
      <dgm:spPr/>
      <dgm:t>
        <a:bodyPr/>
        <a:lstStyle/>
        <a:p>
          <a:r>
            <a:rPr lang="en-US" dirty="0"/>
            <a:t>Subject/field specific experts produce it as it requires expertise (professional qualification/training) in the subject</a:t>
          </a:r>
        </a:p>
      </dgm:t>
    </dgm:pt>
    <dgm:pt modelId="{9D2A10FA-31D9-41D3-8A98-84CC7C1A34B5}" type="parTrans" cxnId="{A7DCB5BC-502C-4785-9EC3-1502588D1539}">
      <dgm:prSet/>
      <dgm:spPr/>
      <dgm:t>
        <a:bodyPr/>
        <a:lstStyle/>
        <a:p>
          <a:endParaRPr lang="en-US"/>
        </a:p>
      </dgm:t>
    </dgm:pt>
    <dgm:pt modelId="{EED300DA-E2DB-41D2-BF92-0369F57FA7E9}" type="sibTrans" cxnId="{A7DCB5BC-502C-4785-9EC3-1502588D1539}">
      <dgm:prSet/>
      <dgm:spPr/>
      <dgm:t>
        <a:bodyPr/>
        <a:lstStyle/>
        <a:p>
          <a:endParaRPr lang="en-US"/>
        </a:p>
      </dgm:t>
    </dgm:pt>
    <dgm:pt modelId="{5E29612C-531E-40D3-A9D0-1EB3C05266C3}">
      <dgm:prSet phldrT="[Text]"/>
      <dgm:spPr/>
      <dgm:t>
        <a:bodyPr/>
        <a:lstStyle/>
        <a:p>
          <a:r>
            <a:rPr lang="en-US" dirty="0"/>
            <a:t>It aims to run (administer and manage) the business</a:t>
          </a:r>
        </a:p>
      </dgm:t>
    </dgm:pt>
    <dgm:pt modelId="{68D3106E-08D5-46A6-AAB9-18E85179DB34}" type="parTrans" cxnId="{0D61FCCE-5BEE-4B85-B6DA-4F16C872642B}">
      <dgm:prSet/>
      <dgm:spPr/>
      <dgm:t>
        <a:bodyPr/>
        <a:lstStyle/>
        <a:p>
          <a:endParaRPr lang="en-US"/>
        </a:p>
      </dgm:t>
    </dgm:pt>
    <dgm:pt modelId="{EF4429F7-1E53-4A70-BF67-9EA8D1794167}" type="sibTrans" cxnId="{0D61FCCE-5BEE-4B85-B6DA-4F16C872642B}">
      <dgm:prSet/>
      <dgm:spPr/>
      <dgm:t>
        <a:bodyPr/>
        <a:lstStyle/>
        <a:p>
          <a:endParaRPr lang="en-US"/>
        </a:p>
      </dgm:t>
    </dgm:pt>
    <dgm:pt modelId="{6B156076-4448-4A86-A6FF-C8258FF4C5D3}">
      <dgm:prSet phldrT="[Text]"/>
      <dgm:spPr/>
      <dgm:t>
        <a:bodyPr/>
        <a:lstStyle/>
        <a:p>
          <a:r>
            <a:rPr lang="en-US" dirty="0"/>
            <a:t>It aims to report researches and discovers to advance the field</a:t>
          </a:r>
        </a:p>
      </dgm:t>
    </dgm:pt>
    <dgm:pt modelId="{B9890FB5-64D7-4C58-813D-1173F37F36A1}" type="parTrans" cxnId="{E546B493-CF92-418E-935F-4F868EDCC632}">
      <dgm:prSet/>
      <dgm:spPr/>
      <dgm:t>
        <a:bodyPr/>
        <a:lstStyle/>
        <a:p>
          <a:endParaRPr lang="en-US"/>
        </a:p>
      </dgm:t>
    </dgm:pt>
    <dgm:pt modelId="{DE8BE40E-64CB-4A89-BCF3-0EAAE57F2902}" type="sibTrans" cxnId="{E546B493-CF92-418E-935F-4F868EDCC632}">
      <dgm:prSet/>
      <dgm:spPr/>
      <dgm:t>
        <a:bodyPr/>
        <a:lstStyle/>
        <a:p>
          <a:endParaRPr lang="en-US"/>
        </a:p>
      </dgm:t>
    </dgm:pt>
    <dgm:pt modelId="{9591AE80-AD10-4DF8-823B-8DC38D9AB00B}" type="pres">
      <dgm:prSet presAssocID="{48B8987C-AABC-4AF1-A898-512044A2704B}" presName="hierChild1" presStyleCnt="0">
        <dgm:presLayoutVars>
          <dgm:chPref val="1"/>
          <dgm:dir/>
          <dgm:animOne val="branch"/>
          <dgm:animLvl val="lvl"/>
          <dgm:resizeHandles/>
        </dgm:presLayoutVars>
      </dgm:prSet>
      <dgm:spPr/>
    </dgm:pt>
    <dgm:pt modelId="{AD50B1A7-3EF2-4BE8-BF72-EF8F3098CE90}" type="pres">
      <dgm:prSet presAssocID="{1DB22802-2805-4623-B409-E30E22724D30}" presName="hierRoot1" presStyleCnt="0"/>
      <dgm:spPr/>
    </dgm:pt>
    <dgm:pt modelId="{9BDA1FF5-EAFE-4ABB-9A07-E23CDFF65A28}" type="pres">
      <dgm:prSet presAssocID="{1DB22802-2805-4623-B409-E30E22724D30}" presName="composite" presStyleCnt="0"/>
      <dgm:spPr/>
    </dgm:pt>
    <dgm:pt modelId="{17A9CAB8-22F3-4D95-B663-181D2850DEFB}" type="pres">
      <dgm:prSet presAssocID="{1DB22802-2805-4623-B409-E30E22724D30}" presName="background" presStyleLbl="node0" presStyleIdx="0" presStyleCnt="1"/>
      <dgm:spPr/>
    </dgm:pt>
    <dgm:pt modelId="{F46CD16B-7491-4948-9317-8B7D8A18CF44}" type="pres">
      <dgm:prSet presAssocID="{1DB22802-2805-4623-B409-E30E22724D30}" presName="text" presStyleLbl="fgAcc0" presStyleIdx="0" presStyleCnt="1">
        <dgm:presLayoutVars>
          <dgm:chPref val="3"/>
        </dgm:presLayoutVars>
      </dgm:prSet>
      <dgm:spPr/>
    </dgm:pt>
    <dgm:pt modelId="{67CC836F-D00F-4AF6-9BAE-A5250E76C4BB}" type="pres">
      <dgm:prSet presAssocID="{1DB22802-2805-4623-B409-E30E22724D30}" presName="hierChild2" presStyleCnt="0"/>
      <dgm:spPr/>
    </dgm:pt>
    <dgm:pt modelId="{83A9D98C-8E17-451E-BCD0-85072AD36E1F}" type="pres">
      <dgm:prSet presAssocID="{04522B59-0F64-4E0C-9707-B169679B9AB4}" presName="Name10" presStyleLbl="parChTrans1D2" presStyleIdx="0" presStyleCnt="3"/>
      <dgm:spPr/>
    </dgm:pt>
    <dgm:pt modelId="{B9060DAC-A615-4491-95F3-8DE915BE0E7E}" type="pres">
      <dgm:prSet presAssocID="{69DBBA16-3E54-49F9-BB85-13E502A2E47C}" presName="hierRoot2" presStyleCnt="0"/>
      <dgm:spPr/>
    </dgm:pt>
    <dgm:pt modelId="{9D468549-7300-401B-86A5-385C7AD38DF5}" type="pres">
      <dgm:prSet presAssocID="{69DBBA16-3E54-49F9-BB85-13E502A2E47C}" presName="composite2" presStyleCnt="0"/>
      <dgm:spPr/>
    </dgm:pt>
    <dgm:pt modelId="{9F0318FD-7CD7-41E0-9C8D-899FD4D7F55A}" type="pres">
      <dgm:prSet presAssocID="{69DBBA16-3E54-49F9-BB85-13E502A2E47C}" presName="background2" presStyleLbl="node2" presStyleIdx="0" presStyleCnt="3"/>
      <dgm:spPr/>
    </dgm:pt>
    <dgm:pt modelId="{2E4625BF-93FB-43FC-B52A-F2985E6D2C9A}" type="pres">
      <dgm:prSet presAssocID="{69DBBA16-3E54-49F9-BB85-13E502A2E47C}" presName="text2" presStyleLbl="fgAcc2" presStyleIdx="0" presStyleCnt="3">
        <dgm:presLayoutVars>
          <dgm:chPref val="3"/>
        </dgm:presLayoutVars>
      </dgm:prSet>
      <dgm:spPr/>
    </dgm:pt>
    <dgm:pt modelId="{6CAAAEB5-EC3B-4A3C-9FC2-D8692572078F}" type="pres">
      <dgm:prSet presAssocID="{69DBBA16-3E54-49F9-BB85-13E502A2E47C}" presName="hierChild3" presStyleCnt="0"/>
      <dgm:spPr/>
    </dgm:pt>
    <dgm:pt modelId="{7BFFD22A-F342-4021-9CA3-3C4561884E07}" type="pres">
      <dgm:prSet presAssocID="{9D2A10FA-31D9-41D3-8A98-84CC7C1A34B5}" presName="Name17" presStyleLbl="parChTrans1D3" presStyleIdx="0" presStyleCnt="3"/>
      <dgm:spPr/>
    </dgm:pt>
    <dgm:pt modelId="{9122DAC7-03DE-425D-A0E8-BA6DDF299468}" type="pres">
      <dgm:prSet presAssocID="{B1B9D900-B9F0-4913-98E4-99A9CC16C30F}" presName="hierRoot3" presStyleCnt="0"/>
      <dgm:spPr/>
    </dgm:pt>
    <dgm:pt modelId="{2FBE69E3-66AC-4EBF-BEE1-23D431A1CC1D}" type="pres">
      <dgm:prSet presAssocID="{B1B9D900-B9F0-4913-98E4-99A9CC16C30F}" presName="composite3" presStyleCnt="0"/>
      <dgm:spPr/>
    </dgm:pt>
    <dgm:pt modelId="{DC505778-0134-4303-A2FA-70B765A5F609}" type="pres">
      <dgm:prSet presAssocID="{B1B9D900-B9F0-4913-98E4-99A9CC16C30F}" presName="background3" presStyleLbl="node3" presStyleIdx="0" presStyleCnt="3"/>
      <dgm:spPr/>
    </dgm:pt>
    <dgm:pt modelId="{4C083D2E-DA17-4CF0-9124-480FB8B3453B}" type="pres">
      <dgm:prSet presAssocID="{B1B9D900-B9F0-4913-98E4-99A9CC16C30F}" presName="text3" presStyleLbl="fgAcc3" presStyleIdx="0" presStyleCnt="3">
        <dgm:presLayoutVars>
          <dgm:chPref val="3"/>
        </dgm:presLayoutVars>
      </dgm:prSet>
      <dgm:spPr/>
    </dgm:pt>
    <dgm:pt modelId="{A69E946A-7290-4E45-A36F-4153DCB932EC}" type="pres">
      <dgm:prSet presAssocID="{B1B9D900-B9F0-4913-98E4-99A9CC16C30F}" presName="hierChild4" presStyleCnt="0"/>
      <dgm:spPr/>
    </dgm:pt>
    <dgm:pt modelId="{D68DF081-0178-4675-828A-1FBF39DDA8BF}" type="pres">
      <dgm:prSet presAssocID="{E22088DE-76FF-46DE-BAB1-2CEA0317DB9B}" presName="Name10" presStyleLbl="parChTrans1D2" presStyleIdx="1" presStyleCnt="3"/>
      <dgm:spPr/>
    </dgm:pt>
    <dgm:pt modelId="{72E2B190-0977-4F82-80A8-C7728B0F0523}" type="pres">
      <dgm:prSet presAssocID="{EC51C0F7-1940-46ED-884C-7A719DB72103}" presName="hierRoot2" presStyleCnt="0"/>
      <dgm:spPr/>
    </dgm:pt>
    <dgm:pt modelId="{9584D1E0-2137-4470-93A8-FB95B1EF2479}" type="pres">
      <dgm:prSet presAssocID="{EC51C0F7-1940-46ED-884C-7A719DB72103}" presName="composite2" presStyleCnt="0"/>
      <dgm:spPr/>
    </dgm:pt>
    <dgm:pt modelId="{702670A1-00FB-407F-95B2-CEF51E487DD1}" type="pres">
      <dgm:prSet presAssocID="{EC51C0F7-1940-46ED-884C-7A719DB72103}" presName="background2" presStyleLbl="node2" presStyleIdx="1" presStyleCnt="3"/>
      <dgm:spPr/>
    </dgm:pt>
    <dgm:pt modelId="{8162630A-1F1C-4BF9-9F8D-BCAE21BF1474}" type="pres">
      <dgm:prSet presAssocID="{EC51C0F7-1940-46ED-884C-7A719DB72103}" presName="text2" presStyleLbl="fgAcc2" presStyleIdx="1" presStyleCnt="3">
        <dgm:presLayoutVars>
          <dgm:chPref val="3"/>
        </dgm:presLayoutVars>
      </dgm:prSet>
      <dgm:spPr/>
    </dgm:pt>
    <dgm:pt modelId="{30D2BF44-B07B-482B-BE15-6AEBCF11C04C}" type="pres">
      <dgm:prSet presAssocID="{EC51C0F7-1940-46ED-884C-7A719DB72103}" presName="hierChild3" presStyleCnt="0"/>
      <dgm:spPr/>
    </dgm:pt>
    <dgm:pt modelId="{0ACA6BB1-2AF6-4A95-B824-34F2CBF3FE1F}" type="pres">
      <dgm:prSet presAssocID="{68D3106E-08D5-46A6-AAB9-18E85179DB34}" presName="Name17" presStyleLbl="parChTrans1D3" presStyleIdx="1" presStyleCnt="3"/>
      <dgm:spPr/>
    </dgm:pt>
    <dgm:pt modelId="{A7D1D947-52DE-4DB5-883E-74DAD626D0C7}" type="pres">
      <dgm:prSet presAssocID="{5E29612C-531E-40D3-A9D0-1EB3C05266C3}" presName="hierRoot3" presStyleCnt="0"/>
      <dgm:spPr/>
    </dgm:pt>
    <dgm:pt modelId="{9F094226-A1A2-455D-A442-EFEE2141082F}" type="pres">
      <dgm:prSet presAssocID="{5E29612C-531E-40D3-A9D0-1EB3C05266C3}" presName="composite3" presStyleCnt="0"/>
      <dgm:spPr/>
    </dgm:pt>
    <dgm:pt modelId="{CD613BE4-A46E-4444-974D-17ECC2AF221B}" type="pres">
      <dgm:prSet presAssocID="{5E29612C-531E-40D3-A9D0-1EB3C05266C3}" presName="background3" presStyleLbl="node3" presStyleIdx="1" presStyleCnt="3"/>
      <dgm:spPr/>
    </dgm:pt>
    <dgm:pt modelId="{E6785F6F-15A2-40C7-80B8-E286ABB48801}" type="pres">
      <dgm:prSet presAssocID="{5E29612C-531E-40D3-A9D0-1EB3C05266C3}" presName="text3" presStyleLbl="fgAcc3" presStyleIdx="1" presStyleCnt="3">
        <dgm:presLayoutVars>
          <dgm:chPref val="3"/>
        </dgm:presLayoutVars>
      </dgm:prSet>
      <dgm:spPr/>
    </dgm:pt>
    <dgm:pt modelId="{FC961781-EBBF-43EB-87DD-DEFA0B3DA1B5}" type="pres">
      <dgm:prSet presAssocID="{5E29612C-531E-40D3-A9D0-1EB3C05266C3}" presName="hierChild4" presStyleCnt="0"/>
      <dgm:spPr/>
    </dgm:pt>
    <dgm:pt modelId="{E9DBF0B4-A8D1-4458-BCE6-1C1E9C19E4B2}" type="pres">
      <dgm:prSet presAssocID="{92629F8F-DDFD-467E-B1C3-3F27D9BC3DFF}" presName="Name10" presStyleLbl="parChTrans1D2" presStyleIdx="2" presStyleCnt="3"/>
      <dgm:spPr/>
    </dgm:pt>
    <dgm:pt modelId="{4D1304FD-076C-46B1-B770-B5F8465D2117}" type="pres">
      <dgm:prSet presAssocID="{D2259C07-D8E1-4C44-844D-AD4A4C887682}" presName="hierRoot2" presStyleCnt="0"/>
      <dgm:spPr/>
    </dgm:pt>
    <dgm:pt modelId="{7F00661F-FC35-4EE9-8371-739C3B6D5A80}" type="pres">
      <dgm:prSet presAssocID="{D2259C07-D8E1-4C44-844D-AD4A4C887682}" presName="composite2" presStyleCnt="0"/>
      <dgm:spPr/>
    </dgm:pt>
    <dgm:pt modelId="{42F8A430-EA12-4CCB-B1FA-C2BB5EF87888}" type="pres">
      <dgm:prSet presAssocID="{D2259C07-D8E1-4C44-844D-AD4A4C887682}" presName="background2" presStyleLbl="node2" presStyleIdx="2" presStyleCnt="3"/>
      <dgm:spPr/>
    </dgm:pt>
    <dgm:pt modelId="{94F49474-E682-4FB5-8E34-F183728A2966}" type="pres">
      <dgm:prSet presAssocID="{D2259C07-D8E1-4C44-844D-AD4A4C887682}" presName="text2" presStyleLbl="fgAcc2" presStyleIdx="2" presStyleCnt="3">
        <dgm:presLayoutVars>
          <dgm:chPref val="3"/>
        </dgm:presLayoutVars>
      </dgm:prSet>
      <dgm:spPr/>
    </dgm:pt>
    <dgm:pt modelId="{F6DA9191-4C9A-45E1-ABAD-5A02FB1B46D2}" type="pres">
      <dgm:prSet presAssocID="{D2259C07-D8E1-4C44-844D-AD4A4C887682}" presName="hierChild3" presStyleCnt="0"/>
      <dgm:spPr/>
    </dgm:pt>
    <dgm:pt modelId="{F0574F8D-A244-4067-9681-E99F20A3ACB7}" type="pres">
      <dgm:prSet presAssocID="{B9890FB5-64D7-4C58-813D-1173F37F36A1}" presName="Name17" presStyleLbl="parChTrans1D3" presStyleIdx="2" presStyleCnt="3"/>
      <dgm:spPr/>
    </dgm:pt>
    <dgm:pt modelId="{C836EB4F-63DF-47E1-8F09-567771C41A43}" type="pres">
      <dgm:prSet presAssocID="{6B156076-4448-4A86-A6FF-C8258FF4C5D3}" presName="hierRoot3" presStyleCnt="0"/>
      <dgm:spPr/>
    </dgm:pt>
    <dgm:pt modelId="{914E63A2-EB70-4A10-8AAF-C867ABDD404A}" type="pres">
      <dgm:prSet presAssocID="{6B156076-4448-4A86-A6FF-C8258FF4C5D3}" presName="composite3" presStyleCnt="0"/>
      <dgm:spPr/>
    </dgm:pt>
    <dgm:pt modelId="{EC5B5379-EE62-42D3-A20C-43A7C80F2905}" type="pres">
      <dgm:prSet presAssocID="{6B156076-4448-4A86-A6FF-C8258FF4C5D3}" presName="background3" presStyleLbl="node3" presStyleIdx="2" presStyleCnt="3"/>
      <dgm:spPr/>
    </dgm:pt>
    <dgm:pt modelId="{6F4B53C6-1C5B-44C0-BC5E-93A7524718B8}" type="pres">
      <dgm:prSet presAssocID="{6B156076-4448-4A86-A6FF-C8258FF4C5D3}" presName="text3" presStyleLbl="fgAcc3" presStyleIdx="2" presStyleCnt="3">
        <dgm:presLayoutVars>
          <dgm:chPref val="3"/>
        </dgm:presLayoutVars>
      </dgm:prSet>
      <dgm:spPr/>
    </dgm:pt>
    <dgm:pt modelId="{516BA82C-43EC-456C-AD17-96D8746BC44A}" type="pres">
      <dgm:prSet presAssocID="{6B156076-4448-4A86-A6FF-C8258FF4C5D3}" presName="hierChild4" presStyleCnt="0"/>
      <dgm:spPr/>
    </dgm:pt>
  </dgm:ptLst>
  <dgm:cxnLst>
    <dgm:cxn modelId="{68223D03-F665-4024-B9BA-6E9823F642A4}" srcId="{1DB22802-2805-4623-B409-E30E22724D30}" destId="{EC51C0F7-1940-46ED-884C-7A719DB72103}" srcOrd="1" destOrd="0" parTransId="{E22088DE-76FF-46DE-BAB1-2CEA0317DB9B}" sibTransId="{5E451FD9-3FBD-4D91-916D-27B03CEABE46}"/>
    <dgm:cxn modelId="{54CFB718-CC14-472A-8E7B-42CD6DF4ED10}" type="presOf" srcId="{04522B59-0F64-4E0C-9707-B169679B9AB4}" destId="{83A9D98C-8E17-451E-BCD0-85072AD36E1F}" srcOrd="0" destOrd="0" presId="urn:microsoft.com/office/officeart/2005/8/layout/hierarchy1"/>
    <dgm:cxn modelId="{DEAC6233-E14D-4552-9632-1EF12FC7A2E5}" srcId="{48B8987C-AABC-4AF1-A898-512044A2704B}" destId="{1DB22802-2805-4623-B409-E30E22724D30}" srcOrd="0" destOrd="0" parTransId="{7678B708-4773-43A8-922A-41184474D58C}" sibTransId="{E94D3783-FBB1-41EB-8AB8-D5ECCD2C14E9}"/>
    <dgm:cxn modelId="{2930C745-6CB8-4659-A614-8265FEFEBAEC}" type="presOf" srcId="{EC51C0F7-1940-46ED-884C-7A719DB72103}" destId="{8162630A-1F1C-4BF9-9F8D-BCAE21BF1474}" srcOrd="0" destOrd="0" presId="urn:microsoft.com/office/officeart/2005/8/layout/hierarchy1"/>
    <dgm:cxn modelId="{BCB4A967-183A-4FEF-BD5B-7EDC3901ECAC}" type="presOf" srcId="{68D3106E-08D5-46A6-AAB9-18E85179DB34}" destId="{0ACA6BB1-2AF6-4A95-B824-34F2CBF3FE1F}" srcOrd="0" destOrd="0" presId="urn:microsoft.com/office/officeart/2005/8/layout/hierarchy1"/>
    <dgm:cxn modelId="{40865071-C006-424D-87AB-0BCEEFB1E691}" type="presOf" srcId="{B9890FB5-64D7-4C58-813D-1173F37F36A1}" destId="{F0574F8D-A244-4067-9681-E99F20A3ACB7}" srcOrd="0" destOrd="0" presId="urn:microsoft.com/office/officeart/2005/8/layout/hierarchy1"/>
    <dgm:cxn modelId="{F083EF51-6AF5-4A2E-A154-7CEE09CCCC97}" type="presOf" srcId="{92629F8F-DDFD-467E-B1C3-3F27D9BC3DFF}" destId="{E9DBF0B4-A8D1-4458-BCE6-1C1E9C19E4B2}" srcOrd="0" destOrd="0" presId="urn:microsoft.com/office/officeart/2005/8/layout/hierarchy1"/>
    <dgm:cxn modelId="{935FDF57-76A2-4C71-9C87-0AFCBF301338}" type="presOf" srcId="{5E29612C-531E-40D3-A9D0-1EB3C05266C3}" destId="{E6785F6F-15A2-40C7-80B8-E286ABB48801}" srcOrd="0" destOrd="0" presId="urn:microsoft.com/office/officeart/2005/8/layout/hierarchy1"/>
    <dgm:cxn modelId="{098FD65A-A2A5-4F0A-BA58-A365BE8C3AC3}" type="presOf" srcId="{D2259C07-D8E1-4C44-844D-AD4A4C887682}" destId="{94F49474-E682-4FB5-8E34-F183728A2966}" srcOrd="0" destOrd="0" presId="urn:microsoft.com/office/officeart/2005/8/layout/hierarchy1"/>
    <dgm:cxn modelId="{54AFF98F-0A26-4BC8-B6D7-E1EC2B318CAF}" type="presOf" srcId="{E22088DE-76FF-46DE-BAB1-2CEA0317DB9B}" destId="{D68DF081-0178-4675-828A-1FBF39DDA8BF}" srcOrd="0" destOrd="0" presId="urn:microsoft.com/office/officeart/2005/8/layout/hierarchy1"/>
    <dgm:cxn modelId="{E546B493-CF92-418E-935F-4F868EDCC632}" srcId="{D2259C07-D8E1-4C44-844D-AD4A4C887682}" destId="{6B156076-4448-4A86-A6FF-C8258FF4C5D3}" srcOrd="0" destOrd="0" parTransId="{B9890FB5-64D7-4C58-813D-1173F37F36A1}" sibTransId="{DE8BE40E-64CB-4A89-BCF3-0EAAE57F2902}"/>
    <dgm:cxn modelId="{26FDCA97-71F0-45DB-B375-B589CA12A7D7}" srcId="{1DB22802-2805-4623-B409-E30E22724D30}" destId="{69DBBA16-3E54-49F9-BB85-13E502A2E47C}" srcOrd="0" destOrd="0" parTransId="{04522B59-0F64-4E0C-9707-B169679B9AB4}" sibTransId="{7037229A-60AA-4AA9-8D28-57856B7A92F5}"/>
    <dgm:cxn modelId="{26D86BA0-AF0F-494B-8B54-79741E47D256}" type="presOf" srcId="{1DB22802-2805-4623-B409-E30E22724D30}" destId="{F46CD16B-7491-4948-9317-8B7D8A18CF44}" srcOrd="0" destOrd="0" presId="urn:microsoft.com/office/officeart/2005/8/layout/hierarchy1"/>
    <dgm:cxn modelId="{DF6CCCA5-8D9E-4F6F-B506-A2F1225CADEC}" type="presOf" srcId="{B1B9D900-B9F0-4913-98E4-99A9CC16C30F}" destId="{4C083D2E-DA17-4CF0-9124-480FB8B3453B}" srcOrd="0" destOrd="0" presId="urn:microsoft.com/office/officeart/2005/8/layout/hierarchy1"/>
    <dgm:cxn modelId="{EC85FFBB-181F-435F-8ED3-3BBF0FF29A29}" srcId="{1DB22802-2805-4623-B409-E30E22724D30}" destId="{D2259C07-D8E1-4C44-844D-AD4A4C887682}" srcOrd="2" destOrd="0" parTransId="{92629F8F-DDFD-467E-B1C3-3F27D9BC3DFF}" sibTransId="{227972EF-90BD-4BD8-A816-B00D58C80228}"/>
    <dgm:cxn modelId="{A7DCB5BC-502C-4785-9EC3-1502588D1539}" srcId="{69DBBA16-3E54-49F9-BB85-13E502A2E47C}" destId="{B1B9D900-B9F0-4913-98E4-99A9CC16C30F}" srcOrd="0" destOrd="0" parTransId="{9D2A10FA-31D9-41D3-8A98-84CC7C1A34B5}" sibTransId="{EED300DA-E2DB-41D2-BF92-0369F57FA7E9}"/>
    <dgm:cxn modelId="{7083BBCB-8F61-46A6-A583-8A1F99B9F794}" type="presOf" srcId="{9D2A10FA-31D9-41D3-8A98-84CC7C1A34B5}" destId="{7BFFD22A-F342-4021-9CA3-3C4561884E07}" srcOrd="0" destOrd="0" presId="urn:microsoft.com/office/officeart/2005/8/layout/hierarchy1"/>
    <dgm:cxn modelId="{0D61FCCE-5BEE-4B85-B6DA-4F16C872642B}" srcId="{EC51C0F7-1940-46ED-884C-7A719DB72103}" destId="{5E29612C-531E-40D3-A9D0-1EB3C05266C3}" srcOrd="0" destOrd="0" parTransId="{68D3106E-08D5-46A6-AAB9-18E85179DB34}" sibTransId="{EF4429F7-1E53-4A70-BF67-9EA8D1794167}"/>
    <dgm:cxn modelId="{80AEF3DF-7288-4FD4-A700-BB810B26664F}" type="presOf" srcId="{48B8987C-AABC-4AF1-A898-512044A2704B}" destId="{9591AE80-AD10-4DF8-823B-8DC38D9AB00B}" srcOrd="0" destOrd="0" presId="urn:microsoft.com/office/officeart/2005/8/layout/hierarchy1"/>
    <dgm:cxn modelId="{27DA01E1-C980-4DE2-9991-BBF29F4980C0}" type="presOf" srcId="{6B156076-4448-4A86-A6FF-C8258FF4C5D3}" destId="{6F4B53C6-1C5B-44C0-BC5E-93A7524718B8}" srcOrd="0" destOrd="0" presId="urn:microsoft.com/office/officeart/2005/8/layout/hierarchy1"/>
    <dgm:cxn modelId="{6F604BF9-E96F-4E7C-8015-F0A79A9D1838}" type="presOf" srcId="{69DBBA16-3E54-49F9-BB85-13E502A2E47C}" destId="{2E4625BF-93FB-43FC-B52A-F2985E6D2C9A}" srcOrd="0" destOrd="0" presId="urn:microsoft.com/office/officeart/2005/8/layout/hierarchy1"/>
    <dgm:cxn modelId="{6C0EB0AA-25FE-4BE6-9919-22B4E4C48620}" type="presParOf" srcId="{9591AE80-AD10-4DF8-823B-8DC38D9AB00B}" destId="{AD50B1A7-3EF2-4BE8-BF72-EF8F3098CE90}" srcOrd="0" destOrd="0" presId="urn:microsoft.com/office/officeart/2005/8/layout/hierarchy1"/>
    <dgm:cxn modelId="{A093B0F1-8DD8-4E85-B120-1B41C2D9A6D1}" type="presParOf" srcId="{AD50B1A7-3EF2-4BE8-BF72-EF8F3098CE90}" destId="{9BDA1FF5-EAFE-4ABB-9A07-E23CDFF65A28}" srcOrd="0" destOrd="0" presId="urn:microsoft.com/office/officeart/2005/8/layout/hierarchy1"/>
    <dgm:cxn modelId="{A06BC0DD-1B4F-49A8-909C-F476086B84DE}" type="presParOf" srcId="{9BDA1FF5-EAFE-4ABB-9A07-E23CDFF65A28}" destId="{17A9CAB8-22F3-4D95-B663-181D2850DEFB}" srcOrd="0" destOrd="0" presId="urn:microsoft.com/office/officeart/2005/8/layout/hierarchy1"/>
    <dgm:cxn modelId="{946680F5-3743-4A85-BEFA-418FCC377272}" type="presParOf" srcId="{9BDA1FF5-EAFE-4ABB-9A07-E23CDFF65A28}" destId="{F46CD16B-7491-4948-9317-8B7D8A18CF44}" srcOrd="1" destOrd="0" presId="urn:microsoft.com/office/officeart/2005/8/layout/hierarchy1"/>
    <dgm:cxn modelId="{F6BBF355-6B2B-49B1-9C38-DCFC94A4D081}" type="presParOf" srcId="{AD50B1A7-3EF2-4BE8-BF72-EF8F3098CE90}" destId="{67CC836F-D00F-4AF6-9BAE-A5250E76C4BB}" srcOrd="1" destOrd="0" presId="urn:microsoft.com/office/officeart/2005/8/layout/hierarchy1"/>
    <dgm:cxn modelId="{5D35B889-FD70-45E5-A004-81F1234A27BB}" type="presParOf" srcId="{67CC836F-D00F-4AF6-9BAE-A5250E76C4BB}" destId="{83A9D98C-8E17-451E-BCD0-85072AD36E1F}" srcOrd="0" destOrd="0" presId="urn:microsoft.com/office/officeart/2005/8/layout/hierarchy1"/>
    <dgm:cxn modelId="{8A7584BF-1F7C-456C-9C44-13FFC3D65B0E}" type="presParOf" srcId="{67CC836F-D00F-4AF6-9BAE-A5250E76C4BB}" destId="{B9060DAC-A615-4491-95F3-8DE915BE0E7E}" srcOrd="1" destOrd="0" presId="urn:microsoft.com/office/officeart/2005/8/layout/hierarchy1"/>
    <dgm:cxn modelId="{84469B22-F30F-4073-8798-EC22706AAFE3}" type="presParOf" srcId="{B9060DAC-A615-4491-95F3-8DE915BE0E7E}" destId="{9D468549-7300-401B-86A5-385C7AD38DF5}" srcOrd="0" destOrd="0" presId="urn:microsoft.com/office/officeart/2005/8/layout/hierarchy1"/>
    <dgm:cxn modelId="{B5E6D539-F118-4966-8D53-0EB53E4853D7}" type="presParOf" srcId="{9D468549-7300-401B-86A5-385C7AD38DF5}" destId="{9F0318FD-7CD7-41E0-9C8D-899FD4D7F55A}" srcOrd="0" destOrd="0" presId="urn:microsoft.com/office/officeart/2005/8/layout/hierarchy1"/>
    <dgm:cxn modelId="{FC9B8E3B-CB5F-4BE8-9051-2C29EC456A71}" type="presParOf" srcId="{9D468549-7300-401B-86A5-385C7AD38DF5}" destId="{2E4625BF-93FB-43FC-B52A-F2985E6D2C9A}" srcOrd="1" destOrd="0" presId="urn:microsoft.com/office/officeart/2005/8/layout/hierarchy1"/>
    <dgm:cxn modelId="{567069BC-A58D-4E60-B5A9-E522F0C46F4C}" type="presParOf" srcId="{B9060DAC-A615-4491-95F3-8DE915BE0E7E}" destId="{6CAAAEB5-EC3B-4A3C-9FC2-D8692572078F}" srcOrd="1" destOrd="0" presId="urn:microsoft.com/office/officeart/2005/8/layout/hierarchy1"/>
    <dgm:cxn modelId="{2EA6EC14-687C-423D-BEAF-A7519367CF38}" type="presParOf" srcId="{6CAAAEB5-EC3B-4A3C-9FC2-D8692572078F}" destId="{7BFFD22A-F342-4021-9CA3-3C4561884E07}" srcOrd="0" destOrd="0" presId="urn:microsoft.com/office/officeart/2005/8/layout/hierarchy1"/>
    <dgm:cxn modelId="{8627FE9D-E1BC-4E8D-B6D2-ED5952B258BC}" type="presParOf" srcId="{6CAAAEB5-EC3B-4A3C-9FC2-D8692572078F}" destId="{9122DAC7-03DE-425D-A0E8-BA6DDF299468}" srcOrd="1" destOrd="0" presId="urn:microsoft.com/office/officeart/2005/8/layout/hierarchy1"/>
    <dgm:cxn modelId="{F613A74C-D400-4C62-B237-C3DB36431E6B}" type="presParOf" srcId="{9122DAC7-03DE-425D-A0E8-BA6DDF299468}" destId="{2FBE69E3-66AC-4EBF-BEE1-23D431A1CC1D}" srcOrd="0" destOrd="0" presId="urn:microsoft.com/office/officeart/2005/8/layout/hierarchy1"/>
    <dgm:cxn modelId="{023AE9C2-7508-4DC4-9A65-FDDD451BEC7D}" type="presParOf" srcId="{2FBE69E3-66AC-4EBF-BEE1-23D431A1CC1D}" destId="{DC505778-0134-4303-A2FA-70B765A5F609}" srcOrd="0" destOrd="0" presId="urn:microsoft.com/office/officeart/2005/8/layout/hierarchy1"/>
    <dgm:cxn modelId="{A85CC35E-9AC2-4E21-A0AF-C42055F05562}" type="presParOf" srcId="{2FBE69E3-66AC-4EBF-BEE1-23D431A1CC1D}" destId="{4C083D2E-DA17-4CF0-9124-480FB8B3453B}" srcOrd="1" destOrd="0" presId="urn:microsoft.com/office/officeart/2005/8/layout/hierarchy1"/>
    <dgm:cxn modelId="{52EFB894-C0DE-4F76-B42F-281314E43166}" type="presParOf" srcId="{9122DAC7-03DE-425D-A0E8-BA6DDF299468}" destId="{A69E946A-7290-4E45-A36F-4153DCB932EC}" srcOrd="1" destOrd="0" presId="urn:microsoft.com/office/officeart/2005/8/layout/hierarchy1"/>
    <dgm:cxn modelId="{C13D541C-AFB3-4025-932B-83A208F83B1F}" type="presParOf" srcId="{67CC836F-D00F-4AF6-9BAE-A5250E76C4BB}" destId="{D68DF081-0178-4675-828A-1FBF39DDA8BF}" srcOrd="2" destOrd="0" presId="urn:microsoft.com/office/officeart/2005/8/layout/hierarchy1"/>
    <dgm:cxn modelId="{442B2FCA-4D1B-4A36-ABFE-9BCAD3922A62}" type="presParOf" srcId="{67CC836F-D00F-4AF6-9BAE-A5250E76C4BB}" destId="{72E2B190-0977-4F82-80A8-C7728B0F0523}" srcOrd="3" destOrd="0" presId="urn:microsoft.com/office/officeart/2005/8/layout/hierarchy1"/>
    <dgm:cxn modelId="{6F77BE6A-BF7B-42F1-8269-61B4C31E3725}" type="presParOf" srcId="{72E2B190-0977-4F82-80A8-C7728B0F0523}" destId="{9584D1E0-2137-4470-93A8-FB95B1EF2479}" srcOrd="0" destOrd="0" presId="urn:microsoft.com/office/officeart/2005/8/layout/hierarchy1"/>
    <dgm:cxn modelId="{50B821AC-5F40-4C4A-A5A2-52A84DAEB16D}" type="presParOf" srcId="{9584D1E0-2137-4470-93A8-FB95B1EF2479}" destId="{702670A1-00FB-407F-95B2-CEF51E487DD1}" srcOrd="0" destOrd="0" presId="urn:microsoft.com/office/officeart/2005/8/layout/hierarchy1"/>
    <dgm:cxn modelId="{00D0FA78-00FC-469B-AE0B-D409936DB1E8}" type="presParOf" srcId="{9584D1E0-2137-4470-93A8-FB95B1EF2479}" destId="{8162630A-1F1C-4BF9-9F8D-BCAE21BF1474}" srcOrd="1" destOrd="0" presId="urn:microsoft.com/office/officeart/2005/8/layout/hierarchy1"/>
    <dgm:cxn modelId="{9FEE25A1-FA12-407E-BF63-4D862C9F2E31}" type="presParOf" srcId="{72E2B190-0977-4F82-80A8-C7728B0F0523}" destId="{30D2BF44-B07B-482B-BE15-6AEBCF11C04C}" srcOrd="1" destOrd="0" presId="urn:microsoft.com/office/officeart/2005/8/layout/hierarchy1"/>
    <dgm:cxn modelId="{D47049CE-7CC0-46F0-A567-A06C6FB9184B}" type="presParOf" srcId="{30D2BF44-B07B-482B-BE15-6AEBCF11C04C}" destId="{0ACA6BB1-2AF6-4A95-B824-34F2CBF3FE1F}" srcOrd="0" destOrd="0" presId="urn:microsoft.com/office/officeart/2005/8/layout/hierarchy1"/>
    <dgm:cxn modelId="{43034657-F0C3-48C1-99BD-B86F456B4C2C}" type="presParOf" srcId="{30D2BF44-B07B-482B-BE15-6AEBCF11C04C}" destId="{A7D1D947-52DE-4DB5-883E-74DAD626D0C7}" srcOrd="1" destOrd="0" presId="urn:microsoft.com/office/officeart/2005/8/layout/hierarchy1"/>
    <dgm:cxn modelId="{17EC7318-602E-4102-8BBE-34C82B910DB8}" type="presParOf" srcId="{A7D1D947-52DE-4DB5-883E-74DAD626D0C7}" destId="{9F094226-A1A2-455D-A442-EFEE2141082F}" srcOrd="0" destOrd="0" presId="urn:microsoft.com/office/officeart/2005/8/layout/hierarchy1"/>
    <dgm:cxn modelId="{CCB60B93-062D-4067-A298-81BC8EC80EEC}" type="presParOf" srcId="{9F094226-A1A2-455D-A442-EFEE2141082F}" destId="{CD613BE4-A46E-4444-974D-17ECC2AF221B}" srcOrd="0" destOrd="0" presId="urn:microsoft.com/office/officeart/2005/8/layout/hierarchy1"/>
    <dgm:cxn modelId="{CBE193EB-FEBD-4F56-BBBC-28797847C22F}" type="presParOf" srcId="{9F094226-A1A2-455D-A442-EFEE2141082F}" destId="{E6785F6F-15A2-40C7-80B8-E286ABB48801}" srcOrd="1" destOrd="0" presId="urn:microsoft.com/office/officeart/2005/8/layout/hierarchy1"/>
    <dgm:cxn modelId="{6AB98391-8162-4AFC-8883-F51C43B1DD5C}" type="presParOf" srcId="{A7D1D947-52DE-4DB5-883E-74DAD626D0C7}" destId="{FC961781-EBBF-43EB-87DD-DEFA0B3DA1B5}" srcOrd="1" destOrd="0" presId="urn:microsoft.com/office/officeart/2005/8/layout/hierarchy1"/>
    <dgm:cxn modelId="{4A82CDCA-8471-4DBD-B206-F7A01A9E2AE3}" type="presParOf" srcId="{67CC836F-D00F-4AF6-9BAE-A5250E76C4BB}" destId="{E9DBF0B4-A8D1-4458-BCE6-1C1E9C19E4B2}" srcOrd="4" destOrd="0" presId="urn:microsoft.com/office/officeart/2005/8/layout/hierarchy1"/>
    <dgm:cxn modelId="{4FEAC987-F5EA-4E17-BD6C-408B79134336}" type="presParOf" srcId="{67CC836F-D00F-4AF6-9BAE-A5250E76C4BB}" destId="{4D1304FD-076C-46B1-B770-B5F8465D2117}" srcOrd="5" destOrd="0" presId="urn:microsoft.com/office/officeart/2005/8/layout/hierarchy1"/>
    <dgm:cxn modelId="{FFEC2E5C-4A23-4AD2-A600-271873308B97}" type="presParOf" srcId="{4D1304FD-076C-46B1-B770-B5F8465D2117}" destId="{7F00661F-FC35-4EE9-8371-739C3B6D5A80}" srcOrd="0" destOrd="0" presId="urn:microsoft.com/office/officeart/2005/8/layout/hierarchy1"/>
    <dgm:cxn modelId="{41E82262-1022-4FA3-BF1A-7BC1E73BA4B1}" type="presParOf" srcId="{7F00661F-FC35-4EE9-8371-739C3B6D5A80}" destId="{42F8A430-EA12-4CCB-B1FA-C2BB5EF87888}" srcOrd="0" destOrd="0" presId="urn:microsoft.com/office/officeart/2005/8/layout/hierarchy1"/>
    <dgm:cxn modelId="{12B4D7B3-76A4-4088-89A9-EDFAA94B62F6}" type="presParOf" srcId="{7F00661F-FC35-4EE9-8371-739C3B6D5A80}" destId="{94F49474-E682-4FB5-8E34-F183728A2966}" srcOrd="1" destOrd="0" presId="urn:microsoft.com/office/officeart/2005/8/layout/hierarchy1"/>
    <dgm:cxn modelId="{2EAD98C2-792D-4507-8512-D2BB87CDEA11}" type="presParOf" srcId="{4D1304FD-076C-46B1-B770-B5F8465D2117}" destId="{F6DA9191-4C9A-45E1-ABAD-5A02FB1B46D2}" srcOrd="1" destOrd="0" presId="urn:microsoft.com/office/officeart/2005/8/layout/hierarchy1"/>
    <dgm:cxn modelId="{A7F85598-B4A6-4188-85FA-FBF4511D762B}" type="presParOf" srcId="{F6DA9191-4C9A-45E1-ABAD-5A02FB1B46D2}" destId="{F0574F8D-A244-4067-9681-E99F20A3ACB7}" srcOrd="0" destOrd="0" presId="urn:microsoft.com/office/officeart/2005/8/layout/hierarchy1"/>
    <dgm:cxn modelId="{0B7F1822-EECF-4C60-B3B3-3ABCD3EF86D5}" type="presParOf" srcId="{F6DA9191-4C9A-45E1-ABAD-5A02FB1B46D2}" destId="{C836EB4F-63DF-47E1-8F09-567771C41A43}" srcOrd="1" destOrd="0" presId="urn:microsoft.com/office/officeart/2005/8/layout/hierarchy1"/>
    <dgm:cxn modelId="{2FC80CB9-9886-4D3A-A93F-C36E8D25874E}" type="presParOf" srcId="{C836EB4F-63DF-47E1-8F09-567771C41A43}" destId="{914E63A2-EB70-4A10-8AAF-C867ABDD404A}" srcOrd="0" destOrd="0" presId="urn:microsoft.com/office/officeart/2005/8/layout/hierarchy1"/>
    <dgm:cxn modelId="{FB0D3C40-4661-4046-B59E-8E580711D925}" type="presParOf" srcId="{914E63A2-EB70-4A10-8AAF-C867ABDD404A}" destId="{EC5B5379-EE62-42D3-A20C-43A7C80F2905}" srcOrd="0" destOrd="0" presId="urn:microsoft.com/office/officeart/2005/8/layout/hierarchy1"/>
    <dgm:cxn modelId="{00E77222-6A05-4D3C-8A70-C40BF8DDE324}" type="presParOf" srcId="{914E63A2-EB70-4A10-8AAF-C867ABDD404A}" destId="{6F4B53C6-1C5B-44C0-BC5E-93A7524718B8}" srcOrd="1" destOrd="0" presId="urn:microsoft.com/office/officeart/2005/8/layout/hierarchy1"/>
    <dgm:cxn modelId="{568DBF01-66A5-4283-9FB4-325FF01DEC42}" type="presParOf" srcId="{C836EB4F-63DF-47E1-8F09-567771C41A43}" destId="{516BA82C-43EC-456C-AD17-96D8746BC44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ADB10F-D7A5-4FB3-A7AD-016A202D325E}"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US"/>
        </a:p>
      </dgm:t>
    </dgm:pt>
    <dgm:pt modelId="{A09DE297-A90E-4578-A0F3-F53D1B6D8CEA}">
      <dgm:prSet phldrT="[Text]"/>
      <dgm:spPr/>
      <dgm:t>
        <a:bodyPr/>
        <a:lstStyle/>
        <a:p>
          <a:r>
            <a:rPr lang="en-US" b="1" dirty="0"/>
            <a:t>Receptive Skills</a:t>
          </a:r>
        </a:p>
      </dgm:t>
    </dgm:pt>
    <dgm:pt modelId="{CB9C6ACC-DFB2-4643-9FF0-CEF579D90DB8}" type="parTrans" cxnId="{D3D78611-B9E1-4BB3-9977-5A6F18B26E1D}">
      <dgm:prSet/>
      <dgm:spPr/>
      <dgm:t>
        <a:bodyPr/>
        <a:lstStyle/>
        <a:p>
          <a:endParaRPr lang="en-US"/>
        </a:p>
      </dgm:t>
    </dgm:pt>
    <dgm:pt modelId="{AFDCCFE8-D88A-44E5-8DA8-2E3065075E4D}" type="sibTrans" cxnId="{D3D78611-B9E1-4BB3-9977-5A6F18B26E1D}">
      <dgm:prSet/>
      <dgm:spPr/>
      <dgm:t>
        <a:bodyPr/>
        <a:lstStyle/>
        <a:p>
          <a:endParaRPr lang="en-US"/>
        </a:p>
      </dgm:t>
    </dgm:pt>
    <dgm:pt modelId="{DE38E188-B348-43ED-BC23-36ACE60C18B3}">
      <dgm:prSet phldrT="[Text]"/>
      <dgm:spPr/>
      <dgm:t>
        <a:bodyPr/>
        <a:lstStyle/>
        <a:p>
          <a:r>
            <a:rPr lang="en-US" dirty="0"/>
            <a:t>Reading</a:t>
          </a:r>
        </a:p>
      </dgm:t>
    </dgm:pt>
    <dgm:pt modelId="{8B390C38-45F6-49C1-81E6-C349ED8022EF}" type="parTrans" cxnId="{A8CB535D-813F-4927-BD0E-909C2CA9141B}">
      <dgm:prSet/>
      <dgm:spPr/>
      <dgm:t>
        <a:bodyPr/>
        <a:lstStyle/>
        <a:p>
          <a:endParaRPr lang="en-US"/>
        </a:p>
      </dgm:t>
    </dgm:pt>
    <dgm:pt modelId="{BED31DB5-1EE8-4772-AC63-29CB39067010}" type="sibTrans" cxnId="{A8CB535D-813F-4927-BD0E-909C2CA9141B}">
      <dgm:prSet/>
      <dgm:spPr/>
      <dgm:t>
        <a:bodyPr/>
        <a:lstStyle/>
        <a:p>
          <a:endParaRPr lang="en-US"/>
        </a:p>
      </dgm:t>
    </dgm:pt>
    <dgm:pt modelId="{F1C2578C-C985-41F4-8962-4D2AC2AF1C53}">
      <dgm:prSet phldrT="[Text]"/>
      <dgm:spPr/>
      <dgm:t>
        <a:bodyPr/>
        <a:lstStyle/>
        <a:p>
          <a:r>
            <a:rPr lang="en-US" dirty="0"/>
            <a:t>Listening</a:t>
          </a:r>
        </a:p>
      </dgm:t>
    </dgm:pt>
    <dgm:pt modelId="{9BF83C4C-2E49-49F1-94AD-F7DA461E4F18}" type="parTrans" cxnId="{B693FE99-048D-40D5-9458-1E994204D33D}">
      <dgm:prSet/>
      <dgm:spPr/>
      <dgm:t>
        <a:bodyPr/>
        <a:lstStyle/>
        <a:p>
          <a:endParaRPr lang="en-US"/>
        </a:p>
      </dgm:t>
    </dgm:pt>
    <dgm:pt modelId="{2FCD9150-A60D-4CAB-9820-D2D327992F05}" type="sibTrans" cxnId="{B693FE99-048D-40D5-9458-1E994204D33D}">
      <dgm:prSet/>
      <dgm:spPr/>
      <dgm:t>
        <a:bodyPr/>
        <a:lstStyle/>
        <a:p>
          <a:endParaRPr lang="en-US"/>
        </a:p>
      </dgm:t>
    </dgm:pt>
    <dgm:pt modelId="{1B72A2D3-89DF-41AD-B17D-90A6840E203C}">
      <dgm:prSet phldrT="[Text]"/>
      <dgm:spPr/>
      <dgm:t>
        <a:bodyPr/>
        <a:lstStyle/>
        <a:p>
          <a:r>
            <a:rPr lang="en-US" b="1" dirty="0"/>
            <a:t>Productive Skills</a:t>
          </a:r>
        </a:p>
      </dgm:t>
    </dgm:pt>
    <dgm:pt modelId="{8FF0EAB6-DA0B-4176-92F2-FB3C75E6223F}" type="parTrans" cxnId="{8EA12464-73CB-444B-8657-6BF811A7D33D}">
      <dgm:prSet/>
      <dgm:spPr/>
      <dgm:t>
        <a:bodyPr/>
        <a:lstStyle/>
        <a:p>
          <a:endParaRPr lang="en-US"/>
        </a:p>
      </dgm:t>
    </dgm:pt>
    <dgm:pt modelId="{BB892906-DC72-4A4F-A50F-D22BE1A28A10}" type="sibTrans" cxnId="{8EA12464-73CB-444B-8657-6BF811A7D33D}">
      <dgm:prSet/>
      <dgm:spPr/>
      <dgm:t>
        <a:bodyPr/>
        <a:lstStyle/>
        <a:p>
          <a:endParaRPr lang="en-US"/>
        </a:p>
      </dgm:t>
    </dgm:pt>
    <dgm:pt modelId="{BF9B89C6-2A2B-447D-9F14-1657F48D6604}">
      <dgm:prSet phldrT="[Text]"/>
      <dgm:spPr/>
      <dgm:t>
        <a:bodyPr/>
        <a:lstStyle/>
        <a:p>
          <a:r>
            <a:rPr lang="en-US" dirty="0"/>
            <a:t>Writing </a:t>
          </a:r>
        </a:p>
      </dgm:t>
    </dgm:pt>
    <dgm:pt modelId="{B0ED51DA-857E-4381-998B-1CF765E63465}" type="parTrans" cxnId="{0CCFF8F7-0346-4622-8FB7-C599D56D151D}">
      <dgm:prSet/>
      <dgm:spPr/>
      <dgm:t>
        <a:bodyPr/>
        <a:lstStyle/>
        <a:p>
          <a:endParaRPr lang="en-US"/>
        </a:p>
      </dgm:t>
    </dgm:pt>
    <dgm:pt modelId="{4D551B61-9DB2-45AA-A76B-CE635B2F0835}" type="sibTrans" cxnId="{0CCFF8F7-0346-4622-8FB7-C599D56D151D}">
      <dgm:prSet/>
      <dgm:spPr/>
      <dgm:t>
        <a:bodyPr/>
        <a:lstStyle/>
        <a:p>
          <a:endParaRPr lang="en-US"/>
        </a:p>
      </dgm:t>
    </dgm:pt>
    <dgm:pt modelId="{CBE75A94-043F-4673-830E-85A620BA364B}">
      <dgm:prSet phldrT="[Text]"/>
      <dgm:spPr/>
      <dgm:t>
        <a:bodyPr/>
        <a:lstStyle/>
        <a:p>
          <a:r>
            <a:rPr lang="en-US" dirty="0"/>
            <a:t>Speaking </a:t>
          </a:r>
        </a:p>
      </dgm:t>
    </dgm:pt>
    <dgm:pt modelId="{B0477D9B-8176-4EE3-A483-FBC407D78221}" type="parTrans" cxnId="{C60021F0-4556-4BDD-8635-F95ABC6C42F3}">
      <dgm:prSet/>
      <dgm:spPr/>
      <dgm:t>
        <a:bodyPr/>
        <a:lstStyle/>
        <a:p>
          <a:endParaRPr lang="en-US"/>
        </a:p>
      </dgm:t>
    </dgm:pt>
    <dgm:pt modelId="{D2D949C1-6877-4BF4-9ED8-2F389269C914}" type="sibTrans" cxnId="{C60021F0-4556-4BDD-8635-F95ABC6C42F3}">
      <dgm:prSet/>
      <dgm:spPr/>
      <dgm:t>
        <a:bodyPr/>
        <a:lstStyle/>
        <a:p>
          <a:endParaRPr lang="en-US"/>
        </a:p>
      </dgm:t>
    </dgm:pt>
    <dgm:pt modelId="{1562F69B-5683-4C1B-9BBE-8A0911BEF628}" type="pres">
      <dgm:prSet presAssocID="{85ADB10F-D7A5-4FB3-A7AD-016A202D325E}" presName="Name0" presStyleCnt="0">
        <dgm:presLayoutVars>
          <dgm:dir/>
          <dgm:animLvl val="lvl"/>
          <dgm:resizeHandles/>
        </dgm:presLayoutVars>
      </dgm:prSet>
      <dgm:spPr/>
    </dgm:pt>
    <dgm:pt modelId="{1BA731B5-49B9-4AAC-A0D6-0DAE6483E42E}" type="pres">
      <dgm:prSet presAssocID="{A09DE297-A90E-4578-A0F3-F53D1B6D8CEA}" presName="linNode" presStyleCnt="0"/>
      <dgm:spPr/>
    </dgm:pt>
    <dgm:pt modelId="{A6A3E899-866B-42A8-A363-A872D0208545}" type="pres">
      <dgm:prSet presAssocID="{A09DE297-A90E-4578-A0F3-F53D1B6D8CEA}" presName="parentShp" presStyleLbl="node1" presStyleIdx="0" presStyleCnt="2">
        <dgm:presLayoutVars>
          <dgm:bulletEnabled val="1"/>
        </dgm:presLayoutVars>
      </dgm:prSet>
      <dgm:spPr/>
    </dgm:pt>
    <dgm:pt modelId="{2B14C407-382E-492C-9090-83DA548456DD}" type="pres">
      <dgm:prSet presAssocID="{A09DE297-A90E-4578-A0F3-F53D1B6D8CEA}" presName="childShp" presStyleLbl="bgAccFollowNode1" presStyleIdx="0" presStyleCnt="2">
        <dgm:presLayoutVars>
          <dgm:bulletEnabled val="1"/>
        </dgm:presLayoutVars>
      </dgm:prSet>
      <dgm:spPr/>
    </dgm:pt>
    <dgm:pt modelId="{19A27ABB-725C-4596-85C3-AC06E7DC7FB4}" type="pres">
      <dgm:prSet presAssocID="{AFDCCFE8-D88A-44E5-8DA8-2E3065075E4D}" presName="spacing" presStyleCnt="0"/>
      <dgm:spPr/>
    </dgm:pt>
    <dgm:pt modelId="{13FF5B6A-F7B0-45E8-B754-13B243BE67BE}" type="pres">
      <dgm:prSet presAssocID="{1B72A2D3-89DF-41AD-B17D-90A6840E203C}" presName="linNode" presStyleCnt="0"/>
      <dgm:spPr/>
    </dgm:pt>
    <dgm:pt modelId="{63FEB11E-EE37-42F0-A279-7D45E203CBBC}" type="pres">
      <dgm:prSet presAssocID="{1B72A2D3-89DF-41AD-B17D-90A6840E203C}" presName="parentShp" presStyleLbl="node1" presStyleIdx="1" presStyleCnt="2">
        <dgm:presLayoutVars>
          <dgm:bulletEnabled val="1"/>
        </dgm:presLayoutVars>
      </dgm:prSet>
      <dgm:spPr/>
    </dgm:pt>
    <dgm:pt modelId="{E4D40B57-FF94-4B31-BC2B-EDDC1FC78896}" type="pres">
      <dgm:prSet presAssocID="{1B72A2D3-89DF-41AD-B17D-90A6840E203C}" presName="childShp" presStyleLbl="bgAccFollowNode1" presStyleIdx="1" presStyleCnt="2">
        <dgm:presLayoutVars>
          <dgm:bulletEnabled val="1"/>
        </dgm:presLayoutVars>
      </dgm:prSet>
      <dgm:spPr/>
    </dgm:pt>
  </dgm:ptLst>
  <dgm:cxnLst>
    <dgm:cxn modelId="{D3D78611-B9E1-4BB3-9977-5A6F18B26E1D}" srcId="{85ADB10F-D7A5-4FB3-A7AD-016A202D325E}" destId="{A09DE297-A90E-4578-A0F3-F53D1B6D8CEA}" srcOrd="0" destOrd="0" parTransId="{CB9C6ACC-DFB2-4643-9FF0-CEF579D90DB8}" sibTransId="{AFDCCFE8-D88A-44E5-8DA8-2E3065075E4D}"/>
    <dgm:cxn modelId="{A8CB535D-813F-4927-BD0E-909C2CA9141B}" srcId="{A09DE297-A90E-4578-A0F3-F53D1B6D8CEA}" destId="{DE38E188-B348-43ED-BC23-36ACE60C18B3}" srcOrd="0" destOrd="0" parTransId="{8B390C38-45F6-49C1-81E6-C349ED8022EF}" sibTransId="{BED31DB5-1EE8-4772-AC63-29CB39067010}"/>
    <dgm:cxn modelId="{8EA12464-73CB-444B-8657-6BF811A7D33D}" srcId="{85ADB10F-D7A5-4FB3-A7AD-016A202D325E}" destId="{1B72A2D3-89DF-41AD-B17D-90A6840E203C}" srcOrd="1" destOrd="0" parTransId="{8FF0EAB6-DA0B-4176-92F2-FB3C75E6223F}" sibTransId="{BB892906-DC72-4A4F-A50F-D22BE1A28A10}"/>
    <dgm:cxn modelId="{433F7075-BD34-469F-855A-8F606B0983D2}" type="presOf" srcId="{A09DE297-A90E-4578-A0F3-F53D1B6D8CEA}" destId="{A6A3E899-866B-42A8-A363-A872D0208545}" srcOrd="0" destOrd="0" presId="urn:microsoft.com/office/officeart/2005/8/layout/vList6"/>
    <dgm:cxn modelId="{EA62BB77-B5EE-40C5-970C-05C9C7C647FF}" type="presOf" srcId="{CBE75A94-043F-4673-830E-85A620BA364B}" destId="{E4D40B57-FF94-4B31-BC2B-EDDC1FC78896}" srcOrd="0" destOrd="1" presId="urn:microsoft.com/office/officeart/2005/8/layout/vList6"/>
    <dgm:cxn modelId="{F12FA385-6781-4283-9C2F-F9D9AE1C9C38}" type="presOf" srcId="{F1C2578C-C985-41F4-8962-4D2AC2AF1C53}" destId="{2B14C407-382E-492C-9090-83DA548456DD}" srcOrd="0" destOrd="1" presId="urn:microsoft.com/office/officeart/2005/8/layout/vList6"/>
    <dgm:cxn modelId="{B693FE99-048D-40D5-9458-1E994204D33D}" srcId="{A09DE297-A90E-4578-A0F3-F53D1B6D8CEA}" destId="{F1C2578C-C985-41F4-8962-4D2AC2AF1C53}" srcOrd="1" destOrd="0" parTransId="{9BF83C4C-2E49-49F1-94AD-F7DA461E4F18}" sibTransId="{2FCD9150-A60D-4CAB-9820-D2D327992F05}"/>
    <dgm:cxn modelId="{2C9BB69D-DDAD-4AD2-B41C-B383F74D5F66}" type="presOf" srcId="{85ADB10F-D7A5-4FB3-A7AD-016A202D325E}" destId="{1562F69B-5683-4C1B-9BBE-8A0911BEF628}" srcOrd="0" destOrd="0" presId="urn:microsoft.com/office/officeart/2005/8/layout/vList6"/>
    <dgm:cxn modelId="{EA62ADA4-EC51-40F5-BAC9-51B35A40F10A}" type="presOf" srcId="{1B72A2D3-89DF-41AD-B17D-90A6840E203C}" destId="{63FEB11E-EE37-42F0-A279-7D45E203CBBC}" srcOrd="0" destOrd="0" presId="urn:microsoft.com/office/officeart/2005/8/layout/vList6"/>
    <dgm:cxn modelId="{8D232CB5-9681-4A5E-800B-35A7225767D2}" type="presOf" srcId="{BF9B89C6-2A2B-447D-9F14-1657F48D6604}" destId="{E4D40B57-FF94-4B31-BC2B-EDDC1FC78896}" srcOrd="0" destOrd="0" presId="urn:microsoft.com/office/officeart/2005/8/layout/vList6"/>
    <dgm:cxn modelId="{C60021F0-4556-4BDD-8635-F95ABC6C42F3}" srcId="{1B72A2D3-89DF-41AD-B17D-90A6840E203C}" destId="{CBE75A94-043F-4673-830E-85A620BA364B}" srcOrd="1" destOrd="0" parTransId="{B0477D9B-8176-4EE3-A483-FBC407D78221}" sibTransId="{D2D949C1-6877-4BF4-9ED8-2F389269C914}"/>
    <dgm:cxn modelId="{0CCFF8F7-0346-4622-8FB7-C599D56D151D}" srcId="{1B72A2D3-89DF-41AD-B17D-90A6840E203C}" destId="{BF9B89C6-2A2B-447D-9F14-1657F48D6604}" srcOrd="0" destOrd="0" parTransId="{B0ED51DA-857E-4381-998B-1CF765E63465}" sibTransId="{4D551B61-9DB2-45AA-A76B-CE635B2F0835}"/>
    <dgm:cxn modelId="{7465D0F8-F65A-40E1-9527-AD88BFD2547B}" type="presOf" srcId="{DE38E188-B348-43ED-BC23-36ACE60C18B3}" destId="{2B14C407-382E-492C-9090-83DA548456DD}" srcOrd="0" destOrd="0" presId="urn:microsoft.com/office/officeart/2005/8/layout/vList6"/>
    <dgm:cxn modelId="{D2B9A74A-2060-47AA-9DC6-9819BC21731B}" type="presParOf" srcId="{1562F69B-5683-4C1B-9BBE-8A0911BEF628}" destId="{1BA731B5-49B9-4AAC-A0D6-0DAE6483E42E}" srcOrd="0" destOrd="0" presId="urn:microsoft.com/office/officeart/2005/8/layout/vList6"/>
    <dgm:cxn modelId="{2FE5714E-F28A-421A-957A-0B212EB05893}" type="presParOf" srcId="{1BA731B5-49B9-4AAC-A0D6-0DAE6483E42E}" destId="{A6A3E899-866B-42A8-A363-A872D0208545}" srcOrd="0" destOrd="0" presId="urn:microsoft.com/office/officeart/2005/8/layout/vList6"/>
    <dgm:cxn modelId="{BE6E7D4D-D016-43A4-8D96-6D9E76598747}" type="presParOf" srcId="{1BA731B5-49B9-4AAC-A0D6-0DAE6483E42E}" destId="{2B14C407-382E-492C-9090-83DA548456DD}" srcOrd="1" destOrd="0" presId="urn:microsoft.com/office/officeart/2005/8/layout/vList6"/>
    <dgm:cxn modelId="{19A43E1A-8C0D-42BD-9D5E-96C2F60A947C}" type="presParOf" srcId="{1562F69B-5683-4C1B-9BBE-8A0911BEF628}" destId="{19A27ABB-725C-4596-85C3-AC06E7DC7FB4}" srcOrd="1" destOrd="0" presId="urn:microsoft.com/office/officeart/2005/8/layout/vList6"/>
    <dgm:cxn modelId="{7426A257-5690-481A-97E7-F2FDBDDEA1D6}" type="presParOf" srcId="{1562F69B-5683-4C1B-9BBE-8A0911BEF628}" destId="{13FF5B6A-F7B0-45E8-B754-13B243BE67BE}" srcOrd="2" destOrd="0" presId="urn:microsoft.com/office/officeart/2005/8/layout/vList6"/>
    <dgm:cxn modelId="{465C6532-EDDC-4825-888B-D211E7BEDF78}" type="presParOf" srcId="{13FF5B6A-F7B0-45E8-B754-13B243BE67BE}" destId="{63FEB11E-EE37-42F0-A279-7D45E203CBBC}" srcOrd="0" destOrd="0" presId="urn:microsoft.com/office/officeart/2005/8/layout/vList6"/>
    <dgm:cxn modelId="{CD95321B-57AE-4AB7-B082-9C2A52723ACF}" type="presParOf" srcId="{13FF5B6A-F7B0-45E8-B754-13B243BE67BE}" destId="{E4D40B57-FF94-4B31-BC2B-EDDC1FC7889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73C37E-9FE7-4CD7-8D58-AC01D20FA240}" type="doc">
      <dgm:prSet loTypeId="urn:microsoft.com/office/officeart/2005/8/layout/arrow4" loCatId="process" qsTypeId="urn:microsoft.com/office/officeart/2005/8/quickstyle/simple1" qsCatId="simple" csTypeId="urn:microsoft.com/office/officeart/2005/8/colors/colorful5" csCatId="colorful" phldr="1"/>
      <dgm:spPr/>
      <dgm:t>
        <a:bodyPr/>
        <a:lstStyle/>
        <a:p>
          <a:endParaRPr lang="en-US"/>
        </a:p>
      </dgm:t>
    </dgm:pt>
    <dgm:pt modelId="{69C028AC-FFAC-4247-B593-CAF7E7C6E15B}">
      <dgm:prSet phldrT="[Text]"/>
      <dgm:spPr/>
      <dgm:t>
        <a:bodyPr/>
        <a:lstStyle/>
        <a:p>
          <a:r>
            <a:rPr lang="en-US" dirty="0"/>
            <a:t>Productive activity </a:t>
          </a:r>
        </a:p>
      </dgm:t>
    </dgm:pt>
    <dgm:pt modelId="{A3D09098-AABE-40CD-BE72-C6AF27739827}" type="parTrans" cxnId="{0CD1F11D-E702-42BC-8E9C-C917DCE1F63F}">
      <dgm:prSet/>
      <dgm:spPr/>
      <dgm:t>
        <a:bodyPr/>
        <a:lstStyle/>
        <a:p>
          <a:endParaRPr lang="en-US"/>
        </a:p>
      </dgm:t>
    </dgm:pt>
    <dgm:pt modelId="{51D0D44F-2F07-4857-B6BE-249939A1DD93}" type="sibTrans" cxnId="{0CD1F11D-E702-42BC-8E9C-C917DCE1F63F}">
      <dgm:prSet/>
      <dgm:spPr/>
      <dgm:t>
        <a:bodyPr/>
        <a:lstStyle/>
        <a:p>
          <a:endParaRPr lang="en-US"/>
        </a:p>
      </dgm:t>
    </dgm:pt>
    <dgm:pt modelId="{C087A4E2-4575-446A-B918-44C3A21BD365}">
      <dgm:prSet phldrT="[Text]"/>
      <dgm:spPr/>
      <dgm:t>
        <a:bodyPr/>
        <a:lstStyle/>
        <a:p>
          <a:r>
            <a:rPr lang="en-US" dirty="0"/>
            <a:t>Non-productive activity </a:t>
          </a:r>
        </a:p>
      </dgm:t>
    </dgm:pt>
    <dgm:pt modelId="{787AFC73-6A76-4466-9C61-BD587BD70CBD}" type="parTrans" cxnId="{B85480B7-E53E-4C07-B293-D680AAFFE2CD}">
      <dgm:prSet/>
      <dgm:spPr/>
      <dgm:t>
        <a:bodyPr/>
        <a:lstStyle/>
        <a:p>
          <a:endParaRPr lang="en-US"/>
        </a:p>
      </dgm:t>
    </dgm:pt>
    <dgm:pt modelId="{67357085-4276-4057-8776-E709A593AB45}" type="sibTrans" cxnId="{B85480B7-E53E-4C07-B293-D680AAFFE2CD}">
      <dgm:prSet/>
      <dgm:spPr/>
      <dgm:t>
        <a:bodyPr/>
        <a:lstStyle/>
        <a:p>
          <a:endParaRPr lang="en-US"/>
        </a:p>
      </dgm:t>
    </dgm:pt>
    <dgm:pt modelId="{FB0F004A-FE32-4BA3-9F32-2DFAA566185B}" type="pres">
      <dgm:prSet presAssocID="{B773C37E-9FE7-4CD7-8D58-AC01D20FA240}" presName="compositeShape" presStyleCnt="0">
        <dgm:presLayoutVars>
          <dgm:chMax val="2"/>
          <dgm:dir/>
          <dgm:resizeHandles val="exact"/>
        </dgm:presLayoutVars>
      </dgm:prSet>
      <dgm:spPr/>
    </dgm:pt>
    <dgm:pt modelId="{4E82D05C-6290-4695-9333-F85CE01C3AAF}" type="pres">
      <dgm:prSet presAssocID="{69C028AC-FFAC-4247-B593-CAF7E7C6E15B}" presName="upArrow" presStyleLbl="node1" presStyleIdx="0" presStyleCnt="2"/>
      <dgm:spPr/>
    </dgm:pt>
    <dgm:pt modelId="{611A4A0E-C18C-4DD2-9D8D-1F345738ECC3}" type="pres">
      <dgm:prSet presAssocID="{69C028AC-FFAC-4247-B593-CAF7E7C6E15B}" presName="upArrowText" presStyleLbl="revTx" presStyleIdx="0" presStyleCnt="2">
        <dgm:presLayoutVars>
          <dgm:chMax val="0"/>
          <dgm:bulletEnabled val="1"/>
        </dgm:presLayoutVars>
      </dgm:prSet>
      <dgm:spPr/>
    </dgm:pt>
    <dgm:pt modelId="{3DB26B30-4029-496F-9493-382C764A6F43}" type="pres">
      <dgm:prSet presAssocID="{C087A4E2-4575-446A-B918-44C3A21BD365}" presName="downArrow" presStyleLbl="node1" presStyleIdx="1" presStyleCnt="2"/>
      <dgm:spPr/>
    </dgm:pt>
    <dgm:pt modelId="{A37807B6-3EBB-454E-A99A-73E10723BB99}" type="pres">
      <dgm:prSet presAssocID="{C087A4E2-4575-446A-B918-44C3A21BD365}" presName="downArrowText" presStyleLbl="revTx" presStyleIdx="1" presStyleCnt="2">
        <dgm:presLayoutVars>
          <dgm:chMax val="0"/>
          <dgm:bulletEnabled val="1"/>
        </dgm:presLayoutVars>
      </dgm:prSet>
      <dgm:spPr/>
    </dgm:pt>
  </dgm:ptLst>
  <dgm:cxnLst>
    <dgm:cxn modelId="{0CD1F11D-E702-42BC-8E9C-C917DCE1F63F}" srcId="{B773C37E-9FE7-4CD7-8D58-AC01D20FA240}" destId="{69C028AC-FFAC-4247-B593-CAF7E7C6E15B}" srcOrd="0" destOrd="0" parTransId="{A3D09098-AABE-40CD-BE72-C6AF27739827}" sibTransId="{51D0D44F-2F07-4857-B6BE-249939A1DD93}"/>
    <dgm:cxn modelId="{ECF3596C-144D-459A-AA4D-4DEAB74E19A4}" type="presOf" srcId="{69C028AC-FFAC-4247-B593-CAF7E7C6E15B}" destId="{611A4A0E-C18C-4DD2-9D8D-1F345738ECC3}" srcOrd="0" destOrd="0" presId="urn:microsoft.com/office/officeart/2005/8/layout/arrow4"/>
    <dgm:cxn modelId="{16360E7E-1007-467D-9EC9-C1C29005F07D}" type="presOf" srcId="{B773C37E-9FE7-4CD7-8D58-AC01D20FA240}" destId="{FB0F004A-FE32-4BA3-9F32-2DFAA566185B}" srcOrd="0" destOrd="0" presId="urn:microsoft.com/office/officeart/2005/8/layout/arrow4"/>
    <dgm:cxn modelId="{B85480B7-E53E-4C07-B293-D680AAFFE2CD}" srcId="{B773C37E-9FE7-4CD7-8D58-AC01D20FA240}" destId="{C087A4E2-4575-446A-B918-44C3A21BD365}" srcOrd="1" destOrd="0" parTransId="{787AFC73-6A76-4466-9C61-BD587BD70CBD}" sibTransId="{67357085-4276-4057-8776-E709A593AB45}"/>
    <dgm:cxn modelId="{EB4ADBBB-2BF0-41D2-874A-2185943A9978}" type="presOf" srcId="{C087A4E2-4575-446A-B918-44C3A21BD365}" destId="{A37807B6-3EBB-454E-A99A-73E10723BB99}" srcOrd="0" destOrd="0" presId="urn:microsoft.com/office/officeart/2005/8/layout/arrow4"/>
    <dgm:cxn modelId="{A158062B-1471-4C76-96E2-35FB38ED8DE2}" type="presParOf" srcId="{FB0F004A-FE32-4BA3-9F32-2DFAA566185B}" destId="{4E82D05C-6290-4695-9333-F85CE01C3AAF}" srcOrd="0" destOrd="0" presId="urn:microsoft.com/office/officeart/2005/8/layout/arrow4"/>
    <dgm:cxn modelId="{BAC33413-92B6-4CAB-929C-1E3A207B78AC}" type="presParOf" srcId="{FB0F004A-FE32-4BA3-9F32-2DFAA566185B}" destId="{611A4A0E-C18C-4DD2-9D8D-1F345738ECC3}" srcOrd="1" destOrd="0" presId="urn:microsoft.com/office/officeart/2005/8/layout/arrow4"/>
    <dgm:cxn modelId="{5CAC4E93-F7A3-4A6F-A407-66D80766C6B3}" type="presParOf" srcId="{FB0F004A-FE32-4BA3-9F32-2DFAA566185B}" destId="{3DB26B30-4029-496F-9493-382C764A6F43}" srcOrd="2" destOrd="0" presId="urn:microsoft.com/office/officeart/2005/8/layout/arrow4"/>
    <dgm:cxn modelId="{155381F8-45AF-47B7-9176-D455364DDE98}" type="presParOf" srcId="{FB0F004A-FE32-4BA3-9F32-2DFAA566185B}" destId="{A37807B6-3EBB-454E-A99A-73E10723BB99}" srcOrd="3" destOrd="0" presId="urn:microsoft.com/office/officeart/2005/8/layout/arrow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AEF134-3FCF-41D2-98E4-020FEC49267F}"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374EF4F-056D-4B4F-83A6-C77A1E16A1DB}">
      <dgm:prSet phldrT="[Text]"/>
      <dgm:spPr/>
      <dgm:t>
        <a:bodyPr/>
        <a:lstStyle/>
        <a:p>
          <a:r>
            <a:rPr lang="en-US" dirty="0"/>
            <a:t>Literary </a:t>
          </a:r>
        </a:p>
      </dgm:t>
    </dgm:pt>
    <dgm:pt modelId="{2BA3A02C-342F-4B25-865A-1B96846C38CB}" type="parTrans" cxnId="{758A1D15-3D57-4DAA-8E00-3C75C1DFAF77}">
      <dgm:prSet/>
      <dgm:spPr/>
      <dgm:t>
        <a:bodyPr/>
        <a:lstStyle/>
        <a:p>
          <a:endParaRPr lang="en-US"/>
        </a:p>
      </dgm:t>
    </dgm:pt>
    <dgm:pt modelId="{8888C6A6-73CC-4806-8C00-2B976D547317}" type="sibTrans" cxnId="{758A1D15-3D57-4DAA-8E00-3C75C1DFAF77}">
      <dgm:prSet/>
      <dgm:spPr/>
      <dgm:t>
        <a:bodyPr/>
        <a:lstStyle/>
        <a:p>
          <a:endParaRPr lang="en-US"/>
        </a:p>
      </dgm:t>
    </dgm:pt>
    <dgm:pt modelId="{BE14E78A-C923-4AAF-999D-704BEF27CB3B}">
      <dgm:prSet phldrT="[Text]"/>
      <dgm:spPr/>
      <dgm:t>
        <a:bodyPr/>
        <a:lstStyle/>
        <a:p>
          <a:r>
            <a:rPr lang="en-US" dirty="0"/>
            <a:t>Technical </a:t>
          </a:r>
        </a:p>
      </dgm:t>
    </dgm:pt>
    <dgm:pt modelId="{0B983A48-C554-42CD-8FEF-D694F0B435BD}" type="parTrans" cxnId="{A82EF8A4-7A11-449C-8DAA-C178F0A3AA95}">
      <dgm:prSet/>
      <dgm:spPr/>
      <dgm:t>
        <a:bodyPr/>
        <a:lstStyle/>
        <a:p>
          <a:endParaRPr lang="en-US"/>
        </a:p>
      </dgm:t>
    </dgm:pt>
    <dgm:pt modelId="{AD41F4B6-55CC-4DE2-BF16-A12B2E88BC38}" type="sibTrans" cxnId="{A82EF8A4-7A11-449C-8DAA-C178F0A3AA95}">
      <dgm:prSet/>
      <dgm:spPr/>
      <dgm:t>
        <a:bodyPr/>
        <a:lstStyle/>
        <a:p>
          <a:endParaRPr lang="en-US"/>
        </a:p>
      </dgm:t>
    </dgm:pt>
    <dgm:pt modelId="{428B9A83-D8B1-48AE-93B0-835A05988814}">
      <dgm:prSet phldrT="[Text]"/>
      <dgm:spPr/>
      <dgm:t>
        <a:bodyPr/>
        <a:lstStyle/>
        <a:p>
          <a:r>
            <a:rPr lang="en-US" dirty="0"/>
            <a:t>Journalistic</a:t>
          </a:r>
        </a:p>
      </dgm:t>
    </dgm:pt>
    <dgm:pt modelId="{DD9156B9-25AC-4FD9-A132-413DCAA554C1}" type="parTrans" cxnId="{09B40B92-27C8-45CC-8B27-3EA564B37D50}">
      <dgm:prSet/>
      <dgm:spPr/>
      <dgm:t>
        <a:bodyPr/>
        <a:lstStyle/>
        <a:p>
          <a:endParaRPr lang="en-US"/>
        </a:p>
      </dgm:t>
    </dgm:pt>
    <dgm:pt modelId="{E3828946-7C9D-4ED4-9E55-7D9438EA3A62}" type="sibTrans" cxnId="{09B40B92-27C8-45CC-8B27-3EA564B37D50}">
      <dgm:prSet/>
      <dgm:spPr/>
      <dgm:t>
        <a:bodyPr/>
        <a:lstStyle/>
        <a:p>
          <a:endParaRPr lang="en-US"/>
        </a:p>
      </dgm:t>
    </dgm:pt>
    <dgm:pt modelId="{9A72EFC4-6186-4597-BA9F-6D442E7F387B}">
      <dgm:prSet phldrT="[Text]"/>
      <dgm:spPr/>
      <dgm:t>
        <a:bodyPr/>
        <a:lstStyle/>
        <a:p>
          <a:r>
            <a:rPr lang="en-US" dirty="0"/>
            <a:t>Academic </a:t>
          </a:r>
        </a:p>
      </dgm:t>
    </dgm:pt>
    <dgm:pt modelId="{CA1F0128-61C0-4A50-9B82-0D447913B1D7}" type="parTrans" cxnId="{3BF9F749-E235-40BB-B349-6E24E5CDA1BD}">
      <dgm:prSet/>
      <dgm:spPr/>
      <dgm:t>
        <a:bodyPr/>
        <a:lstStyle/>
        <a:p>
          <a:endParaRPr lang="en-US"/>
        </a:p>
      </dgm:t>
    </dgm:pt>
    <dgm:pt modelId="{8439D835-E41E-4CDC-B03D-3296D22990F9}" type="sibTrans" cxnId="{3BF9F749-E235-40BB-B349-6E24E5CDA1BD}">
      <dgm:prSet/>
      <dgm:spPr/>
      <dgm:t>
        <a:bodyPr/>
        <a:lstStyle/>
        <a:p>
          <a:endParaRPr lang="en-US"/>
        </a:p>
      </dgm:t>
    </dgm:pt>
    <dgm:pt modelId="{43A7E649-326A-4706-8DB8-F5D8F408502B}">
      <dgm:prSet phldrT="[Text]"/>
      <dgm:spPr/>
      <dgm:t>
        <a:bodyPr/>
        <a:lstStyle/>
        <a:p>
          <a:r>
            <a:rPr lang="en-US" dirty="0"/>
            <a:t>Creative </a:t>
          </a:r>
        </a:p>
      </dgm:t>
    </dgm:pt>
    <dgm:pt modelId="{48674FAE-9B39-429A-9B01-39B960676F9B}" type="parTrans" cxnId="{8783B932-0929-4A2B-AAA3-9BCBA78E6BCF}">
      <dgm:prSet/>
      <dgm:spPr/>
      <dgm:t>
        <a:bodyPr/>
        <a:lstStyle/>
        <a:p>
          <a:endParaRPr lang="en-US"/>
        </a:p>
      </dgm:t>
    </dgm:pt>
    <dgm:pt modelId="{FA2404FE-6CFD-460A-BA78-80389CD72AD4}" type="sibTrans" cxnId="{8783B932-0929-4A2B-AAA3-9BCBA78E6BCF}">
      <dgm:prSet/>
      <dgm:spPr/>
      <dgm:t>
        <a:bodyPr/>
        <a:lstStyle/>
        <a:p>
          <a:endParaRPr lang="en-US"/>
        </a:p>
      </dgm:t>
    </dgm:pt>
    <dgm:pt modelId="{5F505B56-7878-48F0-91A5-418E406596BE}" type="pres">
      <dgm:prSet presAssocID="{BCAEF134-3FCF-41D2-98E4-020FEC49267F}" presName="diagram" presStyleCnt="0">
        <dgm:presLayoutVars>
          <dgm:dir/>
          <dgm:resizeHandles val="exact"/>
        </dgm:presLayoutVars>
      </dgm:prSet>
      <dgm:spPr/>
    </dgm:pt>
    <dgm:pt modelId="{7FE7BB4B-96E7-439E-9813-3EA6F69AD018}" type="pres">
      <dgm:prSet presAssocID="{1374EF4F-056D-4B4F-83A6-C77A1E16A1DB}" presName="node" presStyleLbl="node1" presStyleIdx="0" presStyleCnt="5">
        <dgm:presLayoutVars>
          <dgm:bulletEnabled val="1"/>
        </dgm:presLayoutVars>
      </dgm:prSet>
      <dgm:spPr/>
    </dgm:pt>
    <dgm:pt modelId="{1E186BEF-85BE-432C-871B-B5A9ECE339D3}" type="pres">
      <dgm:prSet presAssocID="{8888C6A6-73CC-4806-8C00-2B976D547317}" presName="sibTrans" presStyleCnt="0"/>
      <dgm:spPr/>
    </dgm:pt>
    <dgm:pt modelId="{5CB764B5-2A90-4385-8DCA-F0EE86DEC19F}" type="pres">
      <dgm:prSet presAssocID="{BE14E78A-C923-4AAF-999D-704BEF27CB3B}" presName="node" presStyleLbl="node1" presStyleIdx="1" presStyleCnt="5">
        <dgm:presLayoutVars>
          <dgm:bulletEnabled val="1"/>
        </dgm:presLayoutVars>
      </dgm:prSet>
      <dgm:spPr/>
    </dgm:pt>
    <dgm:pt modelId="{18FB3858-6A26-4B31-B775-3A03326A64AE}" type="pres">
      <dgm:prSet presAssocID="{AD41F4B6-55CC-4DE2-BF16-A12B2E88BC38}" presName="sibTrans" presStyleCnt="0"/>
      <dgm:spPr/>
    </dgm:pt>
    <dgm:pt modelId="{BF3C24F0-AC3C-405A-AF91-1FD84A32B4B4}" type="pres">
      <dgm:prSet presAssocID="{428B9A83-D8B1-48AE-93B0-835A05988814}" presName="node" presStyleLbl="node1" presStyleIdx="2" presStyleCnt="5">
        <dgm:presLayoutVars>
          <dgm:bulletEnabled val="1"/>
        </dgm:presLayoutVars>
      </dgm:prSet>
      <dgm:spPr/>
    </dgm:pt>
    <dgm:pt modelId="{FF762DFD-2620-40F9-ABE8-7000E5232030}" type="pres">
      <dgm:prSet presAssocID="{E3828946-7C9D-4ED4-9E55-7D9438EA3A62}" presName="sibTrans" presStyleCnt="0"/>
      <dgm:spPr/>
    </dgm:pt>
    <dgm:pt modelId="{DD1EF2C9-0400-49E0-B9C4-AFB617A12D95}" type="pres">
      <dgm:prSet presAssocID="{9A72EFC4-6186-4597-BA9F-6D442E7F387B}" presName="node" presStyleLbl="node1" presStyleIdx="3" presStyleCnt="5">
        <dgm:presLayoutVars>
          <dgm:bulletEnabled val="1"/>
        </dgm:presLayoutVars>
      </dgm:prSet>
      <dgm:spPr/>
    </dgm:pt>
    <dgm:pt modelId="{83FEE4F1-F420-481C-8CA9-A30F746C2630}" type="pres">
      <dgm:prSet presAssocID="{8439D835-E41E-4CDC-B03D-3296D22990F9}" presName="sibTrans" presStyleCnt="0"/>
      <dgm:spPr/>
    </dgm:pt>
    <dgm:pt modelId="{528D2D12-152B-4D7A-ACB8-1B4B2AAC5A4B}" type="pres">
      <dgm:prSet presAssocID="{43A7E649-326A-4706-8DB8-F5D8F408502B}" presName="node" presStyleLbl="node1" presStyleIdx="4" presStyleCnt="5">
        <dgm:presLayoutVars>
          <dgm:bulletEnabled val="1"/>
        </dgm:presLayoutVars>
      </dgm:prSet>
      <dgm:spPr/>
    </dgm:pt>
  </dgm:ptLst>
  <dgm:cxnLst>
    <dgm:cxn modelId="{758A1D15-3D57-4DAA-8E00-3C75C1DFAF77}" srcId="{BCAEF134-3FCF-41D2-98E4-020FEC49267F}" destId="{1374EF4F-056D-4B4F-83A6-C77A1E16A1DB}" srcOrd="0" destOrd="0" parTransId="{2BA3A02C-342F-4B25-865A-1B96846C38CB}" sibTransId="{8888C6A6-73CC-4806-8C00-2B976D547317}"/>
    <dgm:cxn modelId="{ED6AB61E-D7FA-495D-BF22-36A079E9B730}" type="presOf" srcId="{9A72EFC4-6186-4597-BA9F-6D442E7F387B}" destId="{DD1EF2C9-0400-49E0-B9C4-AFB617A12D95}" srcOrd="0" destOrd="0" presId="urn:microsoft.com/office/officeart/2005/8/layout/default"/>
    <dgm:cxn modelId="{8783B932-0929-4A2B-AAA3-9BCBA78E6BCF}" srcId="{BCAEF134-3FCF-41D2-98E4-020FEC49267F}" destId="{43A7E649-326A-4706-8DB8-F5D8F408502B}" srcOrd="4" destOrd="0" parTransId="{48674FAE-9B39-429A-9B01-39B960676F9B}" sibTransId="{FA2404FE-6CFD-460A-BA78-80389CD72AD4}"/>
    <dgm:cxn modelId="{67C68A66-B3B7-4871-AC17-ADB64273DDA8}" type="presOf" srcId="{43A7E649-326A-4706-8DB8-F5D8F408502B}" destId="{528D2D12-152B-4D7A-ACB8-1B4B2AAC5A4B}" srcOrd="0" destOrd="0" presId="urn:microsoft.com/office/officeart/2005/8/layout/default"/>
    <dgm:cxn modelId="{3BF9F749-E235-40BB-B349-6E24E5CDA1BD}" srcId="{BCAEF134-3FCF-41D2-98E4-020FEC49267F}" destId="{9A72EFC4-6186-4597-BA9F-6D442E7F387B}" srcOrd="3" destOrd="0" parTransId="{CA1F0128-61C0-4A50-9B82-0D447913B1D7}" sibTransId="{8439D835-E41E-4CDC-B03D-3296D22990F9}"/>
    <dgm:cxn modelId="{20D72F82-686E-476F-8866-7F14E6C5B125}" type="presOf" srcId="{BCAEF134-3FCF-41D2-98E4-020FEC49267F}" destId="{5F505B56-7878-48F0-91A5-418E406596BE}" srcOrd="0" destOrd="0" presId="urn:microsoft.com/office/officeart/2005/8/layout/default"/>
    <dgm:cxn modelId="{09B40B92-27C8-45CC-8B27-3EA564B37D50}" srcId="{BCAEF134-3FCF-41D2-98E4-020FEC49267F}" destId="{428B9A83-D8B1-48AE-93B0-835A05988814}" srcOrd="2" destOrd="0" parTransId="{DD9156B9-25AC-4FD9-A132-413DCAA554C1}" sibTransId="{E3828946-7C9D-4ED4-9E55-7D9438EA3A62}"/>
    <dgm:cxn modelId="{A82EF8A4-7A11-449C-8DAA-C178F0A3AA95}" srcId="{BCAEF134-3FCF-41D2-98E4-020FEC49267F}" destId="{BE14E78A-C923-4AAF-999D-704BEF27CB3B}" srcOrd="1" destOrd="0" parTransId="{0B983A48-C554-42CD-8FEF-D694F0B435BD}" sibTransId="{AD41F4B6-55CC-4DE2-BF16-A12B2E88BC38}"/>
    <dgm:cxn modelId="{95F715AD-EA84-4C9C-B137-9A0448053842}" type="presOf" srcId="{BE14E78A-C923-4AAF-999D-704BEF27CB3B}" destId="{5CB764B5-2A90-4385-8DCA-F0EE86DEC19F}" srcOrd="0" destOrd="0" presId="urn:microsoft.com/office/officeart/2005/8/layout/default"/>
    <dgm:cxn modelId="{A74665AD-CA27-476A-AEBD-D1BFB72432F9}" type="presOf" srcId="{1374EF4F-056D-4B4F-83A6-C77A1E16A1DB}" destId="{7FE7BB4B-96E7-439E-9813-3EA6F69AD018}" srcOrd="0" destOrd="0" presId="urn:microsoft.com/office/officeart/2005/8/layout/default"/>
    <dgm:cxn modelId="{548703E5-E9F7-41AA-B61C-0F2B4597DC2D}" type="presOf" srcId="{428B9A83-D8B1-48AE-93B0-835A05988814}" destId="{BF3C24F0-AC3C-405A-AF91-1FD84A32B4B4}" srcOrd="0" destOrd="0" presId="urn:microsoft.com/office/officeart/2005/8/layout/default"/>
    <dgm:cxn modelId="{16EBA051-93E6-4456-8ECE-E6B91EF42870}" type="presParOf" srcId="{5F505B56-7878-48F0-91A5-418E406596BE}" destId="{7FE7BB4B-96E7-439E-9813-3EA6F69AD018}" srcOrd="0" destOrd="0" presId="urn:microsoft.com/office/officeart/2005/8/layout/default"/>
    <dgm:cxn modelId="{3E127DB3-143A-4FCB-9E5E-CBB74D72EACB}" type="presParOf" srcId="{5F505B56-7878-48F0-91A5-418E406596BE}" destId="{1E186BEF-85BE-432C-871B-B5A9ECE339D3}" srcOrd="1" destOrd="0" presId="urn:microsoft.com/office/officeart/2005/8/layout/default"/>
    <dgm:cxn modelId="{D4A25D5D-7B2B-4EBA-AD16-556531C3EF7F}" type="presParOf" srcId="{5F505B56-7878-48F0-91A5-418E406596BE}" destId="{5CB764B5-2A90-4385-8DCA-F0EE86DEC19F}" srcOrd="2" destOrd="0" presId="urn:microsoft.com/office/officeart/2005/8/layout/default"/>
    <dgm:cxn modelId="{EFD98291-17E5-4666-BB22-CE51F5CF65C4}" type="presParOf" srcId="{5F505B56-7878-48F0-91A5-418E406596BE}" destId="{18FB3858-6A26-4B31-B775-3A03326A64AE}" srcOrd="3" destOrd="0" presId="urn:microsoft.com/office/officeart/2005/8/layout/default"/>
    <dgm:cxn modelId="{5A1AD58A-294E-43CE-A9E5-1E4525A13DC9}" type="presParOf" srcId="{5F505B56-7878-48F0-91A5-418E406596BE}" destId="{BF3C24F0-AC3C-405A-AF91-1FD84A32B4B4}" srcOrd="4" destOrd="0" presId="urn:microsoft.com/office/officeart/2005/8/layout/default"/>
    <dgm:cxn modelId="{8C2E93E0-6918-49D5-B5A8-F012DA904FE6}" type="presParOf" srcId="{5F505B56-7878-48F0-91A5-418E406596BE}" destId="{FF762DFD-2620-40F9-ABE8-7000E5232030}" srcOrd="5" destOrd="0" presId="urn:microsoft.com/office/officeart/2005/8/layout/default"/>
    <dgm:cxn modelId="{9705669E-4FB6-4B09-8E5B-8029DA2A20A8}" type="presParOf" srcId="{5F505B56-7878-48F0-91A5-418E406596BE}" destId="{DD1EF2C9-0400-49E0-B9C4-AFB617A12D95}" srcOrd="6" destOrd="0" presId="urn:microsoft.com/office/officeart/2005/8/layout/default"/>
    <dgm:cxn modelId="{8726B70D-65C6-4CCB-B443-CBCFCA8FBEDB}" type="presParOf" srcId="{5F505B56-7878-48F0-91A5-418E406596BE}" destId="{83FEE4F1-F420-481C-8CA9-A30F746C2630}" srcOrd="7" destOrd="0" presId="urn:microsoft.com/office/officeart/2005/8/layout/default"/>
    <dgm:cxn modelId="{BCF57663-3CA0-48C3-BE9A-2530CC25CA68}" type="presParOf" srcId="{5F505B56-7878-48F0-91A5-418E406596BE}" destId="{528D2D12-152B-4D7A-ACB8-1B4B2AAC5A4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800861-10BB-4767-8FD0-176D4D1653C3}"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E7DD3729-98E4-4A69-A926-434484327F1C}">
      <dgm:prSet phldrT="[Text]"/>
      <dgm:spPr/>
      <dgm:t>
        <a:bodyPr/>
        <a:lstStyle/>
        <a:p>
          <a:pPr>
            <a:buFont typeface="Symbol" panose="05050102010706020507" pitchFamily="18" charset="2"/>
            <a:buChar char=""/>
          </a:pPr>
          <a:r>
            <a:rPr lang="en-US" dirty="0">
              <a:solidFill>
                <a:schemeClr val="bg1"/>
              </a:solidFill>
            </a:rPr>
            <a:t>To give information (It is the primary purpose of TW)</a:t>
          </a:r>
        </a:p>
      </dgm:t>
    </dgm:pt>
    <dgm:pt modelId="{6031F54D-BEFC-4C03-A9A5-CC0E2FB5AA0A}" type="parTrans" cxnId="{410DAF84-1BDB-4A8A-9612-F079DA77E0D9}">
      <dgm:prSet/>
      <dgm:spPr/>
      <dgm:t>
        <a:bodyPr/>
        <a:lstStyle/>
        <a:p>
          <a:endParaRPr lang="en-US"/>
        </a:p>
      </dgm:t>
    </dgm:pt>
    <dgm:pt modelId="{92806091-CBC1-475D-A3E7-2EAA9FDC0700}" type="sibTrans" cxnId="{410DAF84-1BDB-4A8A-9612-F079DA77E0D9}">
      <dgm:prSet/>
      <dgm:spPr/>
      <dgm:t>
        <a:bodyPr/>
        <a:lstStyle/>
        <a:p>
          <a:endParaRPr lang="en-US"/>
        </a:p>
      </dgm:t>
    </dgm:pt>
    <dgm:pt modelId="{D8A5BD58-001E-4876-9EDC-834796083168}">
      <dgm:prSet phldrT="[Text]"/>
      <dgm:spPr/>
      <dgm:t>
        <a:bodyPr/>
        <a:lstStyle/>
        <a:p>
          <a:pPr>
            <a:buFont typeface="Symbol" panose="05050102010706020507" pitchFamily="18" charset="2"/>
            <a:buChar char=""/>
          </a:pPr>
          <a:r>
            <a:rPr lang="en-US" dirty="0">
              <a:solidFill>
                <a:schemeClr val="bg1"/>
              </a:solidFill>
            </a:rPr>
            <a:t>To analyze and interpret events and their implications</a:t>
          </a:r>
        </a:p>
      </dgm:t>
    </dgm:pt>
    <dgm:pt modelId="{D45A0C68-CA64-4FE5-9734-2209200925D3}" type="parTrans" cxnId="{860514F1-6695-4655-8B00-12945BAB2F42}">
      <dgm:prSet/>
      <dgm:spPr/>
      <dgm:t>
        <a:bodyPr/>
        <a:lstStyle/>
        <a:p>
          <a:endParaRPr lang="en-US"/>
        </a:p>
      </dgm:t>
    </dgm:pt>
    <dgm:pt modelId="{A6A35C5D-3837-4244-8B7C-7C9F17CA1DDD}" type="sibTrans" cxnId="{860514F1-6695-4655-8B00-12945BAB2F42}">
      <dgm:prSet/>
      <dgm:spPr/>
      <dgm:t>
        <a:bodyPr/>
        <a:lstStyle/>
        <a:p>
          <a:endParaRPr lang="en-US"/>
        </a:p>
      </dgm:t>
    </dgm:pt>
    <dgm:pt modelId="{1136C097-207F-4B90-B843-4483EC7F2A73}">
      <dgm:prSet phldrT="[Text]"/>
      <dgm:spPr/>
      <dgm:t>
        <a:bodyPr/>
        <a:lstStyle/>
        <a:p>
          <a:pPr>
            <a:buFont typeface="Symbol" panose="05050102010706020507" pitchFamily="18" charset="2"/>
            <a:buChar char=""/>
          </a:pPr>
          <a:r>
            <a:rPr lang="en-US" dirty="0">
              <a:solidFill>
                <a:schemeClr val="bg1"/>
              </a:solidFill>
            </a:rPr>
            <a:t>To persuade and influence decisions</a:t>
          </a:r>
        </a:p>
      </dgm:t>
    </dgm:pt>
    <dgm:pt modelId="{64EF6006-DC4F-4722-ADEA-16DE3CDBCCC4}" type="parTrans" cxnId="{FCF512DE-BFDB-497F-8E3D-35270ED0E67D}">
      <dgm:prSet/>
      <dgm:spPr/>
      <dgm:t>
        <a:bodyPr/>
        <a:lstStyle/>
        <a:p>
          <a:endParaRPr lang="en-US"/>
        </a:p>
      </dgm:t>
    </dgm:pt>
    <dgm:pt modelId="{DF8FB70D-9D5F-4BEE-AD87-3373C945D122}" type="sibTrans" cxnId="{FCF512DE-BFDB-497F-8E3D-35270ED0E67D}">
      <dgm:prSet/>
      <dgm:spPr/>
      <dgm:t>
        <a:bodyPr/>
        <a:lstStyle/>
        <a:p>
          <a:endParaRPr lang="en-US"/>
        </a:p>
      </dgm:t>
    </dgm:pt>
    <dgm:pt modelId="{82CBA012-6418-4C1D-8EC4-3ECB72B651CE}" type="pres">
      <dgm:prSet presAssocID="{B8800861-10BB-4767-8FD0-176D4D1653C3}" presName="linear" presStyleCnt="0">
        <dgm:presLayoutVars>
          <dgm:dir/>
          <dgm:animLvl val="lvl"/>
          <dgm:resizeHandles val="exact"/>
        </dgm:presLayoutVars>
      </dgm:prSet>
      <dgm:spPr/>
    </dgm:pt>
    <dgm:pt modelId="{0EA0DC0E-3565-4759-98D6-4E43F01BF728}" type="pres">
      <dgm:prSet presAssocID="{E7DD3729-98E4-4A69-A926-434484327F1C}" presName="parentLin" presStyleCnt="0"/>
      <dgm:spPr/>
    </dgm:pt>
    <dgm:pt modelId="{BBFB575B-4375-4B2A-B020-A803025CCF1E}" type="pres">
      <dgm:prSet presAssocID="{E7DD3729-98E4-4A69-A926-434484327F1C}" presName="parentLeftMargin" presStyleLbl="node1" presStyleIdx="0" presStyleCnt="3"/>
      <dgm:spPr/>
    </dgm:pt>
    <dgm:pt modelId="{FA6157A9-D5CD-4821-9FB6-D1E389EF08D3}" type="pres">
      <dgm:prSet presAssocID="{E7DD3729-98E4-4A69-A926-434484327F1C}" presName="parentText" presStyleLbl="node1" presStyleIdx="0" presStyleCnt="3" custScaleX="125776">
        <dgm:presLayoutVars>
          <dgm:chMax val="0"/>
          <dgm:bulletEnabled val="1"/>
        </dgm:presLayoutVars>
      </dgm:prSet>
      <dgm:spPr/>
    </dgm:pt>
    <dgm:pt modelId="{1B8171B5-8073-4B59-A2B5-45CF62B07451}" type="pres">
      <dgm:prSet presAssocID="{E7DD3729-98E4-4A69-A926-434484327F1C}" presName="negativeSpace" presStyleCnt="0"/>
      <dgm:spPr/>
    </dgm:pt>
    <dgm:pt modelId="{3FB08F40-214B-49BC-91D2-32652F5141BE}" type="pres">
      <dgm:prSet presAssocID="{E7DD3729-98E4-4A69-A926-434484327F1C}" presName="childText" presStyleLbl="conFgAcc1" presStyleIdx="0" presStyleCnt="3">
        <dgm:presLayoutVars>
          <dgm:bulletEnabled val="1"/>
        </dgm:presLayoutVars>
      </dgm:prSet>
      <dgm:spPr/>
    </dgm:pt>
    <dgm:pt modelId="{7D16CF0F-B1E6-4779-9CA4-242B141B03FB}" type="pres">
      <dgm:prSet presAssocID="{92806091-CBC1-475D-A3E7-2EAA9FDC0700}" presName="spaceBetweenRectangles" presStyleCnt="0"/>
      <dgm:spPr/>
    </dgm:pt>
    <dgm:pt modelId="{5387A0C4-1999-4C71-864F-7C181BE8D249}" type="pres">
      <dgm:prSet presAssocID="{D8A5BD58-001E-4876-9EDC-834796083168}" presName="parentLin" presStyleCnt="0"/>
      <dgm:spPr/>
    </dgm:pt>
    <dgm:pt modelId="{4251CEFD-F704-4A08-B8CB-1A28806678D4}" type="pres">
      <dgm:prSet presAssocID="{D8A5BD58-001E-4876-9EDC-834796083168}" presName="parentLeftMargin" presStyleLbl="node1" presStyleIdx="0" presStyleCnt="3"/>
      <dgm:spPr/>
    </dgm:pt>
    <dgm:pt modelId="{667B0026-58B5-45F3-BE39-D2A232FFD4A5}" type="pres">
      <dgm:prSet presAssocID="{D8A5BD58-001E-4876-9EDC-834796083168}" presName="parentText" presStyleLbl="node1" presStyleIdx="1" presStyleCnt="3" custScaleX="124164">
        <dgm:presLayoutVars>
          <dgm:chMax val="0"/>
          <dgm:bulletEnabled val="1"/>
        </dgm:presLayoutVars>
      </dgm:prSet>
      <dgm:spPr/>
    </dgm:pt>
    <dgm:pt modelId="{35CED2F4-4286-4F35-A04C-CC6D3B6195BA}" type="pres">
      <dgm:prSet presAssocID="{D8A5BD58-001E-4876-9EDC-834796083168}" presName="negativeSpace" presStyleCnt="0"/>
      <dgm:spPr/>
    </dgm:pt>
    <dgm:pt modelId="{4627899D-F8E6-4BC5-86B6-6B11AE919272}" type="pres">
      <dgm:prSet presAssocID="{D8A5BD58-001E-4876-9EDC-834796083168}" presName="childText" presStyleLbl="conFgAcc1" presStyleIdx="1" presStyleCnt="3">
        <dgm:presLayoutVars>
          <dgm:bulletEnabled val="1"/>
        </dgm:presLayoutVars>
      </dgm:prSet>
      <dgm:spPr/>
    </dgm:pt>
    <dgm:pt modelId="{33463DE7-AF5C-498B-8022-1DF42D71328D}" type="pres">
      <dgm:prSet presAssocID="{A6A35C5D-3837-4244-8B7C-7C9F17CA1DDD}" presName="spaceBetweenRectangles" presStyleCnt="0"/>
      <dgm:spPr/>
    </dgm:pt>
    <dgm:pt modelId="{E2B9C807-48BF-4834-8A91-B652DA3B26A5}" type="pres">
      <dgm:prSet presAssocID="{1136C097-207F-4B90-B843-4483EC7F2A73}" presName="parentLin" presStyleCnt="0"/>
      <dgm:spPr/>
    </dgm:pt>
    <dgm:pt modelId="{F7CF9158-1726-49B4-BD0A-9F6C21B822BF}" type="pres">
      <dgm:prSet presAssocID="{1136C097-207F-4B90-B843-4483EC7F2A73}" presName="parentLeftMargin" presStyleLbl="node1" presStyleIdx="1" presStyleCnt="3"/>
      <dgm:spPr/>
    </dgm:pt>
    <dgm:pt modelId="{754183EA-5FCD-40DD-AB54-90AA2D5BE7B5}" type="pres">
      <dgm:prSet presAssocID="{1136C097-207F-4B90-B843-4483EC7F2A73}" presName="parentText" presStyleLbl="node1" presStyleIdx="2" presStyleCnt="3" custScaleX="124505">
        <dgm:presLayoutVars>
          <dgm:chMax val="0"/>
          <dgm:bulletEnabled val="1"/>
        </dgm:presLayoutVars>
      </dgm:prSet>
      <dgm:spPr/>
    </dgm:pt>
    <dgm:pt modelId="{9A9B402A-A2CA-4E24-AF0E-90B6116D216F}" type="pres">
      <dgm:prSet presAssocID="{1136C097-207F-4B90-B843-4483EC7F2A73}" presName="negativeSpace" presStyleCnt="0"/>
      <dgm:spPr/>
    </dgm:pt>
    <dgm:pt modelId="{B8AFDE70-60D9-49E7-A329-A017581E896C}" type="pres">
      <dgm:prSet presAssocID="{1136C097-207F-4B90-B843-4483EC7F2A73}" presName="childText" presStyleLbl="conFgAcc1" presStyleIdx="2" presStyleCnt="3">
        <dgm:presLayoutVars>
          <dgm:bulletEnabled val="1"/>
        </dgm:presLayoutVars>
      </dgm:prSet>
      <dgm:spPr/>
    </dgm:pt>
  </dgm:ptLst>
  <dgm:cxnLst>
    <dgm:cxn modelId="{3709F410-5987-4FAF-98CF-9999F7BFB671}" type="presOf" srcId="{E7DD3729-98E4-4A69-A926-434484327F1C}" destId="{BBFB575B-4375-4B2A-B020-A803025CCF1E}" srcOrd="0" destOrd="0" presId="urn:microsoft.com/office/officeart/2005/8/layout/list1"/>
    <dgm:cxn modelId="{F093CF24-5FCE-4A37-9200-8E23165C849A}" type="presOf" srcId="{1136C097-207F-4B90-B843-4483EC7F2A73}" destId="{754183EA-5FCD-40DD-AB54-90AA2D5BE7B5}" srcOrd="1" destOrd="0" presId="urn:microsoft.com/office/officeart/2005/8/layout/list1"/>
    <dgm:cxn modelId="{643C0E41-FD94-4907-A1FA-134F4D1C6D44}" type="presOf" srcId="{D8A5BD58-001E-4876-9EDC-834796083168}" destId="{4251CEFD-F704-4A08-B8CB-1A28806678D4}" srcOrd="0" destOrd="0" presId="urn:microsoft.com/office/officeart/2005/8/layout/list1"/>
    <dgm:cxn modelId="{D0A62B62-BEDD-4B39-8CA0-36B77A81219B}" type="presOf" srcId="{B8800861-10BB-4767-8FD0-176D4D1653C3}" destId="{82CBA012-6418-4C1D-8EC4-3ECB72B651CE}" srcOrd="0" destOrd="0" presId="urn:microsoft.com/office/officeart/2005/8/layout/list1"/>
    <dgm:cxn modelId="{B72FC668-9790-467E-ABD2-E06779321A23}" type="presOf" srcId="{1136C097-207F-4B90-B843-4483EC7F2A73}" destId="{F7CF9158-1726-49B4-BD0A-9F6C21B822BF}" srcOrd="0" destOrd="0" presId="urn:microsoft.com/office/officeart/2005/8/layout/list1"/>
    <dgm:cxn modelId="{128FEB58-0701-4E5B-9001-B053F2D8208C}" type="presOf" srcId="{E7DD3729-98E4-4A69-A926-434484327F1C}" destId="{FA6157A9-D5CD-4821-9FB6-D1E389EF08D3}" srcOrd="1" destOrd="0" presId="urn:microsoft.com/office/officeart/2005/8/layout/list1"/>
    <dgm:cxn modelId="{06F15A84-CF67-44CD-A7D9-43A5BE2A433F}" type="presOf" srcId="{D8A5BD58-001E-4876-9EDC-834796083168}" destId="{667B0026-58B5-45F3-BE39-D2A232FFD4A5}" srcOrd="1" destOrd="0" presId="urn:microsoft.com/office/officeart/2005/8/layout/list1"/>
    <dgm:cxn modelId="{410DAF84-1BDB-4A8A-9612-F079DA77E0D9}" srcId="{B8800861-10BB-4767-8FD0-176D4D1653C3}" destId="{E7DD3729-98E4-4A69-A926-434484327F1C}" srcOrd="0" destOrd="0" parTransId="{6031F54D-BEFC-4C03-A9A5-CC0E2FB5AA0A}" sibTransId="{92806091-CBC1-475D-A3E7-2EAA9FDC0700}"/>
    <dgm:cxn modelId="{FCF512DE-BFDB-497F-8E3D-35270ED0E67D}" srcId="{B8800861-10BB-4767-8FD0-176D4D1653C3}" destId="{1136C097-207F-4B90-B843-4483EC7F2A73}" srcOrd="2" destOrd="0" parTransId="{64EF6006-DC4F-4722-ADEA-16DE3CDBCCC4}" sibTransId="{DF8FB70D-9D5F-4BEE-AD87-3373C945D122}"/>
    <dgm:cxn modelId="{860514F1-6695-4655-8B00-12945BAB2F42}" srcId="{B8800861-10BB-4767-8FD0-176D4D1653C3}" destId="{D8A5BD58-001E-4876-9EDC-834796083168}" srcOrd="1" destOrd="0" parTransId="{D45A0C68-CA64-4FE5-9734-2209200925D3}" sibTransId="{A6A35C5D-3837-4244-8B7C-7C9F17CA1DDD}"/>
    <dgm:cxn modelId="{AA9618C2-B32C-4720-A1C9-2E27BDC8E0D0}" type="presParOf" srcId="{82CBA012-6418-4C1D-8EC4-3ECB72B651CE}" destId="{0EA0DC0E-3565-4759-98D6-4E43F01BF728}" srcOrd="0" destOrd="0" presId="urn:microsoft.com/office/officeart/2005/8/layout/list1"/>
    <dgm:cxn modelId="{3E62E39D-F1F2-471A-81AD-273CFE70BDF4}" type="presParOf" srcId="{0EA0DC0E-3565-4759-98D6-4E43F01BF728}" destId="{BBFB575B-4375-4B2A-B020-A803025CCF1E}" srcOrd="0" destOrd="0" presId="urn:microsoft.com/office/officeart/2005/8/layout/list1"/>
    <dgm:cxn modelId="{60773EAB-A597-4B2E-A372-BA991127D47D}" type="presParOf" srcId="{0EA0DC0E-3565-4759-98D6-4E43F01BF728}" destId="{FA6157A9-D5CD-4821-9FB6-D1E389EF08D3}" srcOrd="1" destOrd="0" presId="urn:microsoft.com/office/officeart/2005/8/layout/list1"/>
    <dgm:cxn modelId="{2CC2A10C-2C4B-47A5-AC9C-2D87B86C2D64}" type="presParOf" srcId="{82CBA012-6418-4C1D-8EC4-3ECB72B651CE}" destId="{1B8171B5-8073-4B59-A2B5-45CF62B07451}" srcOrd="1" destOrd="0" presId="urn:microsoft.com/office/officeart/2005/8/layout/list1"/>
    <dgm:cxn modelId="{0B7FBE2A-2B9D-46C9-945A-1296D1666FBA}" type="presParOf" srcId="{82CBA012-6418-4C1D-8EC4-3ECB72B651CE}" destId="{3FB08F40-214B-49BC-91D2-32652F5141BE}" srcOrd="2" destOrd="0" presId="urn:microsoft.com/office/officeart/2005/8/layout/list1"/>
    <dgm:cxn modelId="{81A56C8F-B6F7-4D76-A947-2B9158DDB6C4}" type="presParOf" srcId="{82CBA012-6418-4C1D-8EC4-3ECB72B651CE}" destId="{7D16CF0F-B1E6-4779-9CA4-242B141B03FB}" srcOrd="3" destOrd="0" presId="urn:microsoft.com/office/officeart/2005/8/layout/list1"/>
    <dgm:cxn modelId="{1C5C5559-0B05-4182-BF87-77DD5BEBD086}" type="presParOf" srcId="{82CBA012-6418-4C1D-8EC4-3ECB72B651CE}" destId="{5387A0C4-1999-4C71-864F-7C181BE8D249}" srcOrd="4" destOrd="0" presId="urn:microsoft.com/office/officeart/2005/8/layout/list1"/>
    <dgm:cxn modelId="{AF19E113-C6D6-456C-A3F6-1E9BEEC8E9DF}" type="presParOf" srcId="{5387A0C4-1999-4C71-864F-7C181BE8D249}" destId="{4251CEFD-F704-4A08-B8CB-1A28806678D4}" srcOrd="0" destOrd="0" presId="urn:microsoft.com/office/officeart/2005/8/layout/list1"/>
    <dgm:cxn modelId="{0E54E6CB-8EA2-484D-9852-E619B0A20B45}" type="presParOf" srcId="{5387A0C4-1999-4C71-864F-7C181BE8D249}" destId="{667B0026-58B5-45F3-BE39-D2A232FFD4A5}" srcOrd="1" destOrd="0" presId="urn:microsoft.com/office/officeart/2005/8/layout/list1"/>
    <dgm:cxn modelId="{1762A553-E5A5-47D9-A8E9-2F840DB13DF8}" type="presParOf" srcId="{82CBA012-6418-4C1D-8EC4-3ECB72B651CE}" destId="{35CED2F4-4286-4F35-A04C-CC6D3B6195BA}" srcOrd="5" destOrd="0" presId="urn:microsoft.com/office/officeart/2005/8/layout/list1"/>
    <dgm:cxn modelId="{DDC48B4E-3DB7-4DEC-AA8B-D39F888FD8C0}" type="presParOf" srcId="{82CBA012-6418-4C1D-8EC4-3ECB72B651CE}" destId="{4627899D-F8E6-4BC5-86B6-6B11AE919272}" srcOrd="6" destOrd="0" presId="urn:microsoft.com/office/officeart/2005/8/layout/list1"/>
    <dgm:cxn modelId="{82B5BA65-313D-49DC-8283-6B07412E2D4D}" type="presParOf" srcId="{82CBA012-6418-4C1D-8EC4-3ECB72B651CE}" destId="{33463DE7-AF5C-498B-8022-1DF42D71328D}" srcOrd="7" destOrd="0" presId="urn:microsoft.com/office/officeart/2005/8/layout/list1"/>
    <dgm:cxn modelId="{08BB060C-627E-41AD-9183-97201D717D62}" type="presParOf" srcId="{82CBA012-6418-4C1D-8EC4-3ECB72B651CE}" destId="{E2B9C807-48BF-4834-8A91-B652DA3B26A5}" srcOrd="8" destOrd="0" presId="urn:microsoft.com/office/officeart/2005/8/layout/list1"/>
    <dgm:cxn modelId="{5FA9534F-3274-4571-948A-C685F09611AE}" type="presParOf" srcId="{E2B9C807-48BF-4834-8A91-B652DA3B26A5}" destId="{F7CF9158-1726-49B4-BD0A-9F6C21B822BF}" srcOrd="0" destOrd="0" presId="urn:microsoft.com/office/officeart/2005/8/layout/list1"/>
    <dgm:cxn modelId="{A3974A37-26C6-4AD0-9826-6F28AF4293F0}" type="presParOf" srcId="{E2B9C807-48BF-4834-8A91-B652DA3B26A5}" destId="{754183EA-5FCD-40DD-AB54-90AA2D5BE7B5}" srcOrd="1" destOrd="0" presId="urn:microsoft.com/office/officeart/2005/8/layout/list1"/>
    <dgm:cxn modelId="{658FB1D0-68DA-4066-ABC8-D291D863D68F}" type="presParOf" srcId="{82CBA012-6418-4C1D-8EC4-3ECB72B651CE}" destId="{9A9B402A-A2CA-4E24-AF0E-90B6116D216F}" srcOrd="9" destOrd="0" presId="urn:microsoft.com/office/officeart/2005/8/layout/list1"/>
    <dgm:cxn modelId="{C6FA86C3-64C4-42C0-9A60-51DD55234FC6}" type="presParOf" srcId="{82CBA012-6418-4C1D-8EC4-3ECB72B651CE}" destId="{B8AFDE70-60D9-49E7-A329-A017581E896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74F8D-A244-4067-9681-E99F20A3ACB7}">
      <dsp:nvSpPr>
        <dsp:cNvPr id="0" name=""/>
        <dsp:cNvSpPr/>
      </dsp:nvSpPr>
      <dsp:spPr>
        <a:xfrm>
          <a:off x="6600041" y="3486276"/>
          <a:ext cx="91440" cy="648938"/>
        </a:xfrm>
        <a:custGeom>
          <a:avLst/>
          <a:gdLst/>
          <a:ahLst/>
          <a:cxnLst/>
          <a:rect l="0" t="0" r="0" b="0"/>
          <a:pathLst>
            <a:path>
              <a:moveTo>
                <a:pt x="45720" y="0"/>
              </a:moveTo>
              <a:lnTo>
                <a:pt x="45720" y="648938"/>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DBF0B4-A8D1-4458-BCE6-1C1E9C19E4B2}">
      <dsp:nvSpPr>
        <dsp:cNvPr id="0" name=""/>
        <dsp:cNvSpPr/>
      </dsp:nvSpPr>
      <dsp:spPr>
        <a:xfrm>
          <a:off x="3918606" y="1420457"/>
          <a:ext cx="2727154" cy="648938"/>
        </a:xfrm>
        <a:custGeom>
          <a:avLst/>
          <a:gdLst/>
          <a:ahLst/>
          <a:cxnLst/>
          <a:rect l="0" t="0" r="0" b="0"/>
          <a:pathLst>
            <a:path>
              <a:moveTo>
                <a:pt x="0" y="0"/>
              </a:moveTo>
              <a:lnTo>
                <a:pt x="0" y="442232"/>
              </a:lnTo>
              <a:lnTo>
                <a:pt x="2727154" y="442232"/>
              </a:lnTo>
              <a:lnTo>
                <a:pt x="2727154" y="648938"/>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CA6BB1-2AF6-4A95-B824-34F2CBF3FE1F}">
      <dsp:nvSpPr>
        <dsp:cNvPr id="0" name=""/>
        <dsp:cNvSpPr/>
      </dsp:nvSpPr>
      <dsp:spPr>
        <a:xfrm>
          <a:off x="3872886" y="3486276"/>
          <a:ext cx="91440" cy="648938"/>
        </a:xfrm>
        <a:custGeom>
          <a:avLst/>
          <a:gdLst/>
          <a:ahLst/>
          <a:cxnLst/>
          <a:rect l="0" t="0" r="0" b="0"/>
          <a:pathLst>
            <a:path>
              <a:moveTo>
                <a:pt x="45720" y="0"/>
              </a:moveTo>
              <a:lnTo>
                <a:pt x="45720" y="648938"/>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8DF081-0178-4675-828A-1FBF39DDA8BF}">
      <dsp:nvSpPr>
        <dsp:cNvPr id="0" name=""/>
        <dsp:cNvSpPr/>
      </dsp:nvSpPr>
      <dsp:spPr>
        <a:xfrm>
          <a:off x="3872886" y="1420457"/>
          <a:ext cx="91440" cy="648938"/>
        </a:xfrm>
        <a:custGeom>
          <a:avLst/>
          <a:gdLst/>
          <a:ahLst/>
          <a:cxnLst/>
          <a:rect l="0" t="0" r="0" b="0"/>
          <a:pathLst>
            <a:path>
              <a:moveTo>
                <a:pt x="45720" y="0"/>
              </a:moveTo>
              <a:lnTo>
                <a:pt x="45720" y="648938"/>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FFD22A-F342-4021-9CA3-3C4561884E07}">
      <dsp:nvSpPr>
        <dsp:cNvPr id="0" name=""/>
        <dsp:cNvSpPr/>
      </dsp:nvSpPr>
      <dsp:spPr>
        <a:xfrm>
          <a:off x="1145732" y="3486276"/>
          <a:ext cx="91440" cy="648938"/>
        </a:xfrm>
        <a:custGeom>
          <a:avLst/>
          <a:gdLst/>
          <a:ahLst/>
          <a:cxnLst/>
          <a:rect l="0" t="0" r="0" b="0"/>
          <a:pathLst>
            <a:path>
              <a:moveTo>
                <a:pt x="45720" y="0"/>
              </a:moveTo>
              <a:lnTo>
                <a:pt x="45720" y="648938"/>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A9D98C-8E17-451E-BCD0-85072AD36E1F}">
      <dsp:nvSpPr>
        <dsp:cNvPr id="0" name=""/>
        <dsp:cNvSpPr/>
      </dsp:nvSpPr>
      <dsp:spPr>
        <a:xfrm>
          <a:off x="1191452" y="1420457"/>
          <a:ext cx="2727154" cy="648938"/>
        </a:xfrm>
        <a:custGeom>
          <a:avLst/>
          <a:gdLst/>
          <a:ahLst/>
          <a:cxnLst/>
          <a:rect l="0" t="0" r="0" b="0"/>
          <a:pathLst>
            <a:path>
              <a:moveTo>
                <a:pt x="2727154" y="0"/>
              </a:moveTo>
              <a:lnTo>
                <a:pt x="2727154" y="442232"/>
              </a:lnTo>
              <a:lnTo>
                <a:pt x="0" y="442232"/>
              </a:lnTo>
              <a:lnTo>
                <a:pt x="0" y="648938"/>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A9CAB8-22F3-4D95-B663-181D2850DEFB}">
      <dsp:nvSpPr>
        <dsp:cNvPr id="0" name=""/>
        <dsp:cNvSpPr/>
      </dsp:nvSpPr>
      <dsp:spPr>
        <a:xfrm>
          <a:off x="2802952" y="3576"/>
          <a:ext cx="2231308" cy="141688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6CD16B-7491-4948-9317-8B7D8A18CF44}">
      <dsp:nvSpPr>
        <dsp:cNvPr id="0" name=""/>
        <dsp:cNvSpPr/>
      </dsp:nvSpPr>
      <dsp:spPr>
        <a:xfrm>
          <a:off x="3050875" y="239103"/>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Technical Communication</a:t>
          </a:r>
        </a:p>
      </dsp:txBody>
      <dsp:txXfrm>
        <a:off x="3092374" y="280602"/>
        <a:ext cx="2148310" cy="1333882"/>
      </dsp:txXfrm>
    </dsp:sp>
    <dsp:sp modelId="{9F0318FD-7CD7-41E0-9C8D-899FD4D7F55A}">
      <dsp:nvSpPr>
        <dsp:cNvPr id="0" name=""/>
        <dsp:cNvSpPr/>
      </dsp:nvSpPr>
      <dsp:spPr>
        <a:xfrm>
          <a:off x="75798" y="2069396"/>
          <a:ext cx="2231308" cy="141688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4625BF-93FB-43FC-B52A-F2985E6D2C9A}">
      <dsp:nvSpPr>
        <dsp:cNvPr id="0" name=""/>
        <dsp:cNvSpPr/>
      </dsp:nvSpPr>
      <dsp:spPr>
        <a:xfrm>
          <a:off x="323721" y="2304923"/>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Technical/Professional</a:t>
          </a:r>
        </a:p>
      </dsp:txBody>
      <dsp:txXfrm>
        <a:off x="365220" y="2346422"/>
        <a:ext cx="2148310" cy="1333882"/>
      </dsp:txXfrm>
    </dsp:sp>
    <dsp:sp modelId="{DC505778-0134-4303-A2FA-70B765A5F609}">
      <dsp:nvSpPr>
        <dsp:cNvPr id="0" name=""/>
        <dsp:cNvSpPr/>
      </dsp:nvSpPr>
      <dsp:spPr>
        <a:xfrm>
          <a:off x="75798" y="4135215"/>
          <a:ext cx="2231308" cy="14168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083D2E-DA17-4CF0-9124-480FB8B3453B}">
      <dsp:nvSpPr>
        <dsp:cNvPr id="0" name=""/>
        <dsp:cNvSpPr/>
      </dsp:nvSpPr>
      <dsp:spPr>
        <a:xfrm>
          <a:off x="323721" y="4370742"/>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Subject/field specific experts produce it as it requires expertise (professional qualification/training) in the subject</a:t>
          </a:r>
        </a:p>
      </dsp:txBody>
      <dsp:txXfrm>
        <a:off x="365220" y="4412241"/>
        <a:ext cx="2148310" cy="1333882"/>
      </dsp:txXfrm>
    </dsp:sp>
    <dsp:sp modelId="{702670A1-00FB-407F-95B2-CEF51E487DD1}">
      <dsp:nvSpPr>
        <dsp:cNvPr id="0" name=""/>
        <dsp:cNvSpPr/>
      </dsp:nvSpPr>
      <dsp:spPr>
        <a:xfrm>
          <a:off x="2802952" y="2069396"/>
          <a:ext cx="2231308" cy="141688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2630A-1F1C-4BF9-9F8D-BCAE21BF1474}">
      <dsp:nvSpPr>
        <dsp:cNvPr id="0" name=""/>
        <dsp:cNvSpPr/>
      </dsp:nvSpPr>
      <dsp:spPr>
        <a:xfrm>
          <a:off x="3050875" y="2304923"/>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Business</a:t>
          </a:r>
        </a:p>
      </dsp:txBody>
      <dsp:txXfrm>
        <a:off x="3092374" y="2346422"/>
        <a:ext cx="2148310" cy="1333882"/>
      </dsp:txXfrm>
    </dsp:sp>
    <dsp:sp modelId="{CD613BE4-A46E-4444-974D-17ECC2AF221B}">
      <dsp:nvSpPr>
        <dsp:cNvPr id="0" name=""/>
        <dsp:cNvSpPr/>
      </dsp:nvSpPr>
      <dsp:spPr>
        <a:xfrm>
          <a:off x="2802952" y="4135215"/>
          <a:ext cx="2231308" cy="14168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785F6F-15A2-40C7-80B8-E286ABB48801}">
      <dsp:nvSpPr>
        <dsp:cNvPr id="0" name=""/>
        <dsp:cNvSpPr/>
      </dsp:nvSpPr>
      <dsp:spPr>
        <a:xfrm>
          <a:off x="3050875" y="4370742"/>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It aims to run (administer and manage) the business</a:t>
          </a:r>
        </a:p>
      </dsp:txBody>
      <dsp:txXfrm>
        <a:off x="3092374" y="4412241"/>
        <a:ext cx="2148310" cy="1333882"/>
      </dsp:txXfrm>
    </dsp:sp>
    <dsp:sp modelId="{42F8A430-EA12-4CCB-B1FA-C2BB5EF87888}">
      <dsp:nvSpPr>
        <dsp:cNvPr id="0" name=""/>
        <dsp:cNvSpPr/>
      </dsp:nvSpPr>
      <dsp:spPr>
        <a:xfrm>
          <a:off x="5530107" y="2069396"/>
          <a:ext cx="2231308" cy="141688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F49474-E682-4FB5-8E34-F183728A2966}">
      <dsp:nvSpPr>
        <dsp:cNvPr id="0" name=""/>
        <dsp:cNvSpPr/>
      </dsp:nvSpPr>
      <dsp:spPr>
        <a:xfrm>
          <a:off x="5778030" y="2304923"/>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Scientific</a:t>
          </a:r>
        </a:p>
      </dsp:txBody>
      <dsp:txXfrm>
        <a:off x="5819529" y="2346422"/>
        <a:ext cx="2148310" cy="1333882"/>
      </dsp:txXfrm>
    </dsp:sp>
    <dsp:sp modelId="{EC5B5379-EE62-42D3-A20C-43A7C80F2905}">
      <dsp:nvSpPr>
        <dsp:cNvPr id="0" name=""/>
        <dsp:cNvSpPr/>
      </dsp:nvSpPr>
      <dsp:spPr>
        <a:xfrm>
          <a:off x="5530107" y="4135215"/>
          <a:ext cx="2231308" cy="14168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4B53C6-1C5B-44C0-BC5E-93A7524718B8}">
      <dsp:nvSpPr>
        <dsp:cNvPr id="0" name=""/>
        <dsp:cNvSpPr/>
      </dsp:nvSpPr>
      <dsp:spPr>
        <a:xfrm>
          <a:off x="5778030" y="4370742"/>
          <a:ext cx="2231308" cy="141688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It aims to report researches and discovers to advance the field</a:t>
          </a:r>
        </a:p>
      </dsp:txBody>
      <dsp:txXfrm>
        <a:off x="5819529" y="4412241"/>
        <a:ext cx="2148310" cy="13338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4C407-382E-492C-9090-83DA548456DD}">
      <dsp:nvSpPr>
        <dsp:cNvPr id="0" name=""/>
        <dsp:cNvSpPr/>
      </dsp:nvSpPr>
      <dsp:spPr>
        <a:xfrm>
          <a:off x="2285364" y="488"/>
          <a:ext cx="3428047" cy="1904534"/>
        </a:xfrm>
        <a:prstGeom prst="rightArrow">
          <a:avLst>
            <a:gd name="adj1" fmla="val 75000"/>
            <a:gd name="adj2" fmla="val 50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t" anchorCtr="0">
          <a:noAutofit/>
        </a:bodyPr>
        <a:lstStyle/>
        <a:p>
          <a:pPr marL="285750" lvl="1" indent="-285750" algn="l" defTabSz="1511300">
            <a:lnSpc>
              <a:spcPct val="90000"/>
            </a:lnSpc>
            <a:spcBef>
              <a:spcPct val="0"/>
            </a:spcBef>
            <a:spcAft>
              <a:spcPct val="15000"/>
            </a:spcAft>
            <a:buChar char="•"/>
          </a:pPr>
          <a:r>
            <a:rPr lang="en-US" sz="3400" kern="1200" dirty="0"/>
            <a:t>Reading</a:t>
          </a:r>
        </a:p>
        <a:p>
          <a:pPr marL="285750" lvl="1" indent="-285750" algn="l" defTabSz="1511300">
            <a:lnSpc>
              <a:spcPct val="90000"/>
            </a:lnSpc>
            <a:spcBef>
              <a:spcPct val="0"/>
            </a:spcBef>
            <a:spcAft>
              <a:spcPct val="15000"/>
            </a:spcAft>
            <a:buChar char="•"/>
          </a:pPr>
          <a:r>
            <a:rPr lang="en-US" sz="3400" kern="1200" dirty="0"/>
            <a:t>Listening</a:t>
          </a:r>
        </a:p>
      </dsp:txBody>
      <dsp:txXfrm>
        <a:off x="2285364" y="238555"/>
        <a:ext cx="2713847" cy="1428400"/>
      </dsp:txXfrm>
    </dsp:sp>
    <dsp:sp modelId="{A6A3E899-866B-42A8-A363-A872D0208545}">
      <dsp:nvSpPr>
        <dsp:cNvPr id="0" name=""/>
        <dsp:cNvSpPr/>
      </dsp:nvSpPr>
      <dsp:spPr>
        <a:xfrm>
          <a:off x="0" y="488"/>
          <a:ext cx="2285364" cy="1904534"/>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Receptive Skills</a:t>
          </a:r>
        </a:p>
      </dsp:txBody>
      <dsp:txXfrm>
        <a:off x="92972" y="93460"/>
        <a:ext cx="2099420" cy="1718590"/>
      </dsp:txXfrm>
    </dsp:sp>
    <dsp:sp modelId="{E4D40B57-FF94-4B31-BC2B-EDDC1FC78896}">
      <dsp:nvSpPr>
        <dsp:cNvPr id="0" name=""/>
        <dsp:cNvSpPr/>
      </dsp:nvSpPr>
      <dsp:spPr>
        <a:xfrm>
          <a:off x="2285364" y="2095476"/>
          <a:ext cx="3428047" cy="1904534"/>
        </a:xfrm>
        <a:prstGeom prst="rightArrow">
          <a:avLst>
            <a:gd name="adj1" fmla="val 75000"/>
            <a:gd name="adj2" fmla="val 50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t" anchorCtr="0">
          <a:noAutofit/>
        </a:bodyPr>
        <a:lstStyle/>
        <a:p>
          <a:pPr marL="285750" lvl="1" indent="-285750" algn="l" defTabSz="1511300">
            <a:lnSpc>
              <a:spcPct val="90000"/>
            </a:lnSpc>
            <a:spcBef>
              <a:spcPct val="0"/>
            </a:spcBef>
            <a:spcAft>
              <a:spcPct val="15000"/>
            </a:spcAft>
            <a:buChar char="•"/>
          </a:pPr>
          <a:r>
            <a:rPr lang="en-US" sz="3400" kern="1200" dirty="0"/>
            <a:t>Writing </a:t>
          </a:r>
        </a:p>
        <a:p>
          <a:pPr marL="285750" lvl="1" indent="-285750" algn="l" defTabSz="1511300">
            <a:lnSpc>
              <a:spcPct val="90000"/>
            </a:lnSpc>
            <a:spcBef>
              <a:spcPct val="0"/>
            </a:spcBef>
            <a:spcAft>
              <a:spcPct val="15000"/>
            </a:spcAft>
            <a:buChar char="•"/>
          </a:pPr>
          <a:r>
            <a:rPr lang="en-US" sz="3400" kern="1200" dirty="0"/>
            <a:t>Speaking </a:t>
          </a:r>
        </a:p>
      </dsp:txBody>
      <dsp:txXfrm>
        <a:off x="2285364" y="2333543"/>
        <a:ext cx="2713847" cy="1428400"/>
      </dsp:txXfrm>
    </dsp:sp>
    <dsp:sp modelId="{63FEB11E-EE37-42F0-A279-7D45E203CBBC}">
      <dsp:nvSpPr>
        <dsp:cNvPr id="0" name=""/>
        <dsp:cNvSpPr/>
      </dsp:nvSpPr>
      <dsp:spPr>
        <a:xfrm>
          <a:off x="0" y="2095476"/>
          <a:ext cx="2285364" cy="1904534"/>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Productive Skills</a:t>
          </a:r>
        </a:p>
      </dsp:txBody>
      <dsp:txXfrm>
        <a:off x="92972" y="2188448"/>
        <a:ext cx="2099420" cy="17185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2D05C-6290-4695-9333-F85CE01C3AAF}">
      <dsp:nvSpPr>
        <dsp:cNvPr id="0" name=""/>
        <dsp:cNvSpPr/>
      </dsp:nvSpPr>
      <dsp:spPr>
        <a:xfrm>
          <a:off x="3142" y="0"/>
          <a:ext cx="1885425" cy="1920240"/>
        </a:xfrm>
        <a:prstGeom prst="upArrow">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1A4A0E-C18C-4DD2-9D8D-1F345738ECC3}">
      <dsp:nvSpPr>
        <dsp:cNvPr id="0" name=""/>
        <dsp:cNvSpPr/>
      </dsp:nvSpPr>
      <dsp:spPr>
        <a:xfrm>
          <a:off x="1945131" y="0"/>
          <a:ext cx="3199510"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1592" tIns="0" rIns="291592" bIns="291592" numCol="1" spcCol="1270" anchor="ctr" anchorCtr="0">
          <a:noAutofit/>
        </a:bodyPr>
        <a:lstStyle/>
        <a:p>
          <a:pPr marL="0" lvl="0" indent="0" algn="l" defTabSz="1822450">
            <a:lnSpc>
              <a:spcPct val="90000"/>
            </a:lnSpc>
            <a:spcBef>
              <a:spcPct val="0"/>
            </a:spcBef>
            <a:spcAft>
              <a:spcPct val="35000"/>
            </a:spcAft>
            <a:buNone/>
          </a:pPr>
          <a:r>
            <a:rPr lang="en-US" sz="4100" kern="1200" dirty="0"/>
            <a:t>Productive activity </a:t>
          </a:r>
        </a:p>
      </dsp:txBody>
      <dsp:txXfrm>
        <a:off x="1945131" y="0"/>
        <a:ext cx="3199510" cy="1920240"/>
      </dsp:txXfrm>
    </dsp:sp>
    <dsp:sp modelId="{3DB26B30-4029-496F-9493-382C764A6F43}">
      <dsp:nvSpPr>
        <dsp:cNvPr id="0" name=""/>
        <dsp:cNvSpPr/>
      </dsp:nvSpPr>
      <dsp:spPr>
        <a:xfrm>
          <a:off x="568770" y="2080260"/>
          <a:ext cx="1885425" cy="1920240"/>
        </a:xfrm>
        <a:prstGeom prst="downArrow">
          <a:avLst/>
        </a:prstGeom>
        <a:solidFill>
          <a:schemeClr val="accent5">
            <a:hueOff val="8735693"/>
            <a:satOff val="-45639"/>
            <a:lumOff val="10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7807B6-3EBB-454E-A99A-73E10723BB99}">
      <dsp:nvSpPr>
        <dsp:cNvPr id="0" name=""/>
        <dsp:cNvSpPr/>
      </dsp:nvSpPr>
      <dsp:spPr>
        <a:xfrm>
          <a:off x="2510758" y="2080260"/>
          <a:ext cx="3199510"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1592" tIns="0" rIns="291592" bIns="291592" numCol="1" spcCol="1270" anchor="ctr" anchorCtr="0">
          <a:noAutofit/>
        </a:bodyPr>
        <a:lstStyle/>
        <a:p>
          <a:pPr marL="0" lvl="0" indent="0" algn="l" defTabSz="1822450">
            <a:lnSpc>
              <a:spcPct val="90000"/>
            </a:lnSpc>
            <a:spcBef>
              <a:spcPct val="0"/>
            </a:spcBef>
            <a:spcAft>
              <a:spcPct val="35000"/>
            </a:spcAft>
            <a:buNone/>
          </a:pPr>
          <a:r>
            <a:rPr lang="en-US" sz="4100" kern="1200" dirty="0"/>
            <a:t>Non-productive activity </a:t>
          </a:r>
        </a:p>
      </dsp:txBody>
      <dsp:txXfrm>
        <a:off x="2510758" y="2080260"/>
        <a:ext cx="3199510" cy="1920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7BB4B-96E7-439E-9813-3EA6F69AD018}">
      <dsp:nvSpPr>
        <dsp:cNvPr id="0" name=""/>
        <dsp:cNvSpPr/>
      </dsp:nvSpPr>
      <dsp:spPr>
        <a:xfrm>
          <a:off x="784428" y="1063"/>
          <a:ext cx="2223817" cy="1334290"/>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Literary </a:t>
          </a:r>
        </a:p>
      </dsp:txBody>
      <dsp:txXfrm>
        <a:off x="784428" y="1063"/>
        <a:ext cx="2223817" cy="1334290"/>
      </dsp:txXfrm>
    </dsp:sp>
    <dsp:sp modelId="{5CB764B5-2A90-4385-8DCA-F0EE86DEC19F}">
      <dsp:nvSpPr>
        <dsp:cNvPr id="0" name=""/>
        <dsp:cNvSpPr/>
      </dsp:nvSpPr>
      <dsp:spPr>
        <a:xfrm>
          <a:off x="3230628" y="1063"/>
          <a:ext cx="2223817" cy="1334290"/>
        </a:xfrm>
        <a:prstGeom prst="rect">
          <a:avLst/>
        </a:prstGeom>
        <a:solidFill>
          <a:schemeClr val="accent3">
            <a:hueOff val="-2201768"/>
            <a:satOff val="-796"/>
            <a:lumOff val="3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Technical </a:t>
          </a:r>
        </a:p>
      </dsp:txBody>
      <dsp:txXfrm>
        <a:off x="3230628" y="1063"/>
        <a:ext cx="2223817" cy="1334290"/>
      </dsp:txXfrm>
    </dsp:sp>
    <dsp:sp modelId="{BF3C24F0-AC3C-405A-AF91-1FD84A32B4B4}">
      <dsp:nvSpPr>
        <dsp:cNvPr id="0" name=""/>
        <dsp:cNvSpPr/>
      </dsp:nvSpPr>
      <dsp:spPr>
        <a:xfrm>
          <a:off x="784428" y="1557735"/>
          <a:ext cx="2223817" cy="1334290"/>
        </a:xfrm>
        <a:prstGeom prst="rect">
          <a:avLst/>
        </a:prstGeom>
        <a:solidFill>
          <a:schemeClr val="accent3">
            <a:hueOff val="-4403536"/>
            <a:satOff val="-1592"/>
            <a:lumOff val="68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Journalistic</a:t>
          </a:r>
        </a:p>
      </dsp:txBody>
      <dsp:txXfrm>
        <a:off x="784428" y="1557735"/>
        <a:ext cx="2223817" cy="1334290"/>
      </dsp:txXfrm>
    </dsp:sp>
    <dsp:sp modelId="{DD1EF2C9-0400-49E0-B9C4-AFB617A12D95}">
      <dsp:nvSpPr>
        <dsp:cNvPr id="0" name=""/>
        <dsp:cNvSpPr/>
      </dsp:nvSpPr>
      <dsp:spPr>
        <a:xfrm>
          <a:off x="3230628" y="1557735"/>
          <a:ext cx="2223817" cy="1334290"/>
        </a:xfrm>
        <a:prstGeom prst="rect">
          <a:avLst/>
        </a:prstGeom>
        <a:solidFill>
          <a:schemeClr val="accent3">
            <a:hueOff val="-6605304"/>
            <a:satOff val="-2388"/>
            <a:lumOff val="10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Academic </a:t>
          </a:r>
        </a:p>
      </dsp:txBody>
      <dsp:txXfrm>
        <a:off x="3230628" y="1557735"/>
        <a:ext cx="2223817" cy="1334290"/>
      </dsp:txXfrm>
    </dsp:sp>
    <dsp:sp modelId="{528D2D12-152B-4D7A-ACB8-1B4B2AAC5A4B}">
      <dsp:nvSpPr>
        <dsp:cNvPr id="0" name=""/>
        <dsp:cNvSpPr/>
      </dsp:nvSpPr>
      <dsp:spPr>
        <a:xfrm>
          <a:off x="2007528" y="3114408"/>
          <a:ext cx="2223817" cy="1334290"/>
        </a:xfrm>
        <a:prstGeom prst="rect">
          <a:avLst/>
        </a:prstGeom>
        <a:solidFill>
          <a:schemeClr val="accent3">
            <a:hueOff val="-8807072"/>
            <a:satOff val="-3184"/>
            <a:lumOff val="137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Creative </a:t>
          </a:r>
        </a:p>
      </dsp:txBody>
      <dsp:txXfrm>
        <a:off x="2007528" y="3114408"/>
        <a:ext cx="2223817" cy="13342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08F40-214B-49BC-91D2-32652F5141BE}">
      <dsp:nvSpPr>
        <dsp:cNvPr id="0" name=""/>
        <dsp:cNvSpPr/>
      </dsp:nvSpPr>
      <dsp:spPr>
        <a:xfrm>
          <a:off x="0" y="1150881"/>
          <a:ext cx="6391275" cy="6300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6157A9-D5CD-4821-9FB6-D1E389EF08D3}">
      <dsp:nvSpPr>
        <dsp:cNvPr id="0" name=""/>
        <dsp:cNvSpPr/>
      </dsp:nvSpPr>
      <dsp:spPr>
        <a:xfrm>
          <a:off x="319563" y="781881"/>
          <a:ext cx="5627083" cy="7380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marL="0" lvl="0" indent="0" algn="l" defTabSz="1111250">
            <a:lnSpc>
              <a:spcPct val="90000"/>
            </a:lnSpc>
            <a:spcBef>
              <a:spcPct val="0"/>
            </a:spcBef>
            <a:spcAft>
              <a:spcPct val="35000"/>
            </a:spcAft>
            <a:buFont typeface="Symbol" panose="05050102010706020507" pitchFamily="18" charset="2"/>
            <a:buNone/>
          </a:pPr>
          <a:r>
            <a:rPr lang="en-US" sz="2500" kern="1200" dirty="0">
              <a:solidFill>
                <a:schemeClr val="bg1"/>
              </a:solidFill>
            </a:rPr>
            <a:t>To give information (It is the primary purpose of TW)</a:t>
          </a:r>
        </a:p>
      </dsp:txBody>
      <dsp:txXfrm>
        <a:off x="355589" y="817907"/>
        <a:ext cx="5555031" cy="665948"/>
      </dsp:txXfrm>
    </dsp:sp>
    <dsp:sp modelId="{4627899D-F8E6-4BC5-86B6-6B11AE919272}">
      <dsp:nvSpPr>
        <dsp:cNvPr id="0" name=""/>
        <dsp:cNvSpPr/>
      </dsp:nvSpPr>
      <dsp:spPr>
        <a:xfrm>
          <a:off x="0" y="2284881"/>
          <a:ext cx="6391275" cy="630000"/>
        </a:xfrm>
        <a:prstGeom prst="rect">
          <a:avLst/>
        </a:prstGeom>
        <a:solidFill>
          <a:schemeClr val="lt1">
            <a:alpha val="90000"/>
            <a:hueOff val="0"/>
            <a:satOff val="0"/>
            <a:lumOff val="0"/>
            <a:alphaOff val="0"/>
          </a:schemeClr>
        </a:solidFill>
        <a:ln w="15875" cap="flat" cmpd="sng" algn="ctr">
          <a:solidFill>
            <a:schemeClr val="accent5">
              <a:hueOff val="4367846"/>
              <a:satOff val="-22820"/>
              <a:lumOff val="5392"/>
              <a:alphaOff val="0"/>
            </a:schemeClr>
          </a:solidFill>
          <a:prstDash val="solid"/>
        </a:ln>
        <a:effectLst/>
      </dsp:spPr>
      <dsp:style>
        <a:lnRef idx="2">
          <a:scrgbClr r="0" g="0" b="0"/>
        </a:lnRef>
        <a:fillRef idx="1">
          <a:scrgbClr r="0" g="0" b="0"/>
        </a:fillRef>
        <a:effectRef idx="0">
          <a:scrgbClr r="0" g="0" b="0"/>
        </a:effectRef>
        <a:fontRef idx="minor"/>
      </dsp:style>
    </dsp:sp>
    <dsp:sp modelId="{667B0026-58B5-45F3-BE39-D2A232FFD4A5}">
      <dsp:nvSpPr>
        <dsp:cNvPr id="0" name=""/>
        <dsp:cNvSpPr/>
      </dsp:nvSpPr>
      <dsp:spPr>
        <a:xfrm>
          <a:off x="319563" y="1915881"/>
          <a:ext cx="5554963" cy="738000"/>
        </a:xfrm>
        <a:prstGeom prst="roundRect">
          <a:avLst/>
        </a:prstGeom>
        <a:solidFill>
          <a:schemeClr val="accent5">
            <a:hueOff val="4367846"/>
            <a:satOff val="-22820"/>
            <a:lumOff val="5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marL="0" lvl="0" indent="0" algn="l" defTabSz="1111250">
            <a:lnSpc>
              <a:spcPct val="90000"/>
            </a:lnSpc>
            <a:spcBef>
              <a:spcPct val="0"/>
            </a:spcBef>
            <a:spcAft>
              <a:spcPct val="35000"/>
            </a:spcAft>
            <a:buFont typeface="Symbol" panose="05050102010706020507" pitchFamily="18" charset="2"/>
            <a:buNone/>
          </a:pPr>
          <a:r>
            <a:rPr lang="en-US" sz="2500" kern="1200" dirty="0">
              <a:solidFill>
                <a:schemeClr val="bg1"/>
              </a:solidFill>
            </a:rPr>
            <a:t>To analyze and interpret events and their implications</a:t>
          </a:r>
        </a:p>
      </dsp:txBody>
      <dsp:txXfrm>
        <a:off x="355589" y="1951907"/>
        <a:ext cx="5482911" cy="665948"/>
      </dsp:txXfrm>
    </dsp:sp>
    <dsp:sp modelId="{B8AFDE70-60D9-49E7-A329-A017581E896C}">
      <dsp:nvSpPr>
        <dsp:cNvPr id="0" name=""/>
        <dsp:cNvSpPr/>
      </dsp:nvSpPr>
      <dsp:spPr>
        <a:xfrm>
          <a:off x="0" y="3418881"/>
          <a:ext cx="6391275" cy="630000"/>
        </a:xfrm>
        <a:prstGeom prst="rect">
          <a:avLst/>
        </a:prstGeom>
        <a:solidFill>
          <a:schemeClr val="lt1">
            <a:alpha val="90000"/>
            <a:hueOff val="0"/>
            <a:satOff val="0"/>
            <a:lumOff val="0"/>
            <a:alphaOff val="0"/>
          </a:schemeClr>
        </a:solidFill>
        <a:ln w="15875" cap="flat" cmpd="sng" algn="ctr">
          <a:solidFill>
            <a:schemeClr val="accent5">
              <a:hueOff val="8735693"/>
              <a:satOff val="-45639"/>
              <a:lumOff val="10784"/>
              <a:alphaOff val="0"/>
            </a:schemeClr>
          </a:solidFill>
          <a:prstDash val="solid"/>
        </a:ln>
        <a:effectLst/>
      </dsp:spPr>
      <dsp:style>
        <a:lnRef idx="2">
          <a:scrgbClr r="0" g="0" b="0"/>
        </a:lnRef>
        <a:fillRef idx="1">
          <a:scrgbClr r="0" g="0" b="0"/>
        </a:fillRef>
        <a:effectRef idx="0">
          <a:scrgbClr r="0" g="0" b="0"/>
        </a:effectRef>
        <a:fontRef idx="minor"/>
      </dsp:style>
    </dsp:sp>
    <dsp:sp modelId="{754183EA-5FCD-40DD-AB54-90AA2D5BE7B5}">
      <dsp:nvSpPr>
        <dsp:cNvPr id="0" name=""/>
        <dsp:cNvSpPr/>
      </dsp:nvSpPr>
      <dsp:spPr>
        <a:xfrm>
          <a:off x="319563" y="3049881"/>
          <a:ext cx="5570219" cy="738000"/>
        </a:xfrm>
        <a:prstGeom prst="roundRect">
          <a:avLst/>
        </a:prstGeom>
        <a:solidFill>
          <a:schemeClr val="accent5">
            <a:hueOff val="8735693"/>
            <a:satOff val="-45639"/>
            <a:lumOff val="10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marL="0" lvl="0" indent="0" algn="l" defTabSz="1111250">
            <a:lnSpc>
              <a:spcPct val="90000"/>
            </a:lnSpc>
            <a:spcBef>
              <a:spcPct val="0"/>
            </a:spcBef>
            <a:spcAft>
              <a:spcPct val="35000"/>
            </a:spcAft>
            <a:buFont typeface="Symbol" panose="05050102010706020507" pitchFamily="18" charset="2"/>
            <a:buNone/>
          </a:pPr>
          <a:r>
            <a:rPr lang="en-US" sz="2500" kern="1200" dirty="0">
              <a:solidFill>
                <a:schemeClr val="bg1"/>
              </a:solidFill>
            </a:rPr>
            <a:t>To persuade and influence decisions</a:t>
          </a:r>
        </a:p>
      </dsp:txBody>
      <dsp:txXfrm>
        <a:off x="355589" y="3085907"/>
        <a:ext cx="5498167" cy="66594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1007534" y="0"/>
            <a:ext cx="5898825"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6906359"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6" y="3428999"/>
            <a:ext cx="4138550" cy="2268559"/>
          </a:xfrm>
        </p:spPr>
        <p:txBody>
          <a:bodyPr anchor="t">
            <a:normAutofit/>
          </a:bodyPr>
          <a:lstStyle>
            <a:lvl1pPr algn="r">
              <a:defRPr sz="4200"/>
            </a:lvl1pPr>
          </a:lstStyle>
          <a:p>
            <a:r>
              <a:rPr lang="en-US"/>
              <a:t>Click to edit Master title style</a:t>
            </a:r>
            <a:endParaRPr lang="en-US" dirty="0"/>
          </a:p>
        </p:txBody>
      </p:sp>
      <p:sp>
        <p:nvSpPr>
          <p:cNvPr id="3" name="Subtitle 2"/>
          <p:cNvSpPr>
            <a:spLocks noGrp="1"/>
          </p:cNvSpPr>
          <p:nvPr>
            <p:ph type="subTitle" idx="1"/>
          </p:nvPr>
        </p:nvSpPr>
        <p:spPr>
          <a:xfrm>
            <a:off x="2131292" y="2268787"/>
            <a:ext cx="3966114" cy="1160213"/>
          </a:xfrm>
        </p:spPr>
        <p:txBody>
          <a:bodyPr tIns="0" anchor="b">
            <a:normAutofit/>
          </a:bodyPr>
          <a:lstStyle>
            <a:lvl1pPr marL="0" indent="0" algn="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3A2F0832-F084-422D-97D1-AF848F4F2C34}" type="slidenum">
              <a:rPr lang="en-US" smtClean="0"/>
              <a:pPr/>
              <a:t>‹#›</a:t>
            </a:fld>
            <a:endParaRPr lang="en-US"/>
          </a:p>
        </p:txBody>
      </p:sp>
      <p:sp>
        <p:nvSpPr>
          <p:cNvPr id="24" name="TextBox 23"/>
          <p:cNvSpPr txBox="1"/>
          <p:nvPr/>
        </p:nvSpPr>
        <p:spPr>
          <a:xfrm>
            <a:off x="1641440" y="3262168"/>
            <a:ext cx="311727" cy="430887"/>
          </a:xfrm>
          <a:prstGeom prst="rect">
            <a:avLst/>
          </a:prstGeom>
          <a:noFill/>
        </p:spPr>
        <p:txBody>
          <a:bodyPr wrap="square" rtlCol="0">
            <a:spAutoFit/>
          </a:bodyPr>
          <a:lstStyle/>
          <a:p>
            <a:pPr algn="r"/>
            <a:r>
              <a:rPr lang="en-US" sz="2200" dirty="0">
                <a:solidFill>
                  <a:schemeClr val="accent6"/>
                </a:solidFill>
                <a:latin typeface="Wingdings 3" panose="05040102010807070707" pitchFamily="18" charset="2"/>
              </a:rPr>
              <a:t>z</a:t>
            </a:r>
            <a:endParaRPr lang="en-US" sz="22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301160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
        <p:nvSpPr>
          <p:cNvPr id="7" name="TextBox 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178719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5" y="3199028"/>
            <a:ext cx="5967420" cy="1372971"/>
          </a:xfrm>
        </p:spPr>
        <p:txBody>
          <a:bodyPr anchor="t">
            <a:normAutofit/>
          </a:bodyPr>
          <a:lstStyle>
            <a:lvl1pPr algn="r">
              <a:defRPr sz="2800"/>
            </a:lvl1pPr>
          </a:lstStyle>
          <a:p>
            <a:r>
              <a:rPr lang="en-US"/>
              <a:t>Click to edit Master title style</a:t>
            </a:r>
            <a:endParaRPr lang="en-US" dirty="0"/>
          </a:p>
        </p:txBody>
      </p:sp>
      <p:sp>
        <p:nvSpPr>
          <p:cNvPr id="3" name="Text Placeholder 2"/>
          <p:cNvSpPr>
            <a:spLocks noGrp="1"/>
          </p:cNvSpPr>
          <p:nvPr>
            <p:ph type="body" idx="1"/>
          </p:nvPr>
        </p:nvSpPr>
        <p:spPr>
          <a:xfrm>
            <a:off x="2121131" y="2272143"/>
            <a:ext cx="5803294" cy="926885"/>
          </a:xfrm>
        </p:spPr>
        <p:txBody>
          <a:bodyPr tIns="0" anchor="b">
            <a:normAutofit/>
          </a:bodyPr>
          <a:lstStyle>
            <a:lvl1pPr marL="0" indent="0" algn="r">
              <a:buNone/>
              <a:defRPr sz="16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
        <p:nvSpPr>
          <p:cNvPr id="16" name="TextBox 15"/>
          <p:cNvSpPr txBox="1"/>
          <p:nvPr/>
        </p:nvSpPr>
        <p:spPr>
          <a:xfrm>
            <a:off x="1644924" y="3023993"/>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08434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2" name="Rectangle 11"/>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61426" y="805818"/>
            <a:ext cx="5882780"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65406" y="2056800"/>
            <a:ext cx="285554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84679" y="2056800"/>
            <a:ext cx="285952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TextBox 18"/>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24649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Rectangle 13"/>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TextBox 23"/>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63589" y="805818"/>
            <a:ext cx="5880617" cy="107702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63589" y="2054563"/>
            <a:ext cx="2857364"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62510" y="2851330"/>
            <a:ext cx="2858443"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84679" y="2054563"/>
            <a:ext cx="2859527"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84680" y="2851330"/>
            <a:ext cx="2859526"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777398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TextBox 15"/>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487632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891031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7" name="Rectangle 16"/>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TextBox 21"/>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85983" y="1296618"/>
            <a:ext cx="2120703" cy="1889075"/>
          </a:xfrm>
        </p:spPr>
        <p:txBody>
          <a:bodyPr anchor="b">
            <a:normAutofit/>
          </a:bodyPr>
          <a:lstStyle>
            <a:lvl1pPr algn="l">
              <a:defRPr sz="2000"/>
            </a:lvl1pPr>
          </a:lstStyle>
          <a:p>
            <a:r>
              <a:rPr lang="en-US"/>
              <a:t>Click to edit Master title style</a:t>
            </a:r>
            <a:endParaRPr lang="en-US" dirty="0"/>
          </a:p>
        </p:txBody>
      </p:sp>
      <p:sp>
        <p:nvSpPr>
          <p:cNvPr id="3" name="Content Placeholder 2"/>
          <p:cNvSpPr>
            <a:spLocks noGrp="1"/>
          </p:cNvSpPr>
          <p:nvPr>
            <p:ph idx="1"/>
          </p:nvPr>
        </p:nvSpPr>
        <p:spPr>
          <a:xfrm>
            <a:off x="4088538" y="805818"/>
            <a:ext cx="375566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5982" y="3186155"/>
            <a:ext cx="2120703" cy="2386397"/>
          </a:xfrm>
        </p:spPr>
        <p:txBody>
          <a:bodyPr>
            <a:normAutofit/>
          </a:bodyPr>
          <a:lstStyle>
            <a:lvl1pPr marL="0" indent="0" algn="l">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072475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TextBox 12"/>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3" name="Picture Placeholder 2"/>
          <p:cNvSpPr>
            <a:spLocks noGrp="1" noChangeAspect="1"/>
          </p:cNvSpPr>
          <p:nvPr>
            <p:ph type="pic" idx="1"/>
          </p:nvPr>
        </p:nvSpPr>
        <p:spPr>
          <a:xfrm>
            <a:off x="4582987" y="3229"/>
            <a:ext cx="3727769"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2" name="Title 1"/>
          <p:cNvSpPr>
            <a:spLocks noGrp="1"/>
          </p:cNvSpPr>
          <p:nvPr>
            <p:ph type="title"/>
          </p:nvPr>
        </p:nvSpPr>
        <p:spPr>
          <a:xfrm>
            <a:off x="1486671" y="1296618"/>
            <a:ext cx="2603212" cy="1886308"/>
          </a:xfrm>
        </p:spPr>
        <p:txBody>
          <a:bodyPr anchor="b">
            <a:normAutofit/>
          </a:bodyP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1485984" y="3182928"/>
            <a:ext cx="2603794" cy="2386394"/>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7618802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TextBox 1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808057"/>
            <a:ext cx="5885350"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120792" y="2049878"/>
            <a:ext cx="5723414" cy="40000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636819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8" name="Rectangle 17"/>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TextBox 22"/>
          <p:cNvSpPr txBox="1"/>
          <p:nvPr/>
        </p:nvSpPr>
        <p:spPr>
          <a:xfrm rot="5400000">
            <a:off x="7688343" y="480678"/>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849317" y="805818"/>
            <a:ext cx="99488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964598" y="970410"/>
            <a:ext cx="4715441"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277880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03648" y="0"/>
            <a:ext cx="7740352"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Free PPT _ Click to add title</a:t>
            </a:r>
            <a:endParaRPr lang="ko-KR" altLang="en-US" dirty="0"/>
          </a:p>
        </p:txBody>
      </p:sp>
      <p:sp>
        <p:nvSpPr>
          <p:cNvPr id="4" name="Content Placeholder 2"/>
          <p:cNvSpPr>
            <a:spLocks noGrp="1"/>
          </p:cNvSpPr>
          <p:nvPr>
            <p:ph idx="1"/>
          </p:nvPr>
        </p:nvSpPr>
        <p:spPr>
          <a:xfrm>
            <a:off x="1930779" y="1268760"/>
            <a:ext cx="6751499"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1941123" y="1844824"/>
            <a:ext cx="6751499"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1140671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7504" y="16778"/>
            <a:ext cx="9036496"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Free PPT _ Click to add title</a:t>
            </a:r>
            <a:endParaRPr lang="ko-KR" altLang="en-US" dirty="0"/>
          </a:p>
        </p:txBody>
      </p:sp>
      <p:sp>
        <p:nvSpPr>
          <p:cNvPr id="3" name="Content Placeholder 2"/>
          <p:cNvSpPr>
            <a:spLocks noGrp="1"/>
          </p:cNvSpPr>
          <p:nvPr>
            <p:ph idx="1"/>
          </p:nvPr>
        </p:nvSpPr>
        <p:spPr>
          <a:xfrm>
            <a:off x="601216" y="1340768"/>
            <a:ext cx="8085584"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4" name="Content Placeholder 2"/>
          <p:cNvSpPr>
            <a:spLocks noGrp="1"/>
          </p:cNvSpPr>
          <p:nvPr>
            <p:ph idx="10"/>
          </p:nvPr>
        </p:nvSpPr>
        <p:spPr>
          <a:xfrm>
            <a:off x="611560" y="2017439"/>
            <a:ext cx="8085584" cy="3600400"/>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Tree>
    <p:extLst>
      <p:ext uri="{BB962C8B-B14F-4D97-AF65-F5344CB8AC3E}">
        <p14:creationId xmlns:p14="http://schemas.microsoft.com/office/powerpoint/2010/main" val="32315786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828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3.png"/><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pPr/>
              <a:t>10/11/2021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71060" y="2912532"/>
            <a:ext cx="7772939" cy="3945467"/>
          </a:xfrm>
          <a:prstGeom prst="rect">
            <a:avLst/>
          </a:prstGeom>
        </p:spPr>
      </p:pic>
      <p:pic>
        <p:nvPicPr>
          <p:cNvPr id="15" name="Picture 14"/>
          <p:cNvPicPr>
            <a:picLocks noChangeAspect="1"/>
          </p:cNvPicPr>
          <p:nvPr/>
        </p:nvPicPr>
        <p:blipFill rotWithShape="1">
          <a:blip r:embed="rId17">
            <a:extLst>
              <a:ext uri="{28A0092B-C50C-407E-A947-70E740481C1C}">
                <a14:useLocalDpi xmlns:a14="http://schemas.microsoft.com/office/drawing/2010/main" val="0"/>
              </a:ext>
            </a:extLst>
          </a:blip>
          <a:srcRect r="24998"/>
          <a:stretch/>
        </p:blipFill>
        <p:spPr>
          <a:xfrm>
            <a:off x="1" y="0"/>
            <a:ext cx="9143999" cy="6858000"/>
          </a:xfrm>
          <a:prstGeom prst="rect">
            <a:avLst/>
          </a:prstGeom>
        </p:spPr>
      </p:pic>
      <p:sp>
        <p:nvSpPr>
          <p:cNvPr id="12" name="Rectangle 11"/>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961317" y="808057"/>
            <a:ext cx="587801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26236" y="2049878"/>
            <a:ext cx="5713092" cy="4000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28294" y="5272451"/>
            <a:ext cx="2662729" cy="179188"/>
          </a:xfrm>
          <a:prstGeom prst="rect">
            <a:avLst/>
          </a:prstGeom>
        </p:spPr>
        <p:txBody>
          <a:bodyPr vert="horz" lIns="91440" tIns="18288" rIns="91440" bIns="45720" rtlCol="0" anchor="t"/>
          <a:lstStyle>
            <a:lvl1pPr algn="r">
              <a:defRPr sz="900">
                <a:solidFill>
                  <a:schemeClr val="tx1">
                    <a:tint val="75000"/>
                  </a:schemeClr>
                </a:solidFill>
                <a:latin typeface="+mn-lt"/>
              </a:defRPr>
            </a:lvl1pPr>
          </a:lstStyle>
          <a:p>
            <a:fld id="{18DCCD61-643D-44A5-A450-3A42A50CBC1E}" type="datetimeFigureOut">
              <a:rPr lang="en-US" smtClean="0"/>
              <a:pPr/>
              <a:t>10/11/2021</a:t>
            </a:fld>
            <a:endParaRPr lang="en-US"/>
          </a:p>
        </p:txBody>
      </p:sp>
      <p:sp>
        <p:nvSpPr>
          <p:cNvPr id="5" name="Footer Placeholder 4"/>
          <p:cNvSpPr>
            <a:spLocks noGrp="1"/>
          </p:cNvSpPr>
          <p:nvPr>
            <p:ph type="ftr" sz="quarter" idx="3"/>
          </p:nvPr>
        </p:nvSpPr>
        <p:spPr>
          <a:xfrm rot="5400000">
            <a:off x="-2258177" y="3658900"/>
            <a:ext cx="5885352" cy="183663"/>
          </a:xfrm>
          <a:prstGeom prst="rect">
            <a:avLst/>
          </a:prstGeom>
        </p:spPr>
        <p:txBody>
          <a:bodyPr vert="horz" lIns="91440" tIns="45720" rIns="91440" bIns="18288" rtlCol="0" anchor="b"/>
          <a:lstStyle>
            <a:lvl1pPr algn="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62136" y="164594"/>
            <a:ext cx="638312" cy="322850"/>
          </a:xfrm>
          <a:prstGeom prst="rect">
            <a:avLst/>
          </a:prstGeom>
        </p:spPr>
        <p:txBody>
          <a:bodyPr vert="horz" lIns="91440" tIns="45720" rIns="45720" bIns="45720" rtlCol="0" anchor="ctr"/>
          <a:lstStyle>
            <a:lvl1pPr algn="r">
              <a:defRPr sz="16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3725119559"/>
      </p:ext>
    </p:extLst>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27" r:id="rId14"/>
  </p:sldLayoutIdLst>
  <p:txStyles>
    <p:titleStyle>
      <a:lvl1pPr algn="r" defTabSz="685800" rtl="0" eaLnBrk="1" latinLnBrk="0" hangingPunct="1">
        <a:lnSpc>
          <a:spcPct val="90000"/>
        </a:lnSpc>
        <a:spcBef>
          <a:spcPct val="0"/>
        </a:spcBef>
        <a:buNone/>
        <a:defRPr sz="2800" b="0" i="0" kern="1200" cap="none">
          <a:solidFill>
            <a:schemeClr val="tx1"/>
          </a:solidFill>
          <a:effectLst/>
          <a:latin typeface="+mj-lt"/>
          <a:ea typeface="+mj-ea"/>
          <a:cs typeface="+mj-cs"/>
        </a:defRPr>
      </a:lvl1pPr>
    </p:titleStyle>
    <p:bodyStyle>
      <a:lvl1pPr marL="258366" indent="-258366" algn="l" defTabSz="685800" rtl="0" eaLnBrk="1" latinLnBrk="0" hangingPunct="1">
        <a:lnSpc>
          <a:spcPct val="120000"/>
        </a:lnSpc>
        <a:spcBef>
          <a:spcPts val="750"/>
        </a:spcBef>
        <a:spcAft>
          <a:spcPts val="45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1pPr>
      <a:lvl2pPr marL="5965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2pPr>
      <a:lvl3pPr marL="9441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3pPr>
      <a:lvl4pPr marL="12823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4pPr>
      <a:lvl5pPr marL="16299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1975104"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6pPr>
      <a:lvl7pPr marL="224028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7pPr>
      <a:lvl8pPr marL="2670048"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8pPr>
      <a:lvl9pPr marL="301752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676400" y="685800"/>
            <a:ext cx="6859122" cy="1200329"/>
          </a:xfrm>
          <a:prstGeom prst="rect">
            <a:avLst/>
          </a:prstGeom>
          <a:noFill/>
          <a:ln w="9525">
            <a:noFill/>
            <a:miter lim="800000"/>
            <a:headEnd/>
            <a:tailEnd/>
          </a:ln>
        </p:spPr>
        <p:txBody>
          <a:bodyPr wrap="square">
            <a:spAutoFit/>
          </a:bodyPr>
          <a:lstStyle/>
          <a:p>
            <a:r>
              <a:rPr lang="en-US" altLang="ko-KR" sz="3600" b="1" dirty="0">
                <a:solidFill>
                  <a:schemeClr val="tx2"/>
                </a:solidFill>
                <a:latin typeface="Arial" pitchFamily="34" charset="0"/>
                <a:ea typeface="맑은 고딕" pitchFamily="50" charset="-127"/>
                <a:cs typeface="Arial" pitchFamily="34" charset="0"/>
              </a:rPr>
              <a:t>INTRODUCTION TO TECHNICAL WRITING</a:t>
            </a:r>
          </a:p>
        </p:txBody>
      </p:sp>
      <p:pic>
        <p:nvPicPr>
          <p:cNvPr id="7" name="Content Placeholder 6">
            <a:extLst>
              <a:ext uri="{FF2B5EF4-FFF2-40B4-BE49-F238E27FC236}">
                <a16:creationId xmlns:a16="http://schemas.microsoft.com/office/drawing/2014/main" id="{5CD3A8C0-EA65-42A1-8655-1522C938C8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1" y="2362200"/>
            <a:ext cx="5938838" cy="2976463"/>
          </a:xfrm>
        </p:spPr>
      </p:pic>
    </p:spTree>
    <p:extLst>
      <p:ext uri="{BB962C8B-B14F-4D97-AF65-F5344CB8AC3E}">
        <p14:creationId xmlns:p14="http://schemas.microsoft.com/office/powerpoint/2010/main" val="194122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838200"/>
            <a:ext cx="7285037" cy="5257800"/>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0" y="152400"/>
            <a:ext cx="3524974" cy="458838"/>
          </a:xfrm>
        </p:spPr>
        <p:txBody>
          <a:bodyPr>
            <a:normAutofit fontScale="90000"/>
          </a:bodyPr>
          <a:lstStyle/>
          <a:p>
            <a:pPr algn="ctr"/>
            <a:r>
              <a:rPr lang="en-US" b="1" dirty="0"/>
              <a:t>Let’s Compare!</a:t>
            </a:r>
          </a:p>
        </p:txBody>
      </p:sp>
      <p:sp>
        <p:nvSpPr>
          <p:cNvPr id="6" name="Content Placeholder 5"/>
          <p:cNvSpPr>
            <a:spLocks noGrp="1"/>
          </p:cNvSpPr>
          <p:nvPr>
            <p:ph sz="half" idx="1"/>
          </p:nvPr>
        </p:nvSpPr>
        <p:spPr>
          <a:xfrm>
            <a:off x="1066800" y="2712456"/>
            <a:ext cx="3585792" cy="3993144"/>
          </a:xfrm>
        </p:spPr>
        <p:txBody>
          <a:bodyPr>
            <a:normAutofit fontScale="85000" lnSpcReduction="10000"/>
          </a:bodyPr>
          <a:lstStyle/>
          <a:p>
            <a:pPr marL="0" indent="0" algn="just">
              <a:buNone/>
            </a:pPr>
            <a:r>
              <a:rPr lang="en-US" dirty="0">
                <a:latin typeface="Comic Sans MS" panose="030F0702030302020204" pitchFamily="66" charset="0"/>
              </a:rPr>
              <a:t>The brawled and dreary look on Wick’s face, the rain and the obscured background and most of all, the never ending thirst of getting his way regardless of the fact that this may cause a toll of several other deaths; Reeves has played an impeccable role, projecting the bitterness, emptiness and indignation in his own life. Inscrutable expression on the face of the protagonist entrap the imagination of the plans he probably has, leaving questions open and disturbed. </a:t>
            </a:r>
          </a:p>
          <a:p>
            <a:endParaRPr lang="en-US" dirty="0"/>
          </a:p>
        </p:txBody>
      </p:sp>
      <p:sp>
        <p:nvSpPr>
          <p:cNvPr id="7" name="Content Placeholder 6"/>
          <p:cNvSpPr>
            <a:spLocks noGrp="1"/>
          </p:cNvSpPr>
          <p:nvPr>
            <p:ph sz="half" idx="2"/>
          </p:nvPr>
        </p:nvSpPr>
        <p:spPr>
          <a:xfrm>
            <a:off x="4652592" y="1143000"/>
            <a:ext cx="3424608" cy="5287944"/>
          </a:xfrm>
        </p:spPr>
        <p:txBody>
          <a:bodyPr>
            <a:normAutofit fontScale="85000" lnSpcReduction="10000"/>
          </a:bodyPr>
          <a:lstStyle/>
          <a:p>
            <a:pPr marL="0" indent="0" algn="just">
              <a:buNone/>
            </a:pPr>
            <a:r>
              <a:rPr lang="en-US" dirty="0">
                <a:latin typeface="Arial Rounded MT Bold" panose="020F0704030504030204" pitchFamily="34" charset="0"/>
              </a:rPr>
              <a:t>The given image is of the main character in a Hollywood action, thriller movie John Wick, played by Keanu Reeves. </a:t>
            </a:r>
          </a:p>
          <a:p>
            <a:pPr marL="0" indent="0" algn="just">
              <a:buNone/>
            </a:pPr>
            <a:r>
              <a:rPr lang="en-US" dirty="0">
                <a:latin typeface="Arial Rounded MT Bold" panose="020F0704030504030204" pitchFamily="34" charset="0"/>
              </a:rPr>
              <a:t>The background of the image is not as clear as that of the main character’s image. It can be predicted that the background is of a road. We cannot see the whole body image that would have been helpful in predicting if he is making a move to kill someone or have killed his enemy already, given his injuries.</a:t>
            </a:r>
          </a:p>
          <a:p>
            <a:pPr marL="0" indent="0" algn="just">
              <a:buNone/>
            </a:pPr>
            <a:r>
              <a:rPr lang="en-US" dirty="0">
                <a:latin typeface="Arial Rounded MT Bold" panose="020F0704030504030204" pitchFamily="34" charset="0"/>
              </a:rPr>
              <a:t>Finally, the dress is timeless and quite plain, with no accompanying broche or tie clipper. He may appear as a don or a mafia. </a:t>
            </a:r>
          </a:p>
          <a:p>
            <a:pPr marL="0" indent="0" algn="just">
              <a:buNone/>
            </a:pPr>
            <a:endParaRPr lang="en-US" dirty="0"/>
          </a:p>
        </p:txBody>
      </p:sp>
      <p:sp>
        <p:nvSpPr>
          <p:cNvPr id="2" name="Rectangle: Rounded Corners 1">
            <a:extLst>
              <a:ext uri="{FF2B5EF4-FFF2-40B4-BE49-F238E27FC236}">
                <a16:creationId xmlns:a16="http://schemas.microsoft.com/office/drawing/2014/main" id="{913C5E80-5BC9-4387-9C5C-071AFB1D5621}"/>
              </a:ext>
            </a:extLst>
          </p:cNvPr>
          <p:cNvSpPr/>
          <p:nvPr/>
        </p:nvSpPr>
        <p:spPr>
          <a:xfrm>
            <a:off x="1600200" y="2180694"/>
            <a:ext cx="2133600" cy="3048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A</a:t>
            </a:r>
            <a:endParaRPr lang="en-US" sz="2000" b="1" dirty="0">
              <a:solidFill>
                <a:schemeClr val="bg1"/>
              </a:solidFill>
            </a:endParaRPr>
          </a:p>
        </p:txBody>
      </p:sp>
      <p:sp>
        <p:nvSpPr>
          <p:cNvPr id="8" name="Rectangle: Rounded Corners 7">
            <a:extLst>
              <a:ext uri="{FF2B5EF4-FFF2-40B4-BE49-F238E27FC236}">
                <a16:creationId xmlns:a16="http://schemas.microsoft.com/office/drawing/2014/main" id="{BA07759D-F5CC-4356-9746-7BA7EACF4BB3}"/>
              </a:ext>
            </a:extLst>
          </p:cNvPr>
          <p:cNvSpPr/>
          <p:nvPr/>
        </p:nvSpPr>
        <p:spPr>
          <a:xfrm>
            <a:off x="5298096" y="634429"/>
            <a:ext cx="2133600" cy="3048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B</a:t>
            </a:r>
            <a:endParaRPr lang="en-US" b="1" dirty="0">
              <a:solidFill>
                <a:schemeClr val="bg1"/>
              </a:solidFill>
            </a:endParaRPr>
          </a:p>
        </p:txBody>
      </p:sp>
    </p:spTree>
    <p:extLst>
      <p:ext uri="{BB962C8B-B14F-4D97-AF65-F5344CB8AC3E}">
        <p14:creationId xmlns:p14="http://schemas.microsoft.com/office/powerpoint/2010/main" val="425709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b="1" dirty="0"/>
              <a:t>Can we have a technical and general description on the following image?</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76400" y="2049463"/>
            <a:ext cx="6019800" cy="4000500"/>
          </a:xfrm>
        </p:spPr>
      </p:pic>
    </p:spTree>
    <p:extLst>
      <p:ext uri="{BB962C8B-B14F-4D97-AF65-F5344CB8AC3E}">
        <p14:creationId xmlns:p14="http://schemas.microsoft.com/office/powerpoint/2010/main" val="363144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822272861"/>
              </p:ext>
            </p:extLst>
          </p:nvPr>
        </p:nvGraphicFramePr>
        <p:xfrm>
          <a:off x="611560" y="304800"/>
          <a:ext cx="8085137" cy="579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Technical Writing?</a:t>
            </a:r>
            <a:endParaRPr lang="en-US" dirty="0"/>
          </a:p>
        </p:txBody>
      </p:sp>
      <p:sp>
        <p:nvSpPr>
          <p:cNvPr id="3" name="Content Placeholder 2"/>
          <p:cNvSpPr>
            <a:spLocks noGrp="1"/>
          </p:cNvSpPr>
          <p:nvPr>
            <p:ph idx="1"/>
          </p:nvPr>
        </p:nvSpPr>
        <p:spPr/>
        <p:txBody>
          <a:bodyPr/>
          <a:lstStyle/>
          <a:p>
            <a:pPr>
              <a:buNone/>
            </a:pPr>
            <a:r>
              <a:rPr lang="en-US" dirty="0"/>
              <a:t>  “It is a </a:t>
            </a:r>
            <a:r>
              <a:rPr lang="en-US" b="1" dirty="0"/>
              <a:t>long-established </a:t>
            </a:r>
            <a:r>
              <a:rPr lang="en-US" dirty="0"/>
              <a:t>and important </a:t>
            </a:r>
            <a:r>
              <a:rPr lang="en-US" b="1" dirty="0"/>
              <a:t>professional</a:t>
            </a:r>
            <a:r>
              <a:rPr lang="en-US" dirty="0"/>
              <a:t> </a:t>
            </a:r>
            <a:r>
              <a:rPr lang="en-US" b="1" dirty="0"/>
              <a:t>activity</a:t>
            </a:r>
            <a:r>
              <a:rPr lang="en-US" dirty="0"/>
              <a:t> that can be defined as a </a:t>
            </a:r>
            <a:r>
              <a:rPr lang="en-US" b="1" dirty="0"/>
              <a:t>specialized field </a:t>
            </a:r>
            <a:r>
              <a:rPr lang="en-US" dirty="0"/>
              <a:t>of communication whose purpose is to convey technical and scientific information and ideas accurately and efficiently.”</a:t>
            </a:r>
          </a:p>
          <a:p>
            <a:pPr>
              <a:buNone/>
            </a:pPr>
            <a:endParaRPr lang="en-US" dirty="0"/>
          </a:p>
        </p:txBody>
      </p:sp>
    </p:spTree>
    <p:extLst>
      <p:ext uri="{BB962C8B-B14F-4D97-AF65-F5344CB8AC3E}">
        <p14:creationId xmlns:p14="http://schemas.microsoft.com/office/powerpoint/2010/main" val="317809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Common Purposes of Technical Writing:</a:t>
            </a:r>
            <a:endParaRPr lang="en-US" dirty="0"/>
          </a:p>
        </p:txBody>
      </p:sp>
      <p:sp>
        <p:nvSpPr>
          <p:cNvPr id="3" name="Content Placeholder 2"/>
          <p:cNvSpPr>
            <a:spLocks noGrp="1"/>
          </p:cNvSpPr>
          <p:nvPr>
            <p:ph idx="1"/>
          </p:nvPr>
        </p:nvSpPr>
        <p:spPr/>
        <p:txBody>
          <a:bodyPr/>
          <a:lstStyle/>
          <a:p>
            <a:pPr lvl="0"/>
            <a:endParaRPr lang="en-US" dirty="0"/>
          </a:p>
          <a:p>
            <a:pPr lvl="0"/>
            <a:endParaRPr lang="en-US" dirty="0"/>
          </a:p>
          <a:p>
            <a:pPr lvl="0"/>
            <a:r>
              <a:rPr lang="en-US" dirty="0"/>
              <a:t>To inform</a:t>
            </a:r>
          </a:p>
          <a:p>
            <a:pPr lvl="0"/>
            <a:r>
              <a:rPr lang="en-US" dirty="0"/>
              <a:t>To instruct</a:t>
            </a:r>
          </a:p>
          <a:p>
            <a:pPr lvl="0"/>
            <a:r>
              <a:rPr lang="en-US" dirty="0"/>
              <a:t>To persuade</a:t>
            </a:r>
          </a:p>
          <a:p>
            <a:pPr>
              <a:buNone/>
            </a:pPr>
            <a:endParaRPr lang="en-US" dirty="0"/>
          </a:p>
        </p:txBody>
      </p:sp>
    </p:spTree>
    <p:extLst>
      <p:ext uri="{BB962C8B-B14F-4D97-AF65-F5344CB8AC3E}">
        <p14:creationId xmlns:p14="http://schemas.microsoft.com/office/powerpoint/2010/main" val="1128183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Skills Needed to be a Good </a:t>
            </a:r>
            <a:br>
              <a:rPr lang="en-US" dirty="0"/>
            </a:br>
            <a:r>
              <a:rPr lang="en-US" dirty="0"/>
              <a:t>Technical Writer</a:t>
            </a:r>
          </a:p>
        </p:txBody>
      </p:sp>
      <p:sp>
        <p:nvSpPr>
          <p:cNvPr id="4" name="Content Placeholder 3"/>
          <p:cNvSpPr>
            <a:spLocks noGrp="1"/>
          </p:cNvSpPr>
          <p:nvPr>
            <p:ph idx="1"/>
          </p:nvPr>
        </p:nvSpPr>
        <p:spPr/>
        <p:txBody>
          <a:bodyPr>
            <a:normAutofit/>
          </a:bodyPr>
          <a:lstStyle/>
          <a:p>
            <a:pPr marL="342900" indent="-342900">
              <a:buAutoNum type="arabicPeriod"/>
            </a:pPr>
            <a:r>
              <a:rPr lang="en-US" sz="2400" dirty="0"/>
              <a:t>Subject Knowledge</a:t>
            </a:r>
          </a:p>
          <a:p>
            <a:pPr marL="342900" indent="-342900">
              <a:buAutoNum type="arabicPeriod"/>
            </a:pPr>
            <a:r>
              <a:rPr lang="en-US" sz="2400" dirty="0"/>
              <a:t>Writing Skills</a:t>
            </a:r>
          </a:p>
          <a:p>
            <a:pPr marL="342900" indent="-342900">
              <a:buAutoNum type="arabicPeriod"/>
            </a:pPr>
            <a:r>
              <a:rPr lang="en-US" sz="2400" dirty="0"/>
              <a:t>Research Skills</a:t>
            </a:r>
          </a:p>
          <a:p>
            <a:pPr marL="342900" indent="-342900">
              <a:buAutoNum type="arabicPeriod"/>
            </a:pPr>
            <a:r>
              <a:rPr lang="en-US" sz="2400" dirty="0"/>
              <a:t>Knowledge of the conventions of Technical Communication</a:t>
            </a:r>
          </a:p>
        </p:txBody>
      </p:sp>
    </p:spTree>
    <p:extLst>
      <p:ext uri="{BB962C8B-B14F-4D97-AF65-F5344CB8AC3E}">
        <p14:creationId xmlns:p14="http://schemas.microsoft.com/office/powerpoint/2010/main" val="71278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2BDC-8A45-4254-BA8D-3B06AFD0EBFB}"/>
              </a:ext>
            </a:extLst>
          </p:cNvPr>
          <p:cNvSpPr>
            <a:spLocks noGrp="1"/>
          </p:cNvSpPr>
          <p:nvPr>
            <p:ph type="title"/>
          </p:nvPr>
        </p:nvSpPr>
        <p:spPr/>
        <p:txBody>
          <a:bodyPr>
            <a:normAutofit/>
          </a:bodyPr>
          <a:lstStyle/>
          <a:p>
            <a:pPr algn="ctr"/>
            <a:r>
              <a:rPr lang="en-US" sz="3600" b="1" dirty="0"/>
              <a:t>4 language skills</a:t>
            </a:r>
          </a:p>
        </p:txBody>
      </p:sp>
      <p:graphicFrame>
        <p:nvGraphicFramePr>
          <p:cNvPr id="4" name="Content Placeholder 3">
            <a:extLst>
              <a:ext uri="{FF2B5EF4-FFF2-40B4-BE49-F238E27FC236}">
                <a16:creationId xmlns:a16="http://schemas.microsoft.com/office/drawing/2014/main" id="{72196799-257C-4B6A-BFEE-B866820DD585}"/>
              </a:ext>
            </a:extLst>
          </p:cNvPr>
          <p:cNvGraphicFramePr>
            <a:graphicFrameLocks noGrp="1"/>
          </p:cNvGraphicFramePr>
          <p:nvPr>
            <p:ph idx="1"/>
            <p:extLst>
              <p:ext uri="{D42A27DB-BD31-4B8C-83A1-F6EECF244321}">
                <p14:modId xmlns:p14="http://schemas.microsoft.com/office/powerpoint/2010/main" val="356545560"/>
              </p:ext>
            </p:extLst>
          </p:nvPr>
        </p:nvGraphicFramePr>
        <p:xfrm>
          <a:off x="2125663" y="2049463"/>
          <a:ext cx="5713412" cy="400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9219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29852-415D-487E-BE78-F47862154D9A}"/>
              </a:ext>
            </a:extLst>
          </p:cNvPr>
          <p:cNvSpPr>
            <a:spLocks noGrp="1"/>
          </p:cNvSpPr>
          <p:nvPr>
            <p:ph type="title"/>
          </p:nvPr>
        </p:nvSpPr>
        <p:spPr>
          <a:xfrm>
            <a:off x="1219200" y="269422"/>
            <a:ext cx="5878011" cy="1077229"/>
          </a:xfrm>
        </p:spPr>
        <p:txBody>
          <a:bodyPr/>
          <a:lstStyle/>
          <a:p>
            <a:pPr algn="l"/>
            <a:r>
              <a:rPr lang="en-US" b="1" dirty="0">
                <a:solidFill>
                  <a:srgbClr val="FFFF00"/>
                </a:solidFill>
              </a:rPr>
              <a:t>How would “writing” be seen separately?</a:t>
            </a:r>
          </a:p>
        </p:txBody>
      </p:sp>
      <p:graphicFrame>
        <p:nvGraphicFramePr>
          <p:cNvPr id="4" name="Content Placeholder 3">
            <a:extLst>
              <a:ext uri="{FF2B5EF4-FFF2-40B4-BE49-F238E27FC236}">
                <a16:creationId xmlns:a16="http://schemas.microsoft.com/office/drawing/2014/main" id="{19DE2F9B-C15C-4AAC-B0DD-3DFA3FECAAC8}"/>
              </a:ext>
            </a:extLst>
          </p:cNvPr>
          <p:cNvGraphicFramePr>
            <a:graphicFrameLocks noGrp="1"/>
          </p:cNvGraphicFramePr>
          <p:nvPr>
            <p:ph idx="1"/>
            <p:extLst>
              <p:ext uri="{D42A27DB-BD31-4B8C-83A1-F6EECF244321}">
                <p14:modId xmlns:p14="http://schemas.microsoft.com/office/powerpoint/2010/main" val="3255220321"/>
              </p:ext>
            </p:extLst>
          </p:nvPr>
        </p:nvGraphicFramePr>
        <p:xfrm>
          <a:off x="2125663" y="2049463"/>
          <a:ext cx="5713412" cy="400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1422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2B6F-41C9-41FB-AB8F-B902EFA526E7}"/>
              </a:ext>
            </a:extLst>
          </p:cNvPr>
          <p:cNvSpPr>
            <a:spLocks noGrp="1"/>
          </p:cNvSpPr>
          <p:nvPr>
            <p:ph type="title"/>
          </p:nvPr>
        </p:nvSpPr>
        <p:spPr>
          <a:xfrm>
            <a:off x="1219200" y="304800"/>
            <a:ext cx="5878011" cy="639743"/>
          </a:xfrm>
        </p:spPr>
        <p:txBody>
          <a:bodyPr>
            <a:normAutofit/>
          </a:bodyPr>
          <a:lstStyle/>
          <a:p>
            <a:pPr algn="l"/>
            <a:r>
              <a:rPr lang="en-US" sz="3600" b="1" dirty="0">
                <a:solidFill>
                  <a:srgbClr val="FFFF00"/>
                </a:solidFill>
              </a:rPr>
              <a:t>Importance of writing </a:t>
            </a:r>
          </a:p>
        </p:txBody>
      </p:sp>
      <p:sp>
        <p:nvSpPr>
          <p:cNvPr id="3" name="Content Placeholder 2">
            <a:extLst>
              <a:ext uri="{FF2B5EF4-FFF2-40B4-BE49-F238E27FC236}">
                <a16:creationId xmlns:a16="http://schemas.microsoft.com/office/drawing/2014/main" id="{76069ECE-BB8F-4EDC-8297-1F3631ECFDF7}"/>
              </a:ext>
            </a:extLst>
          </p:cNvPr>
          <p:cNvSpPr>
            <a:spLocks noGrp="1"/>
          </p:cNvSpPr>
          <p:nvPr>
            <p:ph idx="1"/>
          </p:nvPr>
        </p:nvSpPr>
        <p:spPr>
          <a:xfrm>
            <a:off x="1109536" y="944543"/>
            <a:ext cx="6924928" cy="5761057"/>
          </a:xfrm>
        </p:spPr>
        <p:txBody>
          <a:bodyPr>
            <a:normAutofit/>
          </a:bodyPr>
          <a:lstStyle/>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you record history.</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you transmit and preserve religious and cultural values, ideologies, and views.</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you serve people by providing you a means via which we can share knowledge, experience, observation, insight, etc.</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nations grow.</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us guide, instruct, etc.</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immortalize ideas, insights, etc.</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helps preserve a particular language through codification.</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1000"/>
              </a:spcAft>
              <a:buSzPts val="1200"/>
              <a:buFont typeface="Symbol" panose="05050102010706020507" pitchFamily="18" charset="2"/>
              <a:buChar char=""/>
            </a:pPr>
            <a:r>
              <a:rPr lang="en-US" sz="2400" dirty="0">
                <a:solidFill>
                  <a:schemeClr val="accent3">
                    <a:lumMod val="40000"/>
                    <a:lumOff val="60000"/>
                  </a:schemeClr>
                </a:solidFill>
                <a:effectLst/>
                <a:latin typeface="Arial Narrow" panose="020B0606020202030204" pitchFamily="34" charset="0"/>
                <a:ea typeface="Times New Roman" panose="02020603050405020304" pitchFamily="18" charset="0"/>
                <a:cs typeface="Times New Roman" panose="02020603050405020304" pitchFamily="18" charset="0"/>
              </a:rPr>
              <a:t>It is the most appropriate medium of communication in a great majority of cases.</a:t>
            </a:r>
            <a:endParaRPr lang="en-US" sz="2400" dirty="0">
              <a:solidFill>
                <a:schemeClr val="accent3">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319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0B88-2087-4BFE-B178-E1CE896B7AE4}"/>
              </a:ext>
            </a:extLst>
          </p:cNvPr>
          <p:cNvSpPr>
            <a:spLocks noGrp="1"/>
          </p:cNvSpPr>
          <p:nvPr>
            <p:ph type="title"/>
          </p:nvPr>
        </p:nvSpPr>
        <p:spPr>
          <a:xfrm>
            <a:off x="1219200" y="269422"/>
            <a:ext cx="5878011" cy="1077229"/>
          </a:xfrm>
        </p:spPr>
        <p:txBody>
          <a:bodyPr>
            <a:normAutofit/>
          </a:bodyPr>
          <a:lstStyle/>
          <a:p>
            <a:pPr algn="l"/>
            <a:r>
              <a:rPr lang="en-US" sz="3200" b="1" dirty="0">
                <a:solidFill>
                  <a:srgbClr val="FFFF00"/>
                </a:solidFill>
              </a:rPr>
              <a:t>Genres of writing </a:t>
            </a:r>
          </a:p>
        </p:txBody>
      </p:sp>
      <p:graphicFrame>
        <p:nvGraphicFramePr>
          <p:cNvPr id="4" name="Content Placeholder 3">
            <a:extLst>
              <a:ext uri="{FF2B5EF4-FFF2-40B4-BE49-F238E27FC236}">
                <a16:creationId xmlns:a16="http://schemas.microsoft.com/office/drawing/2014/main" id="{2B2975CD-F4C0-4AA4-8AAB-2A25B5A2D289}"/>
              </a:ext>
            </a:extLst>
          </p:cNvPr>
          <p:cNvGraphicFramePr>
            <a:graphicFrameLocks noGrp="1"/>
          </p:cNvGraphicFramePr>
          <p:nvPr>
            <p:ph idx="1"/>
            <p:extLst>
              <p:ext uri="{D42A27DB-BD31-4B8C-83A1-F6EECF244321}">
                <p14:modId xmlns:p14="http://schemas.microsoft.com/office/powerpoint/2010/main" val="2792948274"/>
              </p:ext>
            </p:extLst>
          </p:nvPr>
        </p:nvGraphicFramePr>
        <p:xfrm>
          <a:off x="1600200" y="1600201"/>
          <a:ext cx="6238875" cy="4449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194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1B6A8-ECBF-4DBB-B577-7E7ED5B055D9}"/>
              </a:ext>
            </a:extLst>
          </p:cNvPr>
          <p:cNvSpPr>
            <a:spLocks noGrp="1"/>
          </p:cNvSpPr>
          <p:nvPr>
            <p:ph type="title"/>
          </p:nvPr>
        </p:nvSpPr>
        <p:spPr>
          <a:xfrm>
            <a:off x="1171031" y="168455"/>
            <a:ext cx="5878011" cy="1077229"/>
          </a:xfrm>
        </p:spPr>
        <p:txBody>
          <a:bodyPr>
            <a:normAutofit fontScale="90000"/>
          </a:bodyPr>
          <a:lstStyle/>
          <a:p>
            <a:pPr algn="l"/>
            <a:r>
              <a:rPr lang="en-US" sz="3200" b="1" dirty="0">
                <a:solidFill>
                  <a:srgbClr val="FFFF00"/>
                </a:solidFill>
                <a:effectLst/>
                <a:latin typeface="Arial Narrow" panose="020B0606020202030204" pitchFamily="34" charset="0"/>
                <a:ea typeface="Times New Roman" panose="02020603050405020304" pitchFamily="18" charset="0"/>
                <a:cs typeface="Times New Roman" panose="02020603050405020304" pitchFamily="18" charset="0"/>
              </a:rPr>
              <a:t>Common Purposes of Technical Writing</a:t>
            </a:r>
            <a:br>
              <a:rPr lang="en-US" sz="3200"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sz="4400" dirty="0">
              <a:solidFill>
                <a:srgbClr val="FFFF00"/>
              </a:solidFill>
            </a:endParaRPr>
          </a:p>
        </p:txBody>
      </p:sp>
      <p:graphicFrame>
        <p:nvGraphicFramePr>
          <p:cNvPr id="4" name="Content Placeholder 3">
            <a:extLst>
              <a:ext uri="{FF2B5EF4-FFF2-40B4-BE49-F238E27FC236}">
                <a16:creationId xmlns:a16="http://schemas.microsoft.com/office/drawing/2014/main" id="{EB2BA36C-3CC0-40C7-8E43-1800ABD5FEFD}"/>
              </a:ext>
            </a:extLst>
          </p:cNvPr>
          <p:cNvGraphicFramePr>
            <a:graphicFrameLocks noGrp="1"/>
          </p:cNvGraphicFramePr>
          <p:nvPr>
            <p:ph idx="1"/>
            <p:extLst>
              <p:ext uri="{D42A27DB-BD31-4B8C-83A1-F6EECF244321}">
                <p14:modId xmlns:p14="http://schemas.microsoft.com/office/powerpoint/2010/main" val="2525110882"/>
              </p:ext>
            </p:extLst>
          </p:nvPr>
        </p:nvGraphicFramePr>
        <p:xfrm>
          <a:off x="914400" y="1245684"/>
          <a:ext cx="6391275" cy="4830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5293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A5350-E5D4-4871-989B-2C60558B71F0}"/>
              </a:ext>
            </a:extLst>
          </p:cNvPr>
          <p:cNvSpPr>
            <a:spLocks noGrp="1"/>
          </p:cNvSpPr>
          <p:nvPr>
            <p:ph type="title"/>
          </p:nvPr>
        </p:nvSpPr>
        <p:spPr>
          <a:xfrm>
            <a:off x="1066801" y="182546"/>
            <a:ext cx="6696328" cy="579455"/>
          </a:xfrm>
        </p:spPr>
        <p:txBody>
          <a:bodyPr>
            <a:noAutofit/>
          </a:bodyPr>
          <a:lstStyle/>
          <a:p>
            <a:pPr algn="ctr"/>
            <a:r>
              <a:rPr lang="en-US" sz="2000" b="1" dirty="0">
                <a:solidFill>
                  <a:srgbClr val="FFFF00"/>
                </a:solidFill>
                <a:effectLst/>
                <a:latin typeface="Arial Narrow" panose="020B0606020202030204" pitchFamily="34" charset="0"/>
                <a:ea typeface="Times New Roman" panose="02020603050405020304" pitchFamily="18" charset="0"/>
                <a:cs typeface="Times New Roman" panose="02020603050405020304" pitchFamily="18" charset="0"/>
              </a:rPr>
              <a:t>DIFFERENCE BETWEEN TECHNICAL AND LITERARY WRITING</a:t>
            </a:r>
            <a:br>
              <a:rPr lang="en-US" sz="2000" b="1"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sz="2000" b="1" dirty="0">
              <a:solidFill>
                <a:srgbClr val="FFFF00"/>
              </a:solidFill>
            </a:endParaRPr>
          </a:p>
        </p:txBody>
      </p:sp>
      <p:graphicFrame>
        <p:nvGraphicFramePr>
          <p:cNvPr id="4" name="Table 4">
            <a:extLst>
              <a:ext uri="{FF2B5EF4-FFF2-40B4-BE49-F238E27FC236}">
                <a16:creationId xmlns:a16="http://schemas.microsoft.com/office/drawing/2014/main" id="{80FC7E87-6016-414F-95B4-C39BD5ECB0B7}"/>
              </a:ext>
            </a:extLst>
          </p:cNvPr>
          <p:cNvGraphicFramePr>
            <a:graphicFrameLocks noGrp="1"/>
          </p:cNvGraphicFramePr>
          <p:nvPr>
            <p:ph idx="1"/>
            <p:extLst>
              <p:ext uri="{D42A27DB-BD31-4B8C-83A1-F6EECF244321}">
                <p14:modId xmlns:p14="http://schemas.microsoft.com/office/powerpoint/2010/main" val="1231262401"/>
              </p:ext>
            </p:extLst>
          </p:nvPr>
        </p:nvGraphicFramePr>
        <p:xfrm>
          <a:off x="1066798" y="762000"/>
          <a:ext cx="7239001" cy="5948290"/>
        </p:xfrm>
        <a:graphic>
          <a:graphicData uri="http://schemas.openxmlformats.org/drawingml/2006/table">
            <a:tbl>
              <a:tblPr firstRow="1" bandRow="1">
                <a:tableStyleId>{7DF18680-E054-41AD-8BC1-D1AEF772440D}</a:tableStyleId>
              </a:tblPr>
              <a:tblGrid>
                <a:gridCol w="1812326">
                  <a:extLst>
                    <a:ext uri="{9D8B030D-6E8A-4147-A177-3AD203B41FA5}">
                      <a16:colId xmlns:a16="http://schemas.microsoft.com/office/drawing/2014/main" val="714001139"/>
                    </a:ext>
                  </a:extLst>
                </a:gridCol>
                <a:gridCol w="3013583">
                  <a:extLst>
                    <a:ext uri="{9D8B030D-6E8A-4147-A177-3AD203B41FA5}">
                      <a16:colId xmlns:a16="http://schemas.microsoft.com/office/drawing/2014/main" val="616582118"/>
                    </a:ext>
                  </a:extLst>
                </a:gridCol>
                <a:gridCol w="2413092">
                  <a:extLst>
                    <a:ext uri="{9D8B030D-6E8A-4147-A177-3AD203B41FA5}">
                      <a16:colId xmlns:a16="http://schemas.microsoft.com/office/drawing/2014/main" val="2849414280"/>
                    </a:ext>
                  </a:extLst>
                </a:gridCol>
              </a:tblGrid>
              <a:tr h="697624">
                <a:tc>
                  <a:txBody>
                    <a:bodyPr/>
                    <a:lstStyle/>
                    <a:p>
                      <a:pPr algn="ctr"/>
                      <a:r>
                        <a:rPr lang="en-US" sz="1800" dirty="0">
                          <a:solidFill>
                            <a:schemeClr val="bg1"/>
                          </a:solidFill>
                        </a:rPr>
                        <a:t>Point of reference </a:t>
                      </a:r>
                    </a:p>
                  </a:txBody>
                  <a:tcPr/>
                </a:tc>
                <a:tc>
                  <a:txBody>
                    <a:bodyPr/>
                    <a:lstStyle/>
                    <a:p>
                      <a:pPr algn="ctr"/>
                      <a:r>
                        <a:rPr lang="en-US" sz="1800" b="1" dirty="0">
                          <a:solidFill>
                            <a:schemeClr val="bg1"/>
                          </a:solidFill>
                        </a:rPr>
                        <a:t>Technical </a:t>
                      </a:r>
                    </a:p>
                  </a:txBody>
                  <a:tcPr/>
                </a:tc>
                <a:tc>
                  <a:txBody>
                    <a:bodyPr/>
                    <a:lstStyle/>
                    <a:p>
                      <a:pPr algn="ctr"/>
                      <a:r>
                        <a:rPr lang="en-US" sz="1800" dirty="0">
                          <a:solidFill>
                            <a:schemeClr val="bg1"/>
                          </a:solidFill>
                        </a:rPr>
                        <a:t>Literary </a:t>
                      </a:r>
                    </a:p>
                  </a:txBody>
                  <a:tcPr/>
                </a:tc>
                <a:extLst>
                  <a:ext uri="{0D108BD9-81ED-4DB2-BD59-A6C34878D82A}">
                    <a16:rowId xmlns:a16="http://schemas.microsoft.com/office/drawing/2014/main" val="2236821199"/>
                  </a:ext>
                </a:extLst>
              </a:tr>
              <a:tr h="1212715">
                <a:tc>
                  <a:txBody>
                    <a:bodyPr/>
                    <a:lstStyle/>
                    <a:p>
                      <a:r>
                        <a:rPr lang="en-US" sz="1350" b="1" kern="1200" dirty="0">
                          <a:solidFill>
                            <a:schemeClr val="dk1"/>
                          </a:solidFill>
                          <a:effectLst/>
                        </a:rPr>
                        <a:t>Rule-governed </a:t>
                      </a:r>
                      <a:endParaRPr lang="en-US" dirty="0"/>
                    </a:p>
                  </a:txBody>
                  <a:tcPr/>
                </a:tc>
                <a:tc>
                  <a:txBody>
                    <a:bodyPr/>
                    <a:lstStyle/>
                    <a:p>
                      <a:r>
                        <a:rPr lang="en-US" sz="1600" kern="1200" dirty="0">
                          <a:solidFill>
                            <a:schemeClr val="dk1"/>
                          </a:solidFill>
                          <a:effectLst/>
                        </a:rPr>
                        <a:t>It has its own set of rules and practices. It presents a formal order or structure for conveying ideas.</a:t>
                      </a:r>
                      <a:endParaRPr lang="en-US" sz="1600" dirty="0"/>
                    </a:p>
                  </a:txBody>
                  <a:tcPr/>
                </a:tc>
                <a:tc>
                  <a:txBody>
                    <a:bodyPr/>
                    <a:lstStyle/>
                    <a:p>
                      <a:r>
                        <a:rPr lang="en-US" sz="1800" kern="1200" dirty="0">
                          <a:solidFill>
                            <a:schemeClr val="dk1"/>
                          </a:solidFill>
                          <a:effectLst/>
                        </a:rPr>
                        <a:t>It is experimental.</a:t>
                      </a:r>
                      <a:endParaRPr lang="en-US" sz="1800" dirty="0"/>
                    </a:p>
                  </a:txBody>
                  <a:tcPr/>
                </a:tc>
                <a:extLst>
                  <a:ext uri="{0D108BD9-81ED-4DB2-BD59-A6C34878D82A}">
                    <a16:rowId xmlns:a16="http://schemas.microsoft.com/office/drawing/2014/main" val="3576297059"/>
                  </a:ext>
                </a:extLst>
              </a:tr>
              <a:tr h="1212715">
                <a:tc>
                  <a:txBody>
                    <a:bodyPr/>
                    <a:lstStyle/>
                    <a:p>
                      <a:r>
                        <a:rPr lang="en-US" sz="1350" b="1" kern="1200" dirty="0">
                          <a:solidFill>
                            <a:schemeClr val="dk1"/>
                          </a:solidFill>
                          <a:effectLst/>
                        </a:rPr>
                        <a:t>Organization</a:t>
                      </a:r>
                      <a:endParaRPr lang="en-US" dirty="0"/>
                    </a:p>
                  </a:txBody>
                  <a:tcPr/>
                </a:tc>
                <a:tc>
                  <a:txBody>
                    <a:bodyPr/>
                    <a:lstStyle/>
                    <a:p>
                      <a:r>
                        <a:rPr lang="en-US" sz="1600" kern="1200" dirty="0">
                          <a:solidFill>
                            <a:schemeClr val="dk1"/>
                          </a:solidFill>
                          <a:effectLst/>
                        </a:rPr>
                        <a:t>Highly well-organized and logically structured. Follows the patterns and conventions for different text types strictly.</a:t>
                      </a:r>
                      <a:endParaRPr lang="en-US" sz="1600" dirty="0"/>
                    </a:p>
                  </a:txBody>
                  <a:tcPr/>
                </a:tc>
                <a:tc>
                  <a:txBody>
                    <a:bodyPr/>
                    <a:lstStyle/>
                    <a:p>
                      <a:r>
                        <a:rPr lang="en-US" sz="1800" kern="1200" dirty="0">
                          <a:solidFill>
                            <a:schemeClr val="dk1"/>
                          </a:solidFill>
                          <a:effectLst/>
                        </a:rPr>
                        <a:t>It can be loosely organized.</a:t>
                      </a:r>
                      <a:endParaRPr lang="en-US" sz="1800" dirty="0"/>
                    </a:p>
                  </a:txBody>
                  <a:tcPr/>
                </a:tc>
                <a:extLst>
                  <a:ext uri="{0D108BD9-81ED-4DB2-BD59-A6C34878D82A}">
                    <a16:rowId xmlns:a16="http://schemas.microsoft.com/office/drawing/2014/main" val="453181709"/>
                  </a:ext>
                </a:extLst>
              </a:tr>
              <a:tr h="1758436">
                <a:tc>
                  <a:txBody>
                    <a:bodyPr/>
                    <a:lstStyle/>
                    <a:p>
                      <a:r>
                        <a:rPr lang="en-US" sz="1350" b="1" kern="1200" dirty="0">
                          <a:solidFill>
                            <a:schemeClr val="dk1"/>
                          </a:solidFill>
                          <a:effectLst/>
                        </a:rPr>
                        <a:t>Clarity</a:t>
                      </a:r>
                      <a:endParaRPr lang="en-US" dirty="0"/>
                    </a:p>
                  </a:txBody>
                  <a:tcPr/>
                </a:tc>
                <a:tc>
                  <a:txBody>
                    <a:bodyPr/>
                    <a:lstStyle/>
                    <a:p>
                      <a:r>
                        <a:rPr lang="en-US" sz="1600" kern="1200" dirty="0">
                          <a:solidFill>
                            <a:schemeClr val="dk1"/>
                          </a:solidFill>
                          <a:effectLst/>
                        </a:rPr>
                        <a:t>It possesses high degree of clarity. All messages are delivered directly and explicitly. Writers’ purpose and theme is clearly indicated in the very first paragraph.</a:t>
                      </a:r>
                      <a:endParaRPr lang="en-US" sz="1600" dirty="0"/>
                    </a:p>
                  </a:txBody>
                  <a:tcPr/>
                </a:tc>
                <a:tc>
                  <a:txBody>
                    <a:bodyPr/>
                    <a:lstStyle/>
                    <a:p>
                      <a:r>
                        <a:rPr lang="en-US" sz="1600" kern="1200" dirty="0">
                          <a:solidFill>
                            <a:schemeClr val="dk1"/>
                          </a:solidFill>
                          <a:effectLst/>
                        </a:rPr>
                        <a:t>It can be implicit and covert. It may challenge the reader’s intellect to discover the writer’s objectives and key ideas.</a:t>
                      </a:r>
                      <a:endParaRPr lang="en-US" sz="1600" dirty="0"/>
                    </a:p>
                  </a:txBody>
                  <a:tcPr/>
                </a:tc>
                <a:extLst>
                  <a:ext uri="{0D108BD9-81ED-4DB2-BD59-A6C34878D82A}">
                    <a16:rowId xmlns:a16="http://schemas.microsoft.com/office/drawing/2014/main" val="1013390792"/>
                  </a:ext>
                </a:extLst>
              </a:tr>
              <a:tr h="939854">
                <a:tc>
                  <a:txBody>
                    <a:bodyPr/>
                    <a:lstStyle/>
                    <a:p>
                      <a:r>
                        <a:rPr lang="en-US" sz="1350" b="1" kern="1200" dirty="0">
                          <a:solidFill>
                            <a:schemeClr val="dk1"/>
                          </a:solidFill>
                          <a:effectLst/>
                        </a:rPr>
                        <a:t>Grammatical Accuracy</a:t>
                      </a:r>
                      <a:endParaRPr lang="en-US" dirty="0"/>
                    </a:p>
                  </a:txBody>
                  <a:tcPr/>
                </a:tc>
                <a:tc>
                  <a:txBody>
                    <a:bodyPr/>
                    <a:lstStyle/>
                    <a:p>
                      <a:r>
                        <a:rPr lang="en-US" sz="1600" kern="1200" dirty="0">
                          <a:solidFill>
                            <a:schemeClr val="dk1"/>
                          </a:solidFill>
                          <a:effectLst/>
                        </a:rPr>
                        <a:t>It adheres to traditional conventions of punctuation, grammar, and spelling completely. </a:t>
                      </a:r>
                      <a:endParaRPr lang="en-US" sz="1600" dirty="0"/>
                    </a:p>
                  </a:txBody>
                  <a:tcPr/>
                </a:tc>
                <a:tc>
                  <a:txBody>
                    <a:bodyPr/>
                    <a:lstStyle/>
                    <a:p>
                      <a:r>
                        <a:rPr lang="en-US" sz="1600" kern="1200" dirty="0">
                          <a:solidFill>
                            <a:schemeClr val="dk1"/>
                          </a:solidFill>
                          <a:effectLst/>
                        </a:rPr>
                        <a:t>It tries to do the same.</a:t>
                      </a:r>
                      <a:endParaRPr lang="en-US" sz="1600" dirty="0"/>
                    </a:p>
                  </a:txBody>
                  <a:tcPr/>
                </a:tc>
                <a:extLst>
                  <a:ext uri="{0D108BD9-81ED-4DB2-BD59-A6C34878D82A}">
                    <a16:rowId xmlns:a16="http://schemas.microsoft.com/office/drawing/2014/main" val="841766888"/>
                  </a:ext>
                </a:extLst>
              </a:tr>
            </a:tbl>
          </a:graphicData>
        </a:graphic>
      </p:graphicFrame>
    </p:spTree>
    <p:extLst>
      <p:ext uri="{BB962C8B-B14F-4D97-AF65-F5344CB8AC3E}">
        <p14:creationId xmlns:p14="http://schemas.microsoft.com/office/powerpoint/2010/main" val="3571178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71FFA70-1080-463A-AFBE-735EE915170C}"/>
              </a:ext>
            </a:extLst>
          </p:cNvPr>
          <p:cNvGraphicFramePr>
            <a:graphicFrameLocks noGrp="1"/>
          </p:cNvGraphicFramePr>
          <p:nvPr>
            <p:ph idx="1"/>
            <p:extLst>
              <p:ext uri="{D42A27DB-BD31-4B8C-83A1-F6EECF244321}">
                <p14:modId xmlns:p14="http://schemas.microsoft.com/office/powerpoint/2010/main" val="819464763"/>
              </p:ext>
            </p:extLst>
          </p:nvPr>
        </p:nvGraphicFramePr>
        <p:xfrm>
          <a:off x="1143000" y="741190"/>
          <a:ext cx="7086600" cy="5314660"/>
        </p:xfrm>
        <a:graphic>
          <a:graphicData uri="http://schemas.openxmlformats.org/drawingml/2006/table">
            <a:tbl>
              <a:tblPr firstRow="1" bandRow="1">
                <a:tableStyleId>{7DF18680-E054-41AD-8BC1-D1AEF772440D}</a:tableStyleId>
              </a:tblPr>
              <a:tblGrid>
                <a:gridCol w="1700784">
                  <a:extLst>
                    <a:ext uri="{9D8B030D-6E8A-4147-A177-3AD203B41FA5}">
                      <a16:colId xmlns:a16="http://schemas.microsoft.com/office/drawing/2014/main" val="124552675"/>
                    </a:ext>
                  </a:extLst>
                </a:gridCol>
                <a:gridCol w="2622042">
                  <a:extLst>
                    <a:ext uri="{9D8B030D-6E8A-4147-A177-3AD203B41FA5}">
                      <a16:colId xmlns:a16="http://schemas.microsoft.com/office/drawing/2014/main" val="2656307931"/>
                    </a:ext>
                  </a:extLst>
                </a:gridCol>
                <a:gridCol w="2763774">
                  <a:extLst>
                    <a:ext uri="{9D8B030D-6E8A-4147-A177-3AD203B41FA5}">
                      <a16:colId xmlns:a16="http://schemas.microsoft.com/office/drawing/2014/main" val="2034511"/>
                    </a:ext>
                  </a:extLst>
                </a:gridCol>
              </a:tblGrid>
              <a:tr h="19560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Point of reference </a:t>
                      </a:r>
                    </a:p>
                    <a:p>
                      <a:endParaRPr lang="en-US"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Technical</a:t>
                      </a:r>
                      <a:r>
                        <a:rPr lang="en-US" sz="1400" b="1" dirty="0">
                          <a:solidFill>
                            <a:schemeClr val="bg1"/>
                          </a:solidFill>
                        </a:rPr>
                        <a:t> </a:t>
                      </a:r>
                    </a:p>
                    <a:p>
                      <a:endParaRPr lang="en-US" dirty="0"/>
                    </a:p>
                  </a:txBody>
                  <a:tcPr/>
                </a:tc>
                <a:tc>
                  <a:txBody>
                    <a:bodyPr/>
                    <a:lstStyle/>
                    <a:p>
                      <a:pPr algn="ctr"/>
                      <a:r>
                        <a:rPr lang="en-US" sz="1800" dirty="0">
                          <a:solidFill>
                            <a:schemeClr val="bg1"/>
                          </a:solidFill>
                        </a:rPr>
                        <a:t>Literary</a:t>
                      </a:r>
                      <a:endParaRPr lang="en-US" sz="1600" dirty="0"/>
                    </a:p>
                  </a:txBody>
                  <a:tcPr/>
                </a:tc>
                <a:extLst>
                  <a:ext uri="{0D108BD9-81ED-4DB2-BD59-A6C34878D82A}">
                    <a16:rowId xmlns:a16="http://schemas.microsoft.com/office/drawing/2014/main" val="3710214466"/>
                  </a:ext>
                </a:extLst>
              </a:tr>
              <a:tr h="1729446">
                <a:tc>
                  <a:txBody>
                    <a:bodyPr/>
                    <a:lstStyle/>
                    <a:p>
                      <a:r>
                        <a:rPr lang="en-US" sz="1350" b="1" kern="1200" dirty="0">
                          <a:solidFill>
                            <a:schemeClr val="dk1"/>
                          </a:solidFill>
                          <a:effectLst/>
                        </a:rPr>
                        <a:t>Tone and Style</a:t>
                      </a:r>
                      <a:endParaRPr lang="en-US" dirty="0"/>
                    </a:p>
                  </a:txBody>
                  <a:tcPr/>
                </a:tc>
                <a:tc>
                  <a:txBody>
                    <a:bodyPr/>
                    <a:lstStyle/>
                    <a:p>
                      <a:r>
                        <a:rPr lang="en-US" sz="1600" kern="1200" dirty="0">
                          <a:solidFill>
                            <a:schemeClr val="dk1"/>
                          </a:solidFill>
                          <a:effectLst/>
                        </a:rPr>
                        <a:t>It has a formal tone. The writer appears objective, tolerant, and serious. Sentences may be complex.</a:t>
                      </a:r>
                      <a:endParaRPr lang="en-US" sz="1600" dirty="0"/>
                    </a:p>
                  </a:txBody>
                  <a:tcPr/>
                </a:tc>
                <a:tc>
                  <a:txBody>
                    <a:bodyPr/>
                    <a:lstStyle/>
                    <a:p>
                      <a:r>
                        <a:rPr lang="en-US" sz="1600" kern="1200" dirty="0">
                          <a:solidFill>
                            <a:schemeClr val="dk1"/>
                          </a:solidFill>
                          <a:effectLst/>
                        </a:rPr>
                        <a:t>It can have variety of tones and styles, like, formal, informal, humorous, sarcastic, poetic, emotional,  friendly, casual, conversational </a:t>
                      </a:r>
                      <a:r>
                        <a:rPr lang="en-US" sz="1600" kern="1200" dirty="0" err="1">
                          <a:solidFill>
                            <a:schemeClr val="dk1"/>
                          </a:solidFill>
                          <a:effectLst/>
                        </a:rPr>
                        <a:t>etc</a:t>
                      </a:r>
                      <a:endParaRPr lang="en-US" sz="1600" dirty="0"/>
                    </a:p>
                  </a:txBody>
                  <a:tcPr/>
                </a:tc>
                <a:extLst>
                  <a:ext uri="{0D108BD9-81ED-4DB2-BD59-A6C34878D82A}">
                    <a16:rowId xmlns:a16="http://schemas.microsoft.com/office/drawing/2014/main" val="720772003"/>
                  </a:ext>
                </a:extLst>
              </a:tr>
              <a:tr h="1182374">
                <a:tc>
                  <a:txBody>
                    <a:bodyPr/>
                    <a:lstStyle/>
                    <a:p>
                      <a:r>
                        <a:rPr lang="en-US" sz="1350" b="1" kern="1200" dirty="0">
                          <a:solidFill>
                            <a:schemeClr val="dk1"/>
                          </a:solidFill>
                          <a:effectLst/>
                        </a:rPr>
                        <a:t>Stylistic Devices</a:t>
                      </a:r>
                      <a:endParaRPr lang="en-US" dirty="0"/>
                    </a:p>
                  </a:txBody>
                  <a:tcPr/>
                </a:tc>
                <a:tc>
                  <a:txBody>
                    <a:bodyPr/>
                    <a:lstStyle/>
                    <a:p>
                      <a:r>
                        <a:rPr lang="en-US" sz="1600" kern="1200" dirty="0">
                          <a:solidFill>
                            <a:schemeClr val="dk1"/>
                          </a:solidFill>
                          <a:effectLst/>
                        </a:rPr>
                        <a:t>It is more straight forward and down to earth.</a:t>
                      </a:r>
                      <a:endParaRPr lang="en-US" sz="1600" dirty="0"/>
                    </a:p>
                  </a:txBody>
                  <a:tcPr/>
                </a:tc>
                <a:tc>
                  <a:txBody>
                    <a:bodyPr/>
                    <a:lstStyle/>
                    <a:p>
                      <a:r>
                        <a:rPr lang="en-US" sz="1600" kern="1200" dirty="0">
                          <a:solidFill>
                            <a:schemeClr val="dk1"/>
                          </a:solidFill>
                          <a:effectLst/>
                        </a:rPr>
                        <a:t>It uses plenty of stylistic devices, like, metaphors, similes, irony, puns, oxymoron, etc.</a:t>
                      </a:r>
                      <a:endParaRPr lang="en-US" sz="1600" dirty="0"/>
                    </a:p>
                  </a:txBody>
                  <a:tcPr/>
                </a:tc>
                <a:extLst>
                  <a:ext uri="{0D108BD9-81ED-4DB2-BD59-A6C34878D82A}">
                    <a16:rowId xmlns:a16="http://schemas.microsoft.com/office/drawing/2014/main" val="2044919484"/>
                  </a:ext>
                </a:extLst>
              </a:tr>
              <a:tr h="1241493">
                <a:tc>
                  <a:txBody>
                    <a:bodyPr/>
                    <a:lstStyle/>
                    <a:p>
                      <a:r>
                        <a:rPr lang="en-US" sz="1350" b="1" kern="1200" dirty="0">
                          <a:solidFill>
                            <a:schemeClr val="dk1"/>
                          </a:solidFill>
                          <a:effectLst/>
                        </a:rPr>
                        <a:t>Vocabulary</a:t>
                      </a:r>
                      <a:endParaRPr lang="en-US" dirty="0"/>
                    </a:p>
                  </a:txBody>
                  <a:tcPr/>
                </a:tc>
                <a:tc>
                  <a:txBody>
                    <a:bodyPr/>
                    <a:lstStyle/>
                    <a:p>
                      <a:r>
                        <a:rPr lang="en-US" sz="1600" kern="1200" dirty="0">
                          <a:solidFill>
                            <a:schemeClr val="dk1"/>
                          </a:solidFill>
                          <a:effectLst/>
                        </a:rPr>
                        <a:t>It uses standard language in order to develop the formal tone and attitude which is the hallmark of technical writing. It may use technical words.</a:t>
                      </a:r>
                      <a:endParaRPr lang="en-US" sz="1600" dirty="0"/>
                    </a:p>
                  </a:txBody>
                  <a:tcPr/>
                </a:tc>
                <a:tc>
                  <a:txBody>
                    <a:bodyPr/>
                    <a:lstStyle/>
                    <a:p>
                      <a:pPr marL="0" marR="0">
                        <a:lnSpc>
                          <a:spcPct val="115000"/>
                        </a:lnSpc>
                        <a:spcBef>
                          <a:spcPts val="0"/>
                        </a:spcBef>
                        <a:spcAft>
                          <a:spcPts val="0"/>
                        </a:spcAft>
                      </a:pPr>
                      <a:r>
                        <a:rPr lang="en-US" sz="1800" dirty="0">
                          <a:effectLst/>
                        </a:rPr>
                        <a:t>It can use vocabulary belonging to different language varieties depending on the audience and tone.</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10342642"/>
                  </a:ext>
                </a:extLst>
              </a:tr>
            </a:tbl>
          </a:graphicData>
        </a:graphic>
      </p:graphicFrame>
    </p:spTree>
    <p:extLst>
      <p:ext uri="{BB962C8B-B14F-4D97-AF65-F5344CB8AC3E}">
        <p14:creationId xmlns:p14="http://schemas.microsoft.com/office/powerpoint/2010/main" val="903235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55030B3-0662-4DDB-A55D-89841652987C}"/>
              </a:ext>
            </a:extLst>
          </p:cNvPr>
          <p:cNvGraphicFramePr>
            <a:graphicFrameLocks noGrp="1"/>
          </p:cNvGraphicFramePr>
          <p:nvPr>
            <p:ph idx="1"/>
            <p:extLst>
              <p:ext uri="{D42A27DB-BD31-4B8C-83A1-F6EECF244321}">
                <p14:modId xmlns:p14="http://schemas.microsoft.com/office/powerpoint/2010/main" val="1918762061"/>
              </p:ext>
            </p:extLst>
          </p:nvPr>
        </p:nvGraphicFramePr>
        <p:xfrm>
          <a:off x="1066800" y="805180"/>
          <a:ext cx="7010400" cy="5516880"/>
        </p:xfrm>
        <a:graphic>
          <a:graphicData uri="http://schemas.openxmlformats.org/drawingml/2006/table">
            <a:tbl>
              <a:tblPr firstRow="1" bandRow="1">
                <a:tableStyleId>{7DF18680-E054-41AD-8BC1-D1AEF772440D}</a:tableStyleId>
              </a:tblPr>
              <a:tblGrid>
                <a:gridCol w="1905000">
                  <a:extLst>
                    <a:ext uri="{9D8B030D-6E8A-4147-A177-3AD203B41FA5}">
                      <a16:colId xmlns:a16="http://schemas.microsoft.com/office/drawing/2014/main" val="2514726680"/>
                    </a:ext>
                  </a:extLst>
                </a:gridCol>
                <a:gridCol w="2590800">
                  <a:extLst>
                    <a:ext uri="{9D8B030D-6E8A-4147-A177-3AD203B41FA5}">
                      <a16:colId xmlns:a16="http://schemas.microsoft.com/office/drawing/2014/main" val="2957971953"/>
                    </a:ext>
                  </a:extLst>
                </a:gridCol>
                <a:gridCol w="2514600">
                  <a:extLst>
                    <a:ext uri="{9D8B030D-6E8A-4147-A177-3AD203B41FA5}">
                      <a16:colId xmlns:a16="http://schemas.microsoft.com/office/drawing/2014/main" val="1975387520"/>
                    </a:ext>
                  </a:extLst>
                </a:gridCol>
              </a:tblGrid>
              <a:tr h="370840">
                <a:tc>
                  <a:txBody>
                    <a:bodyPr/>
                    <a:lstStyle/>
                    <a:p>
                      <a:pPr algn="ctr"/>
                      <a:r>
                        <a:rPr lang="en-US" sz="1800" dirty="0">
                          <a:solidFill>
                            <a:schemeClr val="bg1"/>
                          </a:solidFill>
                        </a:rPr>
                        <a:t>Point of reference </a:t>
                      </a:r>
                    </a:p>
                  </a:txBody>
                  <a:tcPr/>
                </a:tc>
                <a:tc>
                  <a:txBody>
                    <a:bodyPr/>
                    <a:lstStyle/>
                    <a:p>
                      <a:pPr algn="ctr"/>
                      <a:r>
                        <a:rPr lang="en-US" sz="1800" dirty="0">
                          <a:solidFill>
                            <a:schemeClr val="bg1"/>
                          </a:solidFill>
                        </a:rPr>
                        <a:t>Technical </a:t>
                      </a:r>
                    </a:p>
                  </a:txBody>
                  <a:tcPr/>
                </a:tc>
                <a:tc>
                  <a:txBody>
                    <a:bodyPr/>
                    <a:lstStyle/>
                    <a:p>
                      <a:pPr algn="ctr"/>
                      <a:r>
                        <a:rPr lang="en-US" sz="1800" dirty="0">
                          <a:solidFill>
                            <a:schemeClr val="bg1"/>
                          </a:solidFill>
                        </a:rPr>
                        <a:t>Literary</a:t>
                      </a:r>
                      <a:endParaRPr lang="en-US" sz="1600" dirty="0"/>
                    </a:p>
                  </a:txBody>
                  <a:tcPr/>
                </a:tc>
                <a:extLst>
                  <a:ext uri="{0D108BD9-81ED-4DB2-BD59-A6C34878D82A}">
                    <a16:rowId xmlns:a16="http://schemas.microsoft.com/office/drawing/2014/main" val="3396667043"/>
                  </a:ext>
                </a:extLst>
              </a:tr>
              <a:tr h="370840">
                <a:tc>
                  <a:txBody>
                    <a:bodyPr/>
                    <a:lstStyle/>
                    <a:p>
                      <a:r>
                        <a:rPr lang="en-US" sz="1350" b="1" kern="1200" dirty="0">
                          <a:solidFill>
                            <a:schemeClr val="dk1"/>
                          </a:solidFill>
                          <a:effectLst/>
                        </a:rPr>
                        <a:t>Content</a:t>
                      </a:r>
                      <a:endParaRPr lang="en-US" dirty="0"/>
                    </a:p>
                  </a:txBody>
                  <a:tcPr/>
                </a:tc>
                <a:tc>
                  <a:txBody>
                    <a:bodyPr/>
                    <a:lstStyle/>
                    <a:p>
                      <a:r>
                        <a:rPr lang="en-US" sz="1400" kern="1200" dirty="0">
                          <a:solidFill>
                            <a:schemeClr val="dk1"/>
                          </a:solidFill>
                          <a:effectLst/>
                        </a:rPr>
                        <a:t>It is usually based on factual, straightforward, specialized topics.</a:t>
                      </a:r>
                      <a:endParaRPr lang="en-US" sz="1400" dirty="0"/>
                    </a:p>
                  </a:txBody>
                  <a:tcPr/>
                </a:tc>
                <a:tc>
                  <a:txBody>
                    <a:bodyPr/>
                    <a:lstStyle/>
                    <a:p>
                      <a:r>
                        <a:rPr lang="en-US" sz="1400" kern="1200" dirty="0">
                          <a:solidFill>
                            <a:schemeClr val="dk1"/>
                          </a:solidFill>
                          <a:effectLst/>
                        </a:rPr>
                        <a:t>It can choose from a wide variety of topics, ranging from very important to less significant things in life.</a:t>
                      </a:r>
                      <a:endParaRPr lang="en-US" sz="1400" dirty="0"/>
                    </a:p>
                  </a:txBody>
                  <a:tcPr/>
                </a:tc>
                <a:extLst>
                  <a:ext uri="{0D108BD9-81ED-4DB2-BD59-A6C34878D82A}">
                    <a16:rowId xmlns:a16="http://schemas.microsoft.com/office/drawing/2014/main" val="3304726201"/>
                  </a:ext>
                </a:extLst>
              </a:tr>
              <a:tr h="370840">
                <a:tc>
                  <a:txBody>
                    <a:bodyPr/>
                    <a:lstStyle/>
                    <a:p>
                      <a:r>
                        <a:rPr lang="en-US" sz="1350" b="1" kern="1200" dirty="0">
                          <a:solidFill>
                            <a:schemeClr val="dk1"/>
                          </a:solidFill>
                          <a:effectLst/>
                        </a:rPr>
                        <a:t>Authenticity</a:t>
                      </a:r>
                      <a:endParaRPr lang="en-US" dirty="0"/>
                    </a:p>
                  </a:txBody>
                  <a:tcPr/>
                </a:tc>
                <a:tc>
                  <a:txBody>
                    <a:bodyPr/>
                    <a:lstStyle/>
                    <a:p>
                      <a:r>
                        <a:rPr lang="en-US" sz="1600" kern="1200" dirty="0">
                          <a:solidFill>
                            <a:schemeClr val="dk1"/>
                          </a:solidFill>
                          <a:effectLst/>
                        </a:rPr>
                        <a:t>It always informs readers about the sources from where it collects information.</a:t>
                      </a:r>
                      <a:endParaRPr lang="en-US" sz="1600" dirty="0"/>
                    </a:p>
                  </a:txBody>
                  <a:tcPr/>
                </a:tc>
                <a:tc>
                  <a:txBody>
                    <a:bodyPr/>
                    <a:lstStyle/>
                    <a:p>
                      <a:r>
                        <a:rPr lang="en-US" sz="1600" kern="1200" dirty="0">
                          <a:solidFill>
                            <a:schemeClr val="dk1"/>
                          </a:solidFill>
                          <a:effectLst/>
                        </a:rPr>
                        <a:t>Sources might be clear, or unclear, or sometimes not mentioned at all.</a:t>
                      </a:r>
                      <a:endParaRPr lang="en-US" sz="1600" dirty="0"/>
                    </a:p>
                  </a:txBody>
                  <a:tcPr/>
                </a:tc>
                <a:extLst>
                  <a:ext uri="{0D108BD9-81ED-4DB2-BD59-A6C34878D82A}">
                    <a16:rowId xmlns:a16="http://schemas.microsoft.com/office/drawing/2014/main" val="471136342"/>
                  </a:ext>
                </a:extLst>
              </a:tr>
              <a:tr h="370840">
                <a:tc>
                  <a:txBody>
                    <a:bodyPr/>
                    <a:lstStyle/>
                    <a:p>
                      <a:r>
                        <a:rPr lang="en-US" sz="1350" b="1" kern="1200" dirty="0">
                          <a:solidFill>
                            <a:schemeClr val="dk1"/>
                          </a:solidFill>
                          <a:effectLst/>
                        </a:rPr>
                        <a:t>Use of Visual Aids</a:t>
                      </a:r>
                      <a:endParaRPr lang="en-US" dirty="0"/>
                    </a:p>
                  </a:txBody>
                  <a:tcPr/>
                </a:tc>
                <a:tc>
                  <a:txBody>
                    <a:bodyPr/>
                    <a:lstStyle/>
                    <a:p>
                      <a:r>
                        <a:rPr lang="en-US" sz="1600" kern="1200" dirty="0">
                          <a:solidFill>
                            <a:schemeClr val="dk1"/>
                          </a:solidFill>
                          <a:effectLst/>
                        </a:rPr>
                        <a:t>It uses tables, graphs, figures to facilitate comprehension of facts, statistics, and data</a:t>
                      </a:r>
                      <a:endParaRPr lang="en-US" sz="16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rPr>
                        <a:t>Pictures might be used, but rarely.</a:t>
                      </a:r>
                    </a:p>
                    <a:p>
                      <a:endParaRPr lang="en-US" dirty="0"/>
                    </a:p>
                  </a:txBody>
                  <a:tcPr/>
                </a:tc>
                <a:extLst>
                  <a:ext uri="{0D108BD9-81ED-4DB2-BD59-A6C34878D82A}">
                    <a16:rowId xmlns:a16="http://schemas.microsoft.com/office/drawing/2014/main" val="301313201"/>
                  </a:ext>
                </a:extLst>
              </a:tr>
              <a:tr h="370840">
                <a:tc>
                  <a:txBody>
                    <a:bodyPr/>
                    <a:lstStyle/>
                    <a:p>
                      <a:r>
                        <a:rPr lang="en-US" sz="1350" b="1" kern="1200" dirty="0">
                          <a:solidFill>
                            <a:schemeClr val="dk1"/>
                          </a:solidFill>
                          <a:effectLst/>
                        </a:rPr>
                        <a:t>Summary</a:t>
                      </a:r>
                      <a:endParaRPr lang="en-US" dirty="0"/>
                    </a:p>
                  </a:txBody>
                  <a:tcPr/>
                </a:tc>
                <a:tc>
                  <a:txBody>
                    <a:bodyPr/>
                    <a:lstStyle/>
                    <a:p>
                      <a:r>
                        <a:rPr lang="en-US" sz="1600" kern="1200" dirty="0">
                          <a:solidFill>
                            <a:schemeClr val="dk1"/>
                          </a:solidFill>
                          <a:effectLst/>
                        </a:rPr>
                        <a:t>Informative, unemotional, limited interpretation possible.</a:t>
                      </a:r>
                      <a:endParaRPr lang="en-US" sz="1600" dirty="0"/>
                    </a:p>
                  </a:txBody>
                  <a:tcPr/>
                </a:tc>
                <a:tc>
                  <a:txBody>
                    <a:bodyPr/>
                    <a:lstStyle/>
                    <a:p>
                      <a:r>
                        <a:rPr lang="en-US" sz="1600" kern="1200" dirty="0">
                          <a:solidFill>
                            <a:schemeClr val="dk1"/>
                          </a:solidFill>
                          <a:effectLst/>
                        </a:rPr>
                        <a:t>Entertains, amuses, appeals to imagination and emotions. Suggestive, creative, dramatic, imaginative, metaphoric. Various interpretations possible</a:t>
                      </a:r>
                      <a:r>
                        <a:rPr lang="en-US" sz="1350" kern="1200" dirty="0">
                          <a:solidFill>
                            <a:schemeClr val="dk1"/>
                          </a:solidFill>
                          <a:effectLst/>
                        </a:rPr>
                        <a:t>.</a:t>
                      </a:r>
                      <a:endParaRPr lang="en-US" dirty="0"/>
                    </a:p>
                  </a:txBody>
                  <a:tcPr/>
                </a:tc>
                <a:extLst>
                  <a:ext uri="{0D108BD9-81ED-4DB2-BD59-A6C34878D82A}">
                    <a16:rowId xmlns:a16="http://schemas.microsoft.com/office/drawing/2014/main" val="1942911997"/>
                  </a:ext>
                </a:extLst>
              </a:tr>
            </a:tbl>
          </a:graphicData>
        </a:graphic>
      </p:graphicFrame>
    </p:spTree>
    <p:extLst>
      <p:ext uri="{BB962C8B-B14F-4D97-AF65-F5344CB8AC3E}">
        <p14:creationId xmlns:p14="http://schemas.microsoft.com/office/powerpoint/2010/main" val="180059669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otalTime>8395</TotalTime>
  <Words>907</Words>
  <Application>Microsoft Office PowerPoint</Application>
  <PresentationFormat>On-screen Show (4:3)</PresentationFormat>
  <Paragraphs>101</Paragraphs>
  <Slides>16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Arial</vt:lpstr>
      <vt:lpstr>Arial Narrow</vt:lpstr>
      <vt:lpstr>Arial Rounded MT Bold</vt:lpstr>
      <vt:lpstr>Calibri</vt:lpstr>
      <vt:lpstr>Comic Sans MS</vt:lpstr>
      <vt:lpstr>MS Shell Dlg 2</vt:lpstr>
      <vt:lpstr>Symbol</vt:lpstr>
      <vt:lpstr>Wingdings</vt:lpstr>
      <vt:lpstr>Wingdings 3</vt:lpstr>
      <vt:lpstr>Custom Design</vt:lpstr>
      <vt:lpstr>Madison</vt:lpstr>
      <vt:lpstr>PowerPoint Presentation</vt:lpstr>
      <vt:lpstr>PowerPoint Presentation</vt:lpstr>
      <vt:lpstr>Let’s Compare!</vt:lpstr>
      <vt:lpstr>Can we have a technical and general description on the following image?</vt:lpstr>
      <vt:lpstr>PowerPoint Presentation</vt:lpstr>
      <vt:lpstr>What is Technical Writing?</vt:lpstr>
      <vt:lpstr>Common Purposes of Technical Writing:</vt:lpstr>
      <vt:lpstr>Skills Needed to be a Good  Technical Writer</vt:lpstr>
      <vt:lpstr>4 language skills</vt:lpstr>
      <vt:lpstr>How would “writing” be seen separately?</vt:lpstr>
      <vt:lpstr>Importance of writing </vt:lpstr>
      <vt:lpstr>Genres of writing </vt:lpstr>
      <vt:lpstr>Common Purposes of Technical Writing </vt:lpstr>
      <vt:lpstr>DIFFERENCE BETWEEN TECHNICAL AND LITERARY WRITING </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Javeria Ali</cp:lastModifiedBy>
  <cp:revision>85</cp:revision>
  <dcterms:created xsi:type="dcterms:W3CDTF">2014-04-01T16:35:38Z</dcterms:created>
  <dcterms:modified xsi:type="dcterms:W3CDTF">2021-10-11T15:15:05Z</dcterms:modified>
</cp:coreProperties>
</file>