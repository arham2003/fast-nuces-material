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6558C3-20C4-49CC-82C3-C1D27696176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B91A5C5-9694-4809-83DA-131A0080E089}">
      <dgm:prSet phldrT="[Text]"/>
      <dgm:spPr/>
      <dgm:t>
        <a:bodyPr/>
        <a:lstStyle/>
        <a:p>
          <a:r>
            <a:rPr lang="en-US" dirty="0" smtClean="0"/>
            <a:t>Empathy</a:t>
          </a:r>
          <a:endParaRPr lang="en-US" dirty="0"/>
        </a:p>
      </dgm:t>
    </dgm:pt>
    <dgm:pt modelId="{140845CE-8D3B-4B94-A635-25B5ECD9C58B}" type="parTrans" cxnId="{B7B938E2-FAA5-4C1C-99B7-E4DE9CBBFB03}">
      <dgm:prSet/>
      <dgm:spPr/>
      <dgm:t>
        <a:bodyPr/>
        <a:lstStyle/>
        <a:p>
          <a:endParaRPr lang="en-US"/>
        </a:p>
      </dgm:t>
    </dgm:pt>
    <dgm:pt modelId="{DF20BD6A-1FE1-4427-91D3-224706E98206}" type="sibTrans" cxnId="{B7B938E2-FAA5-4C1C-99B7-E4DE9CBBFB03}">
      <dgm:prSet/>
      <dgm:spPr/>
      <dgm:t>
        <a:bodyPr/>
        <a:lstStyle/>
        <a:p>
          <a:endParaRPr lang="en-US"/>
        </a:p>
      </dgm:t>
    </dgm:pt>
    <dgm:pt modelId="{F471D2AA-1718-40F3-A3A8-2FE304A66E65}">
      <dgm:prSet phldrT="[Text]"/>
      <dgm:spPr/>
      <dgm:t>
        <a:bodyPr/>
        <a:lstStyle/>
        <a:p>
          <a:r>
            <a:rPr lang="en-US" dirty="0" smtClean="0"/>
            <a:t>Awareness and Concern for Others</a:t>
          </a:r>
          <a:endParaRPr lang="en-US" dirty="0"/>
        </a:p>
      </dgm:t>
    </dgm:pt>
    <dgm:pt modelId="{53679C54-306D-4D0C-9FFF-20FBB4DC2FEE}" type="parTrans" cxnId="{31123190-F623-49CE-9B1E-B1BB045F0D71}">
      <dgm:prSet/>
      <dgm:spPr/>
      <dgm:t>
        <a:bodyPr/>
        <a:lstStyle/>
        <a:p>
          <a:endParaRPr lang="en-US"/>
        </a:p>
      </dgm:t>
    </dgm:pt>
    <dgm:pt modelId="{43F98717-2F3B-4E12-8287-BFAD0CF9C997}" type="sibTrans" cxnId="{31123190-F623-49CE-9B1E-B1BB045F0D71}">
      <dgm:prSet/>
      <dgm:spPr/>
      <dgm:t>
        <a:bodyPr/>
        <a:lstStyle/>
        <a:p>
          <a:endParaRPr lang="en-US"/>
        </a:p>
      </dgm:t>
    </dgm:pt>
    <dgm:pt modelId="{F8341E71-757B-4F0D-A494-3408D9B87912}">
      <dgm:prSet phldrT="[Text]"/>
      <dgm:spPr/>
      <dgm:t>
        <a:bodyPr/>
        <a:lstStyle/>
        <a:p>
          <a:r>
            <a:rPr lang="en-US" dirty="0" smtClean="0"/>
            <a:t>Good Listening Ability</a:t>
          </a:r>
          <a:endParaRPr lang="en-US" dirty="0"/>
        </a:p>
      </dgm:t>
    </dgm:pt>
    <dgm:pt modelId="{7D8E6184-AACF-48E7-9F5B-0413B258E655}" type="parTrans" cxnId="{339A1591-B005-4770-B2F1-B5E2F2C8B966}">
      <dgm:prSet/>
      <dgm:spPr/>
      <dgm:t>
        <a:bodyPr/>
        <a:lstStyle/>
        <a:p>
          <a:endParaRPr lang="en-US"/>
        </a:p>
      </dgm:t>
    </dgm:pt>
    <dgm:pt modelId="{7F432242-B36E-4004-B40C-3A3858D318BE}" type="sibTrans" cxnId="{339A1591-B005-4770-B2F1-B5E2F2C8B966}">
      <dgm:prSet/>
      <dgm:spPr/>
      <dgm:t>
        <a:bodyPr/>
        <a:lstStyle/>
        <a:p>
          <a:endParaRPr lang="en-US"/>
        </a:p>
      </dgm:t>
    </dgm:pt>
    <dgm:pt modelId="{4A967AB8-9A7C-4883-9990-E2373FDCE024}">
      <dgm:prSet phldrT="[Text]"/>
      <dgm:spPr/>
      <dgm:t>
        <a:bodyPr/>
        <a:lstStyle/>
        <a:p>
          <a:r>
            <a:rPr lang="en-US" dirty="0" smtClean="0"/>
            <a:t>Self-Knowledge (needs, concerns, strengths, weaknesses)</a:t>
          </a:r>
          <a:endParaRPr lang="en-US" dirty="0"/>
        </a:p>
      </dgm:t>
    </dgm:pt>
    <dgm:pt modelId="{0EF09BBE-D4FC-4C27-892B-5914BDC463BA}" type="parTrans" cxnId="{6A34BBCC-C7E1-4743-9DA1-7281277A2DC2}">
      <dgm:prSet/>
      <dgm:spPr/>
      <dgm:t>
        <a:bodyPr/>
        <a:lstStyle/>
        <a:p>
          <a:endParaRPr lang="en-US"/>
        </a:p>
      </dgm:t>
    </dgm:pt>
    <dgm:pt modelId="{41205B17-AC4C-4028-B87B-62DD1EF8B81E}" type="sibTrans" cxnId="{6A34BBCC-C7E1-4743-9DA1-7281277A2DC2}">
      <dgm:prSet/>
      <dgm:spPr/>
      <dgm:t>
        <a:bodyPr/>
        <a:lstStyle/>
        <a:p>
          <a:endParaRPr lang="en-US"/>
        </a:p>
      </dgm:t>
    </dgm:pt>
    <dgm:pt modelId="{4FD41A85-EC35-4495-A5E3-2304279D7EE7}">
      <dgm:prSet phldrT="[Text]"/>
      <dgm:spPr/>
      <dgm:t>
        <a:bodyPr/>
        <a:lstStyle/>
        <a:p>
          <a:r>
            <a:rPr lang="en-US" dirty="0" smtClean="0"/>
            <a:t>Open, Approachable, Supportive</a:t>
          </a:r>
          <a:endParaRPr lang="en-US" dirty="0"/>
        </a:p>
      </dgm:t>
    </dgm:pt>
    <dgm:pt modelId="{BE15EB56-7CD3-40ED-B61A-A6BAFD42264D}" type="parTrans" cxnId="{D0E1DDAD-FC9D-462E-A2C2-B70B021A4172}">
      <dgm:prSet/>
      <dgm:spPr/>
      <dgm:t>
        <a:bodyPr/>
        <a:lstStyle/>
        <a:p>
          <a:endParaRPr lang="en-US"/>
        </a:p>
      </dgm:t>
    </dgm:pt>
    <dgm:pt modelId="{464DDA65-8E15-4C82-BEF3-EE1CD7C50BC6}" type="sibTrans" cxnId="{D0E1DDAD-FC9D-462E-A2C2-B70B021A4172}">
      <dgm:prSet/>
      <dgm:spPr/>
      <dgm:t>
        <a:bodyPr/>
        <a:lstStyle/>
        <a:p>
          <a:endParaRPr lang="en-US"/>
        </a:p>
      </dgm:t>
    </dgm:pt>
    <dgm:pt modelId="{EBCF53C3-E9F1-48EF-B8C3-DA5CB741DB17}" type="pres">
      <dgm:prSet presAssocID="{0A6558C3-20C4-49CC-82C3-C1D27696176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AF4BEEC-8A54-4F2B-B0BD-1E3C6C27B4FB}" type="pres">
      <dgm:prSet presAssocID="{DB91A5C5-9694-4809-83DA-131A0080E089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7B2B1D-3590-48AA-B734-6CC033A3B67E}" type="pres">
      <dgm:prSet presAssocID="{DF20BD6A-1FE1-4427-91D3-224706E98206}" presName="sibTrans" presStyleCnt="0"/>
      <dgm:spPr/>
    </dgm:pt>
    <dgm:pt modelId="{689E6ADB-0F4B-4CAF-A264-E544645C1C48}" type="pres">
      <dgm:prSet presAssocID="{F471D2AA-1718-40F3-A3A8-2FE304A66E65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92F098-2601-4B2D-B41E-C62EDBCC6521}" type="pres">
      <dgm:prSet presAssocID="{43F98717-2F3B-4E12-8287-BFAD0CF9C997}" presName="sibTrans" presStyleCnt="0"/>
      <dgm:spPr/>
    </dgm:pt>
    <dgm:pt modelId="{812ECB6B-2BEE-4319-8509-22D1DBB948C7}" type="pres">
      <dgm:prSet presAssocID="{F8341E71-757B-4F0D-A494-3408D9B87912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05F295-08BA-4215-A5CA-7ED841E75906}" type="pres">
      <dgm:prSet presAssocID="{7F432242-B36E-4004-B40C-3A3858D318BE}" presName="sibTrans" presStyleCnt="0"/>
      <dgm:spPr/>
    </dgm:pt>
    <dgm:pt modelId="{6A09737B-19CD-4103-98BA-BC5DEDC3E67F}" type="pres">
      <dgm:prSet presAssocID="{4A967AB8-9A7C-4883-9990-E2373FDCE024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6A7194-7301-4475-9BF8-208137B50940}" type="pres">
      <dgm:prSet presAssocID="{41205B17-AC4C-4028-B87B-62DD1EF8B81E}" presName="sibTrans" presStyleCnt="0"/>
      <dgm:spPr/>
    </dgm:pt>
    <dgm:pt modelId="{A71D38DD-B139-427A-904D-BB4246D9C8E4}" type="pres">
      <dgm:prSet presAssocID="{4FD41A85-EC35-4495-A5E3-2304279D7EE7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A34BBCC-C7E1-4743-9DA1-7281277A2DC2}" srcId="{0A6558C3-20C4-49CC-82C3-C1D276961768}" destId="{4A967AB8-9A7C-4883-9990-E2373FDCE024}" srcOrd="3" destOrd="0" parTransId="{0EF09BBE-D4FC-4C27-892B-5914BDC463BA}" sibTransId="{41205B17-AC4C-4028-B87B-62DD1EF8B81E}"/>
    <dgm:cxn modelId="{339A1591-B005-4770-B2F1-B5E2F2C8B966}" srcId="{0A6558C3-20C4-49CC-82C3-C1D276961768}" destId="{F8341E71-757B-4F0D-A494-3408D9B87912}" srcOrd="2" destOrd="0" parTransId="{7D8E6184-AACF-48E7-9F5B-0413B258E655}" sibTransId="{7F432242-B36E-4004-B40C-3A3858D318BE}"/>
    <dgm:cxn modelId="{75BEE14D-EF09-493E-AEFA-2B414A2DAE3A}" type="presOf" srcId="{DB91A5C5-9694-4809-83DA-131A0080E089}" destId="{9AF4BEEC-8A54-4F2B-B0BD-1E3C6C27B4FB}" srcOrd="0" destOrd="0" presId="urn:microsoft.com/office/officeart/2005/8/layout/default"/>
    <dgm:cxn modelId="{89375FDE-BED0-4C78-BA35-54CF4668199D}" type="presOf" srcId="{0A6558C3-20C4-49CC-82C3-C1D276961768}" destId="{EBCF53C3-E9F1-48EF-B8C3-DA5CB741DB17}" srcOrd="0" destOrd="0" presId="urn:microsoft.com/office/officeart/2005/8/layout/default"/>
    <dgm:cxn modelId="{BAEC5786-9000-492A-9BF1-C5DD27E85617}" type="presOf" srcId="{4A967AB8-9A7C-4883-9990-E2373FDCE024}" destId="{6A09737B-19CD-4103-98BA-BC5DEDC3E67F}" srcOrd="0" destOrd="0" presId="urn:microsoft.com/office/officeart/2005/8/layout/default"/>
    <dgm:cxn modelId="{201521AE-4E26-424F-B1AB-CAE80EE4D7A7}" type="presOf" srcId="{F8341E71-757B-4F0D-A494-3408D9B87912}" destId="{812ECB6B-2BEE-4319-8509-22D1DBB948C7}" srcOrd="0" destOrd="0" presId="urn:microsoft.com/office/officeart/2005/8/layout/default"/>
    <dgm:cxn modelId="{BB6E2958-3504-4C47-8966-71B9603DFFBC}" type="presOf" srcId="{4FD41A85-EC35-4495-A5E3-2304279D7EE7}" destId="{A71D38DD-B139-427A-904D-BB4246D9C8E4}" srcOrd="0" destOrd="0" presId="urn:microsoft.com/office/officeart/2005/8/layout/default"/>
    <dgm:cxn modelId="{31123190-F623-49CE-9B1E-B1BB045F0D71}" srcId="{0A6558C3-20C4-49CC-82C3-C1D276961768}" destId="{F471D2AA-1718-40F3-A3A8-2FE304A66E65}" srcOrd="1" destOrd="0" parTransId="{53679C54-306D-4D0C-9FFF-20FBB4DC2FEE}" sibTransId="{43F98717-2F3B-4E12-8287-BFAD0CF9C997}"/>
    <dgm:cxn modelId="{B7B938E2-FAA5-4C1C-99B7-E4DE9CBBFB03}" srcId="{0A6558C3-20C4-49CC-82C3-C1D276961768}" destId="{DB91A5C5-9694-4809-83DA-131A0080E089}" srcOrd="0" destOrd="0" parTransId="{140845CE-8D3B-4B94-A635-25B5ECD9C58B}" sibTransId="{DF20BD6A-1FE1-4427-91D3-224706E98206}"/>
    <dgm:cxn modelId="{096711F9-2726-4127-8AFE-FD1D95DD9529}" type="presOf" srcId="{F471D2AA-1718-40F3-A3A8-2FE304A66E65}" destId="{689E6ADB-0F4B-4CAF-A264-E544645C1C48}" srcOrd="0" destOrd="0" presId="urn:microsoft.com/office/officeart/2005/8/layout/default"/>
    <dgm:cxn modelId="{D0E1DDAD-FC9D-462E-A2C2-B70B021A4172}" srcId="{0A6558C3-20C4-49CC-82C3-C1D276961768}" destId="{4FD41A85-EC35-4495-A5E3-2304279D7EE7}" srcOrd="4" destOrd="0" parTransId="{BE15EB56-7CD3-40ED-B61A-A6BAFD42264D}" sibTransId="{464DDA65-8E15-4C82-BEF3-EE1CD7C50BC6}"/>
    <dgm:cxn modelId="{90BAE716-264C-4B5A-87D9-61622F231E5C}" type="presParOf" srcId="{EBCF53C3-E9F1-48EF-B8C3-DA5CB741DB17}" destId="{9AF4BEEC-8A54-4F2B-B0BD-1E3C6C27B4FB}" srcOrd="0" destOrd="0" presId="urn:microsoft.com/office/officeart/2005/8/layout/default"/>
    <dgm:cxn modelId="{ABBB5B39-DE5F-4392-9A4D-BBBD23969334}" type="presParOf" srcId="{EBCF53C3-E9F1-48EF-B8C3-DA5CB741DB17}" destId="{FA7B2B1D-3590-48AA-B734-6CC033A3B67E}" srcOrd="1" destOrd="0" presId="urn:microsoft.com/office/officeart/2005/8/layout/default"/>
    <dgm:cxn modelId="{008BE283-D0E1-46BC-9BF1-63581A6EE9AB}" type="presParOf" srcId="{EBCF53C3-E9F1-48EF-B8C3-DA5CB741DB17}" destId="{689E6ADB-0F4B-4CAF-A264-E544645C1C48}" srcOrd="2" destOrd="0" presId="urn:microsoft.com/office/officeart/2005/8/layout/default"/>
    <dgm:cxn modelId="{6AB59F03-D778-41A9-AF88-44201B69C28B}" type="presParOf" srcId="{EBCF53C3-E9F1-48EF-B8C3-DA5CB741DB17}" destId="{2B92F098-2601-4B2D-B41E-C62EDBCC6521}" srcOrd="3" destOrd="0" presId="urn:microsoft.com/office/officeart/2005/8/layout/default"/>
    <dgm:cxn modelId="{057161C2-0EEA-40E7-96DE-6172B63672EA}" type="presParOf" srcId="{EBCF53C3-E9F1-48EF-B8C3-DA5CB741DB17}" destId="{812ECB6B-2BEE-4319-8509-22D1DBB948C7}" srcOrd="4" destOrd="0" presId="urn:microsoft.com/office/officeart/2005/8/layout/default"/>
    <dgm:cxn modelId="{512404BD-D6F2-42D1-9D5A-C347A008C08D}" type="presParOf" srcId="{EBCF53C3-E9F1-48EF-B8C3-DA5CB741DB17}" destId="{0505F295-08BA-4215-A5CA-7ED841E75906}" srcOrd="5" destOrd="0" presId="urn:microsoft.com/office/officeart/2005/8/layout/default"/>
    <dgm:cxn modelId="{295F518B-0806-49D4-8CB0-E07FDAF4B9BB}" type="presParOf" srcId="{EBCF53C3-E9F1-48EF-B8C3-DA5CB741DB17}" destId="{6A09737B-19CD-4103-98BA-BC5DEDC3E67F}" srcOrd="6" destOrd="0" presId="urn:microsoft.com/office/officeart/2005/8/layout/default"/>
    <dgm:cxn modelId="{AD48E3B4-50FB-48A3-83F8-B613FE527457}" type="presParOf" srcId="{EBCF53C3-E9F1-48EF-B8C3-DA5CB741DB17}" destId="{DD6A7194-7301-4475-9BF8-208137B50940}" srcOrd="7" destOrd="0" presId="urn:microsoft.com/office/officeart/2005/8/layout/default"/>
    <dgm:cxn modelId="{B37E9376-A66A-4868-A3BE-81B9CF9F61D3}" type="presParOf" srcId="{EBCF53C3-E9F1-48EF-B8C3-DA5CB741DB17}" destId="{A71D38DD-B139-427A-904D-BB4246D9C8E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2A07FC-3CB6-45F5-B8A6-BAAFF06549C4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8D900F5-FD71-4214-90DC-5AA2B21236D3}">
      <dgm:prSet phldrT="[Text]"/>
      <dgm:spPr/>
      <dgm:t>
        <a:bodyPr/>
        <a:lstStyle/>
        <a:p>
          <a:r>
            <a:rPr lang="en-US" b="1" dirty="0" smtClean="0"/>
            <a:t>Instructors</a:t>
          </a:r>
          <a:endParaRPr lang="en-US" b="1" dirty="0"/>
        </a:p>
      </dgm:t>
    </dgm:pt>
    <dgm:pt modelId="{17E604DB-265D-4C0C-A42B-97A857627283}" type="parTrans" cxnId="{438F6AEB-7628-44BB-B39A-3A4268B7DF7D}">
      <dgm:prSet/>
      <dgm:spPr/>
      <dgm:t>
        <a:bodyPr/>
        <a:lstStyle/>
        <a:p>
          <a:endParaRPr lang="en-US"/>
        </a:p>
      </dgm:t>
    </dgm:pt>
    <dgm:pt modelId="{4C849F70-A546-429D-A435-DFE7ADFDEE81}" type="sibTrans" cxnId="{438F6AEB-7628-44BB-B39A-3A4268B7DF7D}">
      <dgm:prSet/>
      <dgm:spPr/>
      <dgm:t>
        <a:bodyPr/>
        <a:lstStyle/>
        <a:p>
          <a:endParaRPr lang="en-US"/>
        </a:p>
      </dgm:t>
    </dgm:pt>
    <dgm:pt modelId="{288E5FB2-619F-4007-BB6F-CCC172246DA8}">
      <dgm:prSet phldrT="[Text]"/>
      <dgm:spPr/>
      <dgm:t>
        <a:bodyPr/>
        <a:lstStyle/>
        <a:p>
          <a:r>
            <a:rPr lang="en-US" b="1" dirty="0" smtClean="0"/>
            <a:t>Teachers</a:t>
          </a:r>
          <a:endParaRPr lang="en-US" b="1" dirty="0"/>
        </a:p>
      </dgm:t>
    </dgm:pt>
    <dgm:pt modelId="{D295B3C6-4A0F-436C-8C98-99C57997EBD5}" type="parTrans" cxnId="{02A7297B-63FF-45FF-A87A-00BE51F1670F}">
      <dgm:prSet/>
      <dgm:spPr/>
      <dgm:t>
        <a:bodyPr/>
        <a:lstStyle/>
        <a:p>
          <a:endParaRPr lang="en-US"/>
        </a:p>
      </dgm:t>
    </dgm:pt>
    <dgm:pt modelId="{4BA816BC-35CB-4DC1-9E65-A850BD61CF42}" type="sibTrans" cxnId="{02A7297B-63FF-45FF-A87A-00BE51F1670F}">
      <dgm:prSet/>
      <dgm:spPr/>
      <dgm:t>
        <a:bodyPr/>
        <a:lstStyle/>
        <a:p>
          <a:endParaRPr lang="en-US"/>
        </a:p>
      </dgm:t>
    </dgm:pt>
    <dgm:pt modelId="{C3F7F836-7B71-4508-A857-0CD062F38B15}">
      <dgm:prSet phldrT="[Text]"/>
      <dgm:spPr/>
      <dgm:t>
        <a:bodyPr/>
        <a:lstStyle/>
        <a:p>
          <a:r>
            <a:rPr lang="en-US" b="1" dirty="0" smtClean="0"/>
            <a:t>Examiners</a:t>
          </a:r>
          <a:endParaRPr lang="en-US" b="1" dirty="0"/>
        </a:p>
      </dgm:t>
    </dgm:pt>
    <dgm:pt modelId="{CB087F95-3482-49FB-827A-64A48650DA67}" type="parTrans" cxnId="{11ED546B-C5DF-4D87-A61A-5B7DDEA1CF8E}">
      <dgm:prSet/>
      <dgm:spPr/>
      <dgm:t>
        <a:bodyPr/>
        <a:lstStyle/>
        <a:p>
          <a:endParaRPr lang="en-US"/>
        </a:p>
      </dgm:t>
    </dgm:pt>
    <dgm:pt modelId="{F372FAB1-5D43-41BD-A2B7-E90C1F586C54}" type="sibTrans" cxnId="{11ED546B-C5DF-4D87-A61A-5B7DDEA1CF8E}">
      <dgm:prSet/>
      <dgm:spPr/>
      <dgm:t>
        <a:bodyPr/>
        <a:lstStyle/>
        <a:p>
          <a:endParaRPr lang="en-US"/>
        </a:p>
      </dgm:t>
    </dgm:pt>
    <dgm:pt modelId="{CE9437AB-FD4D-4FED-831C-C3DD283380A8}">
      <dgm:prSet phldrT="[Text]"/>
      <dgm:spPr/>
      <dgm:t>
        <a:bodyPr/>
        <a:lstStyle/>
        <a:p>
          <a:r>
            <a:rPr lang="en-US" b="1" dirty="0" smtClean="0"/>
            <a:t>Administrative Staff</a:t>
          </a:r>
          <a:endParaRPr lang="en-US" b="1" dirty="0"/>
        </a:p>
      </dgm:t>
    </dgm:pt>
    <dgm:pt modelId="{A971FF90-A21B-4C07-91EF-D7B0A728B473}" type="parTrans" cxnId="{D73D63A9-817E-4BFB-A924-AD277DB3E901}">
      <dgm:prSet/>
      <dgm:spPr/>
      <dgm:t>
        <a:bodyPr/>
        <a:lstStyle/>
        <a:p>
          <a:endParaRPr lang="en-US"/>
        </a:p>
      </dgm:t>
    </dgm:pt>
    <dgm:pt modelId="{446E0DFA-6F25-477C-BA22-1B8CA5648D0A}" type="sibTrans" cxnId="{D73D63A9-817E-4BFB-A924-AD277DB3E901}">
      <dgm:prSet/>
      <dgm:spPr/>
      <dgm:t>
        <a:bodyPr/>
        <a:lstStyle/>
        <a:p>
          <a:endParaRPr lang="en-US"/>
        </a:p>
      </dgm:t>
    </dgm:pt>
    <dgm:pt modelId="{7C50DD3E-23AC-45EC-85F8-F57CB928A236}">
      <dgm:prSet phldrT="[Text]"/>
      <dgm:spPr/>
      <dgm:t>
        <a:bodyPr/>
        <a:lstStyle/>
        <a:p>
          <a:r>
            <a:rPr lang="en-US" b="1" dirty="0" smtClean="0"/>
            <a:t>Students</a:t>
          </a:r>
          <a:endParaRPr lang="en-US" b="1" dirty="0"/>
        </a:p>
      </dgm:t>
    </dgm:pt>
    <dgm:pt modelId="{DF785206-29CE-4F86-8162-2568132F24CF}" type="parTrans" cxnId="{7C67CF4B-F0B3-46F5-A252-D88EEB3AD92D}">
      <dgm:prSet/>
      <dgm:spPr/>
      <dgm:t>
        <a:bodyPr/>
        <a:lstStyle/>
        <a:p>
          <a:endParaRPr lang="en-US"/>
        </a:p>
      </dgm:t>
    </dgm:pt>
    <dgm:pt modelId="{DCB4F846-7C01-49C6-8E34-E972FF81D770}" type="sibTrans" cxnId="{7C67CF4B-F0B3-46F5-A252-D88EEB3AD92D}">
      <dgm:prSet/>
      <dgm:spPr/>
      <dgm:t>
        <a:bodyPr/>
        <a:lstStyle/>
        <a:p>
          <a:endParaRPr lang="en-US"/>
        </a:p>
      </dgm:t>
    </dgm:pt>
    <dgm:pt modelId="{62E26BDB-BBC5-43DE-A901-F628C0187E9A}">
      <dgm:prSet phldrT="[Text]"/>
      <dgm:spPr/>
      <dgm:t>
        <a:bodyPr/>
        <a:lstStyle/>
        <a:p>
          <a:r>
            <a:rPr lang="en-US" b="1" dirty="0" smtClean="0"/>
            <a:t>Other professionals and academicians</a:t>
          </a:r>
          <a:endParaRPr lang="en-US" b="1" dirty="0"/>
        </a:p>
      </dgm:t>
    </dgm:pt>
    <dgm:pt modelId="{C77D5653-A549-4077-ACF1-3C2257227243}" type="parTrans" cxnId="{87A96A64-488C-4E5E-B8A7-F114F1EEA066}">
      <dgm:prSet/>
      <dgm:spPr/>
      <dgm:t>
        <a:bodyPr/>
        <a:lstStyle/>
        <a:p>
          <a:endParaRPr lang="en-US"/>
        </a:p>
      </dgm:t>
    </dgm:pt>
    <dgm:pt modelId="{14B3AC16-59B3-491F-802A-C4757A6E1F04}" type="sibTrans" cxnId="{87A96A64-488C-4E5E-B8A7-F114F1EEA066}">
      <dgm:prSet/>
      <dgm:spPr/>
      <dgm:t>
        <a:bodyPr/>
        <a:lstStyle/>
        <a:p>
          <a:endParaRPr lang="en-US"/>
        </a:p>
      </dgm:t>
    </dgm:pt>
    <dgm:pt modelId="{D4A614E1-45AA-4066-B54A-B01C6518E7D5}" type="pres">
      <dgm:prSet presAssocID="{E42A07FC-3CB6-45F5-B8A6-BAAFF06549C4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BD76992D-47A3-47B5-BBA2-A49B0C174C48}" type="pres">
      <dgm:prSet presAssocID="{A8D900F5-FD71-4214-90DC-5AA2B21236D3}" presName="composite" presStyleCnt="0"/>
      <dgm:spPr/>
      <dgm:t>
        <a:bodyPr/>
        <a:lstStyle/>
        <a:p>
          <a:endParaRPr lang="en-US"/>
        </a:p>
      </dgm:t>
    </dgm:pt>
    <dgm:pt modelId="{9D3613FF-2B6B-4AB1-B197-957361CAF4F4}" type="pres">
      <dgm:prSet presAssocID="{A8D900F5-FD71-4214-90DC-5AA2B21236D3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07BFF9-5D6A-4896-95CA-2EDF839E1175}" type="pres">
      <dgm:prSet presAssocID="{A8D900F5-FD71-4214-90DC-5AA2B21236D3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65772C-BF5F-4FB9-B953-92877A9C7046}" type="pres">
      <dgm:prSet presAssocID="{A8D900F5-FD71-4214-90DC-5AA2B21236D3}" presName="BalanceSpacing" presStyleCnt="0"/>
      <dgm:spPr/>
      <dgm:t>
        <a:bodyPr/>
        <a:lstStyle/>
        <a:p>
          <a:endParaRPr lang="en-US"/>
        </a:p>
      </dgm:t>
    </dgm:pt>
    <dgm:pt modelId="{C5E793EC-CCBA-4030-94F9-FB0D47E47F59}" type="pres">
      <dgm:prSet presAssocID="{A8D900F5-FD71-4214-90DC-5AA2B21236D3}" presName="BalanceSpacing1" presStyleCnt="0"/>
      <dgm:spPr/>
      <dgm:t>
        <a:bodyPr/>
        <a:lstStyle/>
        <a:p>
          <a:endParaRPr lang="en-US"/>
        </a:p>
      </dgm:t>
    </dgm:pt>
    <dgm:pt modelId="{73DA2033-4485-4C97-90A8-5A3A188B6A6A}" type="pres">
      <dgm:prSet presAssocID="{4C849F70-A546-429D-A435-DFE7ADFDEE81}" presName="Accent1Text" presStyleLbl="node1" presStyleIdx="1" presStyleCnt="6"/>
      <dgm:spPr/>
      <dgm:t>
        <a:bodyPr/>
        <a:lstStyle/>
        <a:p>
          <a:endParaRPr lang="en-US"/>
        </a:p>
      </dgm:t>
    </dgm:pt>
    <dgm:pt modelId="{78BE843C-FC78-411B-BD2F-F139A9CA0338}" type="pres">
      <dgm:prSet presAssocID="{4C849F70-A546-429D-A435-DFE7ADFDEE81}" presName="spaceBetweenRectangles" presStyleCnt="0"/>
      <dgm:spPr/>
      <dgm:t>
        <a:bodyPr/>
        <a:lstStyle/>
        <a:p>
          <a:endParaRPr lang="en-US"/>
        </a:p>
      </dgm:t>
    </dgm:pt>
    <dgm:pt modelId="{FB05438F-1420-4F78-BC41-657067498AF1}" type="pres">
      <dgm:prSet presAssocID="{C3F7F836-7B71-4508-A857-0CD062F38B15}" presName="composite" presStyleCnt="0"/>
      <dgm:spPr/>
      <dgm:t>
        <a:bodyPr/>
        <a:lstStyle/>
        <a:p>
          <a:endParaRPr lang="en-US"/>
        </a:p>
      </dgm:t>
    </dgm:pt>
    <dgm:pt modelId="{CFBDA69D-C1D1-468C-B579-2E539B35B658}" type="pres">
      <dgm:prSet presAssocID="{C3F7F836-7B71-4508-A857-0CD062F38B15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1DBDC0-EE4A-4C1E-BCDA-2BF10231FB72}" type="pres">
      <dgm:prSet presAssocID="{C3F7F836-7B71-4508-A857-0CD062F38B15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D1DE23-651F-4B9A-BC79-10B3FDD38677}" type="pres">
      <dgm:prSet presAssocID="{C3F7F836-7B71-4508-A857-0CD062F38B15}" presName="BalanceSpacing" presStyleCnt="0"/>
      <dgm:spPr/>
      <dgm:t>
        <a:bodyPr/>
        <a:lstStyle/>
        <a:p>
          <a:endParaRPr lang="en-US"/>
        </a:p>
      </dgm:t>
    </dgm:pt>
    <dgm:pt modelId="{1448AC22-96BE-4BC5-8648-FBC70A659C9E}" type="pres">
      <dgm:prSet presAssocID="{C3F7F836-7B71-4508-A857-0CD062F38B15}" presName="BalanceSpacing1" presStyleCnt="0"/>
      <dgm:spPr/>
      <dgm:t>
        <a:bodyPr/>
        <a:lstStyle/>
        <a:p>
          <a:endParaRPr lang="en-US"/>
        </a:p>
      </dgm:t>
    </dgm:pt>
    <dgm:pt modelId="{5203F1CF-72C0-405A-8EE3-FDA166A44BCA}" type="pres">
      <dgm:prSet presAssocID="{F372FAB1-5D43-41BD-A2B7-E90C1F586C54}" presName="Accent1Text" presStyleLbl="node1" presStyleIdx="3" presStyleCnt="6"/>
      <dgm:spPr/>
      <dgm:t>
        <a:bodyPr/>
        <a:lstStyle/>
        <a:p>
          <a:endParaRPr lang="en-US"/>
        </a:p>
      </dgm:t>
    </dgm:pt>
    <dgm:pt modelId="{C318F379-463F-4B4D-B8B9-4C632A317E19}" type="pres">
      <dgm:prSet presAssocID="{F372FAB1-5D43-41BD-A2B7-E90C1F586C54}" presName="spaceBetweenRectangles" presStyleCnt="0"/>
      <dgm:spPr/>
      <dgm:t>
        <a:bodyPr/>
        <a:lstStyle/>
        <a:p>
          <a:endParaRPr lang="en-US"/>
        </a:p>
      </dgm:t>
    </dgm:pt>
    <dgm:pt modelId="{C216112D-E821-4B2A-B370-DF750EC4826D}" type="pres">
      <dgm:prSet presAssocID="{7C50DD3E-23AC-45EC-85F8-F57CB928A236}" presName="composite" presStyleCnt="0"/>
      <dgm:spPr/>
      <dgm:t>
        <a:bodyPr/>
        <a:lstStyle/>
        <a:p>
          <a:endParaRPr lang="en-US"/>
        </a:p>
      </dgm:t>
    </dgm:pt>
    <dgm:pt modelId="{E725670C-395E-490E-933D-95CD815B7C12}" type="pres">
      <dgm:prSet presAssocID="{7C50DD3E-23AC-45EC-85F8-F57CB928A236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E54EF5-4C4E-4B28-BE28-D24A7C1DC10E}" type="pres">
      <dgm:prSet presAssocID="{7C50DD3E-23AC-45EC-85F8-F57CB928A236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C15183-F96D-4AD1-950F-3FFAEBD56AFF}" type="pres">
      <dgm:prSet presAssocID="{7C50DD3E-23AC-45EC-85F8-F57CB928A236}" presName="BalanceSpacing" presStyleCnt="0"/>
      <dgm:spPr/>
      <dgm:t>
        <a:bodyPr/>
        <a:lstStyle/>
        <a:p>
          <a:endParaRPr lang="en-US"/>
        </a:p>
      </dgm:t>
    </dgm:pt>
    <dgm:pt modelId="{7ABDD831-3B79-444C-9D54-358F6FF5C66B}" type="pres">
      <dgm:prSet presAssocID="{7C50DD3E-23AC-45EC-85F8-F57CB928A236}" presName="BalanceSpacing1" presStyleCnt="0"/>
      <dgm:spPr/>
      <dgm:t>
        <a:bodyPr/>
        <a:lstStyle/>
        <a:p>
          <a:endParaRPr lang="en-US"/>
        </a:p>
      </dgm:t>
    </dgm:pt>
    <dgm:pt modelId="{640F048C-A04A-45D2-93A7-B14636592C45}" type="pres">
      <dgm:prSet presAssocID="{DCB4F846-7C01-49C6-8E34-E972FF81D770}" presName="Accent1Text" presStyleLbl="node1" presStyleIdx="5" presStyleCnt="6"/>
      <dgm:spPr/>
      <dgm:t>
        <a:bodyPr/>
        <a:lstStyle/>
        <a:p>
          <a:endParaRPr lang="en-US"/>
        </a:p>
      </dgm:t>
    </dgm:pt>
  </dgm:ptLst>
  <dgm:cxnLst>
    <dgm:cxn modelId="{D73D63A9-817E-4BFB-A924-AD277DB3E901}" srcId="{C3F7F836-7B71-4508-A857-0CD062F38B15}" destId="{CE9437AB-FD4D-4FED-831C-C3DD283380A8}" srcOrd="0" destOrd="0" parTransId="{A971FF90-A21B-4C07-91EF-D7B0A728B473}" sibTransId="{446E0DFA-6F25-477C-BA22-1B8CA5648D0A}"/>
    <dgm:cxn modelId="{87A96A64-488C-4E5E-B8A7-F114F1EEA066}" srcId="{7C50DD3E-23AC-45EC-85F8-F57CB928A236}" destId="{62E26BDB-BBC5-43DE-A901-F628C0187E9A}" srcOrd="0" destOrd="0" parTransId="{C77D5653-A549-4077-ACF1-3C2257227243}" sibTransId="{14B3AC16-59B3-491F-802A-C4757A6E1F04}"/>
    <dgm:cxn modelId="{4A8A575A-5412-4D12-9808-AFB39164D973}" type="presOf" srcId="{4C849F70-A546-429D-A435-DFE7ADFDEE81}" destId="{73DA2033-4485-4C97-90A8-5A3A188B6A6A}" srcOrd="0" destOrd="0" presId="urn:microsoft.com/office/officeart/2008/layout/AlternatingHexagons"/>
    <dgm:cxn modelId="{02A7297B-63FF-45FF-A87A-00BE51F1670F}" srcId="{A8D900F5-FD71-4214-90DC-5AA2B21236D3}" destId="{288E5FB2-619F-4007-BB6F-CCC172246DA8}" srcOrd="0" destOrd="0" parTransId="{D295B3C6-4A0F-436C-8C98-99C57997EBD5}" sibTransId="{4BA816BC-35CB-4DC1-9E65-A850BD61CF42}"/>
    <dgm:cxn modelId="{226AC0F1-2B8A-4808-B359-148C7CCAECA0}" type="presOf" srcId="{288E5FB2-619F-4007-BB6F-CCC172246DA8}" destId="{9A07BFF9-5D6A-4896-95CA-2EDF839E1175}" srcOrd="0" destOrd="0" presId="urn:microsoft.com/office/officeart/2008/layout/AlternatingHexagons"/>
    <dgm:cxn modelId="{6F4EE916-A9AD-41ED-AF24-35E89AAAD02E}" type="presOf" srcId="{E42A07FC-3CB6-45F5-B8A6-BAAFF06549C4}" destId="{D4A614E1-45AA-4066-B54A-B01C6518E7D5}" srcOrd="0" destOrd="0" presId="urn:microsoft.com/office/officeart/2008/layout/AlternatingHexagons"/>
    <dgm:cxn modelId="{5572F425-C682-4D79-B3EF-98B0D8DEE767}" type="presOf" srcId="{7C50DD3E-23AC-45EC-85F8-F57CB928A236}" destId="{E725670C-395E-490E-933D-95CD815B7C12}" srcOrd="0" destOrd="0" presId="urn:microsoft.com/office/officeart/2008/layout/AlternatingHexagons"/>
    <dgm:cxn modelId="{438F6AEB-7628-44BB-B39A-3A4268B7DF7D}" srcId="{E42A07FC-3CB6-45F5-B8A6-BAAFF06549C4}" destId="{A8D900F5-FD71-4214-90DC-5AA2B21236D3}" srcOrd="0" destOrd="0" parTransId="{17E604DB-265D-4C0C-A42B-97A857627283}" sibTransId="{4C849F70-A546-429D-A435-DFE7ADFDEE81}"/>
    <dgm:cxn modelId="{11ED546B-C5DF-4D87-A61A-5B7DDEA1CF8E}" srcId="{E42A07FC-3CB6-45F5-B8A6-BAAFF06549C4}" destId="{C3F7F836-7B71-4508-A857-0CD062F38B15}" srcOrd="1" destOrd="0" parTransId="{CB087F95-3482-49FB-827A-64A48650DA67}" sibTransId="{F372FAB1-5D43-41BD-A2B7-E90C1F586C54}"/>
    <dgm:cxn modelId="{E0350E29-BCD2-4E43-969C-4EE0D1FB3A5C}" type="presOf" srcId="{62E26BDB-BBC5-43DE-A901-F628C0187E9A}" destId="{F1E54EF5-4C4E-4B28-BE28-D24A7C1DC10E}" srcOrd="0" destOrd="0" presId="urn:microsoft.com/office/officeart/2008/layout/AlternatingHexagons"/>
    <dgm:cxn modelId="{B2E21169-8716-424E-8B8A-66F0793E654F}" type="presOf" srcId="{C3F7F836-7B71-4508-A857-0CD062F38B15}" destId="{CFBDA69D-C1D1-468C-B579-2E539B35B658}" srcOrd="0" destOrd="0" presId="urn:microsoft.com/office/officeart/2008/layout/AlternatingHexagons"/>
    <dgm:cxn modelId="{7C67CF4B-F0B3-46F5-A252-D88EEB3AD92D}" srcId="{E42A07FC-3CB6-45F5-B8A6-BAAFF06549C4}" destId="{7C50DD3E-23AC-45EC-85F8-F57CB928A236}" srcOrd="2" destOrd="0" parTransId="{DF785206-29CE-4F86-8162-2568132F24CF}" sibTransId="{DCB4F846-7C01-49C6-8E34-E972FF81D770}"/>
    <dgm:cxn modelId="{F5C62369-50B8-4FD4-8913-292B1CFF02ED}" type="presOf" srcId="{CE9437AB-FD4D-4FED-831C-C3DD283380A8}" destId="{D31DBDC0-EE4A-4C1E-BCDA-2BF10231FB72}" srcOrd="0" destOrd="0" presId="urn:microsoft.com/office/officeart/2008/layout/AlternatingHexagons"/>
    <dgm:cxn modelId="{C7E4C7F7-2102-4773-9255-AC5E045CC30D}" type="presOf" srcId="{A8D900F5-FD71-4214-90DC-5AA2B21236D3}" destId="{9D3613FF-2B6B-4AB1-B197-957361CAF4F4}" srcOrd="0" destOrd="0" presId="urn:microsoft.com/office/officeart/2008/layout/AlternatingHexagons"/>
    <dgm:cxn modelId="{26FD33F1-70E6-40AC-A95E-D3839CA3E5C2}" type="presOf" srcId="{F372FAB1-5D43-41BD-A2B7-E90C1F586C54}" destId="{5203F1CF-72C0-405A-8EE3-FDA166A44BCA}" srcOrd="0" destOrd="0" presId="urn:microsoft.com/office/officeart/2008/layout/AlternatingHexagons"/>
    <dgm:cxn modelId="{A490C58A-D5E4-4C8D-91E6-E41B3DCCF28A}" type="presOf" srcId="{DCB4F846-7C01-49C6-8E34-E972FF81D770}" destId="{640F048C-A04A-45D2-93A7-B14636592C45}" srcOrd="0" destOrd="0" presId="urn:microsoft.com/office/officeart/2008/layout/AlternatingHexagons"/>
    <dgm:cxn modelId="{46A2BF04-8600-4A87-AD64-26EA748A6CB1}" type="presParOf" srcId="{D4A614E1-45AA-4066-B54A-B01C6518E7D5}" destId="{BD76992D-47A3-47B5-BBA2-A49B0C174C48}" srcOrd="0" destOrd="0" presId="urn:microsoft.com/office/officeart/2008/layout/AlternatingHexagons"/>
    <dgm:cxn modelId="{6B664AA2-27EB-4F70-8A1A-2DFD6424EF6A}" type="presParOf" srcId="{BD76992D-47A3-47B5-BBA2-A49B0C174C48}" destId="{9D3613FF-2B6B-4AB1-B197-957361CAF4F4}" srcOrd="0" destOrd="0" presId="urn:microsoft.com/office/officeart/2008/layout/AlternatingHexagons"/>
    <dgm:cxn modelId="{0C5C0F38-1AFC-4064-825C-D0CF80B948C4}" type="presParOf" srcId="{BD76992D-47A3-47B5-BBA2-A49B0C174C48}" destId="{9A07BFF9-5D6A-4896-95CA-2EDF839E1175}" srcOrd="1" destOrd="0" presId="urn:microsoft.com/office/officeart/2008/layout/AlternatingHexagons"/>
    <dgm:cxn modelId="{DD7F6E23-D9F8-47C3-A26D-F6D66993289B}" type="presParOf" srcId="{BD76992D-47A3-47B5-BBA2-A49B0C174C48}" destId="{6C65772C-BF5F-4FB9-B953-92877A9C7046}" srcOrd="2" destOrd="0" presId="urn:microsoft.com/office/officeart/2008/layout/AlternatingHexagons"/>
    <dgm:cxn modelId="{95C8E943-060F-459F-8CDC-7B707908BA79}" type="presParOf" srcId="{BD76992D-47A3-47B5-BBA2-A49B0C174C48}" destId="{C5E793EC-CCBA-4030-94F9-FB0D47E47F59}" srcOrd="3" destOrd="0" presId="urn:microsoft.com/office/officeart/2008/layout/AlternatingHexagons"/>
    <dgm:cxn modelId="{A096423D-BD94-483F-BF7D-EDE0FF146913}" type="presParOf" srcId="{BD76992D-47A3-47B5-BBA2-A49B0C174C48}" destId="{73DA2033-4485-4C97-90A8-5A3A188B6A6A}" srcOrd="4" destOrd="0" presId="urn:microsoft.com/office/officeart/2008/layout/AlternatingHexagons"/>
    <dgm:cxn modelId="{3A4D70C1-18D3-4423-A92B-641498AF9470}" type="presParOf" srcId="{D4A614E1-45AA-4066-B54A-B01C6518E7D5}" destId="{78BE843C-FC78-411B-BD2F-F139A9CA0338}" srcOrd="1" destOrd="0" presId="urn:microsoft.com/office/officeart/2008/layout/AlternatingHexagons"/>
    <dgm:cxn modelId="{4B35AF83-110B-47EB-9C9B-47D8F61B15E9}" type="presParOf" srcId="{D4A614E1-45AA-4066-B54A-B01C6518E7D5}" destId="{FB05438F-1420-4F78-BC41-657067498AF1}" srcOrd="2" destOrd="0" presId="urn:microsoft.com/office/officeart/2008/layout/AlternatingHexagons"/>
    <dgm:cxn modelId="{EF0F811F-3432-4F61-BEBE-744826455D28}" type="presParOf" srcId="{FB05438F-1420-4F78-BC41-657067498AF1}" destId="{CFBDA69D-C1D1-468C-B579-2E539B35B658}" srcOrd="0" destOrd="0" presId="urn:microsoft.com/office/officeart/2008/layout/AlternatingHexagons"/>
    <dgm:cxn modelId="{071F0B45-2728-46AF-A6C8-52CB85C5D64D}" type="presParOf" srcId="{FB05438F-1420-4F78-BC41-657067498AF1}" destId="{D31DBDC0-EE4A-4C1E-BCDA-2BF10231FB72}" srcOrd="1" destOrd="0" presId="urn:microsoft.com/office/officeart/2008/layout/AlternatingHexagons"/>
    <dgm:cxn modelId="{73F7AA29-D141-48FD-8556-0005CBA73D07}" type="presParOf" srcId="{FB05438F-1420-4F78-BC41-657067498AF1}" destId="{4CD1DE23-651F-4B9A-BC79-10B3FDD38677}" srcOrd="2" destOrd="0" presId="urn:microsoft.com/office/officeart/2008/layout/AlternatingHexagons"/>
    <dgm:cxn modelId="{3714F79A-78CC-4F3A-980F-8C95744D7BE5}" type="presParOf" srcId="{FB05438F-1420-4F78-BC41-657067498AF1}" destId="{1448AC22-96BE-4BC5-8648-FBC70A659C9E}" srcOrd="3" destOrd="0" presId="urn:microsoft.com/office/officeart/2008/layout/AlternatingHexagons"/>
    <dgm:cxn modelId="{601ACF97-1996-4688-BCA1-19A882DA41CE}" type="presParOf" srcId="{FB05438F-1420-4F78-BC41-657067498AF1}" destId="{5203F1CF-72C0-405A-8EE3-FDA166A44BCA}" srcOrd="4" destOrd="0" presId="urn:microsoft.com/office/officeart/2008/layout/AlternatingHexagons"/>
    <dgm:cxn modelId="{BC2E9EFE-F793-465F-8B48-31E5056B5609}" type="presParOf" srcId="{D4A614E1-45AA-4066-B54A-B01C6518E7D5}" destId="{C318F379-463F-4B4D-B8B9-4C632A317E19}" srcOrd="3" destOrd="0" presId="urn:microsoft.com/office/officeart/2008/layout/AlternatingHexagons"/>
    <dgm:cxn modelId="{1F4DEA13-7047-4B44-8E7C-B18B29BA7CAF}" type="presParOf" srcId="{D4A614E1-45AA-4066-B54A-B01C6518E7D5}" destId="{C216112D-E821-4B2A-B370-DF750EC4826D}" srcOrd="4" destOrd="0" presId="urn:microsoft.com/office/officeart/2008/layout/AlternatingHexagons"/>
    <dgm:cxn modelId="{74D84BD2-3597-4E0B-9A06-DDDEBD32BA10}" type="presParOf" srcId="{C216112D-E821-4B2A-B370-DF750EC4826D}" destId="{E725670C-395E-490E-933D-95CD815B7C12}" srcOrd="0" destOrd="0" presId="urn:microsoft.com/office/officeart/2008/layout/AlternatingHexagons"/>
    <dgm:cxn modelId="{F52B8DAA-09A6-494B-9CFE-B6BCFCAEED8C}" type="presParOf" srcId="{C216112D-E821-4B2A-B370-DF750EC4826D}" destId="{F1E54EF5-4C4E-4B28-BE28-D24A7C1DC10E}" srcOrd="1" destOrd="0" presId="urn:microsoft.com/office/officeart/2008/layout/AlternatingHexagons"/>
    <dgm:cxn modelId="{679DB186-9BF4-4E9F-B3DC-6D16E66A7D1B}" type="presParOf" srcId="{C216112D-E821-4B2A-B370-DF750EC4826D}" destId="{68C15183-F96D-4AD1-950F-3FFAEBD56AFF}" srcOrd="2" destOrd="0" presId="urn:microsoft.com/office/officeart/2008/layout/AlternatingHexagons"/>
    <dgm:cxn modelId="{A1D53A3B-AD00-4F4E-9BA8-34ABD12BDF34}" type="presParOf" srcId="{C216112D-E821-4B2A-B370-DF750EC4826D}" destId="{7ABDD831-3B79-444C-9D54-358F6FF5C66B}" srcOrd="3" destOrd="0" presId="urn:microsoft.com/office/officeart/2008/layout/AlternatingHexagons"/>
    <dgm:cxn modelId="{216F1D13-1879-4854-9FD3-481EEE2A4826}" type="presParOf" srcId="{C216112D-E821-4B2A-B370-DF750EC4826D}" destId="{640F048C-A04A-45D2-93A7-B14636592C45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8B4255-8E93-44E5-9D23-07755348DA2B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4A23514-4D2F-43EE-B6DE-BADF13BCA13C}">
      <dgm:prSet phldrT="[Text]"/>
      <dgm:spPr/>
      <dgm:t>
        <a:bodyPr/>
        <a:lstStyle/>
        <a:p>
          <a:r>
            <a:rPr lang="en-US" dirty="0" smtClean="0"/>
            <a:t>Executives</a:t>
          </a:r>
          <a:endParaRPr lang="en-US" dirty="0"/>
        </a:p>
      </dgm:t>
    </dgm:pt>
    <dgm:pt modelId="{F5613100-8077-4645-8B3B-E4F0082FC578}" type="parTrans" cxnId="{B9CFB234-DBBE-432D-B708-B00374C08B82}">
      <dgm:prSet/>
      <dgm:spPr/>
      <dgm:t>
        <a:bodyPr/>
        <a:lstStyle/>
        <a:p>
          <a:endParaRPr lang="en-US"/>
        </a:p>
      </dgm:t>
    </dgm:pt>
    <dgm:pt modelId="{A57D8889-4D35-4C87-8A2C-D9C299EF9A3A}" type="sibTrans" cxnId="{B9CFB234-DBBE-432D-B708-B00374C08B82}">
      <dgm:prSet/>
      <dgm:spPr/>
      <dgm:t>
        <a:bodyPr/>
        <a:lstStyle/>
        <a:p>
          <a:endParaRPr lang="en-US"/>
        </a:p>
      </dgm:t>
    </dgm:pt>
    <dgm:pt modelId="{2808BEB9-7E5F-405B-A258-8542C14EC64E}">
      <dgm:prSet phldrT="[Text]"/>
      <dgm:spPr/>
      <dgm:t>
        <a:bodyPr/>
        <a:lstStyle/>
        <a:p>
          <a:r>
            <a:rPr lang="en-US" dirty="0" smtClean="0"/>
            <a:t>Managers</a:t>
          </a:r>
          <a:endParaRPr lang="en-US" dirty="0"/>
        </a:p>
      </dgm:t>
    </dgm:pt>
    <dgm:pt modelId="{5CBB6354-89E1-4ABA-911F-7AD8025BB35B}" type="parTrans" cxnId="{1443DF89-373B-47B7-9C90-41A60FCF023E}">
      <dgm:prSet/>
      <dgm:spPr/>
      <dgm:t>
        <a:bodyPr/>
        <a:lstStyle/>
        <a:p>
          <a:endParaRPr lang="en-US"/>
        </a:p>
      </dgm:t>
    </dgm:pt>
    <dgm:pt modelId="{A99BB0BC-1AC0-4141-9D98-0BD316935BB3}" type="sibTrans" cxnId="{1443DF89-373B-47B7-9C90-41A60FCF023E}">
      <dgm:prSet/>
      <dgm:spPr/>
      <dgm:t>
        <a:bodyPr/>
        <a:lstStyle/>
        <a:p>
          <a:endParaRPr lang="en-US"/>
        </a:p>
      </dgm:t>
    </dgm:pt>
    <dgm:pt modelId="{FD3431F5-0A35-45F2-87AA-77BA6A65C828}">
      <dgm:prSet phldrT="[Text]"/>
      <dgm:spPr/>
      <dgm:t>
        <a:bodyPr/>
        <a:lstStyle/>
        <a:p>
          <a:r>
            <a:rPr lang="en-US" dirty="0" smtClean="0"/>
            <a:t>Peers</a:t>
          </a:r>
          <a:endParaRPr lang="en-US" dirty="0"/>
        </a:p>
      </dgm:t>
    </dgm:pt>
    <dgm:pt modelId="{64CFBBDC-0077-449B-B79B-888D00F67B5C}" type="parTrans" cxnId="{65262733-8055-4A65-B0E2-3A726EA53376}">
      <dgm:prSet/>
      <dgm:spPr/>
      <dgm:t>
        <a:bodyPr/>
        <a:lstStyle/>
        <a:p>
          <a:endParaRPr lang="en-US"/>
        </a:p>
      </dgm:t>
    </dgm:pt>
    <dgm:pt modelId="{5A4880A5-EAA4-48CF-846C-39FF8660E15F}" type="sibTrans" cxnId="{65262733-8055-4A65-B0E2-3A726EA53376}">
      <dgm:prSet/>
      <dgm:spPr/>
      <dgm:t>
        <a:bodyPr/>
        <a:lstStyle/>
        <a:p>
          <a:endParaRPr lang="en-US"/>
        </a:p>
      </dgm:t>
    </dgm:pt>
    <dgm:pt modelId="{157D3F10-A5AB-48BE-8620-4BEF79AF25FA}">
      <dgm:prSet phldrT="[Text]"/>
      <dgm:spPr/>
      <dgm:t>
        <a:bodyPr/>
        <a:lstStyle/>
        <a:p>
          <a:r>
            <a:rPr lang="en-US" dirty="0" smtClean="0"/>
            <a:t>Subordinates</a:t>
          </a:r>
          <a:endParaRPr lang="en-US" dirty="0"/>
        </a:p>
      </dgm:t>
    </dgm:pt>
    <dgm:pt modelId="{18807E82-89BF-4575-B692-877E4DE5B30A}" type="parTrans" cxnId="{FC4E6269-78E0-4B04-9C09-37492EC4EB6E}">
      <dgm:prSet/>
      <dgm:spPr/>
      <dgm:t>
        <a:bodyPr/>
        <a:lstStyle/>
        <a:p>
          <a:endParaRPr lang="en-US"/>
        </a:p>
      </dgm:t>
    </dgm:pt>
    <dgm:pt modelId="{BC717CBE-685A-40EF-81E7-D94011900046}" type="sibTrans" cxnId="{FC4E6269-78E0-4B04-9C09-37492EC4EB6E}">
      <dgm:prSet/>
      <dgm:spPr/>
      <dgm:t>
        <a:bodyPr/>
        <a:lstStyle/>
        <a:p>
          <a:endParaRPr lang="en-US"/>
        </a:p>
      </dgm:t>
    </dgm:pt>
    <dgm:pt modelId="{4E7ACC70-049A-446E-8E20-8A0D0F1BFC1A}">
      <dgm:prSet phldrT="[Text]"/>
      <dgm:spPr/>
      <dgm:t>
        <a:bodyPr/>
        <a:lstStyle/>
        <a:p>
          <a:r>
            <a:rPr lang="en-US" dirty="0" smtClean="0"/>
            <a:t>Customers/Clients</a:t>
          </a:r>
          <a:endParaRPr lang="en-US" dirty="0"/>
        </a:p>
      </dgm:t>
    </dgm:pt>
    <dgm:pt modelId="{8F5FB372-3CE9-429B-B8ED-D27BDF0F3CF5}" type="parTrans" cxnId="{641F426E-B82A-4A09-90B9-E22B55C6D866}">
      <dgm:prSet/>
      <dgm:spPr/>
      <dgm:t>
        <a:bodyPr/>
        <a:lstStyle/>
        <a:p>
          <a:endParaRPr lang="en-US"/>
        </a:p>
      </dgm:t>
    </dgm:pt>
    <dgm:pt modelId="{67EDFFCF-F3B2-4496-B54A-8BFAEF681D7D}" type="sibTrans" cxnId="{641F426E-B82A-4A09-90B9-E22B55C6D866}">
      <dgm:prSet/>
      <dgm:spPr/>
      <dgm:t>
        <a:bodyPr/>
        <a:lstStyle/>
        <a:p>
          <a:endParaRPr lang="en-US"/>
        </a:p>
      </dgm:t>
    </dgm:pt>
    <dgm:pt modelId="{97472710-97C0-4D54-B384-70023A62E601}">
      <dgm:prSet phldrT="[Text]"/>
      <dgm:spPr/>
      <dgm:t>
        <a:bodyPr/>
        <a:lstStyle/>
        <a:p>
          <a:r>
            <a:rPr lang="en-US" dirty="0" smtClean="0"/>
            <a:t>Supervisors</a:t>
          </a:r>
          <a:endParaRPr lang="en-US" dirty="0"/>
        </a:p>
      </dgm:t>
    </dgm:pt>
    <dgm:pt modelId="{342CE931-C857-42E8-97B4-576BA6C17286}" type="parTrans" cxnId="{1CA82B84-135D-403E-B83E-CEDC3660917C}">
      <dgm:prSet/>
      <dgm:spPr/>
      <dgm:t>
        <a:bodyPr/>
        <a:lstStyle/>
        <a:p>
          <a:endParaRPr lang="en-US"/>
        </a:p>
      </dgm:t>
    </dgm:pt>
    <dgm:pt modelId="{59C090E4-D1BC-4BC1-AD2A-0EB1AD509E76}" type="sibTrans" cxnId="{1CA82B84-135D-403E-B83E-CEDC3660917C}">
      <dgm:prSet/>
      <dgm:spPr/>
      <dgm:t>
        <a:bodyPr/>
        <a:lstStyle/>
        <a:p>
          <a:endParaRPr lang="en-US"/>
        </a:p>
      </dgm:t>
    </dgm:pt>
    <dgm:pt modelId="{77CCBBB1-E8B8-4AA5-8F51-D0A5EDAC6DBF}">
      <dgm:prSet phldrT="[Text]"/>
      <dgm:spPr/>
      <dgm:t>
        <a:bodyPr/>
        <a:lstStyle/>
        <a:p>
          <a:r>
            <a:rPr lang="en-US" dirty="0" smtClean="0"/>
            <a:t>Vendors</a:t>
          </a:r>
          <a:endParaRPr lang="en-US" dirty="0"/>
        </a:p>
      </dgm:t>
    </dgm:pt>
    <dgm:pt modelId="{A1699394-6D73-4896-9812-49728868E3E9}" type="parTrans" cxnId="{F3FCD147-A8F6-4D20-BE68-EBC33300C11E}">
      <dgm:prSet/>
      <dgm:spPr/>
      <dgm:t>
        <a:bodyPr/>
        <a:lstStyle/>
        <a:p>
          <a:endParaRPr lang="en-US"/>
        </a:p>
      </dgm:t>
    </dgm:pt>
    <dgm:pt modelId="{0B382C5B-91C7-4E4E-99E7-008D6B23797C}" type="sibTrans" cxnId="{F3FCD147-A8F6-4D20-BE68-EBC33300C11E}">
      <dgm:prSet/>
      <dgm:spPr/>
      <dgm:t>
        <a:bodyPr/>
        <a:lstStyle/>
        <a:p>
          <a:endParaRPr lang="en-US"/>
        </a:p>
      </dgm:t>
    </dgm:pt>
    <dgm:pt modelId="{8AD2027A-50B9-4E07-A366-8DD02C1A70BB}">
      <dgm:prSet phldrT="[Text]"/>
      <dgm:spPr/>
      <dgm:t>
        <a:bodyPr/>
        <a:lstStyle/>
        <a:p>
          <a:r>
            <a:rPr lang="en-US" dirty="0" smtClean="0"/>
            <a:t>Governmental Officials</a:t>
          </a:r>
          <a:endParaRPr lang="en-US" dirty="0"/>
        </a:p>
      </dgm:t>
    </dgm:pt>
    <dgm:pt modelId="{CBB05EA5-F1A5-4040-A30C-7F70854AD4E0}" type="parTrans" cxnId="{8658888F-D4CA-4357-B20A-8A8BC340B5BC}">
      <dgm:prSet/>
      <dgm:spPr/>
      <dgm:t>
        <a:bodyPr/>
        <a:lstStyle/>
        <a:p>
          <a:endParaRPr lang="en-US"/>
        </a:p>
      </dgm:t>
    </dgm:pt>
    <dgm:pt modelId="{D2352D23-FB56-4262-BF01-62F6336CDB31}" type="sibTrans" cxnId="{8658888F-D4CA-4357-B20A-8A8BC340B5BC}">
      <dgm:prSet/>
      <dgm:spPr/>
      <dgm:t>
        <a:bodyPr/>
        <a:lstStyle/>
        <a:p>
          <a:endParaRPr lang="en-US"/>
        </a:p>
      </dgm:t>
    </dgm:pt>
    <dgm:pt modelId="{F9C7E677-D4A0-4DF7-BC27-E570F8C02114}">
      <dgm:prSet phldrT="[Text]"/>
      <dgm:spPr/>
      <dgm:t>
        <a:bodyPr/>
        <a:lstStyle/>
        <a:p>
          <a:r>
            <a:rPr lang="en-US" dirty="0" smtClean="0"/>
            <a:t>Other Organizations</a:t>
          </a:r>
          <a:endParaRPr lang="en-US" dirty="0"/>
        </a:p>
      </dgm:t>
    </dgm:pt>
    <dgm:pt modelId="{94AFA946-37C3-49C8-AC79-B882AA70688F}" type="parTrans" cxnId="{FB5B41EF-2775-4CB0-938D-8C3E65B75A84}">
      <dgm:prSet/>
      <dgm:spPr/>
      <dgm:t>
        <a:bodyPr/>
        <a:lstStyle/>
        <a:p>
          <a:endParaRPr lang="en-US"/>
        </a:p>
      </dgm:t>
    </dgm:pt>
    <dgm:pt modelId="{E415A6AD-33A1-4D00-BD86-DB5168DB4671}" type="sibTrans" cxnId="{FB5B41EF-2775-4CB0-938D-8C3E65B75A84}">
      <dgm:prSet/>
      <dgm:spPr/>
      <dgm:t>
        <a:bodyPr/>
        <a:lstStyle/>
        <a:p>
          <a:endParaRPr lang="en-US"/>
        </a:p>
      </dgm:t>
    </dgm:pt>
    <dgm:pt modelId="{C77C54F1-6058-4143-A1E6-E67A64177C2B}">
      <dgm:prSet phldrT="[Text]"/>
      <dgm:spPr/>
      <dgm:t>
        <a:bodyPr/>
        <a:lstStyle/>
        <a:p>
          <a:r>
            <a:rPr lang="en-US" dirty="0" smtClean="0"/>
            <a:t>Professional Networks</a:t>
          </a:r>
          <a:endParaRPr lang="en-US" dirty="0"/>
        </a:p>
      </dgm:t>
    </dgm:pt>
    <dgm:pt modelId="{145DD6D2-AF63-4A96-9298-539464F0A496}" type="parTrans" cxnId="{8C2349DF-194F-4A54-A802-8CC1C4DFE686}">
      <dgm:prSet/>
      <dgm:spPr/>
      <dgm:t>
        <a:bodyPr/>
        <a:lstStyle/>
        <a:p>
          <a:endParaRPr lang="en-US"/>
        </a:p>
      </dgm:t>
    </dgm:pt>
    <dgm:pt modelId="{1FEF0C06-705B-4AD3-9EA5-8083E2656FF7}" type="sibTrans" cxnId="{8C2349DF-194F-4A54-A802-8CC1C4DFE686}">
      <dgm:prSet/>
      <dgm:spPr/>
      <dgm:t>
        <a:bodyPr/>
        <a:lstStyle/>
        <a:p>
          <a:endParaRPr lang="en-US"/>
        </a:p>
      </dgm:t>
    </dgm:pt>
    <dgm:pt modelId="{3FD9FAC5-9DB9-45AB-B2BF-B82ACF9C0984}" type="pres">
      <dgm:prSet presAssocID="{4F8B4255-8E93-44E5-9D23-07755348DA2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7DFB40A-340C-42F3-A92C-55901BF6219B}" type="pres">
      <dgm:prSet presAssocID="{94A23514-4D2F-43EE-B6DE-BADF13BCA13C}" presName="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112FDC-3AB1-44BD-B132-435F103582DF}" type="pres">
      <dgm:prSet presAssocID="{A57D8889-4D35-4C87-8A2C-D9C299EF9A3A}" presName="sibTrans" presStyleCnt="0"/>
      <dgm:spPr/>
    </dgm:pt>
    <dgm:pt modelId="{73586ED3-79A1-40E7-A17D-FD74974596F1}" type="pres">
      <dgm:prSet presAssocID="{2808BEB9-7E5F-405B-A258-8542C14EC64E}" presName="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70AE1A-A7A0-4080-A661-54C8B07C29FD}" type="pres">
      <dgm:prSet presAssocID="{A99BB0BC-1AC0-4141-9D98-0BD316935BB3}" presName="sibTrans" presStyleCnt="0"/>
      <dgm:spPr/>
    </dgm:pt>
    <dgm:pt modelId="{E113CACD-45E9-4CD7-9056-695F9237BB62}" type="pres">
      <dgm:prSet presAssocID="{97472710-97C0-4D54-B384-70023A62E601}" presName="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2D0875-C802-4906-8E05-078EF90AFD29}" type="pres">
      <dgm:prSet presAssocID="{59C090E4-D1BC-4BC1-AD2A-0EB1AD509E76}" presName="sibTrans" presStyleCnt="0"/>
      <dgm:spPr/>
    </dgm:pt>
    <dgm:pt modelId="{2828D33A-B66E-455C-BAA2-11AA9EBD0D92}" type="pres">
      <dgm:prSet presAssocID="{FD3431F5-0A35-45F2-87AA-77BA6A65C828}" presName="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9BE0A7-1399-4C8F-A61E-133BC59FD59E}" type="pres">
      <dgm:prSet presAssocID="{5A4880A5-EAA4-48CF-846C-39FF8660E15F}" presName="sibTrans" presStyleCnt="0"/>
      <dgm:spPr/>
    </dgm:pt>
    <dgm:pt modelId="{9C7EECDD-9867-4433-8403-4A994CA303E5}" type="pres">
      <dgm:prSet presAssocID="{157D3F10-A5AB-48BE-8620-4BEF79AF25FA}" presName="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467D22-A228-41C9-A0AE-B932EF6782D8}" type="pres">
      <dgm:prSet presAssocID="{BC717CBE-685A-40EF-81E7-D94011900046}" presName="sibTrans" presStyleCnt="0"/>
      <dgm:spPr/>
    </dgm:pt>
    <dgm:pt modelId="{776DE2F3-E37C-4401-BFAD-94228F3B4B65}" type="pres">
      <dgm:prSet presAssocID="{4E7ACC70-049A-446E-8E20-8A0D0F1BFC1A}" presName="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B01258-D5E5-4F34-A115-49D8851206D8}" type="pres">
      <dgm:prSet presAssocID="{67EDFFCF-F3B2-4496-B54A-8BFAEF681D7D}" presName="sibTrans" presStyleCnt="0"/>
      <dgm:spPr/>
    </dgm:pt>
    <dgm:pt modelId="{07F0324B-BCBD-4D87-BF80-1DB00969FA74}" type="pres">
      <dgm:prSet presAssocID="{77CCBBB1-E8B8-4AA5-8F51-D0A5EDAC6DBF}" presName="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7FBC9C-2AB1-45E1-9084-108B94099DB8}" type="pres">
      <dgm:prSet presAssocID="{0B382C5B-91C7-4E4E-99E7-008D6B23797C}" presName="sibTrans" presStyleCnt="0"/>
      <dgm:spPr/>
    </dgm:pt>
    <dgm:pt modelId="{A5DC8753-522F-4AD0-A9FF-8892032CB43F}" type="pres">
      <dgm:prSet presAssocID="{8AD2027A-50B9-4E07-A366-8DD02C1A70BB}" presName="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F2A190-1504-46DD-A87C-B4E8268B62EF}" type="pres">
      <dgm:prSet presAssocID="{D2352D23-FB56-4262-BF01-62F6336CDB31}" presName="sibTrans" presStyleCnt="0"/>
      <dgm:spPr/>
    </dgm:pt>
    <dgm:pt modelId="{4CFF0858-DE30-4C3C-991A-38BC74E77D76}" type="pres">
      <dgm:prSet presAssocID="{F9C7E677-D4A0-4DF7-BC27-E570F8C02114}" presName="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C159EE-FF76-43EF-B95A-596BBE072BF2}" type="pres">
      <dgm:prSet presAssocID="{E415A6AD-33A1-4D00-BD86-DB5168DB4671}" presName="sibTrans" presStyleCnt="0"/>
      <dgm:spPr/>
    </dgm:pt>
    <dgm:pt modelId="{3318DF29-7485-4664-B288-4BA9925392AA}" type="pres">
      <dgm:prSet presAssocID="{C77C54F1-6058-4143-A1E6-E67A64177C2B}" presName="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8282286-9FC4-483C-BBF9-2DAA80619C5F}" type="presOf" srcId="{4F8B4255-8E93-44E5-9D23-07755348DA2B}" destId="{3FD9FAC5-9DB9-45AB-B2BF-B82ACF9C0984}" srcOrd="0" destOrd="0" presId="urn:microsoft.com/office/officeart/2005/8/layout/default"/>
    <dgm:cxn modelId="{1443DF89-373B-47B7-9C90-41A60FCF023E}" srcId="{4F8B4255-8E93-44E5-9D23-07755348DA2B}" destId="{2808BEB9-7E5F-405B-A258-8542C14EC64E}" srcOrd="1" destOrd="0" parTransId="{5CBB6354-89E1-4ABA-911F-7AD8025BB35B}" sibTransId="{A99BB0BC-1AC0-4141-9D98-0BD316935BB3}"/>
    <dgm:cxn modelId="{951E33E5-FD51-427D-8932-6AA6BCE85434}" type="presOf" srcId="{FD3431F5-0A35-45F2-87AA-77BA6A65C828}" destId="{2828D33A-B66E-455C-BAA2-11AA9EBD0D92}" srcOrd="0" destOrd="0" presId="urn:microsoft.com/office/officeart/2005/8/layout/default"/>
    <dgm:cxn modelId="{FB5B41EF-2775-4CB0-938D-8C3E65B75A84}" srcId="{4F8B4255-8E93-44E5-9D23-07755348DA2B}" destId="{F9C7E677-D4A0-4DF7-BC27-E570F8C02114}" srcOrd="8" destOrd="0" parTransId="{94AFA946-37C3-49C8-AC79-B882AA70688F}" sibTransId="{E415A6AD-33A1-4D00-BD86-DB5168DB4671}"/>
    <dgm:cxn modelId="{65262733-8055-4A65-B0E2-3A726EA53376}" srcId="{4F8B4255-8E93-44E5-9D23-07755348DA2B}" destId="{FD3431F5-0A35-45F2-87AA-77BA6A65C828}" srcOrd="3" destOrd="0" parTransId="{64CFBBDC-0077-449B-B79B-888D00F67B5C}" sibTransId="{5A4880A5-EAA4-48CF-846C-39FF8660E15F}"/>
    <dgm:cxn modelId="{2491C1C1-2B0F-450A-B021-30823AEC808D}" type="presOf" srcId="{157D3F10-A5AB-48BE-8620-4BEF79AF25FA}" destId="{9C7EECDD-9867-4433-8403-4A994CA303E5}" srcOrd="0" destOrd="0" presId="urn:microsoft.com/office/officeart/2005/8/layout/default"/>
    <dgm:cxn modelId="{8B5DB5CC-2FA6-46D9-B90E-7F1AF871CBB8}" type="presOf" srcId="{4E7ACC70-049A-446E-8E20-8A0D0F1BFC1A}" destId="{776DE2F3-E37C-4401-BFAD-94228F3B4B65}" srcOrd="0" destOrd="0" presId="urn:microsoft.com/office/officeart/2005/8/layout/default"/>
    <dgm:cxn modelId="{FC4E6269-78E0-4B04-9C09-37492EC4EB6E}" srcId="{4F8B4255-8E93-44E5-9D23-07755348DA2B}" destId="{157D3F10-A5AB-48BE-8620-4BEF79AF25FA}" srcOrd="4" destOrd="0" parTransId="{18807E82-89BF-4575-B692-877E4DE5B30A}" sibTransId="{BC717CBE-685A-40EF-81E7-D94011900046}"/>
    <dgm:cxn modelId="{408D9E6D-C3EF-417C-BE39-1AA0ECF894CF}" type="presOf" srcId="{2808BEB9-7E5F-405B-A258-8542C14EC64E}" destId="{73586ED3-79A1-40E7-A17D-FD74974596F1}" srcOrd="0" destOrd="0" presId="urn:microsoft.com/office/officeart/2005/8/layout/default"/>
    <dgm:cxn modelId="{211460A3-CDCB-4B21-9326-06F611EB9775}" type="presOf" srcId="{94A23514-4D2F-43EE-B6DE-BADF13BCA13C}" destId="{87DFB40A-340C-42F3-A92C-55901BF6219B}" srcOrd="0" destOrd="0" presId="urn:microsoft.com/office/officeart/2005/8/layout/default"/>
    <dgm:cxn modelId="{E9827972-C2D3-416B-9D78-723966B76B4E}" type="presOf" srcId="{77CCBBB1-E8B8-4AA5-8F51-D0A5EDAC6DBF}" destId="{07F0324B-BCBD-4D87-BF80-1DB00969FA74}" srcOrd="0" destOrd="0" presId="urn:microsoft.com/office/officeart/2005/8/layout/default"/>
    <dgm:cxn modelId="{B9CFB234-DBBE-432D-B708-B00374C08B82}" srcId="{4F8B4255-8E93-44E5-9D23-07755348DA2B}" destId="{94A23514-4D2F-43EE-B6DE-BADF13BCA13C}" srcOrd="0" destOrd="0" parTransId="{F5613100-8077-4645-8B3B-E4F0082FC578}" sibTransId="{A57D8889-4D35-4C87-8A2C-D9C299EF9A3A}"/>
    <dgm:cxn modelId="{90D69CF5-9343-47E7-B3D0-E329F2BE8B9F}" type="presOf" srcId="{97472710-97C0-4D54-B384-70023A62E601}" destId="{E113CACD-45E9-4CD7-9056-695F9237BB62}" srcOrd="0" destOrd="0" presId="urn:microsoft.com/office/officeart/2005/8/layout/default"/>
    <dgm:cxn modelId="{F3FCD147-A8F6-4D20-BE68-EBC33300C11E}" srcId="{4F8B4255-8E93-44E5-9D23-07755348DA2B}" destId="{77CCBBB1-E8B8-4AA5-8F51-D0A5EDAC6DBF}" srcOrd="6" destOrd="0" parTransId="{A1699394-6D73-4896-9812-49728868E3E9}" sibTransId="{0B382C5B-91C7-4E4E-99E7-008D6B23797C}"/>
    <dgm:cxn modelId="{8C2349DF-194F-4A54-A802-8CC1C4DFE686}" srcId="{4F8B4255-8E93-44E5-9D23-07755348DA2B}" destId="{C77C54F1-6058-4143-A1E6-E67A64177C2B}" srcOrd="9" destOrd="0" parTransId="{145DD6D2-AF63-4A96-9298-539464F0A496}" sibTransId="{1FEF0C06-705B-4AD3-9EA5-8083E2656FF7}"/>
    <dgm:cxn modelId="{641F426E-B82A-4A09-90B9-E22B55C6D866}" srcId="{4F8B4255-8E93-44E5-9D23-07755348DA2B}" destId="{4E7ACC70-049A-446E-8E20-8A0D0F1BFC1A}" srcOrd="5" destOrd="0" parTransId="{8F5FB372-3CE9-429B-B8ED-D27BDF0F3CF5}" sibTransId="{67EDFFCF-F3B2-4496-B54A-8BFAEF681D7D}"/>
    <dgm:cxn modelId="{0982A70D-0C98-4A48-96AC-69590E1CCB11}" type="presOf" srcId="{C77C54F1-6058-4143-A1E6-E67A64177C2B}" destId="{3318DF29-7485-4664-B288-4BA9925392AA}" srcOrd="0" destOrd="0" presId="urn:microsoft.com/office/officeart/2005/8/layout/default"/>
    <dgm:cxn modelId="{D81AC7CE-5B53-45F9-9F6B-1262771F7C9D}" type="presOf" srcId="{8AD2027A-50B9-4E07-A366-8DD02C1A70BB}" destId="{A5DC8753-522F-4AD0-A9FF-8892032CB43F}" srcOrd="0" destOrd="0" presId="urn:microsoft.com/office/officeart/2005/8/layout/default"/>
    <dgm:cxn modelId="{1CA82B84-135D-403E-B83E-CEDC3660917C}" srcId="{4F8B4255-8E93-44E5-9D23-07755348DA2B}" destId="{97472710-97C0-4D54-B384-70023A62E601}" srcOrd="2" destOrd="0" parTransId="{342CE931-C857-42E8-97B4-576BA6C17286}" sibTransId="{59C090E4-D1BC-4BC1-AD2A-0EB1AD509E76}"/>
    <dgm:cxn modelId="{81FF8859-9BE7-4967-B36A-73489D12E91F}" type="presOf" srcId="{F9C7E677-D4A0-4DF7-BC27-E570F8C02114}" destId="{4CFF0858-DE30-4C3C-991A-38BC74E77D76}" srcOrd="0" destOrd="0" presId="urn:microsoft.com/office/officeart/2005/8/layout/default"/>
    <dgm:cxn modelId="{8658888F-D4CA-4357-B20A-8A8BC340B5BC}" srcId="{4F8B4255-8E93-44E5-9D23-07755348DA2B}" destId="{8AD2027A-50B9-4E07-A366-8DD02C1A70BB}" srcOrd="7" destOrd="0" parTransId="{CBB05EA5-F1A5-4040-A30C-7F70854AD4E0}" sibTransId="{D2352D23-FB56-4262-BF01-62F6336CDB31}"/>
    <dgm:cxn modelId="{512E528D-7358-40F2-8036-F58FE3CC8936}" type="presParOf" srcId="{3FD9FAC5-9DB9-45AB-B2BF-B82ACF9C0984}" destId="{87DFB40A-340C-42F3-A92C-55901BF6219B}" srcOrd="0" destOrd="0" presId="urn:microsoft.com/office/officeart/2005/8/layout/default"/>
    <dgm:cxn modelId="{CB68B87B-1C63-47C9-AEF2-DB05290224E5}" type="presParOf" srcId="{3FD9FAC5-9DB9-45AB-B2BF-B82ACF9C0984}" destId="{9F112FDC-3AB1-44BD-B132-435F103582DF}" srcOrd="1" destOrd="0" presId="urn:microsoft.com/office/officeart/2005/8/layout/default"/>
    <dgm:cxn modelId="{4AF63884-B70F-436C-944E-EE565CD2B040}" type="presParOf" srcId="{3FD9FAC5-9DB9-45AB-B2BF-B82ACF9C0984}" destId="{73586ED3-79A1-40E7-A17D-FD74974596F1}" srcOrd="2" destOrd="0" presId="urn:microsoft.com/office/officeart/2005/8/layout/default"/>
    <dgm:cxn modelId="{FC6A7033-A412-43C8-A87B-165DEB989C85}" type="presParOf" srcId="{3FD9FAC5-9DB9-45AB-B2BF-B82ACF9C0984}" destId="{6670AE1A-A7A0-4080-A661-54C8B07C29FD}" srcOrd="3" destOrd="0" presId="urn:microsoft.com/office/officeart/2005/8/layout/default"/>
    <dgm:cxn modelId="{6F9D5792-38CC-451A-844F-34B24418CE98}" type="presParOf" srcId="{3FD9FAC5-9DB9-45AB-B2BF-B82ACF9C0984}" destId="{E113CACD-45E9-4CD7-9056-695F9237BB62}" srcOrd="4" destOrd="0" presId="urn:microsoft.com/office/officeart/2005/8/layout/default"/>
    <dgm:cxn modelId="{8E28CC58-A03B-4409-8CA8-8144FF835A53}" type="presParOf" srcId="{3FD9FAC5-9DB9-45AB-B2BF-B82ACF9C0984}" destId="{702D0875-C802-4906-8E05-078EF90AFD29}" srcOrd="5" destOrd="0" presId="urn:microsoft.com/office/officeart/2005/8/layout/default"/>
    <dgm:cxn modelId="{DC8358CD-1114-40F4-813D-474A75499DB7}" type="presParOf" srcId="{3FD9FAC5-9DB9-45AB-B2BF-B82ACF9C0984}" destId="{2828D33A-B66E-455C-BAA2-11AA9EBD0D92}" srcOrd="6" destOrd="0" presId="urn:microsoft.com/office/officeart/2005/8/layout/default"/>
    <dgm:cxn modelId="{C259FA4B-1536-4F86-BC1F-0988F63BE92C}" type="presParOf" srcId="{3FD9FAC5-9DB9-45AB-B2BF-B82ACF9C0984}" destId="{889BE0A7-1399-4C8F-A61E-133BC59FD59E}" srcOrd="7" destOrd="0" presId="urn:microsoft.com/office/officeart/2005/8/layout/default"/>
    <dgm:cxn modelId="{FE9FDDDA-ABCB-41A3-91FC-CAE57A4CE3B5}" type="presParOf" srcId="{3FD9FAC5-9DB9-45AB-B2BF-B82ACF9C0984}" destId="{9C7EECDD-9867-4433-8403-4A994CA303E5}" srcOrd="8" destOrd="0" presId="urn:microsoft.com/office/officeart/2005/8/layout/default"/>
    <dgm:cxn modelId="{E69AAB0F-9FB8-42E3-8943-15B638EA3EC1}" type="presParOf" srcId="{3FD9FAC5-9DB9-45AB-B2BF-B82ACF9C0984}" destId="{5F467D22-A228-41C9-A0AE-B932EF6782D8}" srcOrd="9" destOrd="0" presId="urn:microsoft.com/office/officeart/2005/8/layout/default"/>
    <dgm:cxn modelId="{2A609BF0-3840-4D67-90DF-1DA746C8D6CA}" type="presParOf" srcId="{3FD9FAC5-9DB9-45AB-B2BF-B82ACF9C0984}" destId="{776DE2F3-E37C-4401-BFAD-94228F3B4B65}" srcOrd="10" destOrd="0" presId="urn:microsoft.com/office/officeart/2005/8/layout/default"/>
    <dgm:cxn modelId="{C0591FC7-12D5-4E97-80D7-3DD2D2257EAA}" type="presParOf" srcId="{3FD9FAC5-9DB9-45AB-B2BF-B82ACF9C0984}" destId="{0AB01258-D5E5-4F34-A115-49D8851206D8}" srcOrd="11" destOrd="0" presId="urn:microsoft.com/office/officeart/2005/8/layout/default"/>
    <dgm:cxn modelId="{9F0BF5AD-1994-4BF6-B7B4-7689219B772C}" type="presParOf" srcId="{3FD9FAC5-9DB9-45AB-B2BF-B82ACF9C0984}" destId="{07F0324B-BCBD-4D87-BF80-1DB00969FA74}" srcOrd="12" destOrd="0" presId="urn:microsoft.com/office/officeart/2005/8/layout/default"/>
    <dgm:cxn modelId="{607E1A20-F775-4116-B515-88BF8BB7FAE6}" type="presParOf" srcId="{3FD9FAC5-9DB9-45AB-B2BF-B82ACF9C0984}" destId="{7C7FBC9C-2AB1-45E1-9084-108B94099DB8}" srcOrd="13" destOrd="0" presId="urn:microsoft.com/office/officeart/2005/8/layout/default"/>
    <dgm:cxn modelId="{B7BB8DEB-7904-4455-B226-6FA7D8193217}" type="presParOf" srcId="{3FD9FAC5-9DB9-45AB-B2BF-B82ACF9C0984}" destId="{A5DC8753-522F-4AD0-A9FF-8892032CB43F}" srcOrd="14" destOrd="0" presId="urn:microsoft.com/office/officeart/2005/8/layout/default"/>
    <dgm:cxn modelId="{0FA7C7EE-2A26-4A19-9325-8B57BC59357B}" type="presParOf" srcId="{3FD9FAC5-9DB9-45AB-B2BF-B82ACF9C0984}" destId="{F2F2A190-1504-46DD-A87C-B4E8268B62EF}" srcOrd="15" destOrd="0" presId="urn:microsoft.com/office/officeart/2005/8/layout/default"/>
    <dgm:cxn modelId="{93816611-E6EB-4C96-9B59-FEF70BDABB0A}" type="presParOf" srcId="{3FD9FAC5-9DB9-45AB-B2BF-B82ACF9C0984}" destId="{4CFF0858-DE30-4C3C-991A-38BC74E77D76}" srcOrd="16" destOrd="0" presId="urn:microsoft.com/office/officeart/2005/8/layout/default"/>
    <dgm:cxn modelId="{62EC4EE9-09C3-4A65-9BAB-0E979E4A0DFA}" type="presParOf" srcId="{3FD9FAC5-9DB9-45AB-B2BF-B82ACF9C0984}" destId="{11C159EE-FF76-43EF-B95A-596BBE072BF2}" srcOrd="17" destOrd="0" presId="urn:microsoft.com/office/officeart/2005/8/layout/default"/>
    <dgm:cxn modelId="{B1844D43-F5E8-42CB-A1BE-CDEE26E8614A}" type="presParOf" srcId="{3FD9FAC5-9DB9-45AB-B2BF-B82ACF9C0984}" destId="{3318DF29-7485-4664-B288-4BA9925392AA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F4BEEC-8A54-4F2B-B0BD-1E3C6C27B4FB}">
      <dsp:nvSpPr>
        <dsp:cNvPr id="0" name=""/>
        <dsp:cNvSpPr/>
      </dsp:nvSpPr>
      <dsp:spPr>
        <a:xfrm>
          <a:off x="78581" y="173"/>
          <a:ext cx="3094136" cy="18564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Empathy</a:t>
          </a:r>
          <a:endParaRPr lang="en-US" sz="2900" kern="1200" dirty="0"/>
        </a:p>
      </dsp:txBody>
      <dsp:txXfrm>
        <a:off x="78581" y="173"/>
        <a:ext cx="3094136" cy="1856482"/>
      </dsp:txXfrm>
    </dsp:sp>
    <dsp:sp modelId="{689E6ADB-0F4B-4CAF-A264-E544645C1C48}">
      <dsp:nvSpPr>
        <dsp:cNvPr id="0" name=""/>
        <dsp:cNvSpPr/>
      </dsp:nvSpPr>
      <dsp:spPr>
        <a:xfrm>
          <a:off x="3482131" y="173"/>
          <a:ext cx="3094136" cy="185648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Awareness and Concern for Others</a:t>
          </a:r>
          <a:endParaRPr lang="en-US" sz="2900" kern="1200" dirty="0"/>
        </a:p>
      </dsp:txBody>
      <dsp:txXfrm>
        <a:off x="3482131" y="173"/>
        <a:ext cx="3094136" cy="1856482"/>
      </dsp:txXfrm>
    </dsp:sp>
    <dsp:sp modelId="{812ECB6B-2BEE-4319-8509-22D1DBB948C7}">
      <dsp:nvSpPr>
        <dsp:cNvPr id="0" name=""/>
        <dsp:cNvSpPr/>
      </dsp:nvSpPr>
      <dsp:spPr>
        <a:xfrm>
          <a:off x="6885682" y="173"/>
          <a:ext cx="3094136" cy="185648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Good Listening Ability</a:t>
          </a:r>
          <a:endParaRPr lang="en-US" sz="2900" kern="1200" dirty="0"/>
        </a:p>
      </dsp:txBody>
      <dsp:txXfrm>
        <a:off x="6885682" y="173"/>
        <a:ext cx="3094136" cy="1856482"/>
      </dsp:txXfrm>
    </dsp:sp>
    <dsp:sp modelId="{6A09737B-19CD-4103-98BA-BC5DEDC3E67F}">
      <dsp:nvSpPr>
        <dsp:cNvPr id="0" name=""/>
        <dsp:cNvSpPr/>
      </dsp:nvSpPr>
      <dsp:spPr>
        <a:xfrm>
          <a:off x="1780356" y="2166069"/>
          <a:ext cx="3094136" cy="185648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Self-Knowledge (needs, concerns, strengths, weaknesses)</a:t>
          </a:r>
          <a:endParaRPr lang="en-US" sz="2900" kern="1200" dirty="0"/>
        </a:p>
      </dsp:txBody>
      <dsp:txXfrm>
        <a:off x="1780356" y="2166069"/>
        <a:ext cx="3094136" cy="1856482"/>
      </dsp:txXfrm>
    </dsp:sp>
    <dsp:sp modelId="{A71D38DD-B139-427A-904D-BB4246D9C8E4}">
      <dsp:nvSpPr>
        <dsp:cNvPr id="0" name=""/>
        <dsp:cNvSpPr/>
      </dsp:nvSpPr>
      <dsp:spPr>
        <a:xfrm>
          <a:off x="5183906" y="2166069"/>
          <a:ext cx="3094136" cy="185648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Open, Approachable, Supportive</a:t>
          </a:r>
          <a:endParaRPr lang="en-US" sz="2900" kern="1200" dirty="0"/>
        </a:p>
      </dsp:txBody>
      <dsp:txXfrm>
        <a:off x="5183906" y="2166069"/>
        <a:ext cx="3094136" cy="1856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613FF-2B6B-4AB1-B197-957361CAF4F4}">
      <dsp:nvSpPr>
        <dsp:cNvPr id="0" name=""/>
        <dsp:cNvSpPr/>
      </dsp:nvSpPr>
      <dsp:spPr>
        <a:xfrm rot="5400000">
          <a:off x="4746366" y="110171"/>
          <a:ext cx="1639469" cy="1426338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Instructors</a:t>
          </a:r>
          <a:endParaRPr lang="en-US" sz="1500" b="1" kern="1200" dirty="0"/>
        </a:p>
      </dsp:txBody>
      <dsp:txXfrm rot="-5400000">
        <a:off x="5075202" y="259090"/>
        <a:ext cx="981796" cy="1128501"/>
      </dsp:txXfrm>
    </dsp:sp>
    <dsp:sp modelId="{9A07BFF9-5D6A-4896-95CA-2EDF839E1175}">
      <dsp:nvSpPr>
        <dsp:cNvPr id="0" name=""/>
        <dsp:cNvSpPr/>
      </dsp:nvSpPr>
      <dsp:spPr>
        <a:xfrm>
          <a:off x="6322552" y="331499"/>
          <a:ext cx="1829648" cy="983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Teachers</a:t>
          </a:r>
          <a:endParaRPr lang="en-US" sz="1500" b="1" kern="1200" dirty="0"/>
        </a:p>
      </dsp:txBody>
      <dsp:txXfrm>
        <a:off x="6322552" y="331499"/>
        <a:ext cx="1829648" cy="983681"/>
      </dsp:txXfrm>
    </dsp:sp>
    <dsp:sp modelId="{73DA2033-4485-4C97-90A8-5A3A188B6A6A}">
      <dsp:nvSpPr>
        <dsp:cNvPr id="0" name=""/>
        <dsp:cNvSpPr/>
      </dsp:nvSpPr>
      <dsp:spPr>
        <a:xfrm rot="5400000">
          <a:off x="3205920" y="110171"/>
          <a:ext cx="1639469" cy="1426338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3534756" y="259090"/>
        <a:ext cx="981796" cy="1128501"/>
      </dsp:txXfrm>
    </dsp:sp>
    <dsp:sp modelId="{CFBDA69D-C1D1-468C-B579-2E539B35B658}">
      <dsp:nvSpPr>
        <dsp:cNvPr id="0" name=""/>
        <dsp:cNvSpPr/>
      </dsp:nvSpPr>
      <dsp:spPr>
        <a:xfrm rot="5400000">
          <a:off x="3973191" y="1501753"/>
          <a:ext cx="1639469" cy="1426338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Examiners</a:t>
          </a:r>
          <a:endParaRPr lang="en-US" sz="1500" b="1" kern="1200" dirty="0"/>
        </a:p>
      </dsp:txBody>
      <dsp:txXfrm rot="-5400000">
        <a:off x="4302027" y="1650672"/>
        <a:ext cx="981796" cy="1128501"/>
      </dsp:txXfrm>
    </dsp:sp>
    <dsp:sp modelId="{D31DBDC0-EE4A-4C1E-BCDA-2BF10231FB72}">
      <dsp:nvSpPr>
        <dsp:cNvPr id="0" name=""/>
        <dsp:cNvSpPr/>
      </dsp:nvSpPr>
      <dsp:spPr>
        <a:xfrm>
          <a:off x="2250109" y="1723082"/>
          <a:ext cx="1770627" cy="983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Administrative Staff</a:t>
          </a:r>
          <a:endParaRPr lang="en-US" sz="1500" b="1" kern="1200" dirty="0"/>
        </a:p>
      </dsp:txBody>
      <dsp:txXfrm>
        <a:off x="2250109" y="1723082"/>
        <a:ext cx="1770627" cy="983681"/>
      </dsp:txXfrm>
    </dsp:sp>
    <dsp:sp modelId="{5203F1CF-72C0-405A-8EE3-FDA166A44BCA}">
      <dsp:nvSpPr>
        <dsp:cNvPr id="0" name=""/>
        <dsp:cNvSpPr/>
      </dsp:nvSpPr>
      <dsp:spPr>
        <a:xfrm rot="5400000">
          <a:off x="5513637" y="1501753"/>
          <a:ext cx="1639469" cy="1426338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5842473" y="1650672"/>
        <a:ext cx="981796" cy="1128501"/>
      </dsp:txXfrm>
    </dsp:sp>
    <dsp:sp modelId="{E725670C-395E-490E-933D-95CD815B7C12}">
      <dsp:nvSpPr>
        <dsp:cNvPr id="0" name=""/>
        <dsp:cNvSpPr/>
      </dsp:nvSpPr>
      <dsp:spPr>
        <a:xfrm rot="5400000">
          <a:off x="4746366" y="2893335"/>
          <a:ext cx="1639469" cy="1426338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Students</a:t>
          </a:r>
          <a:endParaRPr lang="en-US" sz="1500" b="1" kern="1200" dirty="0"/>
        </a:p>
      </dsp:txBody>
      <dsp:txXfrm rot="-5400000">
        <a:off x="5075202" y="3042254"/>
        <a:ext cx="981796" cy="1128501"/>
      </dsp:txXfrm>
    </dsp:sp>
    <dsp:sp modelId="{F1E54EF5-4C4E-4B28-BE28-D24A7C1DC10E}">
      <dsp:nvSpPr>
        <dsp:cNvPr id="0" name=""/>
        <dsp:cNvSpPr/>
      </dsp:nvSpPr>
      <dsp:spPr>
        <a:xfrm>
          <a:off x="6322552" y="3114664"/>
          <a:ext cx="1829648" cy="983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Other professionals and academicians</a:t>
          </a:r>
          <a:endParaRPr lang="en-US" sz="1500" b="1" kern="1200" dirty="0"/>
        </a:p>
      </dsp:txBody>
      <dsp:txXfrm>
        <a:off x="6322552" y="3114664"/>
        <a:ext cx="1829648" cy="983681"/>
      </dsp:txXfrm>
    </dsp:sp>
    <dsp:sp modelId="{640F048C-A04A-45D2-93A7-B14636592C45}">
      <dsp:nvSpPr>
        <dsp:cNvPr id="0" name=""/>
        <dsp:cNvSpPr/>
      </dsp:nvSpPr>
      <dsp:spPr>
        <a:xfrm rot="5400000">
          <a:off x="3205920" y="2893335"/>
          <a:ext cx="1639469" cy="1426338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3534756" y="3042254"/>
        <a:ext cx="981796" cy="11285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FB40A-340C-42F3-A92C-55901BF6219B}">
      <dsp:nvSpPr>
        <dsp:cNvPr id="0" name=""/>
        <dsp:cNvSpPr/>
      </dsp:nvSpPr>
      <dsp:spPr>
        <a:xfrm>
          <a:off x="705143" y="173"/>
          <a:ext cx="2011188" cy="12067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Executives</a:t>
          </a:r>
          <a:endParaRPr lang="en-US" sz="1900" kern="1200" dirty="0"/>
        </a:p>
      </dsp:txBody>
      <dsp:txXfrm>
        <a:off x="705143" y="173"/>
        <a:ext cx="2011188" cy="1206713"/>
      </dsp:txXfrm>
    </dsp:sp>
    <dsp:sp modelId="{73586ED3-79A1-40E7-A17D-FD74974596F1}">
      <dsp:nvSpPr>
        <dsp:cNvPr id="0" name=""/>
        <dsp:cNvSpPr/>
      </dsp:nvSpPr>
      <dsp:spPr>
        <a:xfrm>
          <a:off x="2917451" y="173"/>
          <a:ext cx="2011188" cy="120671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Managers</a:t>
          </a:r>
          <a:endParaRPr lang="en-US" sz="1900" kern="1200" dirty="0"/>
        </a:p>
      </dsp:txBody>
      <dsp:txXfrm>
        <a:off x="2917451" y="173"/>
        <a:ext cx="2011188" cy="1206713"/>
      </dsp:txXfrm>
    </dsp:sp>
    <dsp:sp modelId="{E113CACD-45E9-4CD7-9056-695F9237BB62}">
      <dsp:nvSpPr>
        <dsp:cNvPr id="0" name=""/>
        <dsp:cNvSpPr/>
      </dsp:nvSpPr>
      <dsp:spPr>
        <a:xfrm>
          <a:off x="5129759" y="173"/>
          <a:ext cx="2011188" cy="120671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Supervisors</a:t>
          </a:r>
          <a:endParaRPr lang="en-US" sz="1900" kern="1200" dirty="0"/>
        </a:p>
      </dsp:txBody>
      <dsp:txXfrm>
        <a:off x="5129759" y="173"/>
        <a:ext cx="2011188" cy="1206713"/>
      </dsp:txXfrm>
    </dsp:sp>
    <dsp:sp modelId="{2828D33A-B66E-455C-BAA2-11AA9EBD0D92}">
      <dsp:nvSpPr>
        <dsp:cNvPr id="0" name=""/>
        <dsp:cNvSpPr/>
      </dsp:nvSpPr>
      <dsp:spPr>
        <a:xfrm>
          <a:off x="7342067" y="173"/>
          <a:ext cx="2011188" cy="12067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Peers</a:t>
          </a:r>
          <a:endParaRPr lang="en-US" sz="1900" kern="1200" dirty="0"/>
        </a:p>
      </dsp:txBody>
      <dsp:txXfrm>
        <a:off x="7342067" y="173"/>
        <a:ext cx="2011188" cy="1206713"/>
      </dsp:txXfrm>
    </dsp:sp>
    <dsp:sp modelId="{9C7EECDD-9867-4433-8403-4A994CA303E5}">
      <dsp:nvSpPr>
        <dsp:cNvPr id="0" name=""/>
        <dsp:cNvSpPr/>
      </dsp:nvSpPr>
      <dsp:spPr>
        <a:xfrm>
          <a:off x="705143" y="1408005"/>
          <a:ext cx="2011188" cy="120671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Subordinates</a:t>
          </a:r>
          <a:endParaRPr lang="en-US" sz="1900" kern="1200" dirty="0"/>
        </a:p>
      </dsp:txBody>
      <dsp:txXfrm>
        <a:off x="705143" y="1408005"/>
        <a:ext cx="2011188" cy="1206713"/>
      </dsp:txXfrm>
    </dsp:sp>
    <dsp:sp modelId="{776DE2F3-E37C-4401-BFAD-94228F3B4B65}">
      <dsp:nvSpPr>
        <dsp:cNvPr id="0" name=""/>
        <dsp:cNvSpPr/>
      </dsp:nvSpPr>
      <dsp:spPr>
        <a:xfrm>
          <a:off x="2917451" y="1408005"/>
          <a:ext cx="2011188" cy="12067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Customers/Clients</a:t>
          </a:r>
          <a:endParaRPr lang="en-US" sz="1900" kern="1200" dirty="0"/>
        </a:p>
      </dsp:txBody>
      <dsp:txXfrm>
        <a:off x="2917451" y="1408005"/>
        <a:ext cx="2011188" cy="1206713"/>
      </dsp:txXfrm>
    </dsp:sp>
    <dsp:sp modelId="{07F0324B-BCBD-4D87-BF80-1DB00969FA74}">
      <dsp:nvSpPr>
        <dsp:cNvPr id="0" name=""/>
        <dsp:cNvSpPr/>
      </dsp:nvSpPr>
      <dsp:spPr>
        <a:xfrm>
          <a:off x="5129759" y="1408005"/>
          <a:ext cx="2011188" cy="120671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Vendors</a:t>
          </a:r>
          <a:endParaRPr lang="en-US" sz="1900" kern="1200" dirty="0"/>
        </a:p>
      </dsp:txBody>
      <dsp:txXfrm>
        <a:off x="5129759" y="1408005"/>
        <a:ext cx="2011188" cy="1206713"/>
      </dsp:txXfrm>
    </dsp:sp>
    <dsp:sp modelId="{A5DC8753-522F-4AD0-A9FF-8892032CB43F}">
      <dsp:nvSpPr>
        <dsp:cNvPr id="0" name=""/>
        <dsp:cNvSpPr/>
      </dsp:nvSpPr>
      <dsp:spPr>
        <a:xfrm>
          <a:off x="7342067" y="1408005"/>
          <a:ext cx="2011188" cy="120671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Governmental Officials</a:t>
          </a:r>
          <a:endParaRPr lang="en-US" sz="1900" kern="1200" dirty="0"/>
        </a:p>
      </dsp:txBody>
      <dsp:txXfrm>
        <a:off x="7342067" y="1408005"/>
        <a:ext cx="2011188" cy="1206713"/>
      </dsp:txXfrm>
    </dsp:sp>
    <dsp:sp modelId="{4CFF0858-DE30-4C3C-991A-38BC74E77D76}">
      <dsp:nvSpPr>
        <dsp:cNvPr id="0" name=""/>
        <dsp:cNvSpPr/>
      </dsp:nvSpPr>
      <dsp:spPr>
        <a:xfrm>
          <a:off x="2917451" y="2815838"/>
          <a:ext cx="2011188" cy="12067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Other Organizations</a:t>
          </a:r>
          <a:endParaRPr lang="en-US" sz="1900" kern="1200" dirty="0"/>
        </a:p>
      </dsp:txBody>
      <dsp:txXfrm>
        <a:off x="2917451" y="2815838"/>
        <a:ext cx="2011188" cy="1206713"/>
      </dsp:txXfrm>
    </dsp:sp>
    <dsp:sp modelId="{3318DF29-7485-4664-B288-4BA9925392AA}">
      <dsp:nvSpPr>
        <dsp:cNvPr id="0" name=""/>
        <dsp:cNvSpPr/>
      </dsp:nvSpPr>
      <dsp:spPr>
        <a:xfrm>
          <a:off x="5129759" y="2815838"/>
          <a:ext cx="2011188" cy="120671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Professional Networks</a:t>
          </a:r>
          <a:endParaRPr lang="en-US" sz="1900" kern="1200" dirty="0"/>
        </a:p>
      </dsp:txBody>
      <dsp:txXfrm>
        <a:off x="5129759" y="2815838"/>
        <a:ext cx="2011188" cy="12067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643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24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113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7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19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95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0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3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4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1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B219BAA-4693-4466-BD56-AA3E7EFAF62E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48F611-46C3-4B2E-BB71-50DFCC3A4A4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99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COMMUNICATION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A TECHICAL PERSPECTIVE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578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Communication?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sz="3200" dirty="0"/>
              <a:t>Communication is the </a:t>
            </a:r>
            <a:r>
              <a:rPr lang="en-US" altLang="en-US" sz="3200" dirty="0">
                <a:solidFill>
                  <a:srgbClr val="FF0000"/>
                </a:solidFill>
              </a:rPr>
              <a:t>process </a:t>
            </a:r>
            <a:r>
              <a:rPr lang="en-US" altLang="en-US" sz="3200" dirty="0"/>
              <a:t>of </a:t>
            </a:r>
            <a:r>
              <a:rPr lang="en-US" altLang="en-US" sz="3200" dirty="0">
                <a:solidFill>
                  <a:srgbClr val="FF0000"/>
                </a:solidFill>
              </a:rPr>
              <a:t>conveying </a:t>
            </a:r>
            <a:r>
              <a:rPr lang="en-US" altLang="en-US" sz="3200" dirty="0"/>
              <a:t>information in such a way that the message is </a:t>
            </a:r>
            <a:r>
              <a:rPr lang="en-US" altLang="en-US" sz="3200" dirty="0">
                <a:solidFill>
                  <a:srgbClr val="FF0000"/>
                </a:solidFill>
              </a:rPr>
              <a:t>received </a:t>
            </a:r>
            <a:r>
              <a:rPr lang="en-US" altLang="en-US" sz="3200" dirty="0"/>
              <a:t>and </a:t>
            </a:r>
            <a:r>
              <a:rPr lang="en-US" altLang="en-US" sz="3200" dirty="0" smtClean="0">
                <a:solidFill>
                  <a:srgbClr val="FF0000"/>
                </a:solidFill>
              </a:rPr>
              <a:t>understood </a:t>
            </a:r>
            <a:r>
              <a:rPr lang="en-US" altLang="en-US" sz="3200" dirty="0" smtClean="0"/>
              <a:t> by the receiver as </a:t>
            </a:r>
            <a:r>
              <a:rPr lang="en-US" altLang="en-US" sz="3200" dirty="0" smtClean="0">
                <a:solidFill>
                  <a:srgbClr val="FF0000"/>
                </a:solidFill>
              </a:rPr>
              <a:t>intended</a:t>
            </a:r>
            <a:r>
              <a:rPr lang="en-US" altLang="en-US" sz="3200" dirty="0" smtClean="0"/>
              <a:t> by the sender.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Communication </a:t>
            </a:r>
            <a:r>
              <a:rPr lang="en-US" sz="3200" dirty="0"/>
              <a:t>is </a:t>
            </a:r>
            <a:r>
              <a:rPr lang="en-US" sz="3200" dirty="0">
                <a:solidFill>
                  <a:srgbClr val="FF0000"/>
                </a:solidFill>
              </a:rPr>
              <a:t>any behavior, verbal or non-verbal</a:t>
            </a:r>
            <a:r>
              <a:rPr lang="en-US" sz="3200" dirty="0"/>
              <a:t>, that is perceived by another. Knowledge, feelings, or thoughts are </a:t>
            </a:r>
            <a:r>
              <a:rPr lang="en-US" sz="3200" dirty="0">
                <a:solidFill>
                  <a:srgbClr val="FF0000"/>
                </a:solidFill>
              </a:rPr>
              <a:t>encoded and sent </a:t>
            </a:r>
            <a:r>
              <a:rPr lang="en-US" sz="3200" dirty="0"/>
              <a:t>from a source and received </a:t>
            </a:r>
            <a:r>
              <a:rPr lang="en-US" sz="3200" dirty="0">
                <a:solidFill>
                  <a:srgbClr val="FF0000"/>
                </a:solidFill>
              </a:rPr>
              <a:t>and decoded </a:t>
            </a:r>
            <a:r>
              <a:rPr lang="en-US" sz="3200" dirty="0"/>
              <a:t>by another. A </a:t>
            </a:r>
            <a:r>
              <a:rPr lang="en-US" sz="3200" dirty="0">
                <a:solidFill>
                  <a:srgbClr val="FF0000"/>
                </a:solidFill>
              </a:rPr>
              <a:t>connection</a:t>
            </a:r>
            <a:r>
              <a:rPr lang="en-US" sz="3200" dirty="0"/>
              <a:t> is made between the people communicating</a:t>
            </a:r>
            <a:r>
              <a:rPr lang="en-US" sz="3200" dirty="0" smtClean="0"/>
              <a:t>.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alt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283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Essential Qualities of Good Communicators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0678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366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Communication in Academics and the Workplace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Academic Purposes</a:t>
            </a:r>
          </a:p>
          <a:p>
            <a:r>
              <a:rPr lang="en-US" dirty="0" smtClean="0"/>
              <a:t>1. To prove one’s eligibility</a:t>
            </a:r>
            <a:endParaRPr lang="en-US" dirty="0"/>
          </a:p>
          <a:p>
            <a:r>
              <a:rPr lang="en-US" dirty="0" smtClean="0"/>
              <a:t>2. To demonstrate expertise in research</a:t>
            </a:r>
          </a:p>
          <a:p>
            <a:r>
              <a:rPr lang="en-US" dirty="0" smtClean="0"/>
              <a:t>3. For project defense</a:t>
            </a:r>
          </a:p>
          <a:p>
            <a:r>
              <a:rPr lang="en-US" dirty="0" smtClean="0"/>
              <a:t>4. Academic Presentations</a:t>
            </a:r>
          </a:p>
          <a:p>
            <a:r>
              <a:rPr lang="en-US" dirty="0" smtClean="0"/>
              <a:t>5. Course Writing Assignments</a:t>
            </a:r>
          </a:p>
          <a:p>
            <a:r>
              <a:rPr lang="en-US" dirty="0" smtClean="0"/>
              <a:t>6. Letters and Emails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Business Purposes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1. To instruct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2. To direct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3. To inform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4. To persuade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5. To evaluate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6. To motivate</a:t>
            </a:r>
          </a:p>
        </p:txBody>
      </p:sp>
    </p:spTree>
    <p:extLst>
      <p:ext uri="{BB962C8B-B14F-4D97-AF65-F5344CB8AC3E}">
        <p14:creationId xmlns:p14="http://schemas.microsoft.com/office/powerpoint/2010/main" val="138005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Academic Audience</a:t>
            </a:r>
            <a:endParaRPr lang="en-US" b="1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9738576"/>
              </p:ext>
            </p:extLst>
          </p:nvPr>
        </p:nvGraphicFramePr>
        <p:xfrm>
          <a:off x="1096963" y="1846263"/>
          <a:ext cx="10402310" cy="4429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7626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Workplace Audience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082725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0735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Forms of Communication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What’s common between the following?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891" y="3328555"/>
            <a:ext cx="2790825" cy="1638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388" y="3328555"/>
            <a:ext cx="250507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0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Forms </a:t>
            </a:r>
            <a:r>
              <a:rPr lang="en-US" b="1" dirty="0"/>
              <a:t>of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5" y="1737360"/>
            <a:ext cx="11305309" cy="4131734"/>
          </a:xfrm>
        </p:spPr>
        <p:txBody>
          <a:bodyPr>
            <a:noAutofit/>
          </a:bodyPr>
          <a:lstStyle/>
          <a:p>
            <a:r>
              <a:rPr lang="en-US" altLang="en-US" sz="3200" b="1" dirty="0" smtClean="0">
                <a:solidFill>
                  <a:srgbClr val="FF0000"/>
                </a:solidFill>
              </a:rPr>
              <a:t>VERBAL COMMUNICATION:</a:t>
            </a:r>
            <a:r>
              <a:rPr lang="en-US" altLang="en-US" sz="3200" dirty="0" smtClean="0">
                <a:solidFill>
                  <a:srgbClr val="FF0000"/>
                </a:solidFill>
              </a:rPr>
              <a:t> </a:t>
            </a:r>
            <a:r>
              <a:rPr lang="en-US" altLang="en-US" sz="3200" dirty="0"/>
              <a:t>Verbal form can either be spoken or written. It involves the use of words.</a:t>
            </a:r>
          </a:p>
          <a:p>
            <a:r>
              <a:rPr lang="en-US" sz="3200" dirty="0" smtClean="0"/>
              <a:t>Examples: </a:t>
            </a:r>
          </a:p>
          <a:p>
            <a:r>
              <a:rPr lang="en-US" sz="3200" dirty="0" smtClean="0"/>
              <a:t>1. Presentation</a:t>
            </a:r>
          </a:p>
          <a:p>
            <a:r>
              <a:rPr lang="en-US" sz="3200" dirty="0" smtClean="0"/>
              <a:t>2. Speech</a:t>
            </a:r>
          </a:p>
          <a:p>
            <a:r>
              <a:rPr lang="en-US" sz="3200" dirty="0" smtClean="0"/>
              <a:t>3. Meeting</a:t>
            </a:r>
          </a:p>
          <a:p>
            <a:r>
              <a:rPr lang="en-US" sz="3200" dirty="0" smtClean="0"/>
              <a:t>4. Research paper</a:t>
            </a:r>
          </a:p>
          <a:p>
            <a:r>
              <a:rPr lang="en-US" sz="3200" dirty="0" smtClean="0"/>
              <a:t>5. Blog</a:t>
            </a:r>
          </a:p>
        </p:txBody>
      </p:sp>
    </p:spTree>
    <p:extLst>
      <p:ext uri="{BB962C8B-B14F-4D97-AF65-F5344CB8AC3E}">
        <p14:creationId xmlns:p14="http://schemas.microsoft.com/office/powerpoint/2010/main" val="756781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Forms </a:t>
            </a:r>
            <a:r>
              <a:rPr lang="en-US" b="1" dirty="0"/>
              <a:t>of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What is common between the following?</a:t>
            </a:r>
          </a:p>
          <a:p>
            <a:endParaRPr lang="en-US" sz="32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95" y="2479965"/>
            <a:ext cx="2682587" cy="31034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848" y="2479965"/>
            <a:ext cx="2975264" cy="32048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454" y="2604655"/>
            <a:ext cx="3288345" cy="353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86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Forms </a:t>
            </a:r>
            <a:r>
              <a:rPr lang="en-US" b="1" dirty="0"/>
              <a:t>of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47248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2800" b="1" dirty="0" smtClean="0">
                <a:solidFill>
                  <a:srgbClr val="FF0000"/>
                </a:solidFill>
              </a:rPr>
              <a:t>NON-VERBAL COMMUNICATION:</a:t>
            </a:r>
            <a:r>
              <a:rPr lang="en-US" altLang="en-US" sz="2800" dirty="0" smtClean="0"/>
              <a:t> </a:t>
            </a:r>
            <a:r>
              <a:rPr lang="en-US" altLang="en-US" sz="2800" dirty="0"/>
              <a:t>In this form, words or graphics are not employed. It is present in written, oral, and graphic communication. </a:t>
            </a:r>
            <a:endParaRPr lang="en-US" altLang="en-US" sz="2800" dirty="0" smtClean="0"/>
          </a:p>
          <a:p>
            <a:r>
              <a:rPr lang="en-US" altLang="en-US" sz="2800" dirty="0" smtClean="0"/>
              <a:t>It </a:t>
            </a:r>
            <a:r>
              <a:rPr lang="en-US" altLang="en-US" sz="2800" dirty="0"/>
              <a:t>involves the use of </a:t>
            </a:r>
            <a:endParaRPr lang="en-US" alt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en-US" sz="2800" dirty="0"/>
              <a:t>B</a:t>
            </a:r>
            <a:r>
              <a:rPr lang="en-US" altLang="en-US" sz="2800" dirty="0" smtClean="0"/>
              <a:t>ody language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2800" dirty="0" smtClean="0"/>
              <a:t>Paralanguage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2800" dirty="0" smtClean="0"/>
              <a:t>Dressing/accessories </a:t>
            </a:r>
            <a:r>
              <a:rPr lang="en-US" altLang="en-US" sz="2800" dirty="0"/>
              <a:t>in </a:t>
            </a:r>
            <a:r>
              <a:rPr lang="en-US" altLang="en-US" sz="2800" dirty="0" smtClean="0"/>
              <a:t>speech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2800" dirty="0" smtClean="0"/>
              <a:t>Colors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2800" dirty="0" smtClean="0"/>
              <a:t>Architecture</a:t>
            </a:r>
          </a:p>
          <a:p>
            <a:r>
              <a:rPr lang="en-US" altLang="en-US" sz="2800" dirty="0" smtClean="0"/>
              <a:t>On </a:t>
            </a:r>
            <a:r>
              <a:rPr lang="en-US" altLang="en-US" sz="2800" dirty="0"/>
              <a:t>the other hand, format, layout, handwriting style, </a:t>
            </a:r>
            <a:r>
              <a:rPr lang="en-US" altLang="en-US" sz="2800" dirty="0" smtClean="0"/>
              <a:t>etc. </a:t>
            </a:r>
            <a:r>
              <a:rPr lang="en-US" altLang="en-US" sz="2800" dirty="0"/>
              <a:t>are non-verbal elements in writing.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714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Forms of Communication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507" y="2757055"/>
            <a:ext cx="3444277" cy="2363788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719" y="2757055"/>
            <a:ext cx="20669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99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Forms of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4800" b="1" dirty="0" smtClean="0">
                <a:solidFill>
                  <a:srgbClr val="FF0000"/>
                </a:solidFill>
              </a:rPr>
              <a:t>GRAPHIC COMMUNICTION:</a:t>
            </a:r>
            <a:r>
              <a:rPr lang="en-US" altLang="en-US" sz="4800" dirty="0" smtClean="0">
                <a:solidFill>
                  <a:srgbClr val="FF0000"/>
                </a:solidFill>
              </a:rPr>
              <a:t> </a:t>
            </a:r>
            <a:r>
              <a:rPr lang="en-US" altLang="en-US" sz="4800" dirty="0" smtClean="0"/>
              <a:t>It </a:t>
            </a:r>
            <a:r>
              <a:rPr lang="en-US" altLang="en-US" sz="4800" dirty="0"/>
              <a:t>represents ideas, feelings, views, </a:t>
            </a:r>
            <a:r>
              <a:rPr lang="en-US" altLang="en-US" sz="4800" dirty="0" smtClean="0"/>
              <a:t>etc. </a:t>
            </a:r>
            <a:r>
              <a:rPr lang="en-US" altLang="en-US" sz="4800" dirty="0"/>
              <a:t>visually by the use of shapes, </a:t>
            </a:r>
            <a:r>
              <a:rPr lang="en-US" altLang="en-US" sz="4800" dirty="0" smtClean="0"/>
              <a:t>diagrams</a:t>
            </a:r>
            <a:r>
              <a:rPr lang="en-US" altLang="en-US" sz="4800" dirty="0"/>
              <a:t>, lines, symbols, illustrations, color, etc. It can have both verbal and non-verbal elements.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07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/>
              <a:t>Types of Communication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4400" b="1" dirty="0" smtClean="0">
                <a:solidFill>
                  <a:srgbClr val="FF0000"/>
                </a:solidFill>
              </a:rPr>
              <a:t>INTERPERSONAL:</a:t>
            </a:r>
            <a:r>
              <a:rPr lang="en-US" altLang="en-US" sz="4400" dirty="0" smtClean="0"/>
              <a:t> It involves interaction between people on a one-to-one basis or </a:t>
            </a:r>
            <a:r>
              <a:rPr lang="en-US" altLang="en-US" sz="4400" dirty="0" smtClean="0"/>
              <a:t>in small groups. </a:t>
            </a:r>
            <a:endParaRPr lang="en-US" altLang="en-US" sz="4400" dirty="0" smtClean="0"/>
          </a:p>
          <a:p>
            <a:endParaRPr lang="en-US" alt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580" y="3473162"/>
            <a:ext cx="23241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76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/>
              <a:t>Types of Communication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INTRAPERSONAL</a:t>
            </a:r>
            <a:r>
              <a:rPr lang="en-US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refers to communication within an individual through the process of thinking and feeling. It enables you to communicate with yourself. This style of communication creates a person’s self-concept and process information. Take the time to think, plan, and interpret ideas and messages. Also, give yourself time to absorb new ideas and plan your actions.</a:t>
            </a:r>
            <a:endParaRPr lang="en-US" alt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105" y="3865418"/>
            <a:ext cx="1581150" cy="263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46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097280" y="114516"/>
            <a:ext cx="10058400" cy="1450757"/>
          </a:xfrm>
        </p:spPr>
        <p:txBody>
          <a:bodyPr/>
          <a:lstStyle/>
          <a:p>
            <a:r>
              <a:rPr lang="en-US" altLang="en-US" b="1" dirty="0" smtClean="0"/>
              <a:t>Types of Communication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4000" b="1" dirty="0" smtClean="0">
                <a:solidFill>
                  <a:srgbClr val="FF0000"/>
                </a:solidFill>
              </a:rPr>
              <a:t>TELEPHONIC COMMUNICATION:</a:t>
            </a:r>
            <a:r>
              <a:rPr lang="en-US" altLang="en-US" sz="4000" dirty="0" smtClean="0">
                <a:solidFill>
                  <a:srgbClr val="FF0000"/>
                </a:solidFill>
              </a:rPr>
              <a:t> </a:t>
            </a:r>
            <a:r>
              <a:rPr lang="en-US" altLang="en-US" sz="4000" dirty="0" smtClean="0">
                <a:solidFill>
                  <a:schemeClr val="tx1"/>
                </a:solidFill>
              </a:rPr>
              <a:t>It uses a telephonic or any other advanced medium for communication between participants</a:t>
            </a:r>
            <a:r>
              <a:rPr lang="en-US" altLang="en-US" sz="4000" dirty="0" smtClean="0">
                <a:solidFill>
                  <a:schemeClr val="tx1"/>
                </a:solidFill>
              </a:rPr>
              <a:t>. It includes aural transfer.</a:t>
            </a:r>
            <a:endParaRPr lang="en-US" altLang="en-US" sz="4000" dirty="0" smtClean="0">
              <a:solidFill>
                <a:schemeClr val="tx1"/>
              </a:solidFill>
            </a:endParaRPr>
          </a:p>
          <a:p>
            <a:endParaRPr lang="en-US" alt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164" y="3857414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334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/>
              <a:t>Types of Communication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b="1" dirty="0" smtClean="0">
                <a:solidFill>
                  <a:srgbClr val="FF0000"/>
                </a:solidFill>
              </a:rPr>
              <a:t>PUBLIC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COMMUNICATION (from the point of view of business):</a:t>
            </a:r>
            <a:r>
              <a:rPr lang="en-US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en-US" sz="2400" dirty="0" smtClean="0"/>
              <a:t>It originates from one source or an organization and targets members within or outside the organization. It </a:t>
            </a:r>
            <a:r>
              <a:rPr lang="en-US" altLang="en-US" sz="2400" dirty="0" smtClean="0"/>
              <a:t>involves informing and persuading the members of an audience to hold certain attitudes, values, or beliefs, so that they will think, believe, or act in a particular way; on the other hand, you can also function as a member of an audience, in which case another person will do the same for you.</a:t>
            </a:r>
          </a:p>
          <a:p>
            <a:endParaRPr lang="en-US" alt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433" y="3958502"/>
            <a:ext cx="180022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87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/>
              <a:t>Types of Communication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4000" b="1" dirty="0" smtClean="0">
                <a:solidFill>
                  <a:srgbClr val="FF0000"/>
                </a:solidFill>
              </a:rPr>
              <a:t>MASS COMMUNICATION:</a:t>
            </a:r>
            <a:r>
              <a:rPr lang="en-US" altLang="en-US" sz="4000" dirty="0" smtClean="0">
                <a:solidFill>
                  <a:srgbClr val="FF0000"/>
                </a:solidFill>
              </a:rPr>
              <a:t> </a:t>
            </a:r>
            <a:r>
              <a:rPr lang="en-US" altLang="en-US" sz="4000" dirty="0" smtClean="0"/>
              <a:t>Mass communication is communication between mass media (electronic and print) and the public.</a:t>
            </a:r>
          </a:p>
          <a:p>
            <a:endParaRPr lang="en-US" altLang="en-US" sz="4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946" y="3590492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03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Types of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ELECTRONIC COMMUNICATION: </a:t>
            </a:r>
            <a:r>
              <a:rPr lang="en-US" sz="2800" dirty="0"/>
              <a:t>Electronic communication can be defined as, the communication which uses electronic media to transmit the information or message using computers, e-mail, telephone, video calling, FAX machine, etc. 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818" y="3366654"/>
            <a:ext cx="3606511" cy="273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259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74</TotalTime>
  <Words>637</Words>
  <Application>Microsoft Office PowerPoint</Application>
  <PresentationFormat>Widescreen</PresentationFormat>
  <Paragraphs>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Calibri</vt:lpstr>
      <vt:lpstr>Calibri Light</vt:lpstr>
      <vt:lpstr>Retrospect</vt:lpstr>
      <vt:lpstr>COMMUNICATION</vt:lpstr>
      <vt:lpstr>What is Communication?</vt:lpstr>
      <vt:lpstr>Essential Qualities of Good Communicators</vt:lpstr>
      <vt:lpstr>Communication in Academics and the Workplace</vt:lpstr>
      <vt:lpstr>Academic Audience</vt:lpstr>
      <vt:lpstr>Workplace Audience</vt:lpstr>
      <vt:lpstr>Forms of Communication</vt:lpstr>
      <vt:lpstr>Forms of Communication</vt:lpstr>
      <vt:lpstr>Forms of Communication</vt:lpstr>
      <vt:lpstr>Forms of Communication</vt:lpstr>
      <vt:lpstr>Forms of Communication</vt:lpstr>
      <vt:lpstr>Forms of Communication</vt:lpstr>
      <vt:lpstr>Types of Communication</vt:lpstr>
      <vt:lpstr>Types of Communication</vt:lpstr>
      <vt:lpstr>Types of Communication</vt:lpstr>
      <vt:lpstr>Types of Communication</vt:lpstr>
      <vt:lpstr>Types of Communication</vt:lpstr>
      <vt:lpstr>Types of Communication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</dc:title>
  <dc:creator>Sameera Sultan</dc:creator>
  <cp:lastModifiedBy>Sameera Sultan</cp:lastModifiedBy>
  <cp:revision>27</cp:revision>
  <dcterms:created xsi:type="dcterms:W3CDTF">2023-02-02T10:21:29Z</dcterms:created>
  <dcterms:modified xsi:type="dcterms:W3CDTF">2023-02-06T06:41:28Z</dcterms:modified>
</cp:coreProperties>
</file>