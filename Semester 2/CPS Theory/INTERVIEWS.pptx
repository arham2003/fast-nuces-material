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Lst>
  <p:sldIdLst>
    <p:sldId id="256" r:id="rId2"/>
    <p:sldId id="257" r:id="rId3"/>
    <p:sldId id="258" r:id="rId4"/>
    <p:sldId id="259" r:id="rId5"/>
    <p:sldId id="260" r:id="rId6"/>
    <p:sldId id="261" r:id="rId7"/>
    <p:sldId id="262" r:id="rId8"/>
    <p:sldId id="263" r:id="rId9"/>
    <p:sldId id="264" r:id="rId10"/>
    <p:sldId id="265" r:id="rId11"/>
    <p:sldId id="288" r:id="rId12"/>
    <p:sldId id="290" r:id="rId13"/>
    <p:sldId id="289" r:id="rId14"/>
    <p:sldId id="266" r:id="rId15"/>
    <p:sldId id="267" r:id="rId16"/>
    <p:sldId id="268" r:id="rId17"/>
    <p:sldId id="269" r:id="rId18"/>
    <p:sldId id="270" r:id="rId19"/>
    <p:sldId id="271" r:id="rId20"/>
    <p:sldId id="273" r:id="rId21"/>
    <p:sldId id="272" r:id="rId22"/>
    <p:sldId id="275" r:id="rId23"/>
    <p:sldId id="277" r:id="rId24"/>
    <p:sldId id="287" r:id="rId25"/>
    <p:sldId id="278" r:id="rId26"/>
    <p:sldId id="280" r:id="rId27"/>
    <p:sldId id="285" r:id="rId28"/>
    <p:sldId id="284" r:id="rId29"/>
    <p:sldId id="279" r:id="rId30"/>
    <p:sldId id="281" r:id="rId31"/>
    <p:sldId id="282" r:id="rId32"/>
    <p:sldId id="27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E6BB84-1998-4681-9DF7-EC09C5FCD5DE}"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83099DB3-8B54-479F-BD56-80F56C41CEAA}">
      <dgm:prSet phldrT="[Text]"/>
      <dgm:spPr/>
      <dgm:t>
        <a:bodyPr/>
        <a:lstStyle/>
        <a:p>
          <a:r>
            <a:rPr lang="en-US" dirty="0"/>
            <a:t>Structured vs Unstructured</a:t>
          </a:r>
        </a:p>
      </dgm:t>
    </dgm:pt>
    <dgm:pt modelId="{AF483FE4-5BA1-4123-AA91-F52B14F8A52C}" type="parTrans" cxnId="{C9D86235-0244-4BBE-8EA1-33E1A7002497}">
      <dgm:prSet/>
      <dgm:spPr/>
      <dgm:t>
        <a:bodyPr/>
        <a:lstStyle/>
        <a:p>
          <a:endParaRPr lang="en-US"/>
        </a:p>
      </dgm:t>
    </dgm:pt>
    <dgm:pt modelId="{F3CC897C-BF09-48E0-8821-61927D10649B}" type="sibTrans" cxnId="{C9D86235-0244-4BBE-8EA1-33E1A7002497}">
      <dgm:prSet/>
      <dgm:spPr/>
      <dgm:t>
        <a:bodyPr/>
        <a:lstStyle/>
        <a:p>
          <a:endParaRPr lang="en-US"/>
        </a:p>
      </dgm:t>
    </dgm:pt>
    <dgm:pt modelId="{3A22FB64-B5E5-4C3D-B1F8-1129A81DD4A0}">
      <dgm:prSet phldrT="[Text]"/>
      <dgm:spPr/>
      <dgm:t>
        <a:bodyPr/>
        <a:lstStyle/>
        <a:p>
          <a:r>
            <a:rPr lang="en-US" dirty="0"/>
            <a:t>A series of fixed questions vs open-ended questions molded as per the responses given</a:t>
          </a:r>
        </a:p>
      </dgm:t>
    </dgm:pt>
    <dgm:pt modelId="{08B96570-C763-4D90-B555-A91C43626B5F}" type="parTrans" cxnId="{E3029645-6868-447B-9E6B-F9FF8D3E911B}">
      <dgm:prSet/>
      <dgm:spPr/>
      <dgm:t>
        <a:bodyPr/>
        <a:lstStyle/>
        <a:p>
          <a:endParaRPr lang="en-US"/>
        </a:p>
      </dgm:t>
    </dgm:pt>
    <dgm:pt modelId="{19277552-C579-4C5D-A366-3B81325FB6AC}" type="sibTrans" cxnId="{E3029645-6868-447B-9E6B-F9FF8D3E911B}">
      <dgm:prSet/>
      <dgm:spPr/>
      <dgm:t>
        <a:bodyPr/>
        <a:lstStyle/>
        <a:p>
          <a:endParaRPr lang="en-US"/>
        </a:p>
      </dgm:t>
    </dgm:pt>
    <dgm:pt modelId="{15E9B669-7E31-4182-9F5E-D95677AF79E1}">
      <dgm:prSet phldrT="[Text]"/>
      <dgm:spPr/>
      <dgm:t>
        <a:bodyPr/>
        <a:lstStyle/>
        <a:p>
          <a:r>
            <a:rPr lang="en-US" dirty="0"/>
            <a:t>Panel vs group</a:t>
          </a:r>
        </a:p>
      </dgm:t>
    </dgm:pt>
    <dgm:pt modelId="{4B8ADD35-81E9-47C0-9A7B-1514EFFE02EC}" type="parTrans" cxnId="{326A694B-6DE7-4493-9947-36059D53EC2E}">
      <dgm:prSet/>
      <dgm:spPr/>
      <dgm:t>
        <a:bodyPr/>
        <a:lstStyle/>
        <a:p>
          <a:endParaRPr lang="en-US"/>
        </a:p>
      </dgm:t>
    </dgm:pt>
    <dgm:pt modelId="{FB2FB77D-849A-49EE-95FA-93D1D4C0DDD4}" type="sibTrans" cxnId="{326A694B-6DE7-4493-9947-36059D53EC2E}">
      <dgm:prSet/>
      <dgm:spPr/>
      <dgm:t>
        <a:bodyPr/>
        <a:lstStyle/>
        <a:p>
          <a:endParaRPr lang="en-US"/>
        </a:p>
      </dgm:t>
    </dgm:pt>
    <dgm:pt modelId="{D516102D-76EB-4B3B-A5C9-F0ADC9A95A03}">
      <dgm:prSet phldrT="[Text]"/>
      <dgm:spPr/>
      <dgm:t>
        <a:bodyPr/>
        <a:lstStyle/>
        <a:p>
          <a:r>
            <a:rPr lang="en-US" dirty="0"/>
            <a:t>Several interviewers in a panel vs a group discussion with other candidates</a:t>
          </a:r>
        </a:p>
      </dgm:t>
    </dgm:pt>
    <dgm:pt modelId="{2E1F18FB-F1B9-44E1-8785-C68AFD7CF20F}" type="parTrans" cxnId="{5404E528-F593-40D6-A137-365799EEC5B7}">
      <dgm:prSet/>
      <dgm:spPr/>
      <dgm:t>
        <a:bodyPr/>
        <a:lstStyle/>
        <a:p>
          <a:endParaRPr lang="en-US"/>
        </a:p>
      </dgm:t>
    </dgm:pt>
    <dgm:pt modelId="{98155B1D-2367-4B64-8A99-8A28385D035D}" type="sibTrans" cxnId="{5404E528-F593-40D6-A137-365799EEC5B7}">
      <dgm:prSet/>
      <dgm:spPr/>
      <dgm:t>
        <a:bodyPr/>
        <a:lstStyle/>
        <a:p>
          <a:endParaRPr lang="en-US"/>
        </a:p>
      </dgm:t>
    </dgm:pt>
    <dgm:pt modelId="{B73E9187-481E-4B40-87E2-43A53DC6E557}">
      <dgm:prSet phldrT="[Text]"/>
      <dgm:spPr/>
      <dgm:t>
        <a:bodyPr/>
        <a:lstStyle/>
        <a:p>
          <a:r>
            <a:rPr lang="en-US" dirty="0"/>
            <a:t>Behavioral</a:t>
          </a:r>
        </a:p>
      </dgm:t>
    </dgm:pt>
    <dgm:pt modelId="{FA1A33AD-EB9F-48C5-A0EC-D2765FDB855A}" type="parTrans" cxnId="{DEF2500E-DC5E-4D4C-9791-CE7FBF1DAAFA}">
      <dgm:prSet/>
      <dgm:spPr/>
      <dgm:t>
        <a:bodyPr/>
        <a:lstStyle/>
        <a:p>
          <a:endParaRPr lang="en-US"/>
        </a:p>
      </dgm:t>
    </dgm:pt>
    <dgm:pt modelId="{9821B155-4199-49B8-B4A3-E0A9F2FA934F}" type="sibTrans" cxnId="{DEF2500E-DC5E-4D4C-9791-CE7FBF1DAAFA}">
      <dgm:prSet/>
      <dgm:spPr/>
      <dgm:t>
        <a:bodyPr/>
        <a:lstStyle/>
        <a:p>
          <a:endParaRPr lang="en-US"/>
        </a:p>
      </dgm:t>
    </dgm:pt>
    <dgm:pt modelId="{A1E2EDEA-31FC-4559-8318-DD61DC50C5ED}">
      <dgm:prSet phldrT="[Text]"/>
      <dgm:spPr/>
      <dgm:t>
        <a:bodyPr/>
        <a:lstStyle/>
        <a:p>
          <a:r>
            <a:rPr lang="en-US" dirty="0"/>
            <a:t>Questions about specific incidents/experiences from the past</a:t>
          </a:r>
        </a:p>
      </dgm:t>
    </dgm:pt>
    <dgm:pt modelId="{003B3CD4-B406-4B2D-9294-057D0FD99836}" type="parTrans" cxnId="{9F382320-50E3-40D0-9CF1-42B0ABFA3CCD}">
      <dgm:prSet/>
      <dgm:spPr/>
      <dgm:t>
        <a:bodyPr/>
        <a:lstStyle/>
        <a:p>
          <a:endParaRPr lang="en-US"/>
        </a:p>
      </dgm:t>
    </dgm:pt>
    <dgm:pt modelId="{CFE1E0FD-40FA-4906-A8FF-8DF4970B5F03}" type="sibTrans" cxnId="{9F382320-50E3-40D0-9CF1-42B0ABFA3CCD}">
      <dgm:prSet/>
      <dgm:spPr/>
      <dgm:t>
        <a:bodyPr/>
        <a:lstStyle/>
        <a:p>
          <a:endParaRPr lang="en-US"/>
        </a:p>
      </dgm:t>
    </dgm:pt>
    <dgm:pt modelId="{FD2FD01A-7190-4BBB-B7A2-5A203336C28B}" type="pres">
      <dgm:prSet presAssocID="{90E6BB84-1998-4681-9DF7-EC09C5FCD5DE}" presName="linear" presStyleCnt="0">
        <dgm:presLayoutVars>
          <dgm:animLvl val="lvl"/>
          <dgm:resizeHandles val="exact"/>
        </dgm:presLayoutVars>
      </dgm:prSet>
      <dgm:spPr/>
    </dgm:pt>
    <dgm:pt modelId="{AF290624-CCC9-4A2B-AD27-9C9C76B2F7CA}" type="pres">
      <dgm:prSet presAssocID="{83099DB3-8B54-479F-BD56-80F56C41CEAA}" presName="parentText" presStyleLbl="node1" presStyleIdx="0" presStyleCnt="3">
        <dgm:presLayoutVars>
          <dgm:chMax val="0"/>
          <dgm:bulletEnabled val="1"/>
        </dgm:presLayoutVars>
      </dgm:prSet>
      <dgm:spPr/>
    </dgm:pt>
    <dgm:pt modelId="{AD3CB44B-7534-43B1-AF42-829A9329C0E6}" type="pres">
      <dgm:prSet presAssocID="{83099DB3-8B54-479F-BD56-80F56C41CEAA}" presName="childText" presStyleLbl="revTx" presStyleIdx="0" presStyleCnt="3">
        <dgm:presLayoutVars>
          <dgm:bulletEnabled val="1"/>
        </dgm:presLayoutVars>
      </dgm:prSet>
      <dgm:spPr/>
    </dgm:pt>
    <dgm:pt modelId="{C563276A-9501-49D6-AAB7-514CDE387EEE}" type="pres">
      <dgm:prSet presAssocID="{15E9B669-7E31-4182-9F5E-D95677AF79E1}" presName="parentText" presStyleLbl="node1" presStyleIdx="1" presStyleCnt="3">
        <dgm:presLayoutVars>
          <dgm:chMax val="0"/>
          <dgm:bulletEnabled val="1"/>
        </dgm:presLayoutVars>
      </dgm:prSet>
      <dgm:spPr/>
    </dgm:pt>
    <dgm:pt modelId="{E9EFD26C-D5DA-4D7D-A795-F346973B5B8E}" type="pres">
      <dgm:prSet presAssocID="{15E9B669-7E31-4182-9F5E-D95677AF79E1}" presName="childText" presStyleLbl="revTx" presStyleIdx="1" presStyleCnt="3">
        <dgm:presLayoutVars>
          <dgm:bulletEnabled val="1"/>
        </dgm:presLayoutVars>
      </dgm:prSet>
      <dgm:spPr/>
    </dgm:pt>
    <dgm:pt modelId="{22091151-E67F-43E5-80DA-551E7395D5BE}" type="pres">
      <dgm:prSet presAssocID="{B73E9187-481E-4B40-87E2-43A53DC6E557}" presName="parentText" presStyleLbl="node1" presStyleIdx="2" presStyleCnt="3">
        <dgm:presLayoutVars>
          <dgm:chMax val="0"/>
          <dgm:bulletEnabled val="1"/>
        </dgm:presLayoutVars>
      </dgm:prSet>
      <dgm:spPr/>
    </dgm:pt>
    <dgm:pt modelId="{8D86C33E-8D43-4595-B654-63F96D4155B0}" type="pres">
      <dgm:prSet presAssocID="{B73E9187-481E-4B40-87E2-43A53DC6E557}" presName="childText" presStyleLbl="revTx" presStyleIdx="2" presStyleCnt="3">
        <dgm:presLayoutVars>
          <dgm:bulletEnabled val="1"/>
        </dgm:presLayoutVars>
      </dgm:prSet>
      <dgm:spPr/>
    </dgm:pt>
  </dgm:ptLst>
  <dgm:cxnLst>
    <dgm:cxn modelId="{0C79E70B-2A09-441C-8299-21C0E0A078BB}" type="presOf" srcId="{83099DB3-8B54-479F-BD56-80F56C41CEAA}" destId="{AF290624-CCC9-4A2B-AD27-9C9C76B2F7CA}" srcOrd="0" destOrd="0" presId="urn:microsoft.com/office/officeart/2005/8/layout/vList2"/>
    <dgm:cxn modelId="{DEF2500E-DC5E-4D4C-9791-CE7FBF1DAAFA}" srcId="{90E6BB84-1998-4681-9DF7-EC09C5FCD5DE}" destId="{B73E9187-481E-4B40-87E2-43A53DC6E557}" srcOrd="2" destOrd="0" parTransId="{FA1A33AD-EB9F-48C5-A0EC-D2765FDB855A}" sibTransId="{9821B155-4199-49B8-B4A3-E0A9F2FA934F}"/>
    <dgm:cxn modelId="{9F382320-50E3-40D0-9CF1-42B0ABFA3CCD}" srcId="{B73E9187-481E-4B40-87E2-43A53DC6E557}" destId="{A1E2EDEA-31FC-4559-8318-DD61DC50C5ED}" srcOrd="0" destOrd="0" parTransId="{003B3CD4-B406-4B2D-9294-057D0FD99836}" sibTransId="{CFE1E0FD-40FA-4906-A8FF-8DF4970B5F03}"/>
    <dgm:cxn modelId="{DED28028-EF3F-44B8-83D9-2DE8BB9D4015}" type="presOf" srcId="{D516102D-76EB-4B3B-A5C9-F0ADC9A95A03}" destId="{E9EFD26C-D5DA-4D7D-A795-F346973B5B8E}" srcOrd="0" destOrd="0" presId="urn:microsoft.com/office/officeart/2005/8/layout/vList2"/>
    <dgm:cxn modelId="{5404E528-F593-40D6-A137-365799EEC5B7}" srcId="{15E9B669-7E31-4182-9F5E-D95677AF79E1}" destId="{D516102D-76EB-4B3B-A5C9-F0ADC9A95A03}" srcOrd="0" destOrd="0" parTransId="{2E1F18FB-F1B9-44E1-8785-C68AFD7CF20F}" sibTransId="{98155B1D-2367-4B64-8A99-8A28385D035D}"/>
    <dgm:cxn modelId="{089B3035-2E80-49B6-8F5D-AD1A0DA3C0FE}" type="presOf" srcId="{15E9B669-7E31-4182-9F5E-D95677AF79E1}" destId="{C563276A-9501-49D6-AAB7-514CDE387EEE}" srcOrd="0" destOrd="0" presId="urn:microsoft.com/office/officeart/2005/8/layout/vList2"/>
    <dgm:cxn modelId="{C9D86235-0244-4BBE-8EA1-33E1A7002497}" srcId="{90E6BB84-1998-4681-9DF7-EC09C5FCD5DE}" destId="{83099DB3-8B54-479F-BD56-80F56C41CEAA}" srcOrd="0" destOrd="0" parTransId="{AF483FE4-5BA1-4123-AA91-F52B14F8A52C}" sibTransId="{F3CC897C-BF09-48E0-8821-61927D10649B}"/>
    <dgm:cxn modelId="{A3F92737-516A-4A14-BDDD-2033BBE717AA}" type="presOf" srcId="{3A22FB64-B5E5-4C3D-B1F8-1129A81DD4A0}" destId="{AD3CB44B-7534-43B1-AF42-829A9329C0E6}" srcOrd="0" destOrd="0" presId="urn:microsoft.com/office/officeart/2005/8/layout/vList2"/>
    <dgm:cxn modelId="{B6624B5B-6675-4DE7-8180-47D2B5B1CB1A}" type="presOf" srcId="{B73E9187-481E-4B40-87E2-43A53DC6E557}" destId="{22091151-E67F-43E5-80DA-551E7395D5BE}" srcOrd="0" destOrd="0" presId="urn:microsoft.com/office/officeart/2005/8/layout/vList2"/>
    <dgm:cxn modelId="{E3029645-6868-447B-9E6B-F9FF8D3E911B}" srcId="{83099DB3-8B54-479F-BD56-80F56C41CEAA}" destId="{3A22FB64-B5E5-4C3D-B1F8-1129A81DD4A0}" srcOrd="0" destOrd="0" parTransId="{08B96570-C763-4D90-B555-A91C43626B5F}" sibTransId="{19277552-C579-4C5D-A366-3B81325FB6AC}"/>
    <dgm:cxn modelId="{326A694B-6DE7-4493-9947-36059D53EC2E}" srcId="{90E6BB84-1998-4681-9DF7-EC09C5FCD5DE}" destId="{15E9B669-7E31-4182-9F5E-D95677AF79E1}" srcOrd="1" destOrd="0" parTransId="{4B8ADD35-81E9-47C0-9A7B-1514EFFE02EC}" sibTransId="{FB2FB77D-849A-49EE-95FA-93D1D4C0DDD4}"/>
    <dgm:cxn modelId="{33A3C2E5-0D36-4759-B02D-37DA899738E9}" type="presOf" srcId="{90E6BB84-1998-4681-9DF7-EC09C5FCD5DE}" destId="{FD2FD01A-7190-4BBB-B7A2-5A203336C28B}" srcOrd="0" destOrd="0" presId="urn:microsoft.com/office/officeart/2005/8/layout/vList2"/>
    <dgm:cxn modelId="{D832A2F9-6077-4185-BFBA-B188B345FBF6}" type="presOf" srcId="{A1E2EDEA-31FC-4559-8318-DD61DC50C5ED}" destId="{8D86C33E-8D43-4595-B654-63F96D4155B0}" srcOrd="0" destOrd="0" presId="urn:microsoft.com/office/officeart/2005/8/layout/vList2"/>
    <dgm:cxn modelId="{5EB98F0C-4201-4318-B6C3-CFD2E4EEFD8C}" type="presParOf" srcId="{FD2FD01A-7190-4BBB-B7A2-5A203336C28B}" destId="{AF290624-CCC9-4A2B-AD27-9C9C76B2F7CA}" srcOrd="0" destOrd="0" presId="urn:microsoft.com/office/officeart/2005/8/layout/vList2"/>
    <dgm:cxn modelId="{75A5BDC7-0B13-4F78-A50A-415E26CCA490}" type="presParOf" srcId="{FD2FD01A-7190-4BBB-B7A2-5A203336C28B}" destId="{AD3CB44B-7534-43B1-AF42-829A9329C0E6}" srcOrd="1" destOrd="0" presId="urn:microsoft.com/office/officeart/2005/8/layout/vList2"/>
    <dgm:cxn modelId="{C57150F7-E6F4-4AFF-AB86-96D1E5D94DF2}" type="presParOf" srcId="{FD2FD01A-7190-4BBB-B7A2-5A203336C28B}" destId="{C563276A-9501-49D6-AAB7-514CDE387EEE}" srcOrd="2" destOrd="0" presId="urn:microsoft.com/office/officeart/2005/8/layout/vList2"/>
    <dgm:cxn modelId="{1063CA62-1299-4372-B194-531FE5FD2732}" type="presParOf" srcId="{FD2FD01A-7190-4BBB-B7A2-5A203336C28B}" destId="{E9EFD26C-D5DA-4D7D-A795-F346973B5B8E}" srcOrd="3" destOrd="0" presId="urn:microsoft.com/office/officeart/2005/8/layout/vList2"/>
    <dgm:cxn modelId="{C55A0D65-0892-439A-9D94-36F2D9866F98}" type="presParOf" srcId="{FD2FD01A-7190-4BBB-B7A2-5A203336C28B}" destId="{22091151-E67F-43E5-80DA-551E7395D5BE}" srcOrd="4" destOrd="0" presId="urn:microsoft.com/office/officeart/2005/8/layout/vList2"/>
    <dgm:cxn modelId="{07659300-B57C-4312-9181-1B9CC7E2A26B}" type="presParOf" srcId="{FD2FD01A-7190-4BBB-B7A2-5A203336C28B}" destId="{8D86C33E-8D43-4595-B654-63F96D4155B0}"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59EB79-062B-46DA-AD90-72DEA86096BF}"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4D7827F4-AFB6-41D4-88A9-44EC99B67B2F}">
      <dgm:prSet phldrT="[Text]"/>
      <dgm:spPr/>
      <dgm:t>
        <a:bodyPr/>
        <a:lstStyle/>
        <a:p>
          <a:r>
            <a:rPr lang="en-US" dirty="0"/>
            <a:t>Situational</a:t>
          </a:r>
        </a:p>
      </dgm:t>
    </dgm:pt>
    <dgm:pt modelId="{99AEBF2E-F592-4D63-992E-955B69F07D30}" type="parTrans" cxnId="{1B7EEF94-46EA-418E-9576-612334CA4D34}">
      <dgm:prSet/>
      <dgm:spPr/>
      <dgm:t>
        <a:bodyPr/>
        <a:lstStyle/>
        <a:p>
          <a:endParaRPr lang="en-US"/>
        </a:p>
      </dgm:t>
    </dgm:pt>
    <dgm:pt modelId="{B4B2891C-BF2B-426A-9D61-84A887258EEE}" type="sibTrans" cxnId="{1B7EEF94-46EA-418E-9576-612334CA4D34}">
      <dgm:prSet/>
      <dgm:spPr/>
      <dgm:t>
        <a:bodyPr/>
        <a:lstStyle/>
        <a:p>
          <a:endParaRPr lang="en-US"/>
        </a:p>
      </dgm:t>
    </dgm:pt>
    <dgm:pt modelId="{81E76A51-1028-44DA-9E5E-29DF73131A37}">
      <dgm:prSet phldrT="[Text]"/>
      <dgm:spPr/>
      <dgm:t>
        <a:bodyPr/>
        <a:lstStyle/>
        <a:p>
          <a:r>
            <a:rPr lang="en-US" dirty="0"/>
            <a:t>Questions focus on how you will handle hypothetical situations on the job</a:t>
          </a:r>
        </a:p>
      </dgm:t>
    </dgm:pt>
    <dgm:pt modelId="{AEAD780E-492F-4DE3-9E05-125889DAC477}" type="parTrans" cxnId="{1DA96957-CCD2-445B-9B78-C632BC601640}">
      <dgm:prSet/>
      <dgm:spPr/>
      <dgm:t>
        <a:bodyPr/>
        <a:lstStyle/>
        <a:p>
          <a:endParaRPr lang="en-US"/>
        </a:p>
      </dgm:t>
    </dgm:pt>
    <dgm:pt modelId="{DF1A25AD-2FC1-4A94-9E2B-8DD38A7647EE}" type="sibTrans" cxnId="{1DA96957-CCD2-445B-9B78-C632BC601640}">
      <dgm:prSet/>
      <dgm:spPr/>
      <dgm:t>
        <a:bodyPr/>
        <a:lstStyle/>
        <a:p>
          <a:endParaRPr lang="en-US"/>
        </a:p>
      </dgm:t>
    </dgm:pt>
    <dgm:pt modelId="{B0660515-7940-4123-A9D6-BDE0CAEBE24E}">
      <dgm:prSet phldrT="[Text]"/>
      <dgm:spPr/>
      <dgm:t>
        <a:bodyPr/>
        <a:lstStyle/>
        <a:p>
          <a:r>
            <a:rPr lang="en-US" dirty="0"/>
            <a:t>Working </a:t>
          </a:r>
        </a:p>
      </dgm:t>
    </dgm:pt>
    <dgm:pt modelId="{C8597B27-B606-44B6-8E09-C76A52CDA6F3}" type="parTrans" cxnId="{05C22C05-ADE9-434C-9508-EEE8FA74C523}">
      <dgm:prSet/>
      <dgm:spPr/>
      <dgm:t>
        <a:bodyPr/>
        <a:lstStyle/>
        <a:p>
          <a:endParaRPr lang="en-US"/>
        </a:p>
      </dgm:t>
    </dgm:pt>
    <dgm:pt modelId="{57FDD44D-4554-45D9-9896-2F8A0AD85A75}" type="sibTrans" cxnId="{05C22C05-ADE9-434C-9508-EEE8FA74C523}">
      <dgm:prSet/>
      <dgm:spPr/>
      <dgm:t>
        <a:bodyPr/>
        <a:lstStyle/>
        <a:p>
          <a:endParaRPr lang="en-US"/>
        </a:p>
      </dgm:t>
    </dgm:pt>
    <dgm:pt modelId="{0340D24B-B335-4895-BB24-EE24DA34FE28}">
      <dgm:prSet phldrT="[Text]"/>
      <dgm:spPr/>
      <dgm:t>
        <a:bodyPr/>
        <a:lstStyle/>
        <a:p>
          <a:r>
            <a:rPr lang="en-US" dirty="0"/>
            <a:t>You are asked to perform a job related activity during the interview</a:t>
          </a:r>
        </a:p>
      </dgm:t>
    </dgm:pt>
    <dgm:pt modelId="{D6396722-76B8-408B-BB67-7634AFCF433B}" type="parTrans" cxnId="{8F070880-69D2-4168-A560-EAA00B8A4094}">
      <dgm:prSet/>
      <dgm:spPr/>
      <dgm:t>
        <a:bodyPr/>
        <a:lstStyle/>
        <a:p>
          <a:endParaRPr lang="en-US"/>
        </a:p>
      </dgm:t>
    </dgm:pt>
    <dgm:pt modelId="{5603B52C-3BCB-4C5E-905C-46A796C9EC3E}" type="sibTrans" cxnId="{8F070880-69D2-4168-A560-EAA00B8A4094}">
      <dgm:prSet/>
      <dgm:spPr/>
      <dgm:t>
        <a:bodyPr/>
        <a:lstStyle/>
        <a:p>
          <a:endParaRPr lang="en-US"/>
        </a:p>
      </dgm:t>
    </dgm:pt>
    <dgm:pt modelId="{743285DC-9578-43D5-BAD5-C5C599AECDF9}">
      <dgm:prSet phldrT="[Text]"/>
      <dgm:spPr/>
      <dgm:t>
        <a:bodyPr/>
        <a:lstStyle/>
        <a:p>
          <a:r>
            <a:rPr lang="en-US" dirty="0"/>
            <a:t>Stress</a:t>
          </a:r>
        </a:p>
      </dgm:t>
    </dgm:pt>
    <dgm:pt modelId="{4796F583-5C8A-440F-9CF5-547CD31D1D4A}" type="parTrans" cxnId="{098A7EB1-16D8-4B62-807D-9ABC8FFEA6D6}">
      <dgm:prSet/>
      <dgm:spPr/>
      <dgm:t>
        <a:bodyPr/>
        <a:lstStyle/>
        <a:p>
          <a:endParaRPr lang="en-US"/>
        </a:p>
      </dgm:t>
    </dgm:pt>
    <dgm:pt modelId="{B6E078A4-AE35-41D7-98EE-C33E8C5E7BE3}" type="sibTrans" cxnId="{098A7EB1-16D8-4B62-807D-9ABC8FFEA6D6}">
      <dgm:prSet/>
      <dgm:spPr/>
      <dgm:t>
        <a:bodyPr/>
        <a:lstStyle/>
        <a:p>
          <a:endParaRPr lang="en-US"/>
        </a:p>
      </dgm:t>
    </dgm:pt>
    <dgm:pt modelId="{24111C98-1A84-4F33-97A6-F1DDE1BCAAF4}">
      <dgm:prSet phldrT="[Text]"/>
      <dgm:spPr/>
      <dgm:t>
        <a:bodyPr/>
        <a:lstStyle/>
        <a:p>
          <a:r>
            <a:rPr lang="en-US" dirty="0"/>
            <a:t>To check how well you handle stressful situations</a:t>
          </a:r>
        </a:p>
      </dgm:t>
    </dgm:pt>
    <dgm:pt modelId="{4D690902-5CEC-45CD-8228-A275FBC27A27}" type="parTrans" cxnId="{208BCF93-411B-4045-A5C5-9D6A5C0CCBD9}">
      <dgm:prSet/>
      <dgm:spPr/>
      <dgm:t>
        <a:bodyPr/>
        <a:lstStyle/>
        <a:p>
          <a:endParaRPr lang="en-US"/>
        </a:p>
      </dgm:t>
    </dgm:pt>
    <dgm:pt modelId="{FD7B1514-3DEF-486C-BED6-8A1A0C032129}" type="sibTrans" cxnId="{208BCF93-411B-4045-A5C5-9D6A5C0CCBD9}">
      <dgm:prSet/>
      <dgm:spPr/>
      <dgm:t>
        <a:bodyPr/>
        <a:lstStyle/>
        <a:p>
          <a:endParaRPr lang="en-US"/>
        </a:p>
      </dgm:t>
    </dgm:pt>
    <dgm:pt modelId="{94E81CAE-700C-4525-892D-EBC9ED278FF8}" type="pres">
      <dgm:prSet presAssocID="{5459EB79-062B-46DA-AD90-72DEA86096BF}" presName="linear" presStyleCnt="0">
        <dgm:presLayoutVars>
          <dgm:animLvl val="lvl"/>
          <dgm:resizeHandles val="exact"/>
        </dgm:presLayoutVars>
      </dgm:prSet>
      <dgm:spPr/>
    </dgm:pt>
    <dgm:pt modelId="{FD205788-E1DC-49CE-8875-35DD64A745D1}" type="pres">
      <dgm:prSet presAssocID="{4D7827F4-AFB6-41D4-88A9-44EC99B67B2F}" presName="parentText" presStyleLbl="node1" presStyleIdx="0" presStyleCnt="3">
        <dgm:presLayoutVars>
          <dgm:chMax val="0"/>
          <dgm:bulletEnabled val="1"/>
        </dgm:presLayoutVars>
      </dgm:prSet>
      <dgm:spPr/>
    </dgm:pt>
    <dgm:pt modelId="{8714C277-3323-497E-91D6-BBE97B94D288}" type="pres">
      <dgm:prSet presAssocID="{4D7827F4-AFB6-41D4-88A9-44EC99B67B2F}" presName="childText" presStyleLbl="revTx" presStyleIdx="0" presStyleCnt="3">
        <dgm:presLayoutVars>
          <dgm:bulletEnabled val="1"/>
        </dgm:presLayoutVars>
      </dgm:prSet>
      <dgm:spPr/>
    </dgm:pt>
    <dgm:pt modelId="{961D07B9-C835-4436-B355-ADE759187BCE}" type="pres">
      <dgm:prSet presAssocID="{B0660515-7940-4123-A9D6-BDE0CAEBE24E}" presName="parentText" presStyleLbl="node1" presStyleIdx="1" presStyleCnt="3">
        <dgm:presLayoutVars>
          <dgm:chMax val="0"/>
          <dgm:bulletEnabled val="1"/>
        </dgm:presLayoutVars>
      </dgm:prSet>
      <dgm:spPr/>
    </dgm:pt>
    <dgm:pt modelId="{56083B03-7253-4BF3-9362-F381909D89E5}" type="pres">
      <dgm:prSet presAssocID="{B0660515-7940-4123-A9D6-BDE0CAEBE24E}" presName="childText" presStyleLbl="revTx" presStyleIdx="1" presStyleCnt="3">
        <dgm:presLayoutVars>
          <dgm:bulletEnabled val="1"/>
        </dgm:presLayoutVars>
      </dgm:prSet>
      <dgm:spPr/>
    </dgm:pt>
    <dgm:pt modelId="{DF148D07-B75F-4258-A251-BC490860B2FD}" type="pres">
      <dgm:prSet presAssocID="{743285DC-9578-43D5-BAD5-C5C599AECDF9}" presName="parentText" presStyleLbl="node1" presStyleIdx="2" presStyleCnt="3">
        <dgm:presLayoutVars>
          <dgm:chMax val="0"/>
          <dgm:bulletEnabled val="1"/>
        </dgm:presLayoutVars>
      </dgm:prSet>
      <dgm:spPr/>
    </dgm:pt>
    <dgm:pt modelId="{094CC791-F7D8-45AD-86F1-FEAF3B3B82FF}" type="pres">
      <dgm:prSet presAssocID="{743285DC-9578-43D5-BAD5-C5C599AECDF9}" presName="childText" presStyleLbl="revTx" presStyleIdx="2" presStyleCnt="3">
        <dgm:presLayoutVars>
          <dgm:bulletEnabled val="1"/>
        </dgm:presLayoutVars>
      </dgm:prSet>
      <dgm:spPr/>
    </dgm:pt>
  </dgm:ptLst>
  <dgm:cxnLst>
    <dgm:cxn modelId="{05C22C05-ADE9-434C-9508-EEE8FA74C523}" srcId="{5459EB79-062B-46DA-AD90-72DEA86096BF}" destId="{B0660515-7940-4123-A9D6-BDE0CAEBE24E}" srcOrd="1" destOrd="0" parTransId="{C8597B27-B606-44B6-8E09-C76A52CDA6F3}" sibTransId="{57FDD44D-4554-45D9-9896-2F8A0AD85A75}"/>
    <dgm:cxn modelId="{144ABE0B-3FA3-41D8-8C5A-4D64B8F23C43}" type="presOf" srcId="{743285DC-9578-43D5-BAD5-C5C599AECDF9}" destId="{DF148D07-B75F-4258-A251-BC490860B2FD}" srcOrd="0" destOrd="0" presId="urn:microsoft.com/office/officeart/2005/8/layout/vList2"/>
    <dgm:cxn modelId="{22E2D40C-821C-4CBF-809B-091462EE8EFF}" type="presOf" srcId="{B0660515-7940-4123-A9D6-BDE0CAEBE24E}" destId="{961D07B9-C835-4436-B355-ADE759187BCE}" srcOrd="0" destOrd="0" presId="urn:microsoft.com/office/officeart/2005/8/layout/vList2"/>
    <dgm:cxn modelId="{3803C036-3A0F-4A81-98C4-D42EC95321F6}" type="presOf" srcId="{0340D24B-B335-4895-BB24-EE24DA34FE28}" destId="{56083B03-7253-4BF3-9362-F381909D89E5}" srcOrd="0" destOrd="0" presId="urn:microsoft.com/office/officeart/2005/8/layout/vList2"/>
    <dgm:cxn modelId="{79E4D073-CD2E-4F30-9237-1F81825D92DF}" type="presOf" srcId="{4D7827F4-AFB6-41D4-88A9-44EC99B67B2F}" destId="{FD205788-E1DC-49CE-8875-35DD64A745D1}" srcOrd="0" destOrd="0" presId="urn:microsoft.com/office/officeart/2005/8/layout/vList2"/>
    <dgm:cxn modelId="{1DA96957-CCD2-445B-9B78-C632BC601640}" srcId="{4D7827F4-AFB6-41D4-88A9-44EC99B67B2F}" destId="{81E76A51-1028-44DA-9E5E-29DF73131A37}" srcOrd="0" destOrd="0" parTransId="{AEAD780E-492F-4DE3-9E05-125889DAC477}" sibTransId="{DF1A25AD-2FC1-4A94-9E2B-8DD38A7647EE}"/>
    <dgm:cxn modelId="{8F070880-69D2-4168-A560-EAA00B8A4094}" srcId="{B0660515-7940-4123-A9D6-BDE0CAEBE24E}" destId="{0340D24B-B335-4895-BB24-EE24DA34FE28}" srcOrd="0" destOrd="0" parTransId="{D6396722-76B8-408B-BB67-7634AFCF433B}" sibTransId="{5603B52C-3BCB-4C5E-905C-46A796C9EC3E}"/>
    <dgm:cxn modelId="{208BCF93-411B-4045-A5C5-9D6A5C0CCBD9}" srcId="{743285DC-9578-43D5-BAD5-C5C599AECDF9}" destId="{24111C98-1A84-4F33-97A6-F1DDE1BCAAF4}" srcOrd="0" destOrd="0" parTransId="{4D690902-5CEC-45CD-8228-A275FBC27A27}" sibTransId="{FD7B1514-3DEF-486C-BED6-8A1A0C032129}"/>
    <dgm:cxn modelId="{1B7EEF94-46EA-418E-9576-612334CA4D34}" srcId="{5459EB79-062B-46DA-AD90-72DEA86096BF}" destId="{4D7827F4-AFB6-41D4-88A9-44EC99B67B2F}" srcOrd="0" destOrd="0" parTransId="{99AEBF2E-F592-4D63-992E-955B69F07D30}" sibTransId="{B4B2891C-BF2B-426A-9D61-84A887258EEE}"/>
    <dgm:cxn modelId="{27D86BA9-B2C2-4212-9861-2E3603CD4536}" type="presOf" srcId="{81E76A51-1028-44DA-9E5E-29DF73131A37}" destId="{8714C277-3323-497E-91D6-BBE97B94D288}" srcOrd="0" destOrd="0" presId="urn:microsoft.com/office/officeart/2005/8/layout/vList2"/>
    <dgm:cxn modelId="{098A7EB1-16D8-4B62-807D-9ABC8FFEA6D6}" srcId="{5459EB79-062B-46DA-AD90-72DEA86096BF}" destId="{743285DC-9578-43D5-BAD5-C5C599AECDF9}" srcOrd="2" destOrd="0" parTransId="{4796F583-5C8A-440F-9CF5-547CD31D1D4A}" sibTransId="{B6E078A4-AE35-41D7-98EE-C33E8C5E7BE3}"/>
    <dgm:cxn modelId="{B16826C7-7C3D-4A88-BD43-05728877FAF8}" type="presOf" srcId="{24111C98-1A84-4F33-97A6-F1DDE1BCAAF4}" destId="{094CC791-F7D8-45AD-86F1-FEAF3B3B82FF}" srcOrd="0" destOrd="0" presId="urn:microsoft.com/office/officeart/2005/8/layout/vList2"/>
    <dgm:cxn modelId="{19FDE0EF-61F5-40F9-9902-62CE3B0EC42B}" type="presOf" srcId="{5459EB79-062B-46DA-AD90-72DEA86096BF}" destId="{94E81CAE-700C-4525-892D-EBC9ED278FF8}" srcOrd="0" destOrd="0" presId="urn:microsoft.com/office/officeart/2005/8/layout/vList2"/>
    <dgm:cxn modelId="{5A04BF66-2013-4F5B-BDE8-757D30D52BD0}" type="presParOf" srcId="{94E81CAE-700C-4525-892D-EBC9ED278FF8}" destId="{FD205788-E1DC-49CE-8875-35DD64A745D1}" srcOrd="0" destOrd="0" presId="urn:microsoft.com/office/officeart/2005/8/layout/vList2"/>
    <dgm:cxn modelId="{49D463E0-58DB-46DB-B6FC-5DA37D58B036}" type="presParOf" srcId="{94E81CAE-700C-4525-892D-EBC9ED278FF8}" destId="{8714C277-3323-497E-91D6-BBE97B94D288}" srcOrd="1" destOrd="0" presId="urn:microsoft.com/office/officeart/2005/8/layout/vList2"/>
    <dgm:cxn modelId="{B39D1E86-1041-4E4B-9336-CB82AC775EA9}" type="presParOf" srcId="{94E81CAE-700C-4525-892D-EBC9ED278FF8}" destId="{961D07B9-C835-4436-B355-ADE759187BCE}" srcOrd="2" destOrd="0" presId="urn:microsoft.com/office/officeart/2005/8/layout/vList2"/>
    <dgm:cxn modelId="{D323C9A9-DA74-4E50-84F5-D9693DF5F90E}" type="presParOf" srcId="{94E81CAE-700C-4525-892D-EBC9ED278FF8}" destId="{56083B03-7253-4BF3-9362-F381909D89E5}" srcOrd="3" destOrd="0" presId="urn:microsoft.com/office/officeart/2005/8/layout/vList2"/>
    <dgm:cxn modelId="{6B33AB8E-2718-4A9F-94D9-0209D3535BD5}" type="presParOf" srcId="{94E81CAE-700C-4525-892D-EBC9ED278FF8}" destId="{DF148D07-B75F-4258-A251-BC490860B2FD}" srcOrd="4" destOrd="0" presId="urn:microsoft.com/office/officeart/2005/8/layout/vList2"/>
    <dgm:cxn modelId="{3E05FB8F-A770-4DD7-9BD5-62733149A2D3}" type="presParOf" srcId="{94E81CAE-700C-4525-892D-EBC9ED278FF8}" destId="{094CC791-F7D8-45AD-86F1-FEAF3B3B82FF}"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C20BD7F-184B-4751-8D07-779336BC6A5B}" type="doc">
      <dgm:prSet loTypeId="urn:microsoft.com/office/officeart/2005/8/layout/default" loCatId="list" qsTypeId="urn:microsoft.com/office/officeart/2005/8/quickstyle/simple1" qsCatId="simple" csTypeId="urn:microsoft.com/office/officeart/2005/8/colors/accent1_3" csCatId="accent1" phldr="1"/>
      <dgm:spPr/>
      <dgm:t>
        <a:bodyPr/>
        <a:lstStyle/>
        <a:p>
          <a:endParaRPr lang="en-US"/>
        </a:p>
      </dgm:t>
    </dgm:pt>
    <dgm:pt modelId="{DB8AD698-9481-4EBC-99EA-291915B2C463}">
      <dgm:prSet phldrT="[Text]"/>
      <dgm:spPr/>
      <dgm:t>
        <a:bodyPr/>
        <a:lstStyle/>
        <a:p>
          <a:r>
            <a:rPr lang="en-US" dirty="0"/>
            <a:t>Telephonic</a:t>
          </a:r>
        </a:p>
      </dgm:t>
    </dgm:pt>
    <dgm:pt modelId="{D4B13810-912F-4AA4-B042-1373D865A646}" type="parTrans" cxnId="{C86AC01B-92E9-41C7-982F-F325FCAA6C8A}">
      <dgm:prSet/>
      <dgm:spPr/>
      <dgm:t>
        <a:bodyPr/>
        <a:lstStyle/>
        <a:p>
          <a:endParaRPr lang="en-US"/>
        </a:p>
      </dgm:t>
    </dgm:pt>
    <dgm:pt modelId="{942819A1-31F8-4D76-922D-FB4B94A4E1E2}" type="sibTrans" cxnId="{C86AC01B-92E9-41C7-982F-F325FCAA6C8A}">
      <dgm:prSet/>
      <dgm:spPr/>
      <dgm:t>
        <a:bodyPr/>
        <a:lstStyle/>
        <a:p>
          <a:endParaRPr lang="en-US"/>
        </a:p>
      </dgm:t>
    </dgm:pt>
    <dgm:pt modelId="{8EBF95B3-CB95-46B7-9310-B9AD43EEBD52}">
      <dgm:prSet phldrT="[Text]"/>
      <dgm:spPr/>
      <dgm:t>
        <a:bodyPr/>
        <a:lstStyle/>
        <a:p>
          <a:r>
            <a:rPr lang="en-US" dirty="0"/>
            <a:t>Video conference</a:t>
          </a:r>
        </a:p>
      </dgm:t>
    </dgm:pt>
    <dgm:pt modelId="{6775FE8C-DAA3-4A4A-A30D-BDCFE56B7E2E}" type="parTrans" cxnId="{E192D6F7-765E-412F-A82F-7C48FD0EEC91}">
      <dgm:prSet/>
      <dgm:spPr/>
      <dgm:t>
        <a:bodyPr/>
        <a:lstStyle/>
        <a:p>
          <a:endParaRPr lang="en-US"/>
        </a:p>
      </dgm:t>
    </dgm:pt>
    <dgm:pt modelId="{243F819F-B46A-4D23-A111-60A5D6C1F7B0}" type="sibTrans" cxnId="{E192D6F7-765E-412F-A82F-7C48FD0EEC91}">
      <dgm:prSet/>
      <dgm:spPr/>
      <dgm:t>
        <a:bodyPr/>
        <a:lstStyle/>
        <a:p>
          <a:endParaRPr lang="en-US"/>
        </a:p>
      </dgm:t>
    </dgm:pt>
    <dgm:pt modelId="{4689B634-3FE5-44AA-AE25-C9828D52AB98}">
      <dgm:prSet phldrT="[Text]"/>
      <dgm:spPr/>
      <dgm:t>
        <a:bodyPr/>
        <a:lstStyle/>
        <a:p>
          <a:r>
            <a:rPr lang="en-US" dirty="0"/>
            <a:t>Recorded </a:t>
          </a:r>
        </a:p>
      </dgm:t>
    </dgm:pt>
    <dgm:pt modelId="{0CB09238-2836-4CA1-83C0-F1B8015D80DC}" type="parTrans" cxnId="{D5A84505-A05D-4849-8E7D-DEE7E9D59A1A}">
      <dgm:prSet/>
      <dgm:spPr/>
      <dgm:t>
        <a:bodyPr/>
        <a:lstStyle/>
        <a:p>
          <a:endParaRPr lang="en-US"/>
        </a:p>
      </dgm:t>
    </dgm:pt>
    <dgm:pt modelId="{03CE1DC7-D07F-473F-93AD-BBD3096E8295}" type="sibTrans" cxnId="{D5A84505-A05D-4849-8E7D-DEE7E9D59A1A}">
      <dgm:prSet/>
      <dgm:spPr/>
      <dgm:t>
        <a:bodyPr/>
        <a:lstStyle/>
        <a:p>
          <a:endParaRPr lang="en-US"/>
        </a:p>
      </dgm:t>
    </dgm:pt>
    <dgm:pt modelId="{A2B18F6A-BF6F-4AAB-8E24-77FFECCF381E}">
      <dgm:prSet phldrT="[Text]"/>
      <dgm:spPr/>
      <dgm:t>
        <a:bodyPr/>
        <a:lstStyle/>
        <a:p>
          <a:r>
            <a:rPr lang="en-US" dirty="0"/>
            <a:t>Mobile Apps</a:t>
          </a:r>
        </a:p>
      </dgm:t>
    </dgm:pt>
    <dgm:pt modelId="{D5E7CD82-6D9B-4C4F-96D5-BE26BBC296BC}" type="parTrans" cxnId="{7EAA1CA6-389F-426D-89DD-50CCD8E0A005}">
      <dgm:prSet/>
      <dgm:spPr/>
      <dgm:t>
        <a:bodyPr/>
        <a:lstStyle/>
        <a:p>
          <a:endParaRPr lang="en-US"/>
        </a:p>
      </dgm:t>
    </dgm:pt>
    <dgm:pt modelId="{1092DD66-59FB-4A05-A777-F1667F2959D6}" type="sibTrans" cxnId="{7EAA1CA6-389F-426D-89DD-50CCD8E0A005}">
      <dgm:prSet/>
      <dgm:spPr/>
      <dgm:t>
        <a:bodyPr/>
        <a:lstStyle/>
        <a:p>
          <a:endParaRPr lang="en-US"/>
        </a:p>
      </dgm:t>
    </dgm:pt>
    <dgm:pt modelId="{CD1441C5-2BC6-4072-AA3C-BF468B706041}" type="pres">
      <dgm:prSet presAssocID="{5C20BD7F-184B-4751-8D07-779336BC6A5B}" presName="diagram" presStyleCnt="0">
        <dgm:presLayoutVars>
          <dgm:dir/>
          <dgm:resizeHandles val="exact"/>
        </dgm:presLayoutVars>
      </dgm:prSet>
      <dgm:spPr/>
    </dgm:pt>
    <dgm:pt modelId="{98B62747-75B6-4E3C-AB4A-2877CDCE9C7E}" type="pres">
      <dgm:prSet presAssocID="{DB8AD698-9481-4EBC-99EA-291915B2C463}" presName="node" presStyleLbl="node1" presStyleIdx="0" presStyleCnt="4">
        <dgm:presLayoutVars>
          <dgm:bulletEnabled val="1"/>
        </dgm:presLayoutVars>
      </dgm:prSet>
      <dgm:spPr/>
    </dgm:pt>
    <dgm:pt modelId="{20BA122E-635F-4F00-B83D-E1A64D06782F}" type="pres">
      <dgm:prSet presAssocID="{942819A1-31F8-4D76-922D-FB4B94A4E1E2}" presName="sibTrans" presStyleCnt="0"/>
      <dgm:spPr/>
    </dgm:pt>
    <dgm:pt modelId="{6F13E403-915A-41DD-8279-566CEBC607FF}" type="pres">
      <dgm:prSet presAssocID="{8EBF95B3-CB95-46B7-9310-B9AD43EEBD52}" presName="node" presStyleLbl="node1" presStyleIdx="1" presStyleCnt="4">
        <dgm:presLayoutVars>
          <dgm:bulletEnabled val="1"/>
        </dgm:presLayoutVars>
      </dgm:prSet>
      <dgm:spPr/>
    </dgm:pt>
    <dgm:pt modelId="{A9CB8814-87C5-4FC2-814D-E120F6718DA0}" type="pres">
      <dgm:prSet presAssocID="{243F819F-B46A-4D23-A111-60A5D6C1F7B0}" presName="sibTrans" presStyleCnt="0"/>
      <dgm:spPr/>
    </dgm:pt>
    <dgm:pt modelId="{F0DB4E60-7928-47E3-935C-991212D83660}" type="pres">
      <dgm:prSet presAssocID="{4689B634-3FE5-44AA-AE25-C9828D52AB98}" presName="node" presStyleLbl="node1" presStyleIdx="2" presStyleCnt="4">
        <dgm:presLayoutVars>
          <dgm:bulletEnabled val="1"/>
        </dgm:presLayoutVars>
      </dgm:prSet>
      <dgm:spPr/>
    </dgm:pt>
    <dgm:pt modelId="{CC4894B2-7B2F-4862-A170-1667D32E4140}" type="pres">
      <dgm:prSet presAssocID="{03CE1DC7-D07F-473F-93AD-BBD3096E8295}" presName="sibTrans" presStyleCnt="0"/>
      <dgm:spPr/>
    </dgm:pt>
    <dgm:pt modelId="{CC9D5E06-F0E1-40CC-BCEC-74F8BC2D23E6}" type="pres">
      <dgm:prSet presAssocID="{A2B18F6A-BF6F-4AAB-8E24-77FFECCF381E}" presName="node" presStyleLbl="node1" presStyleIdx="3" presStyleCnt="4">
        <dgm:presLayoutVars>
          <dgm:bulletEnabled val="1"/>
        </dgm:presLayoutVars>
      </dgm:prSet>
      <dgm:spPr/>
    </dgm:pt>
  </dgm:ptLst>
  <dgm:cxnLst>
    <dgm:cxn modelId="{D5A84505-A05D-4849-8E7D-DEE7E9D59A1A}" srcId="{5C20BD7F-184B-4751-8D07-779336BC6A5B}" destId="{4689B634-3FE5-44AA-AE25-C9828D52AB98}" srcOrd="2" destOrd="0" parTransId="{0CB09238-2836-4CA1-83C0-F1B8015D80DC}" sibTransId="{03CE1DC7-D07F-473F-93AD-BBD3096E8295}"/>
    <dgm:cxn modelId="{C86AC01B-92E9-41C7-982F-F325FCAA6C8A}" srcId="{5C20BD7F-184B-4751-8D07-779336BC6A5B}" destId="{DB8AD698-9481-4EBC-99EA-291915B2C463}" srcOrd="0" destOrd="0" parTransId="{D4B13810-912F-4AA4-B042-1373D865A646}" sibTransId="{942819A1-31F8-4D76-922D-FB4B94A4E1E2}"/>
    <dgm:cxn modelId="{F4FFB427-552E-4D50-AEAF-27CCCCA2134E}" type="presOf" srcId="{4689B634-3FE5-44AA-AE25-C9828D52AB98}" destId="{F0DB4E60-7928-47E3-935C-991212D83660}" srcOrd="0" destOrd="0" presId="urn:microsoft.com/office/officeart/2005/8/layout/default"/>
    <dgm:cxn modelId="{C87F7C6F-BE41-48B8-A9B4-51C7CAAD68B0}" type="presOf" srcId="{A2B18F6A-BF6F-4AAB-8E24-77FFECCF381E}" destId="{CC9D5E06-F0E1-40CC-BCEC-74F8BC2D23E6}" srcOrd="0" destOrd="0" presId="urn:microsoft.com/office/officeart/2005/8/layout/default"/>
    <dgm:cxn modelId="{7EAA1CA6-389F-426D-89DD-50CCD8E0A005}" srcId="{5C20BD7F-184B-4751-8D07-779336BC6A5B}" destId="{A2B18F6A-BF6F-4AAB-8E24-77FFECCF381E}" srcOrd="3" destOrd="0" parTransId="{D5E7CD82-6D9B-4C4F-96D5-BE26BBC296BC}" sibTransId="{1092DD66-59FB-4A05-A777-F1667F2959D6}"/>
    <dgm:cxn modelId="{FD4F14CB-136A-4530-A1A2-FA45A78CC1DA}" type="presOf" srcId="{DB8AD698-9481-4EBC-99EA-291915B2C463}" destId="{98B62747-75B6-4E3C-AB4A-2877CDCE9C7E}" srcOrd="0" destOrd="0" presId="urn:microsoft.com/office/officeart/2005/8/layout/default"/>
    <dgm:cxn modelId="{F206F0D0-39A0-4561-A9F9-DEB341176D34}" type="presOf" srcId="{8EBF95B3-CB95-46B7-9310-B9AD43EEBD52}" destId="{6F13E403-915A-41DD-8279-566CEBC607FF}" srcOrd="0" destOrd="0" presId="urn:microsoft.com/office/officeart/2005/8/layout/default"/>
    <dgm:cxn modelId="{E192D6F7-765E-412F-A82F-7C48FD0EEC91}" srcId="{5C20BD7F-184B-4751-8D07-779336BC6A5B}" destId="{8EBF95B3-CB95-46B7-9310-B9AD43EEBD52}" srcOrd="1" destOrd="0" parTransId="{6775FE8C-DAA3-4A4A-A30D-BDCFE56B7E2E}" sibTransId="{243F819F-B46A-4D23-A111-60A5D6C1F7B0}"/>
    <dgm:cxn modelId="{35D494FA-8CEE-4737-B1EB-752D584E6C21}" type="presOf" srcId="{5C20BD7F-184B-4751-8D07-779336BC6A5B}" destId="{CD1441C5-2BC6-4072-AA3C-BF468B706041}" srcOrd="0" destOrd="0" presId="urn:microsoft.com/office/officeart/2005/8/layout/default"/>
    <dgm:cxn modelId="{0C98219F-0C01-4FBE-B660-447E7D3B8162}" type="presParOf" srcId="{CD1441C5-2BC6-4072-AA3C-BF468B706041}" destId="{98B62747-75B6-4E3C-AB4A-2877CDCE9C7E}" srcOrd="0" destOrd="0" presId="urn:microsoft.com/office/officeart/2005/8/layout/default"/>
    <dgm:cxn modelId="{F7D4FD6D-E736-4EB7-BD5A-F50E75B424C4}" type="presParOf" srcId="{CD1441C5-2BC6-4072-AA3C-BF468B706041}" destId="{20BA122E-635F-4F00-B83D-E1A64D06782F}" srcOrd="1" destOrd="0" presId="urn:microsoft.com/office/officeart/2005/8/layout/default"/>
    <dgm:cxn modelId="{7FA26582-E59A-4860-8F5C-3A6FA2B2C89C}" type="presParOf" srcId="{CD1441C5-2BC6-4072-AA3C-BF468B706041}" destId="{6F13E403-915A-41DD-8279-566CEBC607FF}" srcOrd="2" destOrd="0" presId="urn:microsoft.com/office/officeart/2005/8/layout/default"/>
    <dgm:cxn modelId="{D15A3785-2CC4-4BE0-AF1C-6D6CEC2D067D}" type="presParOf" srcId="{CD1441C5-2BC6-4072-AA3C-BF468B706041}" destId="{A9CB8814-87C5-4FC2-814D-E120F6718DA0}" srcOrd="3" destOrd="0" presId="urn:microsoft.com/office/officeart/2005/8/layout/default"/>
    <dgm:cxn modelId="{072A494A-F3E3-4F3C-9C43-4DD331127B70}" type="presParOf" srcId="{CD1441C5-2BC6-4072-AA3C-BF468B706041}" destId="{F0DB4E60-7928-47E3-935C-991212D83660}" srcOrd="4" destOrd="0" presId="urn:microsoft.com/office/officeart/2005/8/layout/default"/>
    <dgm:cxn modelId="{12C37963-6C01-4F98-A867-B4AF29FBE831}" type="presParOf" srcId="{CD1441C5-2BC6-4072-AA3C-BF468B706041}" destId="{CC4894B2-7B2F-4862-A170-1667D32E4140}" srcOrd="5" destOrd="0" presId="urn:microsoft.com/office/officeart/2005/8/layout/default"/>
    <dgm:cxn modelId="{B765238F-2D85-4028-A0C4-008AA586BF30}" type="presParOf" srcId="{CD1441C5-2BC6-4072-AA3C-BF468B706041}" destId="{CC9D5E06-F0E1-40CC-BCEC-74F8BC2D23E6}"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2BFCE98-5598-45DB-B669-B67094B645ED}" type="doc">
      <dgm:prSet loTypeId="urn:microsoft.com/office/officeart/2005/8/layout/list1" loCatId="list" qsTypeId="urn:microsoft.com/office/officeart/2005/8/quickstyle/simple1" qsCatId="simple" csTypeId="urn:microsoft.com/office/officeart/2005/8/colors/accent4_1" csCatId="accent4" phldr="1"/>
      <dgm:spPr/>
      <dgm:t>
        <a:bodyPr/>
        <a:lstStyle/>
        <a:p>
          <a:endParaRPr lang="en-US"/>
        </a:p>
      </dgm:t>
    </dgm:pt>
    <dgm:pt modelId="{2616A9CA-1281-4617-B0F5-1B4190F36BF0}">
      <dgm:prSet phldrT="[Text]" custT="1"/>
      <dgm:spPr/>
      <dgm:t>
        <a:bodyPr/>
        <a:lstStyle/>
        <a:p>
          <a:r>
            <a:rPr lang="en-US" sz="1800" dirty="0"/>
            <a:t>Can you handle the responsibilities of the position?</a:t>
          </a:r>
        </a:p>
      </dgm:t>
    </dgm:pt>
    <dgm:pt modelId="{5369A02F-D642-480B-B5B8-8EDFA4F0FBCB}" type="parTrans" cxnId="{938BCA9D-7F5D-4AFA-ABA9-9F63BDC9E184}">
      <dgm:prSet/>
      <dgm:spPr/>
      <dgm:t>
        <a:bodyPr/>
        <a:lstStyle/>
        <a:p>
          <a:endParaRPr lang="en-US"/>
        </a:p>
      </dgm:t>
    </dgm:pt>
    <dgm:pt modelId="{4D842CA4-A0AB-4A4A-9982-2BA3154EA52C}" type="sibTrans" cxnId="{938BCA9D-7F5D-4AFA-ABA9-9F63BDC9E184}">
      <dgm:prSet/>
      <dgm:spPr/>
      <dgm:t>
        <a:bodyPr/>
        <a:lstStyle/>
        <a:p>
          <a:endParaRPr lang="en-US"/>
        </a:p>
      </dgm:t>
    </dgm:pt>
    <dgm:pt modelId="{1B39D759-FBA2-4FB3-A172-6A01F8586367}">
      <dgm:prSet phldrT="[Text]" custT="1"/>
      <dgm:spPr/>
      <dgm:t>
        <a:bodyPr/>
        <a:lstStyle/>
        <a:p>
          <a:r>
            <a:rPr lang="en-US" sz="1800" dirty="0"/>
            <a:t>Are you a good fit with the organization and the target position?</a:t>
          </a:r>
        </a:p>
      </dgm:t>
    </dgm:pt>
    <dgm:pt modelId="{57178F11-EEE8-4D35-8442-752774784321}" type="parTrans" cxnId="{56467E2B-07B9-431A-AF8F-7A58524B62F8}">
      <dgm:prSet/>
      <dgm:spPr/>
      <dgm:t>
        <a:bodyPr/>
        <a:lstStyle/>
        <a:p>
          <a:endParaRPr lang="en-US"/>
        </a:p>
      </dgm:t>
    </dgm:pt>
    <dgm:pt modelId="{394DD73E-D2BC-49EB-AE68-D86ADCE0E3FF}" type="sibTrans" cxnId="{56467E2B-07B9-431A-AF8F-7A58524B62F8}">
      <dgm:prSet/>
      <dgm:spPr/>
      <dgm:t>
        <a:bodyPr/>
        <a:lstStyle/>
        <a:p>
          <a:endParaRPr lang="en-US"/>
        </a:p>
      </dgm:t>
    </dgm:pt>
    <dgm:pt modelId="{E022522D-B196-42EF-B450-F7F8E78BBABC}">
      <dgm:prSet phldrT="[Text]" custT="1"/>
      <dgm:spPr/>
      <dgm:t>
        <a:bodyPr/>
        <a:lstStyle/>
        <a:p>
          <a:r>
            <a:rPr lang="en-US" sz="1800" dirty="0"/>
            <a:t>Do have the qualities of a good employee-work ethic, confidence, dedication, positivity, courtesy, commitment, curiosity?</a:t>
          </a:r>
        </a:p>
      </dgm:t>
    </dgm:pt>
    <dgm:pt modelId="{FDDBE59B-D216-4CCC-8D39-F7128F007F2C}" type="parTrans" cxnId="{8D32E8D5-4F36-4BDD-8762-9DC56044B723}">
      <dgm:prSet/>
      <dgm:spPr/>
      <dgm:t>
        <a:bodyPr/>
        <a:lstStyle/>
        <a:p>
          <a:endParaRPr lang="en-US"/>
        </a:p>
      </dgm:t>
    </dgm:pt>
    <dgm:pt modelId="{20F53BD1-7A74-4EB0-9F53-F82E37A68544}" type="sibTrans" cxnId="{8D32E8D5-4F36-4BDD-8762-9DC56044B723}">
      <dgm:prSet/>
      <dgm:spPr/>
      <dgm:t>
        <a:bodyPr/>
        <a:lstStyle/>
        <a:p>
          <a:endParaRPr lang="en-US"/>
        </a:p>
      </dgm:t>
    </dgm:pt>
    <dgm:pt modelId="{9D395288-F9F4-44B2-8745-6504828C0328}">
      <dgm:prSet phldrT="[Text]" custT="1"/>
      <dgm:spPr/>
      <dgm:t>
        <a:bodyPr/>
        <a:lstStyle/>
        <a:p>
          <a:r>
            <a:rPr lang="en-US" sz="1800" dirty="0"/>
            <a:t>Can you commit to something larger than your own individual goals?</a:t>
          </a:r>
        </a:p>
      </dgm:t>
    </dgm:pt>
    <dgm:pt modelId="{947053A8-D97F-4356-B329-8E0EECB95A3C}" type="parTrans" cxnId="{4CDE8DAD-AF08-43FB-B8AE-1CBEE8CDDDDB}">
      <dgm:prSet/>
      <dgm:spPr/>
      <dgm:t>
        <a:bodyPr/>
        <a:lstStyle/>
        <a:p>
          <a:endParaRPr lang="en-US"/>
        </a:p>
      </dgm:t>
    </dgm:pt>
    <dgm:pt modelId="{EFA4C193-F1EE-4867-9C02-3FDA70D62F27}" type="sibTrans" cxnId="{4CDE8DAD-AF08-43FB-B8AE-1CBEE8CDDDDB}">
      <dgm:prSet/>
      <dgm:spPr/>
      <dgm:t>
        <a:bodyPr/>
        <a:lstStyle/>
        <a:p>
          <a:endParaRPr lang="en-US"/>
        </a:p>
      </dgm:t>
    </dgm:pt>
    <dgm:pt modelId="{48BC7635-EB32-41FA-BCF3-5DC1759E11D3}">
      <dgm:prSet phldrT="[Text]" custT="1"/>
      <dgm:spPr/>
      <dgm:t>
        <a:bodyPr/>
        <a:lstStyle/>
        <a:p>
          <a:r>
            <a:rPr lang="en-US" sz="1800" dirty="0"/>
            <a:t>Are a good fit with the unique culture of the organization?</a:t>
          </a:r>
        </a:p>
      </dgm:t>
    </dgm:pt>
    <dgm:pt modelId="{028ABF6D-2E32-48EF-93EB-949A6F68EF3B}" type="parTrans" cxnId="{0E13DD27-86F0-415F-A800-F18B3E731C25}">
      <dgm:prSet/>
      <dgm:spPr/>
      <dgm:t>
        <a:bodyPr/>
        <a:lstStyle/>
        <a:p>
          <a:endParaRPr lang="en-US"/>
        </a:p>
      </dgm:t>
    </dgm:pt>
    <dgm:pt modelId="{F642741E-D98F-4986-B2F6-0E4B070412B9}" type="sibTrans" cxnId="{0E13DD27-86F0-415F-A800-F18B3E731C25}">
      <dgm:prSet/>
      <dgm:spPr/>
      <dgm:t>
        <a:bodyPr/>
        <a:lstStyle/>
        <a:p>
          <a:endParaRPr lang="en-US"/>
        </a:p>
      </dgm:t>
    </dgm:pt>
    <dgm:pt modelId="{65DDF963-57E1-43F0-B00C-4A5AFD673D4F}" type="pres">
      <dgm:prSet presAssocID="{52BFCE98-5598-45DB-B669-B67094B645ED}" presName="linear" presStyleCnt="0">
        <dgm:presLayoutVars>
          <dgm:dir/>
          <dgm:animLvl val="lvl"/>
          <dgm:resizeHandles val="exact"/>
        </dgm:presLayoutVars>
      </dgm:prSet>
      <dgm:spPr/>
    </dgm:pt>
    <dgm:pt modelId="{5DA7872F-19D8-4BD0-8B8B-130F94876733}" type="pres">
      <dgm:prSet presAssocID="{2616A9CA-1281-4617-B0F5-1B4190F36BF0}" presName="parentLin" presStyleCnt="0"/>
      <dgm:spPr/>
    </dgm:pt>
    <dgm:pt modelId="{1B4F7973-0ADF-4A66-A186-E4B6AB5712A8}" type="pres">
      <dgm:prSet presAssocID="{2616A9CA-1281-4617-B0F5-1B4190F36BF0}" presName="parentLeftMargin" presStyleLbl="node1" presStyleIdx="0" presStyleCnt="5"/>
      <dgm:spPr/>
    </dgm:pt>
    <dgm:pt modelId="{617309B9-AB9C-4C4F-A2C2-733233B53CB4}" type="pres">
      <dgm:prSet presAssocID="{2616A9CA-1281-4617-B0F5-1B4190F36BF0}" presName="parentText" presStyleLbl="node1" presStyleIdx="0" presStyleCnt="5" custScaleY="224509">
        <dgm:presLayoutVars>
          <dgm:chMax val="0"/>
          <dgm:bulletEnabled val="1"/>
        </dgm:presLayoutVars>
      </dgm:prSet>
      <dgm:spPr/>
    </dgm:pt>
    <dgm:pt modelId="{B5E3E522-70C6-4306-9B11-56C7A9C2C1A7}" type="pres">
      <dgm:prSet presAssocID="{2616A9CA-1281-4617-B0F5-1B4190F36BF0}" presName="negativeSpace" presStyleCnt="0"/>
      <dgm:spPr/>
    </dgm:pt>
    <dgm:pt modelId="{B13613BB-0FC2-46E5-9C2A-B69803B22C08}" type="pres">
      <dgm:prSet presAssocID="{2616A9CA-1281-4617-B0F5-1B4190F36BF0}" presName="childText" presStyleLbl="conFgAcc1" presStyleIdx="0" presStyleCnt="5">
        <dgm:presLayoutVars>
          <dgm:bulletEnabled val="1"/>
        </dgm:presLayoutVars>
      </dgm:prSet>
      <dgm:spPr/>
    </dgm:pt>
    <dgm:pt modelId="{D03F277A-F31D-4B34-8A45-03641CE09EEE}" type="pres">
      <dgm:prSet presAssocID="{4D842CA4-A0AB-4A4A-9982-2BA3154EA52C}" presName="spaceBetweenRectangles" presStyleCnt="0"/>
      <dgm:spPr/>
    </dgm:pt>
    <dgm:pt modelId="{C2655154-CCAD-4790-9C69-5640889BD3B0}" type="pres">
      <dgm:prSet presAssocID="{1B39D759-FBA2-4FB3-A172-6A01F8586367}" presName="parentLin" presStyleCnt="0"/>
      <dgm:spPr/>
    </dgm:pt>
    <dgm:pt modelId="{926C7318-5A89-477B-8662-26C7F23C691B}" type="pres">
      <dgm:prSet presAssocID="{1B39D759-FBA2-4FB3-A172-6A01F8586367}" presName="parentLeftMargin" presStyleLbl="node1" presStyleIdx="0" presStyleCnt="5"/>
      <dgm:spPr/>
    </dgm:pt>
    <dgm:pt modelId="{730DA175-2860-4F28-85F9-28A6A21D4A24}" type="pres">
      <dgm:prSet presAssocID="{1B39D759-FBA2-4FB3-A172-6A01F8586367}" presName="parentText" presStyleLbl="node1" presStyleIdx="1" presStyleCnt="5" custScaleY="281355">
        <dgm:presLayoutVars>
          <dgm:chMax val="0"/>
          <dgm:bulletEnabled val="1"/>
        </dgm:presLayoutVars>
      </dgm:prSet>
      <dgm:spPr/>
    </dgm:pt>
    <dgm:pt modelId="{1B874E35-F115-43C7-BD6B-52BC58F35681}" type="pres">
      <dgm:prSet presAssocID="{1B39D759-FBA2-4FB3-A172-6A01F8586367}" presName="negativeSpace" presStyleCnt="0"/>
      <dgm:spPr/>
    </dgm:pt>
    <dgm:pt modelId="{17856CF3-624C-45BC-AC50-4079F3971410}" type="pres">
      <dgm:prSet presAssocID="{1B39D759-FBA2-4FB3-A172-6A01F8586367}" presName="childText" presStyleLbl="conFgAcc1" presStyleIdx="1" presStyleCnt="5">
        <dgm:presLayoutVars>
          <dgm:bulletEnabled val="1"/>
        </dgm:presLayoutVars>
      </dgm:prSet>
      <dgm:spPr/>
    </dgm:pt>
    <dgm:pt modelId="{6DA58B49-582F-4BFE-9E60-D5763EDDF55B}" type="pres">
      <dgm:prSet presAssocID="{394DD73E-D2BC-49EB-AE68-D86ADCE0E3FF}" presName="spaceBetweenRectangles" presStyleCnt="0"/>
      <dgm:spPr/>
    </dgm:pt>
    <dgm:pt modelId="{8B79DE76-54F7-4EFC-BB2B-D2EBAB4A037C}" type="pres">
      <dgm:prSet presAssocID="{E022522D-B196-42EF-B450-F7F8E78BBABC}" presName="parentLin" presStyleCnt="0"/>
      <dgm:spPr/>
    </dgm:pt>
    <dgm:pt modelId="{680CD07A-8C62-4419-8072-3544800BB92A}" type="pres">
      <dgm:prSet presAssocID="{E022522D-B196-42EF-B450-F7F8E78BBABC}" presName="parentLeftMargin" presStyleLbl="node1" presStyleIdx="1" presStyleCnt="5"/>
      <dgm:spPr/>
    </dgm:pt>
    <dgm:pt modelId="{E9CE1389-9D19-481E-BB57-7A748691F0A5}" type="pres">
      <dgm:prSet presAssocID="{E022522D-B196-42EF-B450-F7F8E78BBABC}" presName="parentText" presStyleLbl="node1" presStyleIdx="2" presStyleCnt="5" custScaleY="335945">
        <dgm:presLayoutVars>
          <dgm:chMax val="0"/>
          <dgm:bulletEnabled val="1"/>
        </dgm:presLayoutVars>
      </dgm:prSet>
      <dgm:spPr/>
    </dgm:pt>
    <dgm:pt modelId="{B7A23993-4B36-40DE-BF96-6B3477EC492F}" type="pres">
      <dgm:prSet presAssocID="{E022522D-B196-42EF-B450-F7F8E78BBABC}" presName="negativeSpace" presStyleCnt="0"/>
      <dgm:spPr/>
    </dgm:pt>
    <dgm:pt modelId="{C2215BE0-FC27-451F-8143-BC5174A9813C}" type="pres">
      <dgm:prSet presAssocID="{E022522D-B196-42EF-B450-F7F8E78BBABC}" presName="childText" presStyleLbl="conFgAcc1" presStyleIdx="2" presStyleCnt="5">
        <dgm:presLayoutVars>
          <dgm:bulletEnabled val="1"/>
        </dgm:presLayoutVars>
      </dgm:prSet>
      <dgm:spPr/>
    </dgm:pt>
    <dgm:pt modelId="{28F1F201-678B-4968-8B59-6019E42E295D}" type="pres">
      <dgm:prSet presAssocID="{20F53BD1-7A74-4EB0-9F53-F82E37A68544}" presName="spaceBetweenRectangles" presStyleCnt="0"/>
      <dgm:spPr/>
    </dgm:pt>
    <dgm:pt modelId="{4F05F316-D9DE-4DF7-9D8A-B054406C6A19}" type="pres">
      <dgm:prSet presAssocID="{9D395288-F9F4-44B2-8745-6504828C0328}" presName="parentLin" presStyleCnt="0"/>
      <dgm:spPr/>
    </dgm:pt>
    <dgm:pt modelId="{1C8EB910-F705-43DE-BABB-6871FEF10B8D}" type="pres">
      <dgm:prSet presAssocID="{9D395288-F9F4-44B2-8745-6504828C0328}" presName="parentLeftMargin" presStyleLbl="node1" presStyleIdx="2" presStyleCnt="5"/>
      <dgm:spPr/>
    </dgm:pt>
    <dgm:pt modelId="{243627D3-9DD2-480F-AD2B-5CFDA8FC6081}" type="pres">
      <dgm:prSet presAssocID="{9D395288-F9F4-44B2-8745-6504828C0328}" presName="parentText" presStyleLbl="node1" presStyleIdx="3" presStyleCnt="5" custScaleY="479949">
        <dgm:presLayoutVars>
          <dgm:chMax val="0"/>
          <dgm:bulletEnabled val="1"/>
        </dgm:presLayoutVars>
      </dgm:prSet>
      <dgm:spPr/>
    </dgm:pt>
    <dgm:pt modelId="{E06433E6-8C8B-4675-90ED-1F425B4CD6DA}" type="pres">
      <dgm:prSet presAssocID="{9D395288-F9F4-44B2-8745-6504828C0328}" presName="negativeSpace" presStyleCnt="0"/>
      <dgm:spPr/>
    </dgm:pt>
    <dgm:pt modelId="{81B1E6B7-E970-492E-9C8A-6BF6B022AB7E}" type="pres">
      <dgm:prSet presAssocID="{9D395288-F9F4-44B2-8745-6504828C0328}" presName="childText" presStyleLbl="conFgAcc1" presStyleIdx="3" presStyleCnt="5">
        <dgm:presLayoutVars>
          <dgm:bulletEnabled val="1"/>
        </dgm:presLayoutVars>
      </dgm:prSet>
      <dgm:spPr/>
    </dgm:pt>
    <dgm:pt modelId="{56F8DD42-1FE6-4840-9BDF-716AEF386C45}" type="pres">
      <dgm:prSet presAssocID="{EFA4C193-F1EE-4867-9C02-3FDA70D62F27}" presName="spaceBetweenRectangles" presStyleCnt="0"/>
      <dgm:spPr/>
    </dgm:pt>
    <dgm:pt modelId="{ED1609CC-BBF4-468B-906C-B0D1D2B09DB1}" type="pres">
      <dgm:prSet presAssocID="{48BC7635-EB32-41FA-BCF3-5DC1759E11D3}" presName="parentLin" presStyleCnt="0"/>
      <dgm:spPr/>
    </dgm:pt>
    <dgm:pt modelId="{19446ECD-D685-4EE4-91EC-E0AB17373559}" type="pres">
      <dgm:prSet presAssocID="{48BC7635-EB32-41FA-BCF3-5DC1759E11D3}" presName="parentLeftMargin" presStyleLbl="node1" presStyleIdx="3" presStyleCnt="5"/>
      <dgm:spPr/>
    </dgm:pt>
    <dgm:pt modelId="{AAF6DB4D-A6B1-4462-AD1A-C94A3C9E1A0C}" type="pres">
      <dgm:prSet presAssocID="{48BC7635-EB32-41FA-BCF3-5DC1759E11D3}" presName="parentText" presStyleLbl="node1" presStyleIdx="4" presStyleCnt="5" custScaleY="377077">
        <dgm:presLayoutVars>
          <dgm:chMax val="0"/>
          <dgm:bulletEnabled val="1"/>
        </dgm:presLayoutVars>
      </dgm:prSet>
      <dgm:spPr/>
    </dgm:pt>
    <dgm:pt modelId="{3E3EA687-9CB6-41A4-8581-D6846F93A57A}" type="pres">
      <dgm:prSet presAssocID="{48BC7635-EB32-41FA-BCF3-5DC1759E11D3}" presName="negativeSpace" presStyleCnt="0"/>
      <dgm:spPr/>
    </dgm:pt>
    <dgm:pt modelId="{B2A3D665-B196-450D-A1C9-C444500744E9}" type="pres">
      <dgm:prSet presAssocID="{48BC7635-EB32-41FA-BCF3-5DC1759E11D3}" presName="childText" presStyleLbl="conFgAcc1" presStyleIdx="4" presStyleCnt="5">
        <dgm:presLayoutVars>
          <dgm:bulletEnabled val="1"/>
        </dgm:presLayoutVars>
      </dgm:prSet>
      <dgm:spPr/>
    </dgm:pt>
  </dgm:ptLst>
  <dgm:cxnLst>
    <dgm:cxn modelId="{2E654204-59CF-45B4-94A6-53A859F9F746}" type="presOf" srcId="{1B39D759-FBA2-4FB3-A172-6A01F8586367}" destId="{730DA175-2860-4F28-85F9-28A6A21D4A24}" srcOrd="1" destOrd="0" presId="urn:microsoft.com/office/officeart/2005/8/layout/list1"/>
    <dgm:cxn modelId="{8C951C17-E2BC-405F-97D4-7BA8DE2F6C58}" type="presOf" srcId="{48BC7635-EB32-41FA-BCF3-5DC1759E11D3}" destId="{AAF6DB4D-A6B1-4462-AD1A-C94A3C9E1A0C}" srcOrd="1" destOrd="0" presId="urn:microsoft.com/office/officeart/2005/8/layout/list1"/>
    <dgm:cxn modelId="{0E13DD27-86F0-415F-A800-F18B3E731C25}" srcId="{52BFCE98-5598-45DB-B669-B67094B645ED}" destId="{48BC7635-EB32-41FA-BCF3-5DC1759E11D3}" srcOrd="4" destOrd="0" parTransId="{028ABF6D-2E32-48EF-93EB-949A6F68EF3B}" sibTransId="{F642741E-D98F-4986-B2F6-0E4B070412B9}"/>
    <dgm:cxn modelId="{2EB45928-1F59-4464-A712-B886BAB623B5}" type="presOf" srcId="{52BFCE98-5598-45DB-B669-B67094B645ED}" destId="{65DDF963-57E1-43F0-B00C-4A5AFD673D4F}" srcOrd="0" destOrd="0" presId="urn:microsoft.com/office/officeart/2005/8/layout/list1"/>
    <dgm:cxn modelId="{56467E2B-07B9-431A-AF8F-7A58524B62F8}" srcId="{52BFCE98-5598-45DB-B669-B67094B645ED}" destId="{1B39D759-FBA2-4FB3-A172-6A01F8586367}" srcOrd="1" destOrd="0" parTransId="{57178F11-EEE8-4D35-8442-752774784321}" sibTransId="{394DD73E-D2BC-49EB-AE68-D86ADCE0E3FF}"/>
    <dgm:cxn modelId="{DF8D5163-02D0-45D4-B626-9B86B2BD9207}" type="presOf" srcId="{2616A9CA-1281-4617-B0F5-1B4190F36BF0}" destId="{1B4F7973-0ADF-4A66-A186-E4B6AB5712A8}" srcOrd="0" destOrd="0" presId="urn:microsoft.com/office/officeart/2005/8/layout/list1"/>
    <dgm:cxn modelId="{A7A8BB6A-9330-405A-B06C-C76A083DA218}" type="presOf" srcId="{9D395288-F9F4-44B2-8745-6504828C0328}" destId="{243627D3-9DD2-480F-AD2B-5CFDA8FC6081}" srcOrd="1" destOrd="0" presId="urn:microsoft.com/office/officeart/2005/8/layout/list1"/>
    <dgm:cxn modelId="{B79D7E76-69C6-4475-A1CE-ED9271D1936C}" type="presOf" srcId="{48BC7635-EB32-41FA-BCF3-5DC1759E11D3}" destId="{19446ECD-D685-4EE4-91EC-E0AB17373559}" srcOrd="0" destOrd="0" presId="urn:microsoft.com/office/officeart/2005/8/layout/list1"/>
    <dgm:cxn modelId="{A300FB7B-1BA1-4202-B8BF-713B499D0805}" type="presOf" srcId="{1B39D759-FBA2-4FB3-A172-6A01F8586367}" destId="{926C7318-5A89-477B-8662-26C7F23C691B}" srcOrd="0" destOrd="0" presId="urn:microsoft.com/office/officeart/2005/8/layout/list1"/>
    <dgm:cxn modelId="{138FA082-05B3-4865-96BC-221D8B8BADAC}" type="presOf" srcId="{2616A9CA-1281-4617-B0F5-1B4190F36BF0}" destId="{617309B9-AB9C-4C4F-A2C2-733233B53CB4}" srcOrd="1" destOrd="0" presId="urn:microsoft.com/office/officeart/2005/8/layout/list1"/>
    <dgm:cxn modelId="{938BCA9D-7F5D-4AFA-ABA9-9F63BDC9E184}" srcId="{52BFCE98-5598-45DB-B669-B67094B645ED}" destId="{2616A9CA-1281-4617-B0F5-1B4190F36BF0}" srcOrd="0" destOrd="0" parTransId="{5369A02F-D642-480B-B5B8-8EDFA4F0FBCB}" sibTransId="{4D842CA4-A0AB-4A4A-9982-2BA3154EA52C}"/>
    <dgm:cxn modelId="{ADB6B7A6-1B05-42FB-9DDB-D1C78E4F0A1A}" type="presOf" srcId="{9D395288-F9F4-44B2-8745-6504828C0328}" destId="{1C8EB910-F705-43DE-BABB-6871FEF10B8D}" srcOrd="0" destOrd="0" presId="urn:microsoft.com/office/officeart/2005/8/layout/list1"/>
    <dgm:cxn modelId="{4CDE8DAD-AF08-43FB-B8AE-1CBEE8CDDDDB}" srcId="{52BFCE98-5598-45DB-B669-B67094B645ED}" destId="{9D395288-F9F4-44B2-8745-6504828C0328}" srcOrd="3" destOrd="0" parTransId="{947053A8-D97F-4356-B329-8E0EECB95A3C}" sibTransId="{EFA4C193-F1EE-4867-9C02-3FDA70D62F27}"/>
    <dgm:cxn modelId="{0174F3CE-FC27-4430-907A-D14A4E491E6C}" type="presOf" srcId="{E022522D-B196-42EF-B450-F7F8E78BBABC}" destId="{E9CE1389-9D19-481E-BB57-7A748691F0A5}" srcOrd="1" destOrd="0" presId="urn:microsoft.com/office/officeart/2005/8/layout/list1"/>
    <dgm:cxn modelId="{8D32E8D5-4F36-4BDD-8762-9DC56044B723}" srcId="{52BFCE98-5598-45DB-B669-B67094B645ED}" destId="{E022522D-B196-42EF-B450-F7F8E78BBABC}" srcOrd="2" destOrd="0" parTransId="{FDDBE59B-D216-4CCC-8D39-F7128F007F2C}" sibTransId="{20F53BD1-7A74-4EB0-9F53-F82E37A68544}"/>
    <dgm:cxn modelId="{3FF707E4-5E96-488F-9718-F4C2DC74777E}" type="presOf" srcId="{E022522D-B196-42EF-B450-F7F8E78BBABC}" destId="{680CD07A-8C62-4419-8072-3544800BB92A}" srcOrd="0" destOrd="0" presId="urn:microsoft.com/office/officeart/2005/8/layout/list1"/>
    <dgm:cxn modelId="{EC344729-8B1B-44AF-B2DA-37FD39626A5B}" type="presParOf" srcId="{65DDF963-57E1-43F0-B00C-4A5AFD673D4F}" destId="{5DA7872F-19D8-4BD0-8B8B-130F94876733}" srcOrd="0" destOrd="0" presId="urn:microsoft.com/office/officeart/2005/8/layout/list1"/>
    <dgm:cxn modelId="{609FDEEC-B1CA-405C-9D5C-8B38F08B4A4E}" type="presParOf" srcId="{5DA7872F-19D8-4BD0-8B8B-130F94876733}" destId="{1B4F7973-0ADF-4A66-A186-E4B6AB5712A8}" srcOrd="0" destOrd="0" presId="urn:microsoft.com/office/officeart/2005/8/layout/list1"/>
    <dgm:cxn modelId="{2E36D160-A120-4C6E-8795-771170DBB9F4}" type="presParOf" srcId="{5DA7872F-19D8-4BD0-8B8B-130F94876733}" destId="{617309B9-AB9C-4C4F-A2C2-733233B53CB4}" srcOrd="1" destOrd="0" presId="urn:microsoft.com/office/officeart/2005/8/layout/list1"/>
    <dgm:cxn modelId="{46ACC55F-BF77-4146-A08A-056F2E4D9068}" type="presParOf" srcId="{65DDF963-57E1-43F0-B00C-4A5AFD673D4F}" destId="{B5E3E522-70C6-4306-9B11-56C7A9C2C1A7}" srcOrd="1" destOrd="0" presId="urn:microsoft.com/office/officeart/2005/8/layout/list1"/>
    <dgm:cxn modelId="{9C18008E-1CB2-4657-8167-A14A5C4147C3}" type="presParOf" srcId="{65DDF963-57E1-43F0-B00C-4A5AFD673D4F}" destId="{B13613BB-0FC2-46E5-9C2A-B69803B22C08}" srcOrd="2" destOrd="0" presId="urn:microsoft.com/office/officeart/2005/8/layout/list1"/>
    <dgm:cxn modelId="{0E5C1599-9E26-4A00-96E8-3A0059AACE34}" type="presParOf" srcId="{65DDF963-57E1-43F0-B00C-4A5AFD673D4F}" destId="{D03F277A-F31D-4B34-8A45-03641CE09EEE}" srcOrd="3" destOrd="0" presId="urn:microsoft.com/office/officeart/2005/8/layout/list1"/>
    <dgm:cxn modelId="{1BD4C30E-E056-45BF-AD0B-FB870729409A}" type="presParOf" srcId="{65DDF963-57E1-43F0-B00C-4A5AFD673D4F}" destId="{C2655154-CCAD-4790-9C69-5640889BD3B0}" srcOrd="4" destOrd="0" presId="urn:microsoft.com/office/officeart/2005/8/layout/list1"/>
    <dgm:cxn modelId="{1F55F4BF-59B1-4110-907C-3D1D45F26CA5}" type="presParOf" srcId="{C2655154-CCAD-4790-9C69-5640889BD3B0}" destId="{926C7318-5A89-477B-8662-26C7F23C691B}" srcOrd="0" destOrd="0" presId="urn:microsoft.com/office/officeart/2005/8/layout/list1"/>
    <dgm:cxn modelId="{E8D421F9-2946-4718-96B7-528F9D4D2009}" type="presParOf" srcId="{C2655154-CCAD-4790-9C69-5640889BD3B0}" destId="{730DA175-2860-4F28-85F9-28A6A21D4A24}" srcOrd="1" destOrd="0" presId="urn:microsoft.com/office/officeart/2005/8/layout/list1"/>
    <dgm:cxn modelId="{D4A3A0D5-D490-4D82-8381-61235FD1DED9}" type="presParOf" srcId="{65DDF963-57E1-43F0-B00C-4A5AFD673D4F}" destId="{1B874E35-F115-43C7-BD6B-52BC58F35681}" srcOrd="5" destOrd="0" presId="urn:microsoft.com/office/officeart/2005/8/layout/list1"/>
    <dgm:cxn modelId="{6B9F3BB2-F01F-41E3-AF08-11E6107074AF}" type="presParOf" srcId="{65DDF963-57E1-43F0-B00C-4A5AFD673D4F}" destId="{17856CF3-624C-45BC-AC50-4079F3971410}" srcOrd="6" destOrd="0" presId="urn:microsoft.com/office/officeart/2005/8/layout/list1"/>
    <dgm:cxn modelId="{54E835E7-033B-4214-BC4C-3630246945D0}" type="presParOf" srcId="{65DDF963-57E1-43F0-B00C-4A5AFD673D4F}" destId="{6DA58B49-582F-4BFE-9E60-D5763EDDF55B}" srcOrd="7" destOrd="0" presId="urn:microsoft.com/office/officeart/2005/8/layout/list1"/>
    <dgm:cxn modelId="{F36A1106-B37B-4402-9773-73525C1B2A3C}" type="presParOf" srcId="{65DDF963-57E1-43F0-B00C-4A5AFD673D4F}" destId="{8B79DE76-54F7-4EFC-BB2B-D2EBAB4A037C}" srcOrd="8" destOrd="0" presId="urn:microsoft.com/office/officeart/2005/8/layout/list1"/>
    <dgm:cxn modelId="{950BA0CD-FB94-4ACB-BD40-DE4A1BDD3A44}" type="presParOf" srcId="{8B79DE76-54F7-4EFC-BB2B-D2EBAB4A037C}" destId="{680CD07A-8C62-4419-8072-3544800BB92A}" srcOrd="0" destOrd="0" presId="urn:microsoft.com/office/officeart/2005/8/layout/list1"/>
    <dgm:cxn modelId="{4CCD907F-989B-4F69-B2CD-974D84721E0E}" type="presParOf" srcId="{8B79DE76-54F7-4EFC-BB2B-D2EBAB4A037C}" destId="{E9CE1389-9D19-481E-BB57-7A748691F0A5}" srcOrd="1" destOrd="0" presId="urn:microsoft.com/office/officeart/2005/8/layout/list1"/>
    <dgm:cxn modelId="{E6378961-5D4A-4D8D-8F0F-7E8630B3369B}" type="presParOf" srcId="{65DDF963-57E1-43F0-B00C-4A5AFD673D4F}" destId="{B7A23993-4B36-40DE-BF96-6B3477EC492F}" srcOrd="9" destOrd="0" presId="urn:microsoft.com/office/officeart/2005/8/layout/list1"/>
    <dgm:cxn modelId="{B195AE62-037F-4B6D-883B-91F05306C2DF}" type="presParOf" srcId="{65DDF963-57E1-43F0-B00C-4A5AFD673D4F}" destId="{C2215BE0-FC27-451F-8143-BC5174A9813C}" srcOrd="10" destOrd="0" presId="urn:microsoft.com/office/officeart/2005/8/layout/list1"/>
    <dgm:cxn modelId="{2829B349-2A70-4E16-845A-86F13D44E8A2}" type="presParOf" srcId="{65DDF963-57E1-43F0-B00C-4A5AFD673D4F}" destId="{28F1F201-678B-4968-8B59-6019E42E295D}" srcOrd="11" destOrd="0" presId="urn:microsoft.com/office/officeart/2005/8/layout/list1"/>
    <dgm:cxn modelId="{9BBA1200-BA0F-4D8E-B916-B061AC3867BD}" type="presParOf" srcId="{65DDF963-57E1-43F0-B00C-4A5AFD673D4F}" destId="{4F05F316-D9DE-4DF7-9D8A-B054406C6A19}" srcOrd="12" destOrd="0" presId="urn:microsoft.com/office/officeart/2005/8/layout/list1"/>
    <dgm:cxn modelId="{ACC971E6-8A75-484F-8902-75E6C27EA1D1}" type="presParOf" srcId="{4F05F316-D9DE-4DF7-9D8A-B054406C6A19}" destId="{1C8EB910-F705-43DE-BABB-6871FEF10B8D}" srcOrd="0" destOrd="0" presId="urn:microsoft.com/office/officeart/2005/8/layout/list1"/>
    <dgm:cxn modelId="{41F5C8A7-4792-4F8E-A262-96E350F8A308}" type="presParOf" srcId="{4F05F316-D9DE-4DF7-9D8A-B054406C6A19}" destId="{243627D3-9DD2-480F-AD2B-5CFDA8FC6081}" srcOrd="1" destOrd="0" presId="urn:microsoft.com/office/officeart/2005/8/layout/list1"/>
    <dgm:cxn modelId="{126AFF24-12EB-413F-8DEF-E530D7DC3B23}" type="presParOf" srcId="{65DDF963-57E1-43F0-B00C-4A5AFD673D4F}" destId="{E06433E6-8C8B-4675-90ED-1F425B4CD6DA}" srcOrd="13" destOrd="0" presId="urn:microsoft.com/office/officeart/2005/8/layout/list1"/>
    <dgm:cxn modelId="{9CE6FAEA-1F3E-4B2E-B94B-E701BBACB721}" type="presParOf" srcId="{65DDF963-57E1-43F0-B00C-4A5AFD673D4F}" destId="{81B1E6B7-E970-492E-9C8A-6BF6B022AB7E}" srcOrd="14" destOrd="0" presId="urn:microsoft.com/office/officeart/2005/8/layout/list1"/>
    <dgm:cxn modelId="{C9F2500D-09D0-4FED-8A1F-79276D46FC1B}" type="presParOf" srcId="{65DDF963-57E1-43F0-B00C-4A5AFD673D4F}" destId="{56F8DD42-1FE6-4840-9BDF-716AEF386C45}" srcOrd="15" destOrd="0" presId="urn:microsoft.com/office/officeart/2005/8/layout/list1"/>
    <dgm:cxn modelId="{B7303593-2192-48C3-B949-3E09C5342607}" type="presParOf" srcId="{65DDF963-57E1-43F0-B00C-4A5AFD673D4F}" destId="{ED1609CC-BBF4-468B-906C-B0D1D2B09DB1}" srcOrd="16" destOrd="0" presId="urn:microsoft.com/office/officeart/2005/8/layout/list1"/>
    <dgm:cxn modelId="{5D9F42B4-0E75-47AF-BED7-2ECA5A13F6D1}" type="presParOf" srcId="{ED1609CC-BBF4-468B-906C-B0D1D2B09DB1}" destId="{19446ECD-D685-4EE4-91EC-E0AB17373559}" srcOrd="0" destOrd="0" presId="urn:microsoft.com/office/officeart/2005/8/layout/list1"/>
    <dgm:cxn modelId="{12B8906B-0A38-490D-9958-251D3ADBF754}" type="presParOf" srcId="{ED1609CC-BBF4-468B-906C-B0D1D2B09DB1}" destId="{AAF6DB4D-A6B1-4462-AD1A-C94A3C9E1A0C}" srcOrd="1" destOrd="0" presId="urn:microsoft.com/office/officeart/2005/8/layout/list1"/>
    <dgm:cxn modelId="{3F188D25-B171-441A-AEF5-CB662FDD5ABA}" type="presParOf" srcId="{65DDF963-57E1-43F0-B00C-4A5AFD673D4F}" destId="{3E3EA687-9CB6-41A4-8581-D6846F93A57A}" srcOrd="17" destOrd="0" presId="urn:microsoft.com/office/officeart/2005/8/layout/list1"/>
    <dgm:cxn modelId="{BC12A4E5-1BC1-45C7-87A0-FB65ACDDE44B}" type="presParOf" srcId="{65DDF963-57E1-43F0-B00C-4A5AFD673D4F}" destId="{B2A3D665-B196-450D-A1C9-C444500744E9}"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E44DFA4-2653-4973-9D68-F0832D44AEFB}"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77DB5089-85D2-465F-BE26-F93E2789B8EB}">
      <dgm:prSet phldrT="[Text]"/>
      <dgm:spPr/>
      <dgm:t>
        <a:bodyPr/>
        <a:lstStyle/>
        <a:p>
          <a:pPr algn="just"/>
          <a:r>
            <a:rPr lang="en-US" dirty="0"/>
            <a:t>Research the position/career-duties, responsibilities, skills needed, qualifications needed, knowledge required, possible career path, market demand, importance if the profession</a:t>
          </a:r>
        </a:p>
      </dgm:t>
    </dgm:pt>
    <dgm:pt modelId="{0BB30D71-14D2-4F64-B748-0F293FB795F8}" type="parTrans" cxnId="{F34CADEC-FDF7-46AF-A338-B39DC2ED76A8}">
      <dgm:prSet/>
      <dgm:spPr/>
      <dgm:t>
        <a:bodyPr/>
        <a:lstStyle/>
        <a:p>
          <a:endParaRPr lang="en-US"/>
        </a:p>
      </dgm:t>
    </dgm:pt>
    <dgm:pt modelId="{2E28A19F-4200-4D49-8095-592EF023082E}" type="sibTrans" cxnId="{F34CADEC-FDF7-46AF-A338-B39DC2ED76A8}">
      <dgm:prSet/>
      <dgm:spPr/>
      <dgm:t>
        <a:bodyPr/>
        <a:lstStyle/>
        <a:p>
          <a:endParaRPr lang="en-US"/>
        </a:p>
      </dgm:t>
    </dgm:pt>
    <dgm:pt modelId="{1B2ED9AF-EDA5-4CB9-B4E3-449E3FA8FFB7}">
      <dgm:prSet phldrT="[Text]"/>
      <dgm:spPr/>
      <dgm:t>
        <a:bodyPr/>
        <a:lstStyle/>
        <a:p>
          <a:pPr algn="just"/>
          <a:r>
            <a:rPr lang="en-US" dirty="0"/>
            <a:t>Research the organization-mission, vision, company’s operations and market standing, needs, strategic and tactical challenges faced, culture, values</a:t>
          </a:r>
        </a:p>
      </dgm:t>
    </dgm:pt>
    <dgm:pt modelId="{C7E922A1-B827-49C8-B624-B0DA90319DCA}" type="parTrans" cxnId="{FC64C909-6C11-4BEF-890C-11056EBED091}">
      <dgm:prSet/>
      <dgm:spPr/>
      <dgm:t>
        <a:bodyPr/>
        <a:lstStyle/>
        <a:p>
          <a:endParaRPr lang="en-US"/>
        </a:p>
      </dgm:t>
    </dgm:pt>
    <dgm:pt modelId="{EC00EE5D-E3B7-4CEF-B453-0787052A1520}" type="sibTrans" cxnId="{FC64C909-6C11-4BEF-890C-11056EBED091}">
      <dgm:prSet/>
      <dgm:spPr/>
      <dgm:t>
        <a:bodyPr/>
        <a:lstStyle/>
        <a:p>
          <a:endParaRPr lang="en-US"/>
        </a:p>
      </dgm:t>
    </dgm:pt>
    <dgm:pt modelId="{ABA19676-54BA-4887-848F-9EA735A2B78B}">
      <dgm:prSet phldrT="[Text]"/>
      <dgm:spPr/>
      <dgm:t>
        <a:bodyPr/>
        <a:lstStyle/>
        <a:p>
          <a:pPr algn="just"/>
          <a:r>
            <a:rPr lang="en-US" dirty="0"/>
            <a:t>Research about the people in the company-their designation, experience, expectations, career achievements</a:t>
          </a:r>
        </a:p>
      </dgm:t>
    </dgm:pt>
    <dgm:pt modelId="{66A23859-4800-4775-9EBE-0B75CEBC22ED}" type="parTrans" cxnId="{24710DFA-45FA-4CB8-A720-DF5375C08D79}">
      <dgm:prSet/>
      <dgm:spPr/>
      <dgm:t>
        <a:bodyPr/>
        <a:lstStyle/>
        <a:p>
          <a:endParaRPr lang="en-US"/>
        </a:p>
      </dgm:t>
    </dgm:pt>
    <dgm:pt modelId="{BC73632A-30AF-4365-97C5-C1741EC0F545}" type="sibTrans" cxnId="{24710DFA-45FA-4CB8-A720-DF5375C08D79}">
      <dgm:prSet/>
      <dgm:spPr/>
      <dgm:t>
        <a:bodyPr/>
        <a:lstStyle/>
        <a:p>
          <a:endParaRPr lang="en-US"/>
        </a:p>
      </dgm:t>
    </dgm:pt>
    <dgm:pt modelId="{5EBCD4C3-B272-41E1-BF36-A64CAE5EB1F9}">
      <dgm:prSet phldrT="[Text]" custT="1"/>
      <dgm:spPr/>
      <dgm:t>
        <a:bodyPr/>
        <a:lstStyle/>
        <a:p>
          <a:pPr algn="just"/>
          <a:r>
            <a:rPr lang="en-US" sz="1800" dirty="0">
              <a:solidFill>
                <a:schemeClr val="bg1"/>
              </a:solidFill>
              <a:effectLst/>
              <a:latin typeface="+mj-lt"/>
              <a:cs typeface="Times New Roman" panose="02020603050405020304" pitchFamily="18" charset="0"/>
              <a:sym typeface="+mn-ea"/>
            </a:rPr>
            <a:t>Know your Knowledge, Skills, Abilities and Accomplishment, Relate your KSAs to the position for which you are applying</a:t>
          </a:r>
          <a:endParaRPr lang="en-US" sz="1800" dirty="0">
            <a:solidFill>
              <a:schemeClr val="bg1"/>
            </a:solidFill>
            <a:latin typeface="+mj-lt"/>
          </a:endParaRPr>
        </a:p>
      </dgm:t>
    </dgm:pt>
    <dgm:pt modelId="{4EA68AAC-7464-42B7-AFDD-C0834EEA86CD}" type="parTrans" cxnId="{C0DC2B6B-4777-4B1C-987A-81287D53940B}">
      <dgm:prSet/>
      <dgm:spPr/>
    </dgm:pt>
    <dgm:pt modelId="{798FBB35-F627-4606-B4AD-07F435F300E9}" type="sibTrans" cxnId="{C0DC2B6B-4777-4B1C-987A-81287D53940B}">
      <dgm:prSet/>
      <dgm:spPr/>
      <dgm:t>
        <a:bodyPr/>
        <a:lstStyle/>
        <a:p>
          <a:endParaRPr lang="en-US"/>
        </a:p>
      </dgm:t>
    </dgm:pt>
    <dgm:pt modelId="{15640011-AF16-4AB0-A092-3D15DAD64E41}" type="pres">
      <dgm:prSet presAssocID="{4E44DFA4-2653-4973-9D68-F0832D44AEFB}" presName="outerComposite" presStyleCnt="0">
        <dgm:presLayoutVars>
          <dgm:chMax val="5"/>
          <dgm:dir/>
          <dgm:resizeHandles val="exact"/>
        </dgm:presLayoutVars>
      </dgm:prSet>
      <dgm:spPr/>
    </dgm:pt>
    <dgm:pt modelId="{CA83F22E-F106-45E6-82B3-6896450953D9}" type="pres">
      <dgm:prSet presAssocID="{4E44DFA4-2653-4973-9D68-F0832D44AEFB}" presName="dummyMaxCanvas" presStyleCnt="0">
        <dgm:presLayoutVars/>
      </dgm:prSet>
      <dgm:spPr/>
    </dgm:pt>
    <dgm:pt modelId="{3A558F44-15F8-4F2C-8C53-85D50AE9C8B6}" type="pres">
      <dgm:prSet presAssocID="{4E44DFA4-2653-4973-9D68-F0832D44AEFB}" presName="FourNodes_1" presStyleLbl="node1" presStyleIdx="0" presStyleCnt="4">
        <dgm:presLayoutVars>
          <dgm:bulletEnabled val="1"/>
        </dgm:presLayoutVars>
      </dgm:prSet>
      <dgm:spPr/>
    </dgm:pt>
    <dgm:pt modelId="{FC843279-D3CA-4B32-BA1F-8CD1D257C759}" type="pres">
      <dgm:prSet presAssocID="{4E44DFA4-2653-4973-9D68-F0832D44AEFB}" presName="FourNodes_2" presStyleLbl="node1" presStyleIdx="1" presStyleCnt="4">
        <dgm:presLayoutVars>
          <dgm:bulletEnabled val="1"/>
        </dgm:presLayoutVars>
      </dgm:prSet>
      <dgm:spPr/>
    </dgm:pt>
    <dgm:pt modelId="{2F3A9254-8358-42F5-BB5B-5896EBBC2D7D}" type="pres">
      <dgm:prSet presAssocID="{4E44DFA4-2653-4973-9D68-F0832D44AEFB}" presName="FourNodes_3" presStyleLbl="node1" presStyleIdx="2" presStyleCnt="4">
        <dgm:presLayoutVars>
          <dgm:bulletEnabled val="1"/>
        </dgm:presLayoutVars>
      </dgm:prSet>
      <dgm:spPr/>
    </dgm:pt>
    <dgm:pt modelId="{C0AD870E-AE52-4C47-8200-FC69C6B31E6A}" type="pres">
      <dgm:prSet presAssocID="{4E44DFA4-2653-4973-9D68-F0832D44AEFB}" presName="FourNodes_4" presStyleLbl="node1" presStyleIdx="3" presStyleCnt="4">
        <dgm:presLayoutVars>
          <dgm:bulletEnabled val="1"/>
        </dgm:presLayoutVars>
      </dgm:prSet>
      <dgm:spPr/>
    </dgm:pt>
    <dgm:pt modelId="{458967E7-32A6-4AA8-9EAE-1C12F750FF1F}" type="pres">
      <dgm:prSet presAssocID="{4E44DFA4-2653-4973-9D68-F0832D44AEFB}" presName="FourConn_1-2" presStyleLbl="fgAccFollowNode1" presStyleIdx="0" presStyleCnt="3">
        <dgm:presLayoutVars>
          <dgm:bulletEnabled val="1"/>
        </dgm:presLayoutVars>
      </dgm:prSet>
      <dgm:spPr/>
    </dgm:pt>
    <dgm:pt modelId="{872C5198-A7C4-4220-B0E4-07CF86C6F31E}" type="pres">
      <dgm:prSet presAssocID="{4E44DFA4-2653-4973-9D68-F0832D44AEFB}" presName="FourConn_2-3" presStyleLbl="fgAccFollowNode1" presStyleIdx="1" presStyleCnt="3">
        <dgm:presLayoutVars>
          <dgm:bulletEnabled val="1"/>
        </dgm:presLayoutVars>
      </dgm:prSet>
      <dgm:spPr/>
    </dgm:pt>
    <dgm:pt modelId="{8B6CE0FD-821B-483C-B61F-C45E025984F6}" type="pres">
      <dgm:prSet presAssocID="{4E44DFA4-2653-4973-9D68-F0832D44AEFB}" presName="FourConn_3-4" presStyleLbl="fgAccFollowNode1" presStyleIdx="2" presStyleCnt="3">
        <dgm:presLayoutVars>
          <dgm:bulletEnabled val="1"/>
        </dgm:presLayoutVars>
      </dgm:prSet>
      <dgm:spPr/>
    </dgm:pt>
    <dgm:pt modelId="{358285DA-6E89-4BA9-9D0F-7B33ABD9EA5A}" type="pres">
      <dgm:prSet presAssocID="{4E44DFA4-2653-4973-9D68-F0832D44AEFB}" presName="FourNodes_1_text" presStyleLbl="node1" presStyleIdx="3" presStyleCnt="4">
        <dgm:presLayoutVars>
          <dgm:bulletEnabled val="1"/>
        </dgm:presLayoutVars>
      </dgm:prSet>
      <dgm:spPr/>
    </dgm:pt>
    <dgm:pt modelId="{AED5F2D5-7447-4D23-80E4-7EDBBC8C175B}" type="pres">
      <dgm:prSet presAssocID="{4E44DFA4-2653-4973-9D68-F0832D44AEFB}" presName="FourNodes_2_text" presStyleLbl="node1" presStyleIdx="3" presStyleCnt="4">
        <dgm:presLayoutVars>
          <dgm:bulletEnabled val="1"/>
        </dgm:presLayoutVars>
      </dgm:prSet>
      <dgm:spPr/>
    </dgm:pt>
    <dgm:pt modelId="{820290D4-F1C3-403D-9118-7C1CC813EB42}" type="pres">
      <dgm:prSet presAssocID="{4E44DFA4-2653-4973-9D68-F0832D44AEFB}" presName="FourNodes_3_text" presStyleLbl="node1" presStyleIdx="3" presStyleCnt="4">
        <dgm:presLayoutVars>
          <dgm:bulletEnabled val="1"/>
        </dgm:presLayoutVars>
      </dgm:prSet>
      <dgm:spPr/>
    </dgm:pt>
    <dgm:pt modelId="{C585F8BF-D0D9-4178-AD19-5B787DBBC431}" type="pres">
      <dgm:prSet presAssocID="{4E44DFA4-2653-4973-9D68-F0832D44AEFB}" presName="FourNodes_4_text" presStyleLbl="node1" presStyleIdx="3" presStyleCnt="4">
        <dgm:presLayoutVars>
          <dgm:bulletEnabled val="1"/>
        </dgm:presLayoutVars>
      </dgm:prSet>
      <dgm:spPr/>
    </dgm:pt>
  </dgm:ptLst>
  <dgm:cxnLst>
    <dgm:cxn modelId="{92298506-0C0C-43B0-8666-9039B7B59A5E}" type="presOf" srcId="{EC00EE5D-E3B7-4CEF-B453-0787052A1520}" destId="{8B6CE0FD-821B-483C-B61F-C45E025984F6}" srcOrd="0" destOrd="0" presId="urn:microsoft.com/office/officeart/2005/8/layout/vProcess5"/>
    <dgm:cxn modelId="{FC64C909-6C11-4BEF-890C-11056EBED091}" srcId="{4E44DFA4-2653-4973-9D68-F0832D44AEFB}" destId="{1B2ED9AF-EDA5-4CB9-B4E3-449E3FA8FFB7}" srcOrd="2" destOrd="0" parTransId="{C7E922A1-B827-49C8-B624-B0DA90319DCA}" sibTransId="{EC00EE5D-E3B7-4CEF-B453-0787052A1520}"/>
    <dgm:cxn modelId="{B8534A14-5FE9-4CA8-8F3B-D47CCC3FE4FA}" type="presOf" srcId="{ABA19676-54BA-4887-848F-9EA735A2B78B}" destId="{C0AD870E-AE52-4C47-8200-FC69C6B31E6A}" srcOrd="0" destOrd="0" presId="urn:microsoft.com/office/officeart/2005/8/layout/vProcess5"/>
    <dgm:cxn modelId="{3DDAC324-C879-4757-9B43-ACDC163CCBA5}" type="presOf" srcId="{ABA19676-54BA-4887-848F-9EA735A2B78B}" destId="{C585F8BF-D0D9-4178-AD19-5B787DBBC431}" srcOrd="1" destOrd="0" presId="urn:microsoft.com/office/officeart/2005/8/layout/vProcess5"/>
    <dgm:cxn modelId="{2F01BB2A-91C6-4758-A97C-47D25D4AAA19}" type="presOf" srcId="{5EBCD4C3-B272-41E1-BF36-A64CAE5EB1F9}" destId="{FC843279-D3CA-4B32-BA1F-8CD1D257C759}" srcOrd="0" destOrd="0" presId="urn:microsoft.com/office/officeart/2005/8/layout/vProcess5"/>
    <dgm:cxn modelId="{1F2BC334-9CA9-4260-82D5-D55746A107FB}" type="presOf" srcId="{2E28A19F-4200-4D49-8095-592EF023082E}" destId="{458967E7-32A6-4AA8-9EAE-1C12F750FF1F}" srcOrd="0" destOrd="0" presId="urn:microsoft.com/office/officeart/2005/8/layout/vProcess5"/>
    <dgm:cxn modelId="{BB30E545-8F70-409A-9A29-A34E16253009}" type="presOf" srcId="{1B2ED9AF-EDA5-4CB9-B4E3-449E3FA8FFB7}" destId="{820290D4-F1C3-403D-9118-7C1CC813EB42}" srcOrd="1" destOrd="0" presId="urn:microsoft.com/office/officeart/2005/8/layout/vProcess5"/>
    <dgm:cxn modelId="{C0DC2B6B-4777-4B1C-987A-81287D53940B}" srcId="{4E44DFA4-2653-4973-9D68-F0832D44AEFB}" destId="{5EBCD4C3-B272-41E1-BF36-A64CAE5EB1F9}" srcOrd="1" destOrd="0" parTransId="{4EA68AAC-7464-42B7-AFDD-C0834EEA86CD}" sibTransId="{798FBB35-F627-4606-B4AD-07F435F300E9}"/>
    <dgm:cxn modelId="{E1388582-64E4-40D9-BF26-05B34EE0A1A9}" type="presOf" srcId="{798FBB35-F627-4606-B4AD-07F435F300E9}" destId="{872C5198-A7C4-4220-B0E4-07CF86C6F31E}" srcOrd="0" destOrd="0" presId="urn:microsoft.com/office/officeart/2005/8/layout/vProcess5"/>
    <dgm:cxn modelId="{48F2EA8E-DBFB-4A57-9D6B-412288F4F18D}" type="presOf" srcId="{77DB5089-85D2-465F-BE26-F93E2789B8EB}" destId="{358285DA-6E89-4BA9-9D0F-7B33ABD9EA5A}" srcOrd="1" destOrd="0" presId="urn:microsoft.com/office/officeart/2005/8/layout/vProcess5"/>
    <dgm:cxn modelId="{C7C250A8-769A-4183-8EFC-DD50121312D9}" type="presOf" srcId="{5EBCD4C3-B272-41E1-BF36-A64CAE5EB1F9}" destId="{AED5F2D5-7447-4D23-80E4-7EDBBC8C175B}" srcOrd="1" destOrd="0" presId="urn:microsoft.com/office/officeart/2005/8/layout/vProcess5"/>
    <dgm:cxn modelId="{1C9D11D1-3E53-4BD7-B9A2-7B2DB1969975}" type="presOf" srcId="{4E44DFA4-2653-4973-9D68-F0832D44AEFB}" destId="{15640011-AF16-4AB0-A092-3D15DAD64E41}" srcOrd="0" destOrd="0" presId="urn:microsoft.com/office/officeart/2005/8/layout/vProcess5"/>
    <dgm:cxn modelId="{182A70E7-D03B-48AC-AF96-EFD0926ACE72}" type="presOf" srcId="{77DB5089-85D2-465F-BE26-F93E2789B8EB}" destId="{3A558F44-15F8-4F2C-8C53-85D50AE9C8B6}" srcOrd="0" destOrd="0" presId="urn:microsoft.com/office/officeart/2005/8/layout/vProcess5"/>
    <dgm:cxn modelId="{F34CADEC-FDF7-46AF-A338-B39DC2ED76A8}" srcId="{4E44DFA4-2653-4973-9D68-F0832D44AEFB}" destId="{77DB5089-85D2-465F-BE26-F93E2789B8EB}" srcOrd="0" destOrd="0" parTransId="{0BB30D71-14D2-4F64-B748-0F293FB795F8}" sibTransId="{2E28A19F-4200-4D49-8095-592EF023082E}"/>
    <dgm:cxn modelId="{24710DFA-45FA-4CB8-A720-DF5375C08D79}" srcId="{4E44DFA4-2653-4973-9D68-F0832D44AEFB}" destId="{ABA19676-54BA-4887-848F-9EA735A2B78B}" srcOrd="3" destOrd="0" parTransId="{66A23859-4800-4775-9EBE-0B75CEBC22ED}" sibTransId="{BC73632A-30AF-4365-97C5-C1741EC0F545}"/>
    <dgm:cxn modelId="{B4C459FF-52E0-496B-B137-0A641D4C6133}" type="presOf" srcId="{1B2ED9AF-EDA5-4CB9-B4E3-449E3FA8FFB7}" destId="{2F3A9254-8358-42F5-BB5B-5896EBBC2D7D}" srcOrd="0" destOrd="0" presId="urn:microsoft.com/office/officeart/2005/8/layout/vProcess5"/>
    <dgm:cxn modelId="{EFE73EAE-7354-4587-B364-E4F9CFBAE96B}" type="presParOf" srcId="{15640011-AF16-4AB0-A092-3D15DAD64E41}" destId="{CA83F22E-F106-45E6-82B3-6896450953D9}" srcOrd="0" destOrd="0" presId="urn:microsoft.com/office/officeart/2005/8/layout/vProcess5"/>
    <dgm:cxn modelId="{6A7ED776-876F-4B1A-8F3E-B6EF192E4079}" type="presParOf" srcId="{15640011-AF16-4AB0-A092-3D15DAD64E41}" destId="{3A558F44-15F8-4F2C-8C53-85D50AE9C8B6}" srcOrd="1" destOrd="0" presId="urn:microsoft.com/office/officeart/2005/8/layout/vProcess5"/>
    <dgm:cxn modelId="{CC214F0F-F556-4394-B18C-32D01A8CACD9}" type="presParOf" srcId="{15640011-AF16-4AB0-A092-3D15DAD64E41}" destId="{FC843279-D3CA-4B32-BA1F-8CD1D257C759}" srcOrd="2" destOrd="0" presId="urn:microsoft.com/office/officeart/2005/8/layout/vProcess5"/>
    <dgm:cxn modelId="{32D045DE-135B-464F-939A-8348701E9D97}" type="presParOf" srcId="{15640011-AF16-4AB0-A092-3D15DAD64E41}" destId="{2F3A9254-8358-42F5-BB5B-5896EBBC2D7D}" srcOrd="3" destOrd="0" presId="urn:microsoft.com/office/officeart/2005/8/layout/vProcess5"/>
    <dgm:cxn modelId="{D7DEF477-D4E0-43C6-83D5-6D647929681A}" type="presParOf" srcId="{15640011-AF16-4AB0-A092-3D15DAD64E41}" destId="{C0AD870E-AE52-4C47-8200-FC69C6B31E6A}" srcOrd="4" destOrd="0" presId="urn:microsoft.com/office/officeart/2005/8/layout/vProcess5"/>
    <dgm:cxn modelId="{803A029A-1E89-42ED-BFC9-AFEF21E90801}" type="presParOf" srcId="{15640011-AF16-4AB0-A092-3D15DAD64E41}" destId="{458967E7-32A6-4AA8-9EAE-1C12F750FF1F}" srcOrd="5" destOrd="0" presId="urn:microsoft.com/office/officeart/2005/8/layout/vProcess5"/>
    <dgm:cxn modelId="{78D54FB2-3AA6-4C71-B651-ECB4FE88D2AE}" type="presParOf" srcId="{15640011-AF16-4AB0-A092-3D15DAD64E41}" destId="{872C5198-A7C4-4220-B0E4-07CF86C6F31E}" srcOrd="6" destOrd="0" presId="urn:microsoft.com/office/officeart/2005/8/layout/vProcess5"/>
    <dgm:cxn modelId="{E3AE8426-1AA3-4B93-95C6-6ACF71E9C223}" type="presParOf" srcId="{15640011-AF16-4AB0-A092-3D15DAD64E41}" destId="{8B6CE0FD-821B-483C-B61F-C45E025984F6}" srcOrd="7" destOrd="0" presId="urn:microsoft.com/office/officeart/2005/8/layout/vProcess5"/>
    <dgm:cxn modelId="{63AC8741-5090-41DD-AB22-E65467CED5F0}" type="presParOf" srcId="{15640011-AF16-4AB0-A092-3D15DAD64E41}" destId="{358285DA-6E89-4BA9-9D0F-7B33ABD9EA5A}" srcOrd="8" destOrd="0" presId="urn:microsoft.com/office/officeart/2005/8/layout/vProcess5"/>
    <dgm:cxn modelId="{E352D33A-8ED0-433C-AAE6-77E06B5A9F4D}" type="presParOf" srcId="{15640011-AF16-4AB0-A092-3D15DAD64E41}" destId="{AED5F2D5-7447-4D23-80E4-7EDBBC8C175B}" srcOrd="9" destOrd="0" presId="urn:microsoft.com/office/officeart/2005/8/layout/vProcess5"/>
    <dgm:cxn modelId="{9FD19E42-1829-4279-A236-B0707D48B642}" type="presParOf" srcId="{15640011-AF16-4AB0-A092-3D15DAD64E41}" destId="{820290D4-F1C3-403D-9118-7C1CC813EB42}" srcOrd="10" destOrd="0" presId="urn:microsoft.com/office/officeart/2005/8/layout/vProcess5"/>
    <dgm:cxn modelId="{7B1B45B6-4884-411F-BA01-DD452FFD1823}" type="presParOf" srcId="{15640011-AF16-4AB0-A092-3D15DAD64E41}" destId="{C585F8BF-D0D9-4178-AD19-5B787DBBC431}"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31C4738-066F-41B3-B0B2-2945F58F3C69}" type="doc">
      <dgm:prSet loTypeId="urn:microsoft.com/office/officeart/2005/8/layout/vProcess5" loCatId="process" qsTypeId="urn:microsoft.com/office/officeart/2005/8/quickstyle/simple1" qsCatId="simple" csTypeId="urn:microsoft.com/office/officeart/2005/8/colors/accent1_3" csCatId="accent1" phldr="1"/>
      <dgm:spPr/>
      <dgm:t>
        <a:bodyPr/>
        <a:lstStyle/>
        <a:p>
          <a:endParaRPr lang="en-US"/>
        </a:p>
      </dgm:t>
    </dgm:pt>
    <dgm:pt modelId="{6E0CEB72-F0DC-4A4F-8DE8-6B2191EFD42F}">
      <dgm:prSet phldrT="[Text]"/>
      <dgm:spPr/>
      <dgm:t>
        <a:bodyPr/>
        <a:lstStyle/>
        <a:p>
          <a:r>
            <a:rPr lang="en-US" dirty="0"/>
            <a:t>Prepare answers to typically asked interview questions</a:t>
          </a:r>
        </a:p>
      </dgm:t>
    </dgm:pt>
    <dgm:pt modelId="{FFC09CFC-81E8-46F2-AA81-4AF7B8D4B1DD}" type="parTrans" cxnId="{B9DDE3F3-7C00-4D63-9F9C-D5C99C0BA467}">
      <dgm:prSet/>
      <dgm:spPr/>
      <dgm:t>
        <a:bodyPr/>
        <a:lstStyle/>
        <a:p>
          <a:endParaRPr lang="en-US"/>
        </a:p>
      </dgm:t>
    </dgm:pt>
    <dgm:pt modelId="{8AD1E556-63EA-42F0-B1DB-3BC3E58BFF87}" type="sibTrans" cxnId="{B9DDE3F3-7C00-4D63-9F9C-D5C99C0BA467}">
      <dgm:prSet/>
      <dgm:spPr/>
      <dgm:t>
        <a:bodyPr/>
        <a:lstStyle/>
        <a:p>
          <a:endParaRPr lang="en-US"/>
        </a:p>
      </dgm:t>
    </dgm:pt>
    <dgm:pt modelId="{C9ED61F4-B15F-405F-8F88-D8357134BEEF}">
      <dgm:prSet phldrT="[Text]"/>
      <dgm:spPr/>
      <dgm:t>
        <a:bodyPr/>
        <a:lstStyle/>
        <a:p>
          <a:r>
            <a:rPr lang="en-US" dirty="0"/>
            <a:t>Prepare your own questions</a:t>
          </a:r>
        </a:p>
      </dgm:t>
    </dgm:pt>
    <dgm:pt modelId="{41F7EAAE-23E7-487F-AC30-2BD5A86F2883}" type="parTrans" cxnId="{235A29AA-EA06-49FF-9446-ADE6E41E9C03}">
      <dgm:prSet/>
      <dgm:spPr/>
      <dgm:t>
        <a:bodyPr/>
        <a:lstStyle/>
        <a:p>
          <a:endParaRPr lang="en-US"/>
        </a:p>
      </dgm:t>
    </dgm:pt>
    <dgm:pt modelId="{BD5FB3B7-E95D-45B0-A3E3-889491334591}" type="sibTrans" cxnId="{235A29AA-EA06-49FF-9446-ADE6E41E9C03}">
      <dgm:prSet/>
      <dgm:spPr/>
      <dgm:t>
        <a:bodyPr/>
        <a:lstStyle/>
        <a:p>
          <a:endParaRPr lang="en-US"/>
        </a:p>
      </dgm:t>
    </dgm:pt>
    <dgm:pt modelId="{547D8634-FF92-47C4-B7C9-63C47EEDE6DB}">
      <dgm:prSet phldrT="[Text]"/>
      <dgm:spPr/>
      <dgm:t>
        <a:bodyPr/>
        <a:lstStyle/>
        <a:p>
          <a:r>
            <a:rPr lang="en-US" dirty="0"/>
            <a:t>Calm your nerves-focus on your strengths, value, abilities, and suitability</a:t>
          </a:r>
        </a:p>
      </dgm:t>
    </dgm:pt>
    <dgm:pt modelId="{098890B0-2029-46D4-8B48-186EB4C99E4E}" type="parTrans" cxnId="{48889607-769A-45E3-9FB9-BDFE7B415634}">
      <dgm:prSet/>
      <dgm:spPr/>
      <dgm:t>
        <a:bodyPr/>
        <a:lstStyle/>
        <a:p>
          <a:endParaRPr lang="en-US"/>
        </a:p>
      </dgm:t>
    </dgm:pt>
    <dgm:pt modelId="{A8CD4913-B288-4BB1-A5A2-5DE4ABF47F71}" type="sibTrans" cxnId="{48889607-769A-45E3-9FB9-BDFE7B415634}">
      <dgm:prSet/>
      <dgm:spPr/>
      <dgm:t>
        <a:bodyPr/>
        <a:lstStyle/>
        <a:p>
          <a:endParaRPr lang="en-US"/>
        </a:p>
      </dgm:t>
    </dgm:pt>
    <dgm:pt modelId="{5AEA4CFA-BEF2-43E3-BA61-32A36AFFE3C0}">
      <dgm:prSet phldrT="[Text]"/>
      <dgm:spPr/>
      <dgm:t>
        <a:bodyPr/>
        <a:lstStyle/>
        <a:p>
          <a:r>
            <a:rPr lang="en-US" dirty="0"/>
            <a:t>Rehearse for the interview-with a friend, software, or record yourself and analyze your strengths and work on weaknesses </a:t>
          </a:r>
        </a:p>
      </dgm:t>
    </dgm:pt>
    <dgm:pt modelId="{30806EBD-4F8C-4E92-A504-EF6294421D6C}" type="parTrans" cxnId="{E2AD18DC-2C40-4106-9B47-902234C3ACE7}">
      <dgm:prSet/>
      <dgm:spPr/>
      <dgm:t>
        <a:bodyPr/>
        <a:lstStyle/>
        <a:p>
          <a:endParaRPr lang="en-US"/>
        </a:p>
      </dgm:t>
    </dgm:pt>
    <dgm:pt modelId="{27BEC1CB-68AC-48EC-B13C-85504FB4F196}" type="sibTrans" cxnId="{E2AD18DC-2C40-4106-9B47-902234C3ACE7}">
      <dgm:prSet/>
      <dgm:spPr/>
      <dgm:t>
        <a:bodyPr/>
        <a:lstStyle/>
        <a:p>
          <a:endParaRPr lang="en-US"/>
        </a:p>
      </dgm:t>
    </dgm:pt>
    <dgm:pt modelId="{9EBDC9C7-19C3-418B-8C3B-A964093C542E}" type="pres">
      <dgm:prSet presAssocID="{E31C4738-066F-41B3-B0B2-2945F58F3C69}" presName="outerComposite" presStyleCnt="0">
        <dgm:presLayoutVars>
          <dgm:chMax val="5"/>
          <dgm:dir/>
          <dgm:resizeHandles val="exact"/>
        </dgm:presLayoutVars>
      </dgm:prSet>
      <dgm:spPr/>
    </dgm:pt>
    <dgm:pt modelId="{22386838-600F-470B-B88A-D0231C7BFD94}" type="pres">
      <dgm:prSet presAssocID="{E31C4738-066F-41B3-B0B2-2945F58F3C69}" presName="dummyMaxCanvas" presStyleCnt="0">
        <dgm:presLayoutVars/>
      </dgm:prSet>
      <dgm:spPr/>
    </dgm:pt>
    <dgm:pt modelId="{09EF25BD-388F-42BA-96CA-1B2E6E70BE29}" type="pres">
      <dgm:prSet presAssocID="{E31C4738-066F-41B3-B0B2-2945F58F3C69}" presName="FourNodes_1" presStyleLbl="node1" presStyleIdx="0" presStyleCnt="4">
        <dgm:presLayoutVars>
          <dgm:bulletEnabled val="1"/>
        </dgm:presLayoutVars>
      </dgm:prSet>
      <dgm:spPr/>
    </dgm:pt>
    <dgm:pt modelId="{3EFF05F0-F70E-4F7A-9AC2-47A5DCC09BB1}" type="pres">
      <dgm:prSet presAssocID="{E31C4738-066F-41B3-B0B2-2945F58F3C69}" presName="FourNodes_2" presStyleLbl="node1" presStyleIdx="1" presStyleCnt="4">
        <dgm:presLayoutVars>
          <dgm:bulletEnabled val="1"/>
        </dgm:presLayoutVars>
      </dgm:prSet>
      <dgm:spPr/>
    </dgm:pt>
    <dgm:pt modelId="{A07FD55B-0CBB-4E84-83D0-FA094E2AD561}" type="pres">
      <dgm:prSet presAssocID="{E31C4738-066F-41B3-B0B2-2945F58F3C69}" presName="FourNodes_3" presStyleLbl="node1" presStyleIdx="2" presStyleCnt="4">
        <dgm:presLayoutVars>
          <dgm:bulletEnabled val="1"/>
        </dgm:presLayoutVars>
      </dgm:prSet>
      <dgm:spPr/>
    </dgm:pt>
    <dgm:pt modelId="{88B5C51F-7DBA-429B-BC8C-2BCB80C061D7}" type="pres">
      <dgm:prSet presAssocID="{E31C4738-066F-41B3-B0B2-2945F58F3C69}" presName="FourNodes_4" presStyleLbl="node1" presStyleIdx="3" presStyleCnt="4">
        <dgm:presLayoutVars>
          <dgm:bulletEnabled val="1"/>
        </dgm:presLayoutVars>
      </dgm:prSet>
      <dgm:spPr/>
    </dgm:pt>
    <dgm:pt modelId="{8ECF920E-60CF-4052-BD8A-15121125749E}" type="pres">
      <dgm:prSet presAssocID="{E31C4738-066F-41B3-B0B2-2945F58F3C69}" presName="FourConn_1-2" presStyleLbl="fgAccFollowNode1" presStyleIdx="0" presStyleCnt="3">
        <dgm:presLayoutVars>
          <dgm:bulletEnabled val="1"/>
        </dgm:presLayoutVars>
      </dgm:prSet>
      <dgm:spPr/>
    </dgm:pt>
    <dgm:pt modelId="{6A6D0326-1BA7-4E69-AADA-B8CC7033C87A}" type="pres">
      <dgm:prSet presAssocID="{E31C4738-066F-41B3-B0B2-2945F58F3C69}" presName="FourConn_2-3" presStyleLbl="fgAccFollowNode1" presStyleIdx="1" presStyleCnt="3">
        <dgm:presLayoutVars>
          <dgm:bulletEnabled val="1"/>
        </dgm:presLayoutVars>
      </dgm:prSet>
      <dgm:spPr/>
    </dgm:pt>
    <dgm:pt modelId="{EA8A223C-10A2-420C-83A8-EED95A021582}" type="pres">
      <dgm:prSet presAssocID="{E31C4738-066F-41B3-B0B2-2945F58F3C69}" presName="FourConn_3-4" presStyleLbl="fgAccFollowNode1" presStyleIdx="2" presStyleCnt="3">
        <dgm:presLayoutVars>
          <dgm:bulletEnabled val="1"/>
        </dgm:presLayoutVars>
      </dgm:prSet>
      <dgm:spPr/>
    </dgm:pt>
    <dgm:pt modelId="{09FF424D-7739-4467-AE8F-D59DD3A52421}" type="pres">
      <dgm:prSet presAssocID="{E31C4738-066F-41B3-B0B2-2945F58F3C69}" presName="FourNodes_1_text" presStyleLbl="node1" presStyleIdx="3" presStyleCnt="4">
        <dgm:presLayoutVars>
          <dgm:bulletEnabled val="1"/>
        </dgm:presLayoutVars>
      </dgm:prSet>
      <dgm:spPr/>
    </dgm:pt>
    <dgm:pt modelId="{D7AD19A6-EC83-4596-820E-8D814DDCC17C}" type="pres">
      <dgm:prSet presAssocID="{E31C4738-066F-41B3-B0B2-2945F58F3C69}" presName="FourNodes_2_text" presStyleLbl="node1" presStyleIdx="3" presStyleCnt="4">
        <dgm:presLayoutVars>
          <dgm:bulletEnabled val="1"/>
        </dgm:presLayoutVars>
      </dgm:prSet>
      <dgm:spPr/>
    </dgm:pt>
    <dgm:pt modelId="{67B35A71-3DD4-4410-AE7A-010FC4ECF8C7}" type="pres">
      <dgm:prSet presAssocID="{E31C4738-066F-41B3-B0B2-2945F58F3C69}" presName="FourNodes_3_text" presStyleLbl="node1" presStyleIdx="3" presStyleCnt="4">
        <dgm:presLayoutVars>
          <dgm:bulletEnabled val="1"/>
        </dgm:presLayoutVars>
      </dgm:prSet>
      <dgm:spPr/>
    </dgm:pt>
    <dgm:pt modelId="{E98D079C-68BB-43DF-8668-F6A8ED317D16}" type="pres">
      <dgm:prSet presAssocID="{E31C4738-066F-41B3-B0B2-2945F58F3C69}" presName="FourNodes_4_text" presStyleLbl="node1" presStyleIdx="3" presStyleCnt="4">
        <dgm:presLayoutVars>
          <dgm:bulletEnabled val="1"/>
        </dgm:presLayoutVars>
      </dgm:prSet>
      <dgm:spPr/>
    </dgm:pt>
  </dgm:ptLst>
  <dgm:cxnLst>
    <dgm:cxn modelId="{48889607-769A-45E3-9FB9-BDFE7B415634}" srcId="{E31C4738-066F-41B3-B0B2-2945F58F3C69}" destId="{547D8634-FF92-47C4-B7C9-63C47EEDE6DB}" srcOrd="2" destOrd="0" parTransId="{098890B0-2029-46D4-8B48-186EB4C99E4E}" sibTransId="{A8CD4913-B288-4BB1-A5A2-5DE4ABF47F71}"/>
    <dgm:cxn modelId="{3F1CEF20-5E0D-4F7F-BE57-6EEFB55BF710}" type="presOf" srcId="{5AEA4CFA-BEF2-43E3-BA61-32A36AFFE3C0}" destId="{E98D079C-68BB-43DF-8668-F6A8ED317D16}" srcOrd="1" destOrd="0" presId="urn:microsoft.com/office/officeart/2005/8/layout/vProcess5"/>
    <dgm:cxn modelId="{9B4E6522-D313-49C7-B8AA-02131EEC00A9}" type="presOf" srcId="{E31C4738-066F-41B3-B0B2-2945F58F3C69}" destId="{9EBDC9C7-19C3-418B-8C3B-A964093C542E}" srcOrd="0" destOrd="0" presId="urn:microsoft.com/office/officeart/2005/8/layout/vProcess5"/>
    <dgm:cxn modelId="{B70ADD26-B9E0-4AE5-A070-088EA25D815A}" type="presOf" srcId="{C9ED61F4-B15F-405F-8F88-D8357134BEEF}" destId="{3EFF05F0-F70E-4F7A-9AC2-47A5DCC09BB1}" srcOrd="0" destOrd="0" presId="urn:microsoft.com/office/officeart/2005/8/layout/vProcess5"/>
    <dgm:cxn modelId="{BF646473-E384-45B1-999C-906C3C138D66}" type="presOf" srcId="{6E0CEB72-F0DC-4A4F-8DE8-6B2191EFD42F}" destId="{09EF25BD-388F-42BA-96CA-1B2E6E70BE29}" srcOrd="0" destOrd="0" presId="urn:microsoft.com/office/officeart/2005/8/layout/vProcess5"/>
    <dgm:cxn modelId="{51533C96-7A95-40D6-8DB1-AC00E5D169F3}" type="presOf" srcId="{BD5FB3B7-E95D-45B0-A3E3-889491334591}" destId="{6A6D0326-1BA7-4E69-AADA-B8CC7033C87A}" srcOrd="0" destOrd="0" presId="urn:microsoft.com/office/officeart/2005/8/layout/vProcess5"/>
    <dgm:cxn modelId="{235A29AA-EA06-49FF-9446-ADE6E41E9C03}" srcId="{E31C4738-066F-41B3-B0B2-2945F58F3C69}" destId="{C9ED61F4-B15F-405F-8F88-D8357134BEEF}" srcOrd="1" destOrd="0" parTransId="{41F7EAAE-23E7-487F-AC30-2BD5A86F2883}" sibTransId="{BD5FB3B7-E95D-45B0-A3E3-889491334591}"/>
    <dgm:cxn modelId="{9BEEC0AA-AD2F-4E12-8631-A68F7B3A041E}" type="presOf" srcId="{547D8634-FF92-47C4-B7C9-63C47EEDE6DB}" destId="{67B35A71-3DD4-4410-AE7A-010FC4ECF8C7}" srcOrd="1" destOrd="0" presId="urn:microsoft.com/office/officeart/2005/8/layout/vProcess5"/>
    <dgm:cxn modelId="{1A6AA3AE-973D-4EF9-8307-70FC94F11A93}" type="presOf" srcId="{6E0CEB72-F0DC-4A4F-8DE8-6B2191EFD42F}" destId="{09FF424D-7739-4467-AE8F-D59DD3A52421}" srcOrd="1" destOrd="0" presId="urn:microsoft.com/office/officeart/2005/8/layout/vProcess5"/>
    <dgm:cxn modelId="{FFEE35B1-9E47-4A09-A1F3-38713A0B8FAC}" type="presOf" srcId="{A8CD4913-B288-4BB1-A5A2-5DE4ABF47F71}" destId="{EA8A223C-10A2-420C-83A8-EED95A021582}" srcOrd="0" destOrd="0" presId="urn:microsoft.com/office/officeart/2005/8/layout/vProcess5"/>
    <dgm:cxn modelId="{EAEFB6C0-A5A4-4C38-B519-2043F628CEDB}" type="presOf" srcId="{547D8634-FF92-47C4-B7C9-63C47EEDE6DB}" destId="{A07FD55B-0CBB-4E84-83D0-FA094E2AD561}" srcOrd="0" destOrd="0" presId="urn:microsoft.com/office/officeart/2005/8/layout/vProcess5"/>
    <dgm:cxn modelId="{3466A1C3-1507-4431-87A3-0323CA2571A0}" type="presOf" srcId="{8AD1E556-63EA-42F0-B1DB-3BC3E58BFF87}" destId="{8ECF920E-60CF-4052-BD8A-15121125749E}" srcOrd="0" destOrd="0" presId="urn:microsoft.com/office/officeart/2005/8/layout/vProcess5"/>
    <dgm:cxn modelId="{B64DD9C9-896E-421A-94DC-7B94978BC972}" type="presOf" srcId="{5AEA4CFA-BEF2-43E3-BA61-32A36AFFE3C0}" destId="{88B5C51F-7DBA-429B-BC8C-2BCB80C061D7}" srcOrd="0" destOrd="0" presId="urn:microsoft.com/office/officeart/2005/8/layout/vProcess5"/>
    <dgm:cxn modelId="{9C86F0DA-A9FA-424A-9631-813BADF9B692}" type="presOf" srcId="{C9ED61F4-B15F-405F-8F88-D8357134BEEF}" destId="{D7AD19A6-EC83-4596-820E-8D814DDCC17C}" srcOrd="1" destOrd="0" presId="urn:microsoft.com/office/officeart/2005/8/layout/vProcess5"/>
    <dgm:cxn modelId="{E2AD18DC-2C40-4106-9B47-902234C3ACE7}" srcId="{E31C4738-066F-41B3-B0B2-2945F58F3C69}" destId="{5AEA4CFA-BEF2-43E3-BA61-32A36AFFE3C0}" srcOrd="3" destOrd="0" parTransId="{30806EBD-4F8C-4E92-A504-EF6294421D6C}" sibTransId="{27BEC1CB-68AC-48EC-B13C-85504FB4F196}"/>
    <dgm:cxn modelId="{B9DDE3F3-7C00-4D63-9F9C-D5C99C0BA467}" srcId="{E31C4738-066F-41B3-B0B2-2945F58F3C69}" destId="{6E0CEB72-F0DC-4A4F-8DE8-6B2191EFD42F}" srcOrd="0" destOrd="0" parTransId="{FFC09CFC-81E8-46F2-AA81-4AF7B8D4B1DD}" sibTransId="{8AD1E556-63EA-42F0-B1DB-3BC3E58BFF87}"/>
    <dgm:cxn modelId="{E9DF1E55-3655-4894-9D94-EBB450222BB9}" type="presParOf" srcId="{9EBDC9C7-19C3-418B-8C3B-A964093C542E}" destId="{22386838-600F-470B-B88A-D0231C7BFD94}" srcOrd="0" destOrd="0" presId="urn:microsoft.com/office/officeart/2005/8/layout/vProcess5"/>
    <dgm:cxn modelId="{A92336DC-70DB-4567-8EB9-F8E889D85B69}" type="presParOf" srcId="{9EBDC9C7-19C3-418B-8C3B-A964093C542E}" destId="{09EF25BD-388F-42BA-96CA-1B2E6E70BE29}" srcOrd="1" destOrd="0" presId="urn:microsoft.com/office/officeart/2005/8/layout/vProcess5"/>
    <dgm:cxn modelId="{14C6F15C-D25B-4B82-9B08-F03D6F62D319}" type="presParOf" srcId="{9EBDC9C7-19C3-418B-8C3B-A964093C542E}" destId="{3EFF05F0-F70E-4F7A-9AC2-47A5DCC09BB1}" srcOrd="2" destOrd="0" presId="urn:microsoft.com/office/officeart/2005/8/layout/vProcess5"/>
    <dgm:cxn modelId="{9E200454-A5E6-422B-9D46-3C5BC620870D}" type="presParOf" srcId="{9EBDC9C7-19C3-418B-8C3B-A964093C542E}" destId="{A07FD55B-0CBB-4E84-83D0-FA094E2AD561}" srcOrd="3" destOrd="0" presId="urn:microsoft.com/office/officeart/2005/8/layout/vProcess5"/>
    <dgm:cxn modelId="{82ADBB2E-A07C-4CE6-9759-569817A7E8DD}" type="presParOf" srcId="{9EBDC9C7-19C3-418B-8C3B-A964093C542E}" destId="{88B5C51F-7DBA-429B-BC8C-2BCB80C061D7}" srcOrd="4" destOrd="0" presId="urn:microsoft.com/office/officeart/2005/8/layout/vProcess5"/>
    <dgm:cxn modelId="{A1E9E20C-460E-454D-823E-B851AEAE5AE4}" type="presParOf" srcId="{9EBDC9C7-19C3-418B-8C3B-A964093C542E}" destId="{8ECF920E-60CF-4052-BD8A-15121125749E}" srcOrd="5" destOrd="0" presId="urn:microsoft.com/office/officeart/2005/8/layout/vProcess5"/>
    <dgm:cxn modelId="{94DC3643-606E-42F6-96E8-368381C8C482}" type="presParOf" srcId="{9EBDC9C7-19C3-418B-8C3B-A964093C542E}" destId="{6A6D0326-1BA7-4E69-AADA-B8CC7033C87A}" srcOrd="6" destOrd="0" presId="urn:microsoft.com/office/officeart/2005/8/layout/vProcess5"/>
    <dgm:cxn modelId="{4E02C510-CE01-4E27-9835-9C80C5845601}" type="presParOf" srcId="{9EBDC9C7-19C3-418B-8C3B-A964093C542E}" destId="{EA8A223C-10A2-420C-83A8-EED95A021582}" srcOrd="7" destOrd="0" presId="urn:microsoft.com/office/officeart/2005/8/layout/vProcess5"/>
    <dgm:cxn modelId="{63F7365C-4D8E-4217-A54C-7F3FB2A94ED7}" type="presParOf" srcId="{9EBDC9C7-19C3-418B-8C3B-A964093C542E}" destId="{09FF424D-7739-4467-AE8F-D59DD3A52421}" srcOrd="8" destOrd="0" presId="urn:microsoft.com/office/officeart/2005/8/layout/vProcess5"/>
    <dgm:cxn modelId="{176BD14F-D887-4C98-8558-DA797D0759F0}" type="presParOf" srcId="{9EBDC9C7-19C3-418B-8C3B-A964093C542E}" destId="{D7AD19A6-EC83-4596-820E-8D814DDCC17C}" srcOrd="9" destOrd="0" presId="urn:microsoft.com/office/officeart/2005/8/layout/vProcess5"/>
    <dgm:cxn modelId="{99ED02F8-24C6-4705-8606-EC6429B832BE}" type="presParOf" srcId="{9EBDC9C7-19C3-418B-8C3B-A964093C542E}" destId="{67B35A71-3DD4-4410-AE7A-010FC4ECF8C7}" srcOrd="10" destOrd="0" presId="urn:microsoft.com/office/officeart/2005/8/layout/vProcess5"/>
    <dgm:cxn modelId="{0AE22886-0E30-4B3D-82FE-BD1F6F2AC22B}" type="presParOf" srcId="{9EBDC9C7-19C3-418B-8C3B-A964093C542E}" destId="{E98D079C-68BB-43DF-8668-F6A8ED317D16}"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CF115CC-1A17-4710-9390-19A5B881CA98}"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US"/>
        </a:p>
      </dgm:t>
    </dgm:pt>
    <dgm:pt modelId="{BD8EEF0F-11CF-4A83-9ECB-DFDDB8BBE29C}">
      <dgm:prSet phldrT="[Text]"/>
      <dgm:spPr/>
      <dgm:t>
        <a:bodyPr/>
        <a:lstStyle/>
        <a:p>
          <a:r>
            <a:rPr lang="en-US" dirty="0"/>
            <a:t>Exhibit warmth, wit, intelligence, charm</a:t>
          </a:r>
        </a:p>
      </dgm:t>
    </dgm:pt>
    <dgm:pt modelId="{95C68DF0-7394-40A4-AA10-2A482EB9D4F0}" type="parTrans" cxnId="{81AA6DC8-A195-4BA9-93B7-FE59ABB33FB2}">
      <dgm:prSet/>
      <dgm:spPr/>
      <dgm:t>
        <a:bodyPr/>
        <a:lstStyle/>
        <a:p>
          <a:endParaRPr lang="en-US"/>
        </a:p>
      </dgm:t>
    </dgm:pt>
    <dgm:pt modelId="{5E39673A-35CC-4072-9FBF-ADDDDD7FE606}" type="sibTrans" cxnId="{81AA6DC8-A195-4BA9-93B7-FE59ABB33FB2}">
      <dgm:prSet/>
      <dgm:spPr/>
      <dgm:t>
        <a:bodyPr/>
        <a:lstStyle/>
        <a:p>
          <a:endParaRPr lang="en-US"/>
        </a:p>
      </dgm:t>
    </dgm:pt>
    <dgm:pt modelId="{D79614AD-6026-4B4D-AE46-1394F6BDD57B}">
      <dgm:prSet phldrT="[Text]"/>
      <dgm:spPr/>
      <dgm:t>
        <a:bodyPr/>
        <a:lstStyle/>
        <a:p>
          <a:r>
            <a:rPr lang="en-US" dirty="0"/>
            <a:t>Be poised, elegant, well-mannered</a:t>
          </a:r>
        </a:p>
      </dgm:t>
    </dgm:pt>
    <dgm:pt modelId="{6310CB69-A58C-40E2-A16D-CA1C6E38EA18}" type="parTrans" cxnId="{9421E099-4444-48CD-81DC-38B80AD2B94B}">
      <dgm:prSet/>
      <dgm:spPr/>
      <dgm:t>
        <a:bodyPr/>
        <a:lstStyle/>
        <a:p>
          <a:endParaRPr lang="en-US"/>
        </a:p>
      </dgm:t>
    </dgm:pt>
    <dgm:pt modelId="{F37B46C8-E4D4-44CC-8B0F-6DAB15E75BD2}" type="sibTrans" cxnId="{9421E099-4444-48CD-81DC-38B80AD2B94B}">
      <dgm:prSet/>
      <dgm:spPr/>
      <dgm:t>
        <a:bodyPr/>
        <a:lstStyle/>
        <a:p>
          <a:endParaRPr lang="en-US"/>
        </a:p>
      </dgm:t>
    </dgm:pt>
    <dgm:pt modelId="{8E89AA5B-8A40-4AE3-8AA5-5F834F03EB16}">
      <dgm:prSet phldrT="[Text]"/>
      <dgm:spPr/>
      <dgm:t>
        <a:bodyPr/>
        <a:lstStyle/>
        <a:p>
          <a:r>
            <a:rPr lang="en-US" dirty="0"/>
            <a:t>Rehearsed and prepared</a:t>
          </a:r>
        </a:p>
      </dgm:t>
    </dgm:pt>
    <dgm:pt modelId="{48D1A382-9144-41AE-8EF1-274C0588510A}" type="parTrans" cxnId="{4D5E04A7-85E4-48FC-BD86-0051864F986F}">
      <dgm:prSet/>
      <dgm:spPr/>
      <dgm:t>
        <a:bodyPr/>
        <a:lstStyle/>
        <a:p>
          <a:endParaRPr lang="en-US"/>
        </a:p>
      </dgm:t>
    </dgm:pt>
    <dgm:pt modelId="{321EF17E-AA2A-4012-80F7-16427059DD90}" type="sibTrans" cxnId="{4D5E04A7-85E4-48FC-BD86-0051864F986F}">
      <dgm:prSet/>
      <dgm:spPr/>
      <dgm:t>
        <a:bodyPr/>
        <a:lstStyle/>
        <a:p>
          <a:endParaRPr lang="en-US"/>
        </a:p>
      </dgm:t>
    </dgm:pt>
    <dgm:pt modelId="{5254AB57-BEA2-4B55-AE52-E8A99C25FE21}" type="pres">
      <dgm:prSet presAssocID="{2CF115CC-1A17-4710-9390-19A5B881CA98}" presName="Name0" presStyleCnt="0">
        <dgm:presLayoutVars>
          <dgm:chMax val="7"/>
          <dgm:chPref val="7"/>
          <dgm:dir/>
        </dgm:presLayoutVars>
      </dgm:prSet>
      <dgm:spPr/>
    </dgm:pt>
    <dgm:pt modelId="{85370D5E-34F8-4460-BC9E-CD3C43E92B2E}" type="pres">
      <dgm:prSet presAssocID="{2CF115CC-1A17-4710-9390-19A5B881CA98}" presName="Name1" presStyleCnt="0"/>
      <dgm:spPr/>
    </dgm:pt>
    <dgm:pt modelId="{DD8E230C-2483-4D6C-A0D1-1E0DE0ECC7F3}" type="pres">
      <dgm:prSet presAssocID="{2CF115CC-1A17-4710-9390-19A5B881CA98}" presName="cycle" presStyleCnt="0"/>
      <dgm:spPr/>
    </dgm:pt>
    <dgm:pt modelId="{FA935FB4-D940-49B8-A01F-E2E1CCC45879}" type="pres">
      <dgm:prSet presAssocID="{2CF115CC-1A17-4710-9390-19A5B881CA98}" presName="srcNode" presStyleLbl="node1" presStyleIdx="0" presStyleCnt="3"/>
      <dgm:spPr/>
    </dgm:pt>
    <dgm:pt modelId="{0B8575FE-66EA-4E0E-B6B7-0B06CDE9BD92}" type="pres">
      <dgm:prSet presAssocID="{2CF115CC-1A17-4710-9390-19A5B881CA98}" presName="conn" presStyleLbl="parChTrans1D2" presStyleIdx="0" presStyleCnt="1"/>
      <dgm:spPr/>
    </dgm:pt>
    <dgm:pt modelId="{34344F55-AFFB-44E6-956A-00FCE68CA4C5}" type="pres">
      <dgm:prSet presAssocID="{2CF115CC-1A17-4710-9390-19A5B881CA98}" presName="extraNode" presStyleLbl="node1" presStyleIdx="0" presStyleCnt="3"/>
      <dgm:spPr/>
    </dgm:pt>
    <dgm:pt modelId="{03EE217C-2585-45C4-BD39-72E0B7D3ECD2}" type="pres">
      <dgm:prSet presAssocID="{2CF115CC-1A17-4710-9390-19A5B881CA98}" presName="dstNode" presStyleLbl="node1" presStyleIdx="0" presStyleCnt="3"/>
      <dgm:spPr/>
    </dgm:pt>
    <dgm:pt modelId="{8522A7F0-D2F0-446B-BD4B-E6D26D80DC1D}" type="pres">
      <dgm:prSet presAssocID="{BD8EEF0F-11CF-4A83-9ECB-DFDDB8BBE29C}" presName="text_1" presStyleLbl="node1" presStyleIdx="0" presStyleCnt="3">
        <dgm:presLayoutVars>
          <dgm:bulletEnabled val="1"/>
        </dgm:presLayoutVars>
      </dgm:prSet>
      <dgm:spPr/>
    </dgm:pt>
    <dgm:pt modelId="{58C68949-1E6B-4FDB-92FF-940DA2D179F2}" type="pres">
      <dgm:prSet presAssocID="{BD8EEF0F-11CF-4A83-9ECB-DFDDB8BBE29C}" presName="accent_1" presStyleCnt="0"/>
      <dgm:spPr/>
    </dgm:pt>
    <dgm:pt modelId="{070881AB-4461-4BC3-BC3D-556AFA414588}" type="pres">
      <dgm:prSet presAssocID="{BD8EEF0F-11CF-4A83-9ECB-DFDDB8BBE29C}" presName="accentRepeatNode" presStyleLbl="solidFgAcc1" presStyleIdx="0" presStyleCnt="3"/>
      <dgm:spPr/>
    </dgm:pt>
    <dgm:pt modelId="{150A273F-2991-4E90-9730-E69FF195041F}" type="pres">
      <dgm:prSet presAssocID="{D79614AD-6026-4B4D-AE46-1394F6BDD57B}" presName="text_2" presStyleLbl="node1" presStyleIdx="1" presStyleCnt="3">
        <dgm:presLayoutVars>
          <dgm:bulletEnabled val="1"/>
        </dgm:presLayoutVars>
      </dgm:prSet>
      <dgm:spPr/>
    </dgm:pt>
    <dgm:pt modelId="{4BA076A8-C0A2-42D5-A9EB-6A274F731FC6}" type="pres">
      <dgm:prSet presAssocID="{D79614AD-6026-4B4D-AE46-1394F6BDD57B}" presName="accent_2" presStyleCnt="0"/>
      <dgm:spPr/>
    </dgm:pt>
    <dgm:pt modelId="{2ED9B1DB-C0D9-45FF-BAC7-402BF1F4C009}" type="pres">
      <dgm:prSet presAssocID="{D79614AD-6026-4B4D-AE46-1394F6BDD57B}" presName="accentRepeatNode" presStyleLbl="solidFgAcc1" presStyleIdx="1" presStyleCnt="3"/>
      <dgm:spPr/>
    </dgm:pt>
    <dgm:pt modelId="{CEF48176-86FC-4633-8EA6-70F703B79490}" type="pres">
      <dgm:prSet presAssocID="{8E89AA5B-8A40-4AE3-8AA5-5F834F03EB16}" presName="text_3" presStyleLbl="node1" presStyleIdx="2" presStyleCnt="3">
        <dgm:presLayoutVars>
          <dgm:bulletEnabled val="1"/>
        </dgm:presLayoutVars>
      </dgm:prSet>
      <dgm:spPr/>
    </dgm:pt>
    <dgm:pt modelId="{88B52615-4CB8-4A97-B799-A6C5D38103C4}" type="pres">
      <dgm:prSet presAssocID="{8E89AA5B-8A40-4AE3-8AA5-5F834F03EB16}" presName="accent_3" presStyleCnt="0"/>
      <dgm:spPr/>
    </dgm:pt>
    <dgm:pt modelId="{6427F8C8-BC07-47DE-8934-853E46AF8B00}" type="pres">
      <dgm:prSet presAssocID="{8E89AA5B-8A40-4AE3-8AA5-5F834F03EB16}" presName="accentRepeatNode" presStyleLbl="solidFgAcc1" presStyleIdx="2" presStyleCnt="3"/>
      <dgm:spPr/>
    </dgm:pt>
  </dgm:ptLst>
  <dgm:cxnLst>
    <dgm:cxn modelId="{FFB4D134-7358-4DE1-BA78-59809A98CF6E}" type="presOf" srcId="{D79614AD-6026-4B4D-AE46-1394F6BDD57B}" destId="{150A273F-2991-4E90-9730-E69FF195041F}" srcOrd="0" destOrd="0" presId="urn:microsoft.com/office/officeart/2008/layout/VerticalCurvedList"/>
    <dgm:cxn modelId="{FD9ED738-E3D9-4839-BA63-8810237A21CE}" type="presOf" srcId="{2CF115CC-1A17-4710-9390-19A5B881CA98}" destId="{5254AB57-BEA2-4B55-AE52-E8A99C25FE21}" srcOrd="0" destOrd="0" presId="urn:microsoft.com/office/officeart/2008/layout/VerticalCurvedList"/>
    <dgm:cxn modelId="{3272B94A-C4E6-4F97-918F-CAA446C9EE96}" type="presOf" srcId="{8E89AA5B-8A40-4AE3-8AA5-5F834F03EB16}" destId="{CEF48176-86FC-4633-8EA6-70F703B79490}" srcOrd="0" destOrd="0" presId="urn:microsoft.com/office/officeart/2008/layout/VerticalCurvedList"/>
    <dgm:cxn modelId="{23E68178-6C08-40C3-BD3E-0C988A59C9F2}" type="presOf" srcId="{BD8EEF0F-11CF-4A83-9ECB-DFDDB8BBE29C}" destId="{8522A7F0-D2F0-446B-BD4B-E6D26D80DC1D}" srcOrd="0" destOrd="0" presId="urn:microsoft.com/office/officeart/2008/layout/VerticalCurvedList"/>
    <dgm:cxn modelId="{9421E099-4444-48CD-81DC-38B80AD2B94B}" srcId="{2CF115CC-1A17-4710-9390-19A5B881CA98}" destId="{D79614AD-6026-4B4D-AE46-1394F6BDD57B}" srcOrd="1" destOrd="0" parTransId="{6310CB69-A58C-40E2-A16D-CA1C6E38EA18}" sibTransId="{F37B46C8-E4D4-44CC-8B0F-6DAB15E75BD2}"/>
    <dgm:cxn modelId="{1349B3A3-607D-4AB0-AF00-C7E251F93271}" type="presOf" srcId="{5E39673A-35CC-4072-9FBF-ADDDDD7FE606}" destId="{0B8575FE-66EA-4E0E-B6B7-0B06CDE9BD92}" srcOrd="0" destOrd="0" presId="urn:microsoft.com/office/officeart/2008/layout/VerticalCurvedList"/>
    <dgm:cxn modelId="{4D5E04A7-85E4-48FC-BD86-0051864F986F}" srcId="{2CF115CC-1A17-4710-9390-19A5B881CA98}" destId="{8E89AA5B-8A40-4AE3-8AA5-5F834F03EB16}" srcOrd="2" destOrd="0" parTransId="{48D1A382-9144-41AE-8EF1-274C0588510A}" sibTransId="{321EF17E-AA2A-4012-80F7-16427059DD90}"/>
    <dgm:cxn modelId="{81AA6DC8-A195-4BA9-93B7-FE59ABB33FB2}" srcId="{2CF115CC-1A17-4710-9390-19A5B881CA98}" destId="{BD8EEF0F-11CF-4A83-9ECB-DFDDB8BBE29C}" srcOrd="0" destOrd="0" parTransId="{95C68DF0-7394-40A4-AA10-2A482EB9D4F0}" sibTransId="{5E39673A-35CC-4072-9FBF-ADDDDD7FE606}"/>
    <dgm:cxn modelId="{1E9D92BC-2727-4418-A9B7-783D864F7143}" type="presParOf" srcId="{5254AB57-BEA2-4B55-AE52-E8A99C25FE21}" destId="{85370D5E-34F8-4460-BC9E-CD3C43E92B2E}" srcOrd="0" destOrd="0" presId="urn:microsoft.com/office/officeart/2008/layout/VerticalCurvedList"/>
    <dgm:cxn modelId="{0821A9E5-74A7-4F91-A40D-26CE246FEB73}" type="presParOf" srcId="{85370D5E-34F8-4460-BC9E-CD3C43E92B2E}" destId="{DD8E230C-2483-4D6C-A0D1-1E0DE0ECC7F3}" srcOrd="0" destOrd="0" presId="urn:microsoft.com/office/officeart/2008/layout/VerticalCurvedList"/>
    <dgm:cxn modelId="{A1278C25-F9C6-49BA-B93B-B72A47240CF0}" type="presParOf" srcId="{DD8E230C-2483-4D6C-A0D1-1E0DE0ECC7F3}" destId="{FA935FB4-D940-49B8-A01F-E2E1CCC45879}" srcOrd="0" destOrd="0" presId="urn:microsoft.com/office/officeart/2008/layout/VerticalCurvedList"/>
    <dgm:cxn modelId="{7B0B913F-CFBB-42A4-9210-B1A55A69422A}" type="presParOf" srcId="{DD8E230C-2483-4D6C-A0D1-1E0DE0ECC7F3}" destId="{0B8575FE-66EA-4E0E-B6B7-0B06CDE9BD92}" srcOrd="1" destOrd="0" presId="urn:microsoft.com/office/officeart/2008/layout/VerticalCurvedList"/>
    <dgm:cxn modelId="{5DA7319C-39D9-443B-8E7F-56E23787075B}" type="presParOf" srcId="{DD8E230C-2483-4D6C-A0D1-1E0DE0ECC7F3}" destId="{34344F55-AFFB-44E6-956A-00FCE68CA4C5}" srcOrd="2" destOrd="0" presId="urn:microsoft.com/office/officeart/2008/layout/VerticalCurvedList"/>
    <dgm:cxn modelId="{ED95941F-33E4-4FF2-9F16-3A27CD8D0962}" type="presParOf" srcId="{DD8E230C-2483-4D6C-A0D1-1E0DE0ECC7F3}" destId="{03EE217C-2585-45C4-BD39-72E0B7D3ECD2}" srcOrd="3" destOrd="0" presId="urn:microsoft.com/office/officeart/2008/layout/VerticalCurvedList"/>
    <dgm:cxn modelId="{09D1A05C-3F98-45EA-8E5C-3D8854762F3A}" type="presParOf" srcId="{85370D5E-34F8-4460-BC9E-CD3C43E92B2E}" destId="{8522A7F0-D2F0-446B-BD4B-E6D26D80DC1D}" srcOrd="1" destOrd="0" presId="urn:microsoft.com/office/officeart/2008/layout/VerticalCurvedList"/>
    <dgm:cxn modelId="{581B3E3B-E860-4EB5-A91E-3BEAF533C5CF}" type="presParOf" srcId="{85370D5E-34F8-4460-BC9E-CD3C43E92B2E}" destId="{58C68949-1E6B-4FDB-92FF-940DA2D179F2}" srcOrd="2" destOrd="0" presId="urn:microsoft.com/office/officeart/2008/layout/VerticalCurvedList"/>
    <dgm:cxn modelId="{35DAA7B2-9F41-4E64-BAE1-BA7D16BD4A8B}" type="presParOf" srcId="{58C68949-1E6B-4FDB-92FF-940DA2D179F2}" destId="{070881AB-4461-4BC3-BC3D-556AFA414588}" srcOrd="0" destOrd="0" presId="urn:microsoft.com/office/officeart/2008/layout/VerticalCurvedList"/>
    <dgm:cxn modelId="{EA33FFEA-088F-4A77-945A-6DB531605853}" type="presParOf" srcId="{85370D5E-34F8-4460-BC9E-CD3C43E92B2E}" destId="{150A273F-2991-4E90-9730-E69FF195041F}" srcOrd="3" destOrd="0" presId="urn:microsoft.com/office/officeart/2008/layout/VerticalCurvedList"/>
    <dgm:cxn modelId="{CC039BCE-B768-4AC3-B960-F08CFE9C30F4}" type="presParOf" srcId="{85370D5E-34F8-4460-BC9E-CD3C43E92B2E}" destId="{4BA076A8-C0A2-42D5-A9EB-6A274F731FC6}" srcOrd="4" destOrd="0" presId="urn:microsoft.com/office/officeart/2008/layout/VerticalCurvedList"/>
    <dgm:cxn modelId="{1B998CEC-43A2-4EF3-B5EB-57CD5D861328}" type="presParOf" srcId="{4BA076A8-C0A2-42D5-A9EB-6A274F731FC6}" destId="{2ED9B1DB-C0D9-45FF-BAC7-402BF1F4C009}" srcOrd="0" destOrd="0" presId="urn:microsoft.com/office/officeart/2008/layout/VerticalCurvedList"/>
    <dgm:cxn modelId="{BF13CC19-EB5A-4DF8-A112-40084C62B569}" type="presParOf" srcId="{85370D5E-34F8-4460-BC9E-CD3C43E92B2E}" destId="{CEF48176-86FC-4633-8EA6-70F703B79490}" srcOrd="5" destOrd="0" presId="urn:microsoft.com/office/officeart/2008/layout/VerticalCurvedList"/>
    <dgm:cxn modelId="{9FCCD19A-95AB-4F6A-A0AE-04D9D8D120D4}" type="presParOf" srcId="{85370D5E-34F8-4460-BC9E-CD3C43E92B2E}" destId="{88B52615-4CB8-4A97-B799-A6C5D38103C4}" srcOrd="6" destOrd="0" presId="urn:microsoft.com/office/officeart/2008/layout/VerticalCurvedList"/>
    <dgm:cxn modelId="{2BA7E666-11EF-4968-BCFB-D4B2FB26F778}" type="presParOf" srcId="{88B52615-4CB8-4A97-B799-A6C5D38103C4}" destId="{6427F8C8-BC07-47DE-8934-853E46AF8B00}"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290624-CCC9-4A2B-AD27-9C9C76B2F7CA}">
      <dsp:nvSpPr>
        <dsp:cNvPr id="0" name=""/>
        <dsp:cNvSpPr/>
      </dsp:nvSpPr>
      <dsp:spPr>
        <a:xfrm>
          <a:off x="0" y="23930"/>
          <a:ext cx="8915400" cy="81899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Structured vs Unstructured</a:t>
          </a:r>
        </a:p>
      </dsp:txBody>
      <dsp:txXfrm>
        <a:off x="39980" y="63910"/>
        <a:ext cx="8835440" cy="739039"/>
      </dsp:txXfrm>
    </dsp:sp>
    <dsp:sp modelId="{AD3CB44B-7534-43B1-AF42-829A9329C0E6}">
      <dsp:nvSpPr>
        <dsp:cNvPr id="0" name=""/>
        <dsp:cNvSpPr/>
      </dsp:nvSpPr>
      <dsp:spPr>
        <a:xfrm>
          <a:off x="0" y="842930"/>
          <a:ext cx="8915400" cy="796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064"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dirty="0"/>
            <a:t>A series of fixed questions vs open-ended questions molded as per the responses given</a:t>
          </a:r>
        </a:p>
      </dsp:txBody>
      <dsp:txXfrm>
        <a:off x="0" y="842930"/>
        <a:ext cx="8915400" cy="796950"/>
      </dsp:txXfrm>
    </dsp:sp>
    <dsp:sp modelId="{C563276A-9501-49D6-AAB7-514CDE387EEE}">
      <dsp:nvSpPr>
        <dsp:cNvPr id="0" name=""/>
        <dsp:cNvSpPr/>
      </dsp:nvSpPr>
      <dsp:spPr>
        <a:xfrm>
          <a:off x="0" y="1639880"/>
          <a:ext cx="8915400" cy="818999"/>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Panel vs group</a:t>
          </a:r>
        </a:p>
      </dsp:txBody>
      <dsp:txXfrm>
        <a:off x="39980" y="1679860"/>
        <a:ext cx="8835440" cy="739039"/>
      </dsp:txXfrm>
    </dsp:sp>
    <dsp:sp modelId="{E9EFD26C-D5DA-4D7D-A795-F346973B5B8E}">
      <dsp:nvSpPr>
        <dsp:cNvPr id="0" name=""/>
        <dsp:cNvSpPr/>
      </dsp:nvSpPr>
      <dsp:spPr>
        <a:xfrm>
          <a:off x="0" y="2458880"/>
          <a:ext cx="8915400" cy="796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064"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dirty="0"/>
            <a:t>Several interviewers in a panel vs a group discussion with other candidates</a:t>
          </a:r>
        </a:p>
      </dsp:txBody>
      <dsp:txXfrm>
        <a:off x="0" y="2458880"/>
        <a:ext cx="8915400" cy="796950"/>
      </dsp:txXfrm>
    </dsp:sp>
    <dsp:sp modelId="{22091151-E67F-43E5-80DA-551E7395D5BE}">
      <dsp:nvSpPr>
        <dsp:cNvPr id="0" name=""/>
        <dsp:cNvSpPr/>
      </dsp:nvSpPr>
      <dsp:spPr>
        <a:xfrm>
          <a:off x="0" y="3255830"/>
          <a:ext cx="8915400" cy="818999"/>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Behavioral</a:t>
          </a:r>
        </a:p>
      </dsp:txBody>
      <dsp:txXfrm>
        <a:off x="39980" y="3295810"/>
        <a:ext cx="8835440" cy="739039"/>
      </dsp:txXfrm>
    </dsp:sp>
    <dsp:sp modelId="{8D86C33E-8D43-4595-B654-63F96D4155B0}">
      <dsp:nvSpPr>
        <dsp:cNvPr id="0" name=""/>
        <dsp:cNvSpPr/>
      </dsp:nvSpPr>
      <dsp:spPr>
        <a:xfrm>
          <a:off x="0" y="4074830"/>
          <a:ext cx="8915400" cy="579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064"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dirty="0"/>
            <a:t>Questions about specific incidents/experiences from the past</a:t>
          </a:r>
        </a:p>
      </dsp:txBody>
      <dsp:txXfrm>
        <a:off x="0" y="4074830"/>
        <a:ext cx="8915400" cy="5796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205788-E1DC-49CE-8875-35DD64A745D1}">
      <dsp:nvSpPr>
        <dsp:cNvPr id="0" name=""/>
        <dsp:cNvSpPr/>
      </dsp:nvSpPr>
      <dsp:spPr>
        <a:xfrm>
          <a:off x="0" y="38355"/>
          <a:ext cx="8915400" cy="7956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Situational</a:t>
          </a:r>
        </a:p>
      </dsp:txBody>
      <dsp:txXfrm>
        <a:off x="38838" y="77193"/>
        <a:ext cx="8837724" cy="717924"/>
      </dsp:txXfrm>
    </dsp:sp>
    <dsp:sp modelId="{8714C277-3323-497E-91D6-BBE97B94D288}">
      <dsp:nvSpPr>
        <dsp:cNvPr id="0" name=""/>
        <dsp:cNvSpPr/>
      </dsp:nvSpPr>
      <dsp:spPr>
        <a:xfrm>
          <a:off x="0" y="833955"/>
          <a:ext cx="8915400" cy="791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064"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dirty="0"/>
            <a:t>Questions focus on how you will handle hypothetical situations on the job</a:t>
          </a:r>
        </a:p>
      </dsp:txBody>
      <dsp:txXfrm>
        <a:off x="0" y="833955"/>
        <a:ext cx="8915400" cy="791775"/>
      </dsp:txXfrm>
    </dsp:sp>
    <dsp:sp modelId="{961D07B9-C835-4436-B355-ADE759187BCE}">
      <dsp:nvSpPr>
        <dsp:cNvPr id="0" name=""/>
        <dsp:cNvSpPr/>
      </dsp:nvSpPr>
      <dsp:spPr>
        <a:xfrm>
          <a:off x="0" y="1625730"/>
          <a:ext cx="8915400" cy="795600"/>
        </a:xfrm>
        <a:prstGeom prst="roundRect">
          <a:avLst/>
        </a:prstGeom>
        <a:solidFill>
          <a:schemeClr val="accent5">
            <a:hueOff val="-515611"/>
            <a:satOff val="-6008"/>
            <a:lumOff val="-107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Working </a:t>
          </a:r>
        </a:p>
      </dsp:txBody>
      <dsp:txXfrm>
        <a:off x="38838" y="1664568"/>
        <a:ext cx="8837724" cy="717924"/>
      </dsp:txXfrm>
    </dsp:sp>
    <dsp:sp modelId="{56083B03-7253-4BF3-9362-F381909D89E5}">
      <dsp:nvSpPr>
        <dsp:cNvPr id="0" name=""/>
        <dsp:cNvSpPr/>
      </dsp:nvSpPr>
      <dsp:spPr>
        <a:xfrm>
          <a:off x="0" y="2421329"/>
          <a:ext cx="8915400" cy="791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064"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dirty="0"/>
            <a:t>You are asked to perform a job related activity during the interview</a:t>
          </a:r>
        </a:p>
      </dsp:txBody>
      <dsp:txXfrm>
        <a:off x="0" y="2421329"/>
        <a:ext cx="8915400" cy="791775"/>
      </dsp:txXfrm>
    </dsp:sp>
    <dsp:sp modelId="{DF148D07-B75F-4258-A251-BC490860B2FD}">
      <dsp:nvSpPr>
        <dsp:cNvPr id="0" name=""/>
        <dsp:cNvSpPr/>
      </dsp:nvSpPr>
      <dsp:spPr>
        <a:xfrm>
          <a:off x="0" y="3213105"/>
          <a:ext cx="8915400" cy="795600"/>
        </a:xfrm>
        <a:prstGeom prst="roundRect">
          <a:avLst/>
        </a:prstGeom>
        <a:solidFill>
          <a:schemeClr val="accent5">
            <a:hueOff val="-1031223"/>
            <a:satOff val="-12017"/>
            <a:lumOff val="-215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Stress</a:t>
          </a:r>
        </a:p>
      </dsp:txBody>
      <dsp:txXfrm>
        <a:off x="38838" y="3251943"/>
        <a:ext cx="8837724" cy="717924"/>
      </dsp:txXfrm>
    </dsp:sp>
    <dsp:sp modelId="{094CC791-F7D8-45AD-86F1-FEAF3B3B82FF}">
      <dsp:nvSpPr>
        <dsp:cNvPr id="0" name=""/>
        <dsp:cNvSpPr/>
      </dsp:nvSpPr>
      <dsp:spPr>
        <a:xfrm>
          <a:off x="0" y="4008705"/>
          <a:ext cx="8915400" cy="563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064"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dirty="0"/>
            <a:t>To check how well you handle stressful situations</a:t>
          </a:r>
        </a:p>
      </dsp:txBody>
      <dsp:txXfrm>
        <a:off x="0" y="4008705"/>
        <a:ext cx="8915400" cy="5630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B62747-75B6-4E3C-AB4A-2877CDCE9C7E}">
      <dsp:nvSpPr>
        <dsp:cNvPr id="0" name=""/>
        <dsp:cNvSpPr/>
      </dsp:nvSpPr>
      <dsp:spPr>
        <a:xfrm>
          <a:off x="727858" y="2450"/>
          <a:ext cx="3552229" cy="2131337"/>
        </a:xfrm>
        <a:prstGeom prst="rect">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2489200">
            <a:lnSpc>
              <a:spcPct val="90000"/>
            </a:lnSpc>
            <a:spcBef>
              <a:spcPct val="0"/>
            </a:spcBef>
            <a:spcAft>
              <a:spcPct val="35000"/>
            </a:spcAft>
            <a:buNone/>
          </a:pPr>
          <a:r>
            <a:rPr lang="en-US" sz="5600" kern="1200" dirty="0"/>
            <a:t>Telephonic</a:t>
          </a:r>
        </a:p>
      </dsp:txBody>
      <dsp:txXfrm>
        <a:off x="727858" y="2450"/>
        <a:ext cx="3552229" cy="2131337"/>
      </dsp:txXfrm>
    </dsp:sp>
    <dsp:sp modelId="{6F13E403-915A-41DD-8279-566CEBC607FF}">
      <dsp:nvSpPr>
        <dsp:cNvPr id="0" name=""/>
        <dsp:cNvSpPr/>
      </dsp:nvSpPr>
      <dsp:spPr>
        <a:xfrm>
          <a:off x="4635311" y="2450"/>
          <a:ext cx="3552229" cy="2131337"/>
        </a:xfrm>
        <a:prstGeom prst="rect">
          <a:avLst/>
        </a:prstGeom>
        <a:solidFill>
          <a:schemeClr val="accent1">
            <a:shade val="80000"/>
            <a:hueOff val="74757"/>
            <a:satOff val="-18"/>
            <a:lumOff val="836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2489200">
            <a:lnSpc>
              <a:spcPct val="90000"/>
            </a:lnSpc>
            <a:spcBef>
              <a:spcPct val="0"/>
            </a:spcBef>
            <a:spcAft>
              <a:spcPct val="35000"/>
            </a:spcAft>
            <a:buNone/>
          </a:pPr>
          <a:r>
            <a:rPr lang="en-US" sz="5600" kern="1200" dirty="0"/>
            <a:t>Video conference</a:t>
          </a:r>
        </a:p>
      </dsp:txBody>
      <dsp:txXfrm>
        <a:off x="4635311" y="2450"/>
        <a:ext cx="3552229" cy="2131337"/>
      </dsp:txXfrm>
    </dsp:sp>
    <dsp:sp modelId="{F0DB4E60-7928-47E3-935C-991212D83660}">
      <dsp:nvSpPr>
        <dsp:cNvPr id="0" name=""/>
        <dsp:cNvSpPr/>
      </dsp:nvSpPr>
      <dsp:spPr>
        <a:xfrm>
          <a:off x="727858" y="2489011"/>
          <a:ext cx="3552229" cy="2131337"/>
        </a:xfrm>
        <a:prstGeom prst="rect">
          <a:avLst/>
        </a:prstGeom>
        <a:solidFill>
          <a:schemeClr val="accent1">
            <a:shade val="80000"/>
            <a:hueOff val="149515"/>
            <a:satOff val="-36"/>
            <a:lumOff val="1673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2489200">
            <a:lnSpc>
              <a:spcPct val="90000"/>
            </a:lnSpc>
            <a:spcBef>
              <a:spcPct val="0"/>
            </a:spcBef>
            <a:spcAft>
              <a:spcPct val="35000"/>
            </a:spcAft>
            <a:buNone/>
          </a:pPr>
          <a:r>
            <a:rPr lang="en-US" sz="5600" kern="1200" dirty="0"/>
            <a:t>Recorded </a:t>
          </a:r>
        </a:p>
      </dsp:txBody>
      <dsp:txXfrm>
        <a:off x="727858" y="2489011"/>
        <a:ext cx="3552229" cy="2131337"/>
      </dsp:txXfrm>
    </dsp:sp>
    <dsp:sp modelId="{CC9D5E06-F0E1-40CC-BCEC-74F8BC2D23E6}">
      <dsp:nvSpPr>
        <dsp:cNvPr id="0" name=""/>
        <dsp:cNvSpPr/>
      </dsp:nvSpPr>
      <dsp:spPr>
        <a:xfrm>
          <a:off x="4635311" y="2489011"/>
          <a:ext cx="3552229" cy="2131337"/>
        </a:xfrm>
        <a:prstGeom prst="rect">
          <a:avLst/>
        </a:prstGeom>
        <a:solidFill>
          <a:schemeClr val="accent1">
            <a:shade val="80000"/>
            <a:hueOff val="224272"/>
            <a:satOff val="-54"/>
            <a:lumOff val="2509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2489200">
            <a:lnSpc>
              <a:spcPct val="90000"/>
            </a:lnSpc>
            <a:spcBef>
              <a:spcPct val="0"/>
            </a:spcBef>
            <a:spcAft>
              <a:spcPct val="35000"/>
            </a:spcAft>
            <a:buNone/>
          </a:pPr>
          <a:r>
            <a:rPr lang="en-US" sz="5600" kern="1200" dirty="0"/>
            <a:t>Mobile Apps</a:t>
          </a:r>
        </a:p>
      </dsp:txBody>
      <dsp:txXfrm>
        <a:off x="4635311" y="2489011"/>
        <a:ext cx="3552229" cy="21313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3613BB-0FC2-46E5-9C2A-B69803B22C08}">
      <dsp:nvSpPr>
        <dsp:cNvPr id="0" name=""/>
        <dsp:cNvSpPr/>
      </dsp:nvSpPr>
      <dsp:spPr>
        <a:xfrm>
          <a:off x="0" y="569512"/>
          <a:ext cx="9121631" cy="226800"/>
        </a:xfrm>
        <a:prstGeom prst="rect">
          <a:avLst/>
        </a:prstGeom>
        <a:solidFill>
          <a:schemeClr val="accent4">
            <a:alpha val="90000"/>
            <a:tint val="40000"/>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17309B9-AB9C-4C4F-A2C2-733233B53CB4}">
      <dsp:nvSpPr>
        <dsp:cNvPr id="0" name=""/>
        <dsp:cNvSpPr/>
      </dsp:nvSpPr>
      <dsp:spPr>
        <a:xfrm>
          <a:off x="456081" y="105876"/>
          <a:ext cx="6385141" cy="596475"/>
        </a:xfrm>
        <a:prstGeom prst="round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43" tIns="0" rIns="241343" bIns="0" numCol="1" spcCol="1270" anchor="ctr" anchorCtr="0">
          <a:noAutofit/>
        </a:bodyPr>
        <a:lstStyle/>
        <a:p>
          <a:pPr marL="0" lvl="0" indent="0" algn="l" defTabSz="800100">
            <a:lnSpc>
              <a:spcPct val="90000"/>
            </a:lnSpc>
            <a:spcBef>
              <a:spcPct val="0"/>
            </a:spcBef>
            <a:spcAft>
              <a:spcPct val="35000"/>
            </a:spcAft>
            <a:buNone/>
          </a:pPr>
          <a:r>
            <a:rPr lang="en-US" sz="1800" kern="1200" dirty="0"/>
            <a:t>Can you handle the responsibilities of the position?</a:t>
          </a:r>
        </a:p>
      </dsp:txBody>
      <dsp:txXfrm>
        <a:off x="485199" y="134994"/>
        <a:ext cx="6326905" cy="538239"/>
      </dsp:txXfrm>
    </dsp:sp>
    <dsp:sp modelId="{17856CF3-624C-45BC-AC50-4079F3971410}">
      <dsp:nvSpPr>
        <dsp:cNvPr id="0" name=""/>
        <dsp:cNvSpPr/>
      </dsp:nvSpPr>
      <dsp:spPr>
        <a:xfrm>
          <a:off x="0" y="1459576"/>
          <a:ext cx="9121631" cy="226800"/>
        </a:xfrm>
        <a:prstGeom prst="rect">
          <a:avLst/>
        </a:prstGeom>
        <a:solidFill>
          <a:schemeClr val="accent4">
            <a:alpha val="90000"/>
            <a:tint val="40000"/>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30DA175-2860-4F28-85F9-28A6A21D4A24}">
      <dsp:nvSpPr>
        <dsp:cNvPr id="0" name=""/>
        <dsp:cNvSpPr/>
      </dsp:nvSpPr>
      <dsp:spPr>
        <a:xfrm>
          <a:off x="455636" y="844912"/>
          <a:ext cx="6378906" cy="747503"/>
        </a:xfrm>
        <a:prstGeom prst="round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43" tIns="0" rIns="241343" bIns="0" numCol="1" spcCol="1270" anchor="ctr" anchorCtr="0">
          <a:noAutofit/>
        </a:bodyPr>
        <a:lstStyle/>
        <a:p>
          <a:pPr marL="0" lvl="0" indent="0" algn="l" defTabSz="800100">
            <a:lnSpc>
              <a:spcPct val="90000"/>
            </a:lnSpc>
            <a:spcBef>
              <a:spcPct val="0"/>
            </a:spcBef>
            <a:spcAft>
              <a:spcPct val="35000"/>
            </a:spcAft>
            <a:buNone/>
          </a:pPr>
          <a:r>
            <a:rPr lang="en-US" sz="1800" kern="1200" dirty="0"/>
            <a:t>Are you a good fit with the organization and the target position?</a:t>
          </a:r>
        </a:p>
      </dsp:txBody>
      <dsp:txXfrm>
        <a:off x="492126" y="881402"/>
        <a:ext cx="6305926" cy="674523"/>
      </dsp:txXfrm>
    </dsp:sp>
    <dsp:sp modelId="{C2215BE0-FC27-451F-8143-BC5174A9813C}">
      <dsp:nvSpPr>
        <dsp:cNvPr id="0" name=""/>
        <dsp:cNvSpPr/>
      </dsp:nvSpPr>
      <dsp:spPr>
        <a:xfrm>
          <a:off x="0" y="2494674"/>
          <a:ext cx="9121631" cy="226800"/>
        </a:xfrm>
        <a:prstGeom prst="rect">
          <a:avLst/>
        </a:prstGeom>
        <a:solidFill>
          <a:schemeClr val="accent4">
            <a:alpha val="90000"/>
            <a:tint val="40000"/>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9CE1389-9D19-481E-BB57-7A748691F0A5}">
      <dsp:nvSpPr>
        <dsp:cNvPr id="0" name=""/>
        <dsp:cNvSpPr/>
      </dsp:nvSpPr>
      <dsp:spPr>
        <a:xfrm>
          <a:off x="455636" y="1734976"/>
          <a:ext cx="6378906" cy="892538"/>
        </a:xfrm>
        <a:prstGeom prst="round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43" tIns="0" rIns="241343" bIns="0" numCol="1" spcCol="1270" anchor="ctr" anchorCtr="0">
          <a:noAutofit/>
        </a:bodyPr>
        <a:lstStyle/>
        <a:p>
          <a:pPr marL="0" lvl="0" indent="0" algn="l" defTabSz="800100">
            <a:lnSpc>
              <a:spcPct val="90000"/>
            </a:lnSpc>
            <a:spcBef>
              <a:spcPct val="0"/>
            </a:spcBef>
            <a:spcAft>
              <a:spcPct val="35000"/>
            </a:spcAft>
            <a:buNone/>
          </a:pPr>
          <a:r>
            <a:rPr lang="en-US" sz="1800" kern="1200" dirty="0"/>
            <a:t>Do have the qualities of a good employee-work ethic, confidence, dedication, positivity, courtesy, commitment, curiosity?</a:t>
          </a:r>
        </a:p>
      </dsp:txBody>
      <dsp:txXfrm>
        <a:off x="499206" y="1778546"/>
        <a:ext cx="6291766" cy="805398"/>
      </dsp:txXfrm>
    </dsp:sp>
    <dsp:sp modelId="{81B1E6B7-E970-492E-9C8A-6BF6B022AB7E}">
      <dsp:nvSpPr>
        <dsp:cNvPr id="0" name=""/>
        <dsp:cNvSpPr/>
      </dsp:nvSpPr>
      <dsp:spPr>
        <a:xfrm>
          <a:off x="0" y="3912363"/>
          <a:ext cx="9121631" cy="226800"/>
        </a:xfrm>
        <a:prstGeom prst="rect">
          <a:avLst/>
        </a:prstGeom>
        <a:solidFill>
          <a:schemeClr val="accent4">
            <a:alpha val="90000"/>
            <a:tint val="40000"/>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43627D3-9DD2-480F-AD2B-5CFDA8FC6081}">
      <dsp:nvSpPr>
        <dsp:cNvPr id="0" name=""/>
        <dsp:cNvSpPr/>
      </dsp:nvSpPr>
      <dsp:spPr>
        <a:xfrm>
          <a:off x="455636" y="2770074"/>
          <a:ext cx="6378906" cy="1275128"/>
        </a:xfrm>
        <a:prstGeom prst="round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43" tIns="0" rIns="241343" bIns="0" numCol="1" spcCol="1270" anchor="ctr" anchorCtr="0">
          <a:noAutofit/>
        </a:bodyPr>
        <a:lstStyle/>
        <a:p>
          <a:pPr marL="0" lvl="0" indent="0" algn="l" defTabSz="800100">
            <a:lnSpc>
              <a:spcPct val="90000"/>
            </a:lnSpc>
            <a:spcBef>
              <a:spcPct val="0"/>
            </a:spcBef>
            <a:spcAft>
              <a:spcPct val="35000"/>
            </a:spcAft>
            <a:buNone/>
          </a:pPr>
          <a:r>
            <a:rPr lang="en-US" sz="1800" kern="1200" dirty="0"/>
            <a:t>Can you commit to something larger than your own individual goals?</a:t>
          </a:r>
        </a:p>
      </dsp:txBody>
      <dsp:txXfrm>
        <a:off x="517883" y="2832321"/>
        <a:ext cx="6254412" cy="1150634"/>
      </dsp:txXfrm>
    </dsp:sp>
    <dsp:sp modelId="{B2A3D665-B196-450D-A1C9-C444500744E9}">
      <dsp:nvSpPr>
        <dsp:cNvPr id="0" name=""/>
        <dsp:cNvSpPr/>
      </dsp:nvSpPr>
      <dsp:spPr>
        <a:xfrm>
          <a:off x="0" y="5056741"/>
          <a:ext cx="9121631" cy="226800"/>
        </a:xfrm>
        <a:prstGeom prst="rect">
          <a:avLst/>
        </a:prstGeom>
        <a:solidFill>
          <a:schemeClr val="accent4">
            <a:alpha val="90000"/>
            <a:tint val="40000"/>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AF6DB4D-A6B1-4462-AD1A-C94A3C9E1A0C}">
      <dsp:nvSpPr>
        <dsp:cNvPr id="0" name=""/>
        <dsp:cNvSpPr/>
      </dsp:nvSpPr>
      <dsp:spPr>
        <a:xfrm>
          <a:off x="455636" y="4187763"/>
          <a:ext cx="6378906" cy="1001818"/>
        </a:xfrm>
        <a:prstGeom prst="round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43" tIns="0" rIns="241343" bIns="0" numCol="1" spcCol="1270" anchor="ctr" anchorCtr="0">
          <a:noAutofit/>
        </a:bodyPr>
        <a:lstStyle/>
        <a:p>
          <a:pPr marL="0" lvl="0" indent="0" algn="l" defTabSz="800100">
            <a:lnSpc>
              <a:spcPct val="90000"/>
            </a:lnSpc>
            <a:spcBef>
              <a:spcPct val="0"/>
            </a:spcBef>
            <a:spcAft>
              <a:spcPct val="35000"/>
            </a:spcAft>
            <a:buNone/>
          </a:pPr>
          <a:r>
            <a:rPr lang="en-US" sz="1800" kern="1200" dirty="0"/>
            <a:t>Are a good fit with the unique culture of the organization?</a:t>
          </a:r>
        </a:p>
      </dsp:txBody>
      <dsp:txXfrm>
        <a:off x="504541" y="4236668"/>
        <a:ext cx="6281096" cy="90400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558F44-15F8-4F2C-8C53-85D50AE9C8B6}">
      <dsp:nvSpPr>
        <dsp:cNvPr id="0" name=""/>
        <dsp:cNvSpPr/>
      </dsp:nvSpPr>
      <dsp:spPr>
        <a:xfrm>
          <a:off x="0" y="0"/>
          <a:ext cx="7132320" cy="111864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en-US" sz="1900" kern="1200" dirty="0"/>
            <a:t>Research the position/career-duties, responsibilities, skills needed, qualifications needed, knowledge required, possible career path, market demand, importance if the profession</a:t>
          </a:r>
        </a:p>
      </dsp:txBody>
      <dsp:txXfrm>
        <a:off x="32764" y="32764"/>
        <a:ext cx="5830686" cy="1053119"/>
      </dsp:txXfrm>
    </dsp:sp>
    <dsp:sp modelId="{FC843279-D3CA-4B32-BA1F-8CD1D257C759}">
      <dsp:nvSpPr>
        <dsp:cNvPr id="0" name=""/>
        <dsp:cNvSpPr/>
      </dsp:nvSpPr>
      <dsp:spPr>
        <a:xfrm>
          <a:off x="597331" y="1322038"/>
          <a:ext cx="7132320" cy="111864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en-US" sz="1800" kern="1200" dirty="0">
              <a:solidFill>
                <a:schemeClr val="bg1"/>
              </a:solidFill>
              <a:effectLst/>
              <a:latin typeface="+mj-lt"/>
              <a:cs typeface="Times New Roman" panose="02020603050405020304" pitchFamily="18" charset="0"/>
              <a:sym typeface="+mn-ea"/>
            </a:rPr>
            <a:t>Know your Knowledge, Skills, Abilities and Accomplishment, Relate your KSAs to the position for which you are applying</a:t>
          </a:r>
          <a:endParaRPr lang="en-US" sz="1800" kern="1200" dirty="0">
            <a:solidFill>
              <a:schemeClr val="bg1"/>
            </a:solidFill>
            <a:latin typeface="+mj-lt"/>
          </a:endParaRPr>
        </a:p>
      </dsp:txBody>
      <dsp:txXfrm>
        <a:off x="630095" y="1354802"/>
        <a:ext cx="5742339" cy="1053119"/>
      </dsp:txXfrm>
    </dsp:sp>
    <dsp:sp modelId="{2F3A9254-8358-42F5-BB5B-5896EBBC2D7D}">
      <dsp:nvSpPr>
        <dsp:cNvPr id="0" name=""/>
        <dsp:cNvSpPr/>
      </dsp:nvSpPr>
      <dsp:spPr>
        <a:xfrm>
          <a:off x="1185748" y="2644076"/>
          <a:ext cx="7132320" cy="111864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en-US" sz="1900" kern="1200" dirty="0"/>
            <a:t>Research the organization-mission, vision, company’s operations and market standing, needs, strategic and tactical challenges faced, culture, values</a:t>
          </a:r>
        </a:p>
      </dsp:txBody>
      <dsp:txXfrm>
        <a:off x="1218512" y="2676840"/>
        <a:ext cx="5751254" cy="1053119"/>
      </dsp:txXfrm>
    </dsp:sp>
    <dsp:sp modelId="{C0AD870E-AE52-4C47-8200-FC69C6B31E6A}">
      <dsp:nvSpPr>
        <dsp:cNvPr id="0" name=""/>
        <dsp:cNvSpPr/>
      </dsp:nvSpPr>
      <dsp:spPr>
        <a:xfrm>
          <a:off x="1783080" y="3966115"/>
          <a:ext cx="7132320" cy="111864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en-US" sz="1900" kern="1200" dirty="0"/>
            <a:t>Research about the people in the company-their designation, experience, expectations, career achievements</a:t>
          </a:r>
        </a:p>
      </dsp:txBody>
      <dsp:txXfrm>
        <a:off x="1815844" y="3998879"/>
        <a:ext cx="5742339" cy="1053119"/>
      </dsp:txXfrm>
    </dsp:sp>
    <dsp:sp modelId="{458967E7-32A6-4AA8-9EAE-1C12F750FF1F}">
      <dsp:nvSpPr>
        <dsp:cNvPr id="0" name=""/>
        <dsp:cNvSpPr/>
      </dsp:nvSpPr>
      <dsp:spPr>
        <a:xfrm>
          <a:off x="6405198" y="856782"/>
          <a:ext cx="727121" cy="727121"/>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US" sz="3500" kern="1200"/>
        </a:p>
      </dsp:txBody>
      <dsp:txXfrm>
        <a:off x="6568800" y="856782"/>
        <a:ext cx="399917" cy="547159"/>
      </dsp:txXfrm>
    </dsp:sp>
    <dsp:sp modelId="{872C5198-A7C4-4220-B0E4-07CF86C6F31E}">
      <dsp:nvSpPr>
        <dsp:cNvPr id="0" name=""/>
        <dsp:cNvSpPr/>
      </dsp:nvSpPr>
      <dsp:spPr>
        <a:xfrm>
          <a:off x="7002530" y="2178820"/>
          <a:ext cx="727121" cy="727121"/>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US" sz="3500" kern="1200"/>
        </a:p>
      </dsp:txBody>
      <dsp:txXfrm>
        <a:off x="7166132" y="2178820"/>
        <a:ext cx="399917" cy="547159"/>
      </dsp:txXfrm>
    </dsp:sp>
    <dsp:sp modelId="{8B6CE0FD-821B-483C-B61F-C45E025984F6}">
      <dsp:nvSpPr>
        <dsp:cNvPr id="0" name=""/>
        <dsp:cNvSpPr/>
      </dsp:nvSpPr>
      <dsp:spPr>
        <a:xfrm>
          <a:off x="7590947" y="3500859"/>
          <a:ext cx="727121" cy="727121"/>
        </a:xfrm>
        <a:prstGeom prst="downArrow">
          <a:avLst>
            <a:gd name="adj1" fmla="val 55000"/>
            <a:gd name="adj2" fmla="val 45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US" sz="3500" kern="1200"/>
        </a:p>
      </dsp:txBody>
      <dsp:txXfrm>
        <a:off x="7754549" y="3500859"/>
        <a:ext cx="399917" cy="54715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EF25BD-388F-42BA-96CA-1B2E6E70BE29}">
      <dsp:nvSpPr>
        <dsp:cNvPr id="0" name=""/>
        <dsp:cNvSpPr/>
      </dsp:nvSpPr>
      <dsp:spPr>
        <a:xfrm>
          <a:off x="0" y="0"/>
          <a:ext cx="7132320" cy="1100137"/>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Prepare answers to typically asked interview questions</a:t>
          </a:r>
        </a:p>
      </dsp:txBody>
      <dsp:txXfrm>
        <a:off x="32222" y="32222"/>
        <a:ext cx="5852224" cy="1035693"/>
      </dsp:txXfrm>
    </dsp:sp>
    <dsp:sp modelId="{3EFF05F0-F70E-4F7A-9AC2-47A5DCC09BB1}">
      <dsp:nvSpPr>
        <dsp:cNvPr id="0" name=""/>
        <dsp:cNvSpPr/>
      </dsp:nvSpPr>
      <dsp:spPr>
        <a:xfrm>
          <a:off x="597331" y="1300162"/>
          <a:ext cx="7132320" cy="1100137"/>
        </a:xfrm>
        <a:prstGeom prst="roundRect">
          <a:avLst>
            <a:gd name="adj" fmla="val 10000"/>
          </a:avLst>
        </a:prstGeom>
        <a:solidFill>
          <a:schemeClr val="accent1">
            <a:shade val="80000"/>
            <a:hueOff val="74757"/>
            <a:satOff val="-18"/>
            <a:lumOff val="836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Prepare your own questions</a:t>
          </a:r>
        </a:p>
      </dsp:txBody>
      <dsp:txXfrm>
        <a:off x="629553" y="1332384"/>
        <a:ext cx="5755454" cy="1035693"/>
      </dsp:txXfrm>
    </dsp:sp>
    <dsp:sp modelId="{A07FD55B-0CBB-4E84-83D0-FA094E2AD561}">
      <dsp:nvSpPr>
        <dsp:cNvPr id="0" name=""/>
        <dsp:cNvSpPr/>
      </dsp:nvSpPr>
      <dsp:spPr>
        <a:xfrm>
          <a:off x="1185748" y="2600325"/>
          <a:ext cx="7132320" cy="1100137"/>
        </a:xfrm>
        <a:prstGeom prst="roundRect">
          <a:avLst>
            <a:gd name="adj" fmla="val 10000"/>
          </a:avLst>
        </a:prstGeom>
        <a:solidFill>
          <a:schemeClr val="accent1">
            <a:shade val="80000"/>
            <a:hueOff val="149515"/>
            <a:satOff val="-36"/>
            <a:lumOff val="1673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Calm your nerves-focus on your strengths, value, abilities, and suitability</a:t>
          </a:r>
        </a:p>
      </dsp:txBody>
      <dsp:txXfrm>
        <a:off x="1217970" y="2632547"/>
        <a:ext cx="5764370" cy="1035693"/>
      </dsp:txXfrm>
    </dsp:sp>
    <dsp:sp modelId="{88B5C51F-7DBA-429B-BC8C-2BCB80C061D7}">
      <dsp:nvSpPr>
        <dsp:cNvPr id="0" name=""/>
        <dsp:cNvSpPr/>
      </dsp:nvSpPr>
      <dsp:spPr>
        <a:xfrm>
          <a:off x="1783080" y="3900487"/>
          <a:ext cx="7132320" cy="1100137"/>
        </a:xfrm>
        <a:prstGeom prst="roundRect">
          <a:avLst>
            <a:gd name="adj" fmla="val 10000"/>
          </a:avLst>
        </a:prstGeom>
        <a:solidFill>
          <a:schemeClr val="accent1">
            <a:shade val="80000"/>
            <a:hueOff val="224272"/>
            <a:satOff val="-54"/>
            <a:lumOff val="2509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Rehearse for the interview-with a friend, software, or record yourself and analyze your strengths and work on weaknesses </a:t>
          </a:r>
        </a:p>
      </dsp:txBody>
      <dsp:txXfrm>
        <a:off x="1815302" y="3932709"/>
        <a:ext cx="5755454" cy="1035693"/>
      </dsp:txXfrm>
    </dsp:sp>
    <dsp:sp modelId="{8ECF920E-60CF-4052-BD8A-15121125749E}">
      <dsp:nvSpPr>
        <dsp:cNvPr id="0" name=""/>
        <dsp:cNvSpPr/>
      </dsp:nvSpPr>
      <dsp:spPr>
        <a:xfrm>
          <a:off x="6417230" y="842605"/>
          <a:ext cx="715089" cy="71508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6578125" y="842605"/>
        <a:ext cx="393299" cy="538104"/>
      </dsp:txXfrm>
    </dsp:sp>
    <dsp:sp modelId="{6A6D0326-1BA7-4E69-AADA-B8CC7033C87A}">
      <dsp:nvSpPr>
        <dsp:cNvPr id="0" name=""/>
        <dsp:cNvSpPr/>
      </dsp:nvSpPr>
      <dsp:spPr>
        <a:xfrm>
          <a:off x="7014562" y="2142767"/>
          <a:ext cx="715089" cy="71508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7175457" y="2142767"/>
        <a:ext cx="393299" cy="538104"/>
      </dsp:txXfrm>
    </dsp:sp>
    <dsp:sp modelId="{EA8A223C-10A2-420C-83A8-EED95A021582}">
      <dsp:nvSpPr>
        <dsp:cNvPr id="0" name=""/>
        <dsp:cNvSpPr/>
      </dsp:nvSpPr>
      <dsp:spPr>
        <a:xfrm>
          <a:off x="7602978" y="3442930"/>
          <a:ext cx="715089" cy="71508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7763873" y="3442930"/>
        <a:ext cx="393299" cy="53810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8575FE-66EA-4E0E-B6B7-0B06CDE9BD92}">
      <dsp:nvSpPr>
        <dsp:cNvPr id="0" name=""/>
        <dsp:cNvSpPr/>
      </dsp:nvSpPr>
      <dsp:spPr>
        <a:xfrm>
          <a:off x="-5163582" y="-790964"/>
          <a:ext cx="6149166" cy="6149166"/>
        </a:xfrm>
        <a:prstGeom prst="blockArc">
          <a:avLst>
            <a:gd name="adj1" fmla="val 18900000"/>
            <a:gd name="adj2" fmla="val 2700000"/>
            <a:gd name="adj3" fmla="val 351"/>
          </a:avLst>
        </a:prstGeom>
        <a:noFill/>
        <a:ln w="127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522A7F0-D2F0-446B-BD4B-E6D26D80DC1D}">
      <dsp:nvSpPr>
        <dsp:cNvPr id="0" name=""/>
        <dsp:cNvSpPr/>
      </dsp:nvSpPr>
      <dsp:spPr>
        <a:xfrm>
          <a:off x="633932" y="456723"/>
          <a:ext cx="8218439" cy="91344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5049"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dirty="0"/>
            <a:t>Exhibit warmth, wit, intelligence, charm</a:t>
          </a:r>
        </a:p>
      </dsp:txBody>
      <dsp:txXfrm>
        <a:off x="633932" y="456723"/>
        <a:ext cx="8218439" cy="913447"/>
      </dsp:txXfrm>
    </dsp:sp>
    <dsp:sp modelId="{070881AB-4461-4BC3-BC3D-556AFA414588}">
      <dsp:nvSpPr>
        <dsp:cNvPr id="0" name=""/>
        <dsp:cNvSpPr/>
      </dsp:nvSpPr>
      <dsp:spPr>
        <a:xfrm>
          <a:off x="63027" y="342542"/>
          <a:ext cx="1141809" cy="1141809"/>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50A273F-2991-4E90-9730-E69FF195041F}">
      <dsp:nvSpPr>
        <dsp:cNvPr id="0" name=""/>
        <dsp:cNvSpPr/>
      </dsp:nvSpPr>
      <dsp:spPr>
        <a:xfrm>
          <a:off x="965970" y="1826894"/>
          <a:ext cx="7886401" cy="91344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5049"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dirty="0"/>
            <a:t>Be poised, elegant, well-mannered</a:t>
          </a:r>
        </a:p>
      </dsp:txBody>
      <dsp:txXfrm>
        <a:off x="965970" y="1826894"/>
        <a:ext cx="7886401" cy="913447"/>
      </dsp:txXfrm>
    </dsp:sp>
    <dsp:sp modelId="{2ED9B1DB-C0D9-45FF-BAC7-402BF1F4C009}">
      <dsp:nvSpPr>
        <dsp:cNvPr id="0" name=""/>
        <dsp:cNvSpPr/>
      </dsp:nvSpPr>
      <dsp:spPr>
        <a:xfrm>
          <a:off x="395066" y="1712713"/>
          <a:ext cx="1141809" cy="114180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EF48176-86FC-4633-8EA6-70F703B79490}">
      <dsp:nvSpPr>
        <dsp:cNvPr id="0" name=""/>
        <dsp:cNvSpPr/>
      </dsp:nvSpPr>
      <dsp:spPr>
        <a:xfrm>
          <a:off x="633932" y="3197065"/>
          <a:ext cx="8218439" cy="9134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5049"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dirty="0"/>
            <a:t>Rehearsed and prepared</a:t>
          </a:r>
        </a:p>
      </dsp:txBody>
      <dsp:txXfrm>
        <a:off x="633932" y="3197065"/>
        <a:ext cx="8218439" cy="913447"/>
      </dsp:txXfrm>
    </dsp:sp>
    <dsp:sp modelId="{6427F8C8-BC07-47DE-8934-853E46AF8B00}">
      <dsp:nvSpPr>
        <dsp:cNvPr id="0" name=""/>
        <dsp:cNvSpPr/>
      </dsp:nvSpPr>
      <dsp:spPr>
        <a:xfrm>
          <a:off x="63027" y="3082884"/>
          <a:ext cx="1141809" cy="1141809"/>
        </a:xfrm>
        <a:prstGeom prst="ellipse">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lumMod val="7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8AF806A4-3963-4BF2-A096-F110BD66AAF0}" type="datetimeFigureOut">
              <a:rPr lang="en-US" smtClean="0"/>
              <a:t>5/25/2023</a:t>
            </a:fld>
            <a:endParaRPr lang="en-US"/>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18E2CCD3-6D98-4A90-9EF2-3F0D816C9F36}" type="slidenum">
              <a:rPr lang="en-US" smtClean="0"/>
              <a:t>‹#›</a:t>
            </a:fld>
            <a:endParaRPr lang="en-US"/>
          </a:p>
        </p:txBody>
      </p:sp>
    </p:spTree>
    <p:extLst>
      <p:ext uri="{BB962C8B-B14F-4D97-AF65-F5344CB8AC3E}">
        <p14:creationId xmlns:p14="http://schemas.microsoft.com/office/powerpoint/2010/main" val="28534599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F806A4-3963-4BF2-A096-F110BD66AAF0}" type="datetimeFigureOut">
              <a:rPr lang="en-US" smtClean="0"/>
              <a:t>5/25/2023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E2CCD3-6D98-4A90-9EF2-3F0D816C9F36}" type="slidenum">
              <a:rPr lang="en-US" smtClean="0"/>
              <a:t>‹#›</a:t>
            </a:fld>
            <a:endParaRPr lang="en-US"/>
          </a:p>
        </p:txBody>
      </p:sp>
    </p:spTree>
    <p:extLst>
      <p:ext uri="{BB962C8B-B14F-4D97-AF65-F5344CB8AC3E}">
        <p14:creationId xmlns:p14="http://schemas.microsoft.com/office/powerpoint/2010/main" val="2205528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16" name="Rectangle 15"/>
          <p:cNvSpPr/>
          <p:nvPr/>
        </p:nvSpPr>
        <p:spPr>
          <a:xfrm>
            <a:off x="11784" y="0"/>
            <a:ext cx="12192000" cy="6858000"/>
          </a:xfrm>
          <a:prstGeom prst="rect">
            <a:avLst/>
          </a:prstGeom>
          <a:blipFill dpi="0" rotWithShape="1">
            <a:blip r:embed="rId2">
              <a:alphaModFix amt="40000"/>
              <a:duotone>
                <a:schemeClr val="accent2">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8AF806A4-3963-4BF2-A096-F110BD66AAF0}" type="datetimeFigureOut">
              <a:rPr lang="en-US" smtClean="0"/>
              <a:t>5/25/2023</a:t>
            </a:fld>
            <a:endParaRPr lang="en-US"/>
          </a:p>
        </p:txBody>
      </p:sp>
      <p:sp>
        <p:nvSpPr>
          <p:cNvPr id="5" name="Footer Placeholder 4"/>
          <p:cNvSpPr>
            <a:spLocks noGrp="1"/>
          </p:cNvSpPr>
          <p:nvPr>
            <p:ph type="ftr" sz="quarter" idx="11"/>
          </p:nvPr>
        </p:nvSpPr>
        <p:spPr>
          <a:xfrm>
            <a:off x="1453896" y="521208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2080"/>
            <a:ext cx="2112264" cy="228600"/>
          </a:xfrm>
        </p:spPr>
        <p:txBody>
          <a:bodyPr/>
          <a:lstStyle/>
          <a:p>
            <a:fld id="{18E2CCD3-6D98-4A90-9EF2-3F0D816C9F36}" type="slidenum">
              <a:rPr lang="en-US" smtClean="0"/>
              <a:t>‹#›</a:t>
            </a:fld>
            <a:endParaRPr lang="en-US"/>
          </a:p>
        </p:txBody>
      </p:sp>
    </p:spTree>
    <p:extLst>
      <p:ext uri="{BB962C8B-B14F-4D97-AF65-F5344CB8AC3E}">
        <p14:creationId xmlns:p14="http://schemas.microsoft.com/office/powerpoint/2010/main" val="278854205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F806A4-3963-4BF2-A096-F110BD66AAF0}" type="datetimeFigureOut">
              <a:rPr lang="en-US" smtClean="0"/>
              <a:t>5/25/2023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E2CCD3-6D98-4A90-9EF2-3F0D816C9F36}" type="slidenum">
              <a:rPr lang="en-US" smtClean="0"/>
              <a:t>‹#›</a:t>
            </a:fld>
            <a:endParaRPr lang="en-US"/>
          </a:p>
        </p:txBody>
      </p:sp>
    </p:spTree>
    <p:extLst>
      <p:ext uri="{BB962C8B-B14F-4D97-AF65-F5344CB8AC3E}">
        <p14:creationId xmlns:p14="http://schemas.microsoft.com/office/powerpoint/2010/main" val="3518904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F806A4-3963-4BF2-A096-F110BD66AAF0}" type="datetimeFigureOut">
              <a:rPr lang="en-US" smtClean="0"/>
              <a:t>5/25/2023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E2CCD3-6D98-4A90-9EF2-3F0D816C9F36}" type="slidenum">
              <a:rPr lang="en-US" smtClean="0"/>
              <a:t>‹#›</a:t>
            </a:fld>
            <a:endParaRPr lang="en-US"/>
          </a:p>
        </p:txBody>
      </p:sp>
    </p:spTree>
    <p:extLst>
      <p:ext uri="{BB962C8B-B14F-4D97-AF65-F5344CB8AC3E}">
        <p14:creationId xmlns:p14="http://schemas.microsoft.com/office/powerpoint/2010/main" val="4216845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F806A4-3963-4BF2-A096-F110BD66AAF0}" type="datetimeFigureOut">
              <a:rPr lang="en-US" smtClean="0"/>
              <a:t>5/25/2023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E2CCD3-6D98-4A90-9EF2-3F0D816C9F36}" type="slidenum">
              <a:rPr lang="en-US" smtClean="0"/>
              <a:t>‹#›</a:t>
            </a:fld>
            <a:endParaRPr lang="en-US"/>
          </a:p>
        </p:txBody>
      </p:sp>
    </p:spTree>
    <p:extLst>
      <p:ext uri="{BB962C8B-B14F-4D97-AF65-F5344CB8AC3E}">
        <p14:creationId xmlns:p14="http://schemas.microsoft.com/office/powerpoint/2010/main" val="541423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F806A4-3963-4BF2-A096-F110BD66AAF0}" type="datetimeFigureOut">
              <a:rPr lang="en-US" smtClean="0"/>
              <a:t>5/25/2023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E2CCD3-6D98-4A90-9EF2-3F0D816C9F36}" type="slidenum">
              <a:rPr lang="en-US" smtClean="0"/>
              <a:t>‹#›</a:t>
            </a:fld>
            <a:endParaRPr lang="en-US"/>
          </a:p>
        </p:txBody>
      </p:sp>
    </p:spTree>
    <p:extLst>
      <p:ext uri="{BB962C8B-B14F-4D97-AF65-F5344CB8AC3E}">
        <p14:creationId xmlns:p14="http://schemas.microsoft.com/office/powerpoint/2010/main" val="2183321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AF806A4-3963-4BF2-A096-F110BD66AAF0}" type="datetimeFigureOut">
              <a:rPr lang="en-US" smtClean="0"/>
              <a:t>5/25/2023</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6728" y="6227064"/>
            <a:ext cx="1463040" cy="256032"/>
          </a:xfrm>
        </p:spPr>
        <p:txBody>
          <a:bodyPr/>
          <a:lstStyle/>
          <a:p>
            <a:fld id="{18E2CCD3-6D98-4A90-9EF2-3F0D816C9F36}" type="slidenum">
              <a:rPr lang="en-US" smtClean="0"/>
              <a:t>‹#›</a:t>
            </a:fld>
            <a:endParaRPr lang="en-US"/>
          </a:p>
        </p:txBody>
      </p:sp>
      <p:sp>
        <p:nvSpPr>
          <p:cNvPr id="12" name="Rectangle 11"/>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19582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6">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8AF806A4-3963-4BF2-A096-F110BD66AAF0}" type="datetimeFigureOut">
              <a:rPr lang="en-US" smtClean="0"/>
              <a:t>5/25/2023</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56032"/>
          </a:xfrm>
        </p:spPr>
        <p:txBody>
          <a:bodyPr/>
          <a:lstStyle/>
          <a:p>
            <a:fld id="{18E2CCD3-6D98-4A90-9EF2-3F0D816C9F36}"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63812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F806A4-3963-4BF2-A096-F110BD66AAF0}" type="datetimeFigureOut">
              <a:rPr lang="en-US" smtClean="0"/>
              <a:t>5/25/2023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E2CCD3-6D98-4A90-9EF2-3F0D816C9F36}" type="slidenum">
              <a:rPr lang="en-US" smtClean="0"/>
              <a:t>‹#›</a:t>
            </a:fld>
            <a:endParaRPr lang="en-US"/>
          </a:p>
        </p:txBody>
      </p:sp>
    </p:spTree>
    <p:extLst>
      <p:ext uri="{BB962C8B-B14F-4D97-AF65-F5344CB8AC3E}">
        <p14:creationId xmlns:p14="http://schemas.microsoft.com/office/powerpoint/2010/main" val="3730748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F806A4-3963-4BF2-A096-F110BD66AAF0}" type="datetimeFigureOut">
              <a:rPr lang="en-US" smtClean="0"/>
              <a:t>5/25/2023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E2CCD3-6D98-4A90-9EF2-3F0D816C9F36}" type="slidenum">
              <a:rPr lang="en-US" smtClean="0"/>
              <a:t>‹#›</a:t>
            </a:fld>
            <a:endParaRPr lang="en-US"/>
          </a:p>
        </p:txBody>
      </p:sp>
    </p:spTree>
    <p:extLst>
      <p:ext uri="{BB962C8B-B14F-4D97-AF65-F5344CB8AC3E}">
        <p14:creationId xmlns:p14="http://schemas.microsoft.com/office/powerpoint/2010/main" val="2149014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8AF806A4-3963-4BF2-A096-F110BD66AAF0}" type="datetimeFigureOut">
              <a:rPr lang="en-US" smtClean="0"/>
              <a:t>5/25/2023</a:t>
            </a:fld>
            <a:endParaRPr lang="en-US"/>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18E2CCD3-6D98-4A90-9EF2-3F0D816C9F36}" type="slidenum">
              <a:rPr lang="en-US" smtClean="0"/>
              <a:t>‹#›</a:t>
            </a:fld>
            <a:endParaRPr lang="en-US"/>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2514396343"/>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Layout" Target="../slideLayouts/slideLayout4.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JOB INTERVIEWS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635184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Employment Interview</a:t>
            </a:r>
          </a:p>
        </p:txBody>
      </p:sp>
      <p:sp>
        <p:nvSpPr>
          <p:cNvPr id="3" name="Content Placeholder 2"/>
          <p:cNvSpPr>
            <a:spLocks noGrp="1"/>
          </p:cNvSpPr>
          <p:nvPr>
            <p:ph idx="1"/>
          </p:nvPr>
        </p:nvSpPr>
        <p:spPr>
          <a:xfrm>
            <a:off x="748937" y="2133600"/>
            <a:ext cx="10755675" cy="3777622"/>
          </a:xfrm>
        </p:spPr>
        <p:txBody>
          <a:bodyPr>
            <a:normAutofit/>
          </a:bodyPr>
          <a:lstStyle/>
          <a:p>
            <a:pPr algn="just"/>
            <a:r>
              <a:rPr lang="en-US" sz="3200" dirty="0"/>
              <a:t>It is a meeting during which both you and the prospective employer ask questions and exchange information.</a:t>
            </a:r>
          </a:p>
          <a:p>
            <a:pPr algn="just"/>
            <a:r>
              <a:rPr lang="en-US" sz="3200" dirty="0"/>
              <a:t>The employer’s objective is to find the best talent to fill available job openings, and</a:t>
            </a:r>
          </a:p>
          <a:p>
            <a:pPr algn="just"/>
            <a:r>
              <a:rPr lang="en-US" sz="3200" dirty="0"/>
              <a:t>Your objective is to find the right match for your goals and capabilities.</a:t>
            </a:r>
          </a:p>
        </p:txBody>
      </p:sp>
    </p:spTree>
    <p:extLst>
      <p:ext uri="{BB962C8B-B14F-4D97-AF65-F5344CB8AC3E}">
        <p14:creationId xmlns:p14="http://schemas.microsoft.com/office/powerpoint/2010/main" val="1481020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56545"/>
          </a:xfrm>
        </p:spPr>
        <p:txBody>
          <a:bodyPr>
            <a:normAutofit fontScale="90000"/>
          </a:bodyPr>
          <a:lstStyle/>
          <a:p>
            <a:r>
              <a:rPr lang="en-US" b="1" dirty="0"/>
              <a:t>Series or Sequence of Interviews</a:t>
            </a:r>
          </a:p>
        </p:txBody>
      </p:sp>
      <p:sp>
        <p:nvSpPr>
          <p:cNvPr id="3" name="Content Placeholder 2"/>
          <p:cNvSpPr>
            <a:spLocks noGrp="1"/>
          </p:cNvSpPr>
          <p:nvPr>
            <p:ph idx="1"/>
          </p:nvPr>
        </p:nvSpPr>
        <p:spPr>
          <a:xfrm>
            <a:off x="2589212" y="1565564"/>
            <a:ext cx="8915400" cy="4345658"/>
          </a:xfrm>
        </p:spPr>
        <p:txBody>
          <a:bodyPr/>
          <a:lstStyle/>
          <a:p>
            <a:r>
              <a:rPr lang="en-US" dirty="0"/>
              <a:t>Match the following and also state which interview may happen first and so on.</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856722621"/>
              </p:ext>
            </p:extLst>
          </p:nvPr>
        </p:nvGraphicFramePr>
        <p:xfrm>
          <a:off x="2142836" y="2243666"/>
          <a:ext cx="8128000" cy="36576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8034410"/>
                    </a:ext>
                  </a:extLst>
                </a:gridCol>
                <a:gridCol w="4064000">
                  <a:extLst>
                    <a:ext uri="{9D8B030D-6E8A-4147-A177-3AD203B41FA5}">
                      <a16:colId xmlns:a16="http://schemas.microsoft.com/office/drawing/2014/main" val="1519440090"/>
                    </a:ext>
                  </a:extLst>
                </a:gridCol>
              </a:tblGrid>
              <a:tr h="370840">
                <a:tc>
                  <a:txBody>
                    <a:bodyPr/>
                    <a:lstStyle/>
                    <a:p>
                      <a:pPr algn="ctr"/>
                      <a:r>
                        <a:rPr lang="en-US" sz="2400" i="0" dirty="0"/>
                        <a:t>Interview in the Series</a:t>
                      </a:r>
                    </a:p>
                  </a:txBody>
                  <a:tcPr/>
                </a:tc>
                <a:tc>
                  <a:txBody>
                    <a:bodyPr/>
                    <a:lstStyle/>
                    <a:p>
                      <a:pPr algn="ctr"/>
                      <a:r>
                        <a:rPr lang="en-US" sz="2400" i="0" dirty="0"/>
                        <a:t>Purpose</a:t>
                      </a:r>
                    </a:p>
                  </a:txBody>
                  <a:tcPr/>
                </a:tc>
                <a:extLst>
                  <a:ext uri="{0D108BD9-81ED-4DB2-BD59-A6C34878D82A}">
                    <a16:rowId xmlns:a16="http://schemas.microsoft.com/office/drawing/2014/main" val="1594301077"/>
                  </a:ext>
                </a:extLst>
              </a:tr>
              <a:tr h="370840">
                <a:tc>
                  <a:txBody>
                    <a:bodyPr/>
                    <a:lstStyle/>
                    <a:p>
                      <a:r>
                        <a:rPr lang="en-US" sz="2400" dirty="0"/>
                        <a:t>Selection Interview</a:t>
                      </a:r>
                    </a:p>
                  </a:txBody>
                  <a:tcPr/>
                </a:tc>
                <a:tc>
                  <a:txBody>
                    <a:bodyPr/>
                    <a:lstStyle/>
                    <a:p>
                      <a:r>
                        <a:rPr lang="en-US" sz="2400" dirty="0"/>
                        <a:t>To filter</a:t>
                      </a:r>
                      <a:r>
                        <a:rPr lang="en-US" sz="2400" baseline="0" dirty="0"/>
                        <a:t> out candidates unqualified or not a good fit for the position</a:t>
                      </a:r>
                      <a:endParaRPr lang="en-US" sz="2400" dirty="0"/>
                    </a:p>
                  </a:txBody>
                  <a:tcPr/>
                </a:tc>
                <a:extLst>
                  <a:ext uri="{0D108BD9-81ED-4DB2-BD59-A6C34878D82A}">
                    <a16:rowId xmlns:a16="http://schemas.microsoft.com/office/drawing/2014/main" val="507144970"/>
                  </a:ext>
                </a:extLst>
              </a:tr>
              <a:tr h="370840">
                <a:tc>
                  <a:txBody>
                    <a:bodyPr/>
                    <a:lstStyle/>
                    <a:p>
                      <a:r>
                        <a:rPr lang="en-US" sz="2400" dirty="0"/>
                        <a:t>Screening Interview</a:t>
                      </a:r>
                    </a:p>
                  </a:txBody>
                  <a:tcPr/>
                </a:tc>
                <a:tc>
                  <a:txBody>
                    <a:bodyPr/>
                    <a:lstStyle/>
                    <a:p>
                      <a:r>
                        <a:rPr lang="en-US" sz="2400" dirty="0"/>
                        <a:t>To sell you on the advantages</a:t>
                      </a:r>
                      <a:r>
                        <a:rPr lang="en-US" sz="2400" baseline="0" dirty="0"/>
                        <a:t> of the job, usually with a higher ranking executive</a:t>
                      </a:r>
                      <a:endParaRPr lang="en-US" sz="2400" dirty="0"/>
                    </a:p>
                  </a:txBody>
                  <a:tcPr/>
                </a:tc>
                <a:extLst>
                  <a:ext uri="{0D108BD9-81ED-4DB2-BD59-A6C34878D82A}">
                    <a16:rowId xmlns:a16="http://schemas.microsoft.com/office/drawing/2014/main" val="3263818246"/>
                  </a:ext>
                </a:extLst>
              </a:tr>
              <a:tr h="370840">
                <a:tc>
                  <a:txBody>
                    <a:bodyPr/>
                    <a:lstStyle/>
                    <a:p>
                      <a:r>
                        <a:rPr lang="en-US" sz="2400" dirty="0"/>
                        <a:t>Final Evaluation Interview</a:t>
                      </a:r>
                    </a:p>
                  </a:txBody>
                  <a:tcPr/>
                </a:tc>
                <a:tc>
                  <a:txBody>
                    <a:bodyPr/>
                    <a:lstStyle/>
                    <a:p>
                      <a:r>
                        <a:rPr lang="en-US" sz="2400" dirty="0"/>
                        <a:t>Identifying the top candidates from all who qualify</a:t>
                      </a:r>
                    </a:p>
                  </a:txBody>
                  <a:tcPr/>
                </a:tc>
                <a:extLst>
                  <a:ext uri="{0D108BD9-81ED-4DB2-BD59-A6C34878D82A}">
                    <a16:rowId xmlns:a16="http://schemas.microsoft.com/office/drawing/2014/main" val="1839851970"/>
                  </a:ext>
                </a:extLst>
              </a:tr>
            </a:tbl>
          </a:graphicData>
        </a:graphic>
      </p:graphicFrame>
    </p:spTree>
    <p:extLst>
      <p:ext uri="{BB962C8B-B14F-4D97-AF65-F5344CB8AC3E}">
        <p14:creationId xmlns:p14="http://schemas.microsoft.com/office/powerpoint/2010/main" val="1560482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Series or Sequence of Interviews</a:t>
            </a:r>
            <a:endParaRPr lang="en-US" dirty="0"/>
          </a:p>
        </p:txBody>
      </p:sp>
      <p:sp>
        <p:nvSpPr>
          <p:cNvPr id="3" name="Content Placeholder 2"/>
          <p:cNvSpPr>
            <a:spLocks noGrp="1"/>
          </p:cNvSpPr>
          <p:nvPr>
            <p:ph idx="1"/>
          </p:nvPr>
        </p:nvSpPr>
        <p:spPr/>
        <p:txBody>
          <a:bodyPr>
            <a:normAutofit/>
          </a:bodyPr>
          <a:lstStyle/>
          <a:p>
            <a:r>
              <a:rPr lang="en-US" sz="3200" dirty="0"/>
              <a:t>Refer to you handout and discuss the strategies you should use for each type of interview in the series.</a:t>
            </a:r>
          </a:p>
        </p:txBody>
      </p:sp>
    </p:spTree>
    <p:extLst>
      <p:ext uri="{BB962C8B-B14F-4D97-AF65-F5344CB8AC3E}">
        <p14:creationId xmlns:p14="http://schemas.microsoft.com/office/powerpoint/2010/main" val="3188489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81235"/>
          </a:xfrm>
        </p:spPr>
        <p:txBody>
          <a:bodyPr>
            <a:normAutofit fontScale="90000"/>
          </a:bodyPr>
          <a:lstStyle/>
          <a:p>
            <a:r>
              <a:rPr lang="en-US" b="1" dirty="0"/>
              <a:t>Types of Employment Interviews</a:t>
            </a:r>
          </a:p>
        </p:txBody>
      </p:sp>
      <p:sp>
        <p:nvSpPr>
          <p:cNvPr id="3" name="Content Placeholder 2"/>
          <p:cNvSpPr>
            <a:spLocks noGrp="1"/>
          </p:cNvSpPr>
          <p:nvPr>
            <p:ph idx="1"/>
          </p:nvPr>
        </p:nvSpPr>
        <p:spPr>
          <a:xfrm>
            <a:off x="583474" y="1482435"/>
            <a:ext cx="10921138" cy="4890655"/>
          </a:xfrm>
        </p:spPr>
        <p:txBody>
          <a:bodyPr>
            <a:normAutofit/>
          </a:bodyPr>
          <a:lstStyle/>
          <a:p>
            <a:pPr marL="0" indent="0">
              <a:buNone/>
            </a:pPr>
            <a:r>
              <a:rPr lang="en-US" sz="2800" dirty="0"/>
              <a:t>Refer to the handout and explain each type of the interview.</a:t>
            </a:r>
          </a:p>
          <a:p>
            <a:r>
              <a:rPr lang="en-US" sz="2800" dirty="0"/>
              <a:t>Structured vs unstructured</a:t>
            </a:r>
          </a:p>
          <a:p>
            <a:r>
              <a:rPr lang="en-US" sz="2800" dirty="0"/>
              <a:t>Panel vs group</a:t>
            </a:r>
          </a:p>
          <a:p>
            <a:r>
              <a:rPr lang="en-US" sz="2800" dirty="0"/>
              <a:t>Behavioral</a:t>
            </a:r>
          </a:p>
          <a:p>
            <a:r>
              <a:rPr lang="en-US" sz="2800" dirty="0"/>
              <a:t>Situational</a:t>
            </a:r>
          </a:p>
          <a:p>
            <a:r>
              <a:rPr lang="en-US" sz="2800" dirty="0"/>
              <a:t>Working</a:t>
            </a:r>
          </a:p>
          <a:p>
            <a:r>
              <a:rPr lang="en-US" sz="2800" dirty="0"/>
              <a:t>Stress </a:t>
            </a:r>
          </a:p>
        </p:txBody>
      </p:sp>
    </p:spTree>
    <p:extLst>
      <p:ext uri="{BB962C8B-B14F-4D97-AF65-F5344CB8AC3E}">
        <p14:creationId xmlns:p14="http://schemas.microsoft.com/office/powerpoint/2010/main" val="3217425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262581"/>
          </a:xfrm>
        </p:spPr>
        <p:txBody>
          <a:bodyPr>
            <a:normAutofit fontScale="90000"/>
          </a:bodyPr>
          <a:lstStyle/>
          <a:p>
            <a:r>
              <a:rPr lang="en-US" b="1" dirty="0"/>
              <a:t>Types of Interviews-Summary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03707785"/>
              </p:ext>
            </p:extLst>
          </p:nvPr>
        </p:nvGraphicFramePr>
        <p:xfrm>
          <a:off x="2589213" y="1233488"/>
          <a:ext cx="8915400" cy="46783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423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415636"/>
            <a:ext cx="8911687" cy="775855"/>
          </a:xfrm>
        </p:spPr>
        <p:txBody>
          <a:bodyPr>
            <a:normAutofit/>
          </a:bodyPr>
          <a:lstStyle/>
          <a:p>
            <a:r>
              <a:rPr lang="en-US" b="1" dirty="0"/>
              <a:t>Types of Interviews-Summary</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2156338"/>
              </p:ext>
            </p:extLst>
          </p:nvPr>
        </p:nvGraphicFramePr>
        <p:xfrm>
          <a:off x="2589213" y="1301750"/>
          <a:ext cx="8915400" cy="4610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9826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457856"/>
            <a:ext cx="8911687" cy="567380"/>
          </a:xfrm>
        </p:spPr>
        <p:txBody>
          <a:bodyPr>
            <a:normAutofit fontScale="90000"/>
          </a:bodyPr>
          <a:lstStyle/>
          <a:p>
            <a:r>
              <a:rPr lang="en-US" b="1" dirty="0"/>
              <a:t>Interview Media</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31970578"/>
              </p:ext>
            </p:extLst>
          </p:nvPr>
        </p:nvGraphicFramePr>
        <p:xfrm>
          <a:off x="2589213" y="1289050"/>
          <a:ext cx="8915400" cy="462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898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What does the Employer look for in the interview?</a:t>
            </a:r>
          </a:p>
        </p:txBody>
      </p:sp>
      <p:sp>
        <p:nvSpPr>
          <p:cNvPr id="3" name="Content Placeholder 2"/>
          <p:cNvSpPr>
            <a:spLocks noGrp="1"/>
          </p:cNvSpPr>
          <p:nvPr>
            <p:ph idx="1"/>
          </p:nvPr>
        </p:nvSpPr>
        <p:spPr/>
        <p:txBody>
          <a:bodyPr>
            <a:normAutofit/>
          </a:bodyPr>
          <a:lstStyle/>
          <a:p>
            <a:r>
              <a:rPr lang="en-US" sz="4800" dirty="0"/>
              <a:t>Think and Share or go through the handout.</a:t>
            </a:r>
          </a:p>
        </p:txBody>
      </p:sp>
    </p:spTree>
    <p:extLst>
      <p:ext uri="{BB962C8B-B14F-4D97-AF65-F5344CB8AC3E}">
        <p14:creationId xmlns:p14="http://schemas.microsoft.com/office/powerpoint/2010/main" val="4185414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7167" y="486492"/>
            <a:ext cx="9620394" cy="720437"/>
          </a:xfrm>
        </p:spPr>
        <p:txBody>
          <a:bodyPr>
            <a:normAutofit fontScale="90000"/>
          </a:bodyPr>
          <a:lstStyle/>
          <a:p>
            <a:r>
              <a:rPr lang="en-US" b="1" dirty="0"/>
              <a:t>What does the Employer look for in the interview?</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66138127"/>
              </p:ext>
            </p:extLst>
          </p:nvPr>
        </p:nvGraphicFramePr>
        <p:xfrm>
          <a:off x="2382982" y="1260765"/>
          <a:ext cx="9121631" cy="53894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7310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1418" y="609600"/>
            <a:ext cx="6932584" cy="819955"/>
          </a:xfrm>
        </p:spPr>
        <p:txBody>
          <a:bodyPr>
            <a:normAutofit fontScale="90000"/>
          </a:bodyPr>
          <a:lstStyle/>
          <a:p>
            <a:r>
              <a:rPr lang="en-GB" b="1" dirty="0">
                <a:solidFill>
                  <a:schemeClr val="tx1"/>
                </a:solidFill>
                <a:latin typeface="Times New Roman" panose="02020603050405020304" pitchFamily="18" charset="0"/>
                <a:cs typeface="Times New Roman" panose="02020603050405020304" pitchFamily="18" charset="0"/>
              </a:rPr>
              <a:t>Matching Skills to Requirements</a:t>
            </a:r>
            <a:endParaRPr lang="en-US" b="1"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35346262"/>
              </p:ext>
            </p:extLst>
          </p:nvPr>
        </p:nvGraphicFramePr>
        <p:xfrm>
          <a:off x="1115738" y="1674254"/>
          <a:ext cx="10397388" cy="4649273"/>
        </p:xfrm>
        <a:graphic>
          <a:graphicData uri="http://schemas.openxmlformats.org/drawingml/2006/table">
            <a:tbl>
              <a:tblPr firstRow="1" bandRow="1">
                <a:tableStyleId>{00A15C55-8517-42AA-B614-E9B94910E393}</a:tableStyleId>
              </a:tblPr>
              <a:tblGrid>
                <a:gridCol w="4495353">
                  <a:extLst>
                    <a:ext uri="{9D8B030D-6E8A-4147-A177-3AD203B41FA5}">
                      <a16:colId xmlns:a16="http://schemas.microsoft.com/office/drawing/2014/main" val="20000"/>
                    </a:ext>
                  </a:extLst>
                </a:gridCol>
                <a:gridCol w="5902035">
                  <a:extLst>
                    <a:ext uri="{9D8B030D-6E8A-4147-A177-3AD203B41FA5}">
                      <a16:colId xmlns:a16="http://schemas.microsoft.com/office/drawing/2014/main" val="20001"/>
                    </a:ext>
                  </a:extLst>
                </a:gridCol>
              </a:tblGrid>
              <a:tr h="1080134">
                <a:tc>
                  <a:txBody>
                    <a:bodyPr/>
                    <a:lstStyle/>
                    <a:p>
                      <a:pPr algn="ctr"/>
                      <a:r>
                        <a:rPr lang="en-GB" sz="3200" u="none" dirty="0"/>
                        <a:t>Employer needs</a:t>
                      </a:r>
                      <a:endParaRPr lang="en-US" sz="3200" u="none"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GB" sz="3200" u="none" dirty="0"/>
                        <a:t>Your evidence</a:t>
                      </a:r>
                    </a:p>
                    <a:p>
                      <a:pPr algn="ctr"/>
                      <a:endParaRPr lang="en-US" sz="3200" u="none"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3569139">
                <a:tc>
                  <a:txBody>
                    <a:bodyPr/>
                    <a:lstStyle/>
                    <a:p>
                      <a:pPr>
                        <a:lnSpc>
                          <a:spcPct val="90000"/>
                        </a:lnSpc>
                        <a:buFont typeface="Wingdings" panose="05000000000000000000" pitchFamily="2" charset="2"/>
                        <a:buNone/>
                      </a:pPr>
                      <a:r>
                        <a:rPr lang="en-GB" sz="2400" dirty="0"/>
                        <a:t>Communication </a:t>
                      </a:r>
                    </a:p>
                    <a:p>
                      <a:pPr>
                        <a:lnSpc>
                          <a:spcPct val="90000"/>
                        </a:lnSpc>
                        <a:buFont typeface="Wingdings" panose="05000000000000000000" pitchFamily="2" charset="2"/>
                        <a:buNone/>
                      </a:pPr>
                      <a:r>
                        <a:rPr lang="en-GB" sz="2400" dirty="0"/>
                        <a:t>Team work</a:t>
                      </a:r>
                    </a:p>
                    <a:p>
                      <a:pPr>
                        <a:lnSpc>
                          <a:spcPct val="90000"/>
                        </a:lnSpc>
                        <a:buFont typeface="Wingdings" panose="05000000000000000000" pitchFamily="2" charset="2"/>
                        <a:buNone/>
                      </a:pPr>
                      <a:r>
                        <a:rPr lang="en-GB" sz="2400" dirty="0"/>
                        <a:t>Leadership</a:t>
                      </a:r>
                    </a:p>
                    <a:p>
                      <a:pPr>
                        <a:lnSpc>
                          <a:spcPct val="90000"/>
                        </a:lnSpc>
                        <a:buFont typeface="Wingdings" panose="05000000000000000000" pitchFamily="2" charset="2"/>
                        <a:buNone/>
                      </a:pPr>
                      <a:r>
                        <a:rPr lang="en-GB" sz="2400" dirty="0"/>
                        <a:t>Initiative</a:t>
                      </a:r>
                    </a:p>
                    <a:p>
                      <a:pPr>
                        <a:lnSpc>
                          <a:spcPct val="90000"/>
                        </a:lnSpc>
                        <a:buFont typeface="Wingdings" panose="05000000000000000000" pitchFamily="2" charset="2"/>
                        <a:buNone/>
                      </a:pPr>
                      <a:r>
                        <a:rPr lang="en-GB" sz="2400" dirty="0"/>
                        <a:t>Customer Care</a:t>
                      </a:r>
                    </a:p>
                    <a:p>
                      <a:pPr>
                        <a:lnSpc>
                          <a:spcPct val="90000"/>
                        </a:lnSpc>
                        <a:buFont typeface="Wingdings" panose="05000000000000000000" pitchFamily="2" charset="2"/>
                        <a:buNone/>
                      </a:pPr>
                      <a:r>
                        <a:rPr lang="en-GB" sz="2400" dirty="0"/>
                        <a:t>IT </a:t>
                      </a:r>
                    </a:p>
                    <a:p>
                      <a:pPr>
                        <a:lnSpc>
                          <a:spcPct val="90000"/>
                        </a:lnSpc>
                        <a:buFont typeface="Wingdings" panose="05000000000000000000" pitchFamily="2" charset="2"/>
                        <a:buNone/>
                      </a:pPr>
                      <a:r>
                        <a:rPr lang="en-GB" sz="2400" dirty="0"/>
                        <a:t>Commercial awareness</a:t>
                      </a:r>
                      <a:endParaRPr lang="en-US" sz="2400" dirty="0">
                        <a:solidFill>
                          <a:schemeClr val="bg1"/>
                        </a:solidFill>
                        <a:latin typeface="Times New Roman" panose="02020603050405020304" pitchFamily="18" charset="0"/>
                        <a:cs typeface="Times New Roman" panose="02020603050405020304" pitchFamily="18" charset="0"/>
                      </a:endParaRPr>
                    </a:p>
                  </a:txBody>
                  <a:tcPr/>
                </a:tc>
                <a:tc>
                  <a:txBody>
                    <a:bodyPr/>
                    <a:lstStyle/>
                    <a:p>
                      <a:pPr>
                        <a:lnSpc>
                          <a:spcPct val="90000"/>
                        </a:lnSpc>
                        <a:buFont typeface="Wingdings" panose="05000000000000000000" pitchFamily="2" charset="2"/>
                        <a:buNone/>
                      </a:pPr>
                      <a:r>
                        <a:rPr lang="en-GB" sz="2400" dirty="0"/>
                        <a:t>Presentation to class</a:t>
                      </a:r>
                    </a:p>
                    <a:p>
                      <a:pPr>
                        <a:lnSpc>
                          <a:spcPct val="90000"/>
                        </a:lnSpc>
                        <a:buFont typeface="Wingdings" panose="05000000000000000000" pitchFamily="2" charset="2"/>
                        <a:buNone/>
                      </a:pPr>
                      <a:r>
                        <a:rPr lang="en-GB" sz="2400" dirty="0"/>
                        <a:t>Example of</a:t>
                      </a:r>
                      <a:r>
                        <a:rPr lang="en-GB" sz="2400" baseline="0" dirty="0"/>
                        <a:t> any project</a:t>
                      </a:r>
                      <a:endParaRPr lang="en-GB" sz="2400" dirty="0"/>
                    </a:p>
                    <a:p>
                      <a:pPr>
                        <a:lnSpc>
                          <a:spcPct val="90000"/>
                        </a:lnSpc>
                        <a:buFont typeface="Wingdings" panose="05000000000000000000" pitchFamily="2" charset="2"/>
                        <a:buNone/>
                      </a:pPr>
                      <a:r>
                        <a:rPr lang="en-GB" sz="2400" dirty="0"/>
                        <a:t>Students</a:t>
                      </a:r>
                      <a:r>
                        <a:rPr lang="en-GB" sz="2400" baseline="0" dirty="0"/>
                        <a:t> societies</a:t>
                      </a:r>
                      <a:r>
                        <a:rPr lang="en-GB" sz="2400" dirty="0"/>
                        <a:t>, Committees etc.</a:t>
                      </a:r>
                    </a:p>
                    <a:p>
                      <a:pPr>
                        <a:lnSpc>
                          <a:spcPct val="90000"/>
                        </a:lnSpc>
                        <a:buFont typeface="Wingdings" panose="05000000000000000000" pitchFamily="2" charset="2"/>
                        <a:buNone/>
                      </a:pPr>
                      <a:r>
                        <a:rPr lang="en-GB" sz="2400" dirty="0"/>
                        <a:t>Fundraising for charity</a:t>
                      </a:r>
                    </a:p>
                    <a:p>
                      <a:pPr>
                        <a:lnSpc>
                          <a:spcPct val="90000"/>
                        </a:lnSpc>
                        <a:buFont typeface="Wingdings" panose="05000000000000000000" pitchFamily="2" charset="2"/>
                        <a:buNone/>
                      </a:pPr>
                      <a:r>
                        <a:rPr lang="en-GB" sz="2400" dirty="0"/>
                        <a:t>Working in</a:t>
                      </a:r>
                      <a:r>
                        <a:rPr lang="en-GB" sz="2400" baseline="0" dirty="0"/>
                        <a:t> some service.</a:t>
                      </a:r>
                      <a:endParaRPr lang="en-GB" sz="2400" dirty="0"/>
                    </a:p>
                    <a:p>
                      <a:pPr>
                        <a:lnSpc>
                          <a:spcPct val="90000"/>
                        </a:lnSpc>
                        <a:buFont typeface="Wingdings" panose="05000000000000000000" pitchFamily="2" charset="2"/>
                        <a:buNone/>
                      </a:pPr>
                      <a:r>
                        <a:rPr lang="en-GB" sz="2400" dirty="0"/>
                        <a:t>Designed website</a:t>
                      </a:r>
                    </a:p>
                    <a:p>
                      <a:pPr>
                        <a:lnSpc>
                          <a:spcPct val="90000"/>
                        </a:lnSpc>
                        <a:buFont typeface="Wingdings" panose="05000000000000000000" pitchFamily="2" charset="2"/>
                        <a:buNone/>
                      </a:pPr>
                      <a:r>
                        <a:rPr lang="en-GB" sz="2400" dirty="0"/>
                        <a:t>Business pages</a:t>
                      </a:r>
                    </a:p>
                    <a:p>
                      <a:endParaRPr lang="en-US"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35167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 y="175895"/>
            <a:ext cx="11977370" cy="721995"/>
          </a:xfrm>
        </p:spPr>
        <p:txBody>
          <a:bodyPr/>
          <a:lstStyle/>
          <a:p>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TOP 10 MOST WANTED SKILLS IN INTERVIEW</a:t>
            </a:r>
          </a:p>
        </p:txBody>
      </p:sp>
      <p:sp>
        <p:nvSpPr>
          <p:cNvPr id="3" name="Content Placeholder 2"/>
          <p:cNvSpPr>
            <a:spLocks noGrp="1"/>
          </p:cNvSpPr>
          <p:nvPr>
            <p:ph idx="1"/>
          </p:nvPr>
        </p:nvSpPr>
        <p:spPr>
          <a:xfrm>
            <a:off x="409303" y="1080655"/>
            <a:ext cx="11275332" cy="5388725"/>
          </a:xfrm>
        </p:spPr>
        <p:txBody>
          <a:bodyPr>
            <a:normAutofit/>
          </a:bodyPr>
          <a:lstStyle/>
          <a:p>
            <a:pPr marL="0" indent="0" algn="just">
              <a:buNone/>
            </a:pPr>
            <a:r>
              <a:rPr lang="en-US" sz="2400" b="1" u="sng" dirty="0">
                <a:solidFill>
                  <a:schemeClr val="tx1">
                    <a:lumMod val="95000"/>
                    <a:lumOff val="5000"/>
                  </a:schemeClr>
                </a:solidFill>
                <a:effectLst/>
                <a:latin typeface="+mj-lt"/>
                <a:cs typeface="Times New Roman" panose="02020603050405020304" pitchFamily="18" charset="0"/>
              </a:rPr>
              <a:t>5. Technical Skills:</a:t>
            </a:r>
            <a:r>
              <a:rPr lang="en-US" sz="2400" dirty="0">
                <a:solidFill>
                  <a:schemeClr val="tx1">
                    <a:lumMod val="95000"/>
                    <a:lumOff val="5000"/>
                  </a:schemeClr>
                </a:solidFill>
                <a:effectLst/>
                <a:latin typeface="+mj-lt"/>
                <a:cs typeface="Times New Roman" panose="02020603050405020304" pitchFamily="18" charset="0"/>
              </a:rPr>
              <a:t> you have the skills you need to actually perform your work. Firms want you to know you have the skill set to do the job, of course. But that's not all. </a:t>
            </a:r>
          </a:p>
          <a:p>
            <a:pPr marL="0" indent="0" algn="just">
              <a:buNone/>
            </a:pPr>
            <a:r>
              <a:rPr lang="en-US" sz="2400" b="1" u="sng" dirty="0">
                <a:solidFill>
                  <a:schemeClr val="tx1">
                    <a:lumMod val="95000"/>
                    <a:lumOff val="5000"/>
                  </a:schemeClr>
                </a:solidFill>
                <a:effectLst/>
                <a:latin typeface="+mj-lt"/>
                <a:cs typeface="Times New Roman" panose="02020603050405020304" pitchFamily="18" charset="0"/>
              </a:rPr>
              <a:t>4. Teamwork:</a:t>
            </a:r>
            <a:r>
              <a:rPr lang="en-US" sz="2400" dirty="0">
                <a:solidFill>
                  <a:schemeClr val="tx1">
                    <a:lumMod val="95000"/>
                    <a:lumOff val="5000"/>
                  </a:schemeClr>
                </a:solidFill>
                <a:effectLst/>
                <a:latin typeface="+mj-lt"/>
                <a:cs typeface="Times New Roman" panose="02020603050405020304" pitchFamily="18" charset="0"/>
              </a:rPr>
              <a:t> You can work confidently within a group., You let your voice be heard and respect what others have to say. Because so many jobs involve working in groups, employers want you to be able to work well with others. To fit in with the team. </a:t>
            </a:r>
          </a:p>
          <a:p>
            <a:pPr marL="0" indent="0" algn="just">
              <a:buNone/>
            </a:pPr>
            <a:r>
              <a:rPr lang="en-US" sz="2400" b="1" u="sng" dirty="0">
                <a:solidFill>
                  <a:schemeClr val="tx1">
                    <a:lumMod val="95000"/>
                    <a:lumOff val="5000"/>
                  </a:schemeClr>
                </a:solidFill>
                <a:effectLst/>
                <a:latin typeface="+mj-lt"/>
                <a:cs typeface="Times New Roman" panose="02020603050405020304" pitchFamily="18" charset="0"/>
              </a:rPr>
              <a:t>3. Self-Motivation:</a:t>
            </a:r>
            <a:r>
              <a:rPr lang="en-US" sz="2400" dirty="0">
                <a:solidFill>
                  <a:schemeClr val="tx1">
                    <a:lumMod val="95000"/>
                    <a:lumOff val="5000"/>
                  </a:schemeClr>
                </a:solidFill>
                <a:effectLst/>
                <a:latin typeface="+mj-lt"/>
                <a:cs typeface="Times New Roman" panose="02020603050405020304" pitchFamily="18" charset="0"/>
              </a:rPr>
              <a:t> You are a self motivated person, you take initiative, you work hard. Organizations don't want people who always have to be told what to do. They want you to take responsibility for your work.</a:t>
            </a:r>
          </a:p>
          <a:p>
            <a:pPr marL="0" indent="0" algn="just">
              <a:buNone/>
            </a:pPr>
            <a:r>
              <a:rPr lang="en-US" sz="2400" b="1" u="sng" dirty="0">
                <a:solidFill>
                  <a:schemeClr val="tx1">
                    <a:lumMod val="95000"/>
                    <a:lumOff val="5000"/>
                  </a:schemeClr>
                </a:solidFill>
                <a:effectLst/>
                <a:latin typeface="+mj-lt"/>
                <a:cs typeface="Times New Roman" panose="02020603050405020304" pitchFamily="18" charset="0"/>
              </a:rPr>
              <a:t>2. Evolutionary Skills: </a:t>
            </a:r>
            <a:r>
              <a:rPr lang="en-US" sz="2400" dirty="0">
                <a:solidFill>
                  <a:schemeClr val="tx1">
                    <a:lumMod val="95000"/>
                    <a:lumOff val="5000"/>
                  </a:schemeClr>
                </a:solidFill>
                <a:effectLst/>
                <a:latin typeface="+mj-lt"/>
                <a:cs typeface="Times New Roman" panose="02020603050405020304" pitchFamily="18" charset="0"/>
              </a:rPr>
              <a:t>You know how to learn, and how to continually improve. Every potential employer wants to know you can grow and evolve in your work. And now the number one skill that employers are looking for.</a:t>
            </a:r>
          </a:p>
          <a:p>
            <a:pPr marL="0" indent="0" algn="just">
              <a:buNone/>
            </a:pPr>
            <a:r>
              <a:rPr lang="en-US" sz="2400" b="1" u="sng" dirty="0">
                <a:solidFill>
                  <a:schemeClr val="tx1">
                    <a:lumMod val="95000"/>
                    <a:lumOff val="5000"/>
                  </a:schemeClr>
                </a:solidFill>
                <a:effectLst/>
                <a:latin typeface="+mj-lt"/>
                <a:cs typeface="Times New Roman" panose="02020603050405020304" pitchFamily="18" charset="0"/>
              </a:rPr>
              <a:t>1. Communication Skills: </a:t>
            </a:r>
            <a:r>
              <a:rPr lang="en-US" sz="2400" dirty="0">
                <a:solidFill>
                  <a:schemeClr val="tx1">
                    <a:lumMod val="95000"/>
                    <a:lumOff val="5000"/>
                  </a:schemeClr>
                </a:solidFill>
                <a:effectLst/>
                <a:latin typeface="+mj-lt"/>
                <a:cs typeface="Times New Roman" panose="02020603050405020304" pitchFamily="18" charset="0"/>
              </a:rPr>
              <a:t>you are a clear, concise, and effective communicator. Employers want you to be able to speak and listen effectively.</a:t>
            </a:r>
          </a:p>
        </p:txBody>
      </p:sp>
    </p:spTree>
    <p:extLst>
      <p:ext uri="{BB962C8B-B14F-4D97-AF65-F5344CB8AC3E}">
        <p14:creationId xmlns:p14="http://schemas.microsoft.com/office/powerpoint/2010/main" val="254145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0" y="130810"/>
            <a:ext cx="11161395" cy="857885"/>
          </a:xfrm>
        </p:spPr>
        <p:txBody>
          <a:bodyPr>
            <a:normAutofit fontScale="90000"/>
          </a:bodyPr>
          <a:lstStyle/>
          <a:p>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TOP 10 MOST WANTED SKILLS IN INTERVIEW</a:t>
            </a:r>
          </a:p>
        </p:txBody>
      </p:sp>
      <p:sp>
        <p:nvSpPr>
          <p:cNvPr id="3" name="Content Placeholder 2"/>
          <p:cNvSpPr>
            <a:spLocks noGrp="1"/>
          </p:cNvSpPr>
          <p:nvPr>
            <p:ph idx="1"/>
          </p:nvPr>
        </p:nvSpPr>
        <p:spPr>
          <a:xfrm>
            <a:off x="391886" y="1149926"/>
            <a:ext cx="11440704" cy="5404543"/>
          </a:xfrm>
        </p:spPr>
        <p:txBody>
          <a:bodyPr>
            <a:normAutofit fontScale="92500" lnSpcReduction="10000"/>
          </a:bodyPr>
          <a:lstStyle/>
          <a:p>
            <a:pPr marL="0" indent="0" algn="just">
              <a:buNone/>
            </a:pPr>
            <a:r>
              <a:rPr lang="en-US" sz="2800" b="1" u="sng" dirty="0">
                <a:solidFill>
                  <a:schemeClr val="tx1">
                    <a:lumMod val="95000"/>
                    <a:lumOff val="5000"/>
                  </a:schemeClr>
                </a:solidFill>
                <a:effectLst/>
                <a:latin typeface="+mj-lt"/>
                <a:cs typeface="Times New Roman" panose="02020603050405020304" pitchFamily="18" charset="0"/>
              </a:rPr>
              <a:t>10. Problem Solving Skills: </a:t>
            </a:r>
            <a:r>
              <a:rPr lang="en-US" sz="2800" dirty="0">
                <a:solidFill>
                  <a:schemeClr val="tx1">
                    <a:lumMod val="95000"/>
                    <a:lumOff val="5000"/>
                  </a:schemeClr>
                </a:solidFill>
                <a:effectLst/>
                <a:latin typeface="+mj-lt"/>
                <a:cs typeface="Times New Roman" panose="02020603050405020304" pitchFamily="18" charset="0"/>
              </a:rPr>
              <a:t>Employers want to know you can make decisions. You can solve problems.</a:t>
            </a:r>
          </a:p>
          <a:p>
            <a:pPr marL="0" indent="0" algn="just">
              <a:buNone/>
            </a:pPr>
            <a:r>
              <a:rPr lang="en-US" sz="2800" b="1" u="sng" dirty="0">
                <a:solidFill>
                  <a:schemeClr val="tx1">
                    <a:lumMod val="95000"/>
                    <a:lumOff val="5000"/>
                  </a:schemeClr>
                </a:solidFill>
                <a:effectLst/>
                <a:latin typeface="+mj-lt"/>
                <a:cs typeface="Times New Roman" panose="02020603050405020304" pitchFamily="18" charset="0"/>
              </a:rPr>
              <a:t>9. Planning and Organization: </a:t>
            </a:r>
            <a:r>
              <a:rPr lang="en-US" sz="2800" dirty="0">
                <a:solidFill>
                  <a:schemeClr val="tx1">
                    <a:lumMod val="95000"/>
                    <a:lumOff val="5000"/>
                  </a:schemeClr>
                </a:solidFill>
                <a:effectLst/>
                <a:latin typeface="+mj-lt"/>
                <a:cs typeface="Times New Roman" panose="02020603050405020304" pitchFamily="18" charset="0"/>
              </a:rPr>
              <a:t>You know how to plan and organize your time. Managers want to know you can set goals and reach them.</a:t>
            </a:r>
          </a:p>
          <a:p>
            <a:pPr marL="0" indent="0" algn="just">
              <a:buNone/>
            </a:pPr>
            <a:r>
              <a:rPr lang="en-US" sz="2800" b="1" u="sng" dirty="0">
                <a:solidFill>
                  <a:schemeClr val="tx1">
                    <a:lumMod val="95000"/>
                    <a:lumOff val="5000"/>
                  </a:schemeClr>
                </a:solidFill>
                <a:effectLst/>
                <a:latin typeface="+mj-lt"/>
                <a:cs typeface="Times New Roman" panose="02020603050405020304" pitchFamily="18" charset="0"/>
              </a:rPr>
              <a:t>8. Flexibility and Adaptability:</a:t>
            </a:r>
            <a:r>
              <a:rPr lang="en-US" sz="2800" dirty="0">
                <a:solidFill>
                  <a:schemeClr val="tx1">
                    <a:lumMod val="95000"/>
                    <a:lumOff val="5000"/>
                  </a:schemeClr>
                </a:solidFill>
                <a:effectLst/>
                <a:latin typeface="+mj-lt"/>
                <a:cs typeface="Times New Roman" panose="02020603050405020304" pitchFamily="18" charset="0"/>
              </a:rPr>
              <a:t> Organizations expect you to be flexible and adaptable. You can manage multiple assignments and tasks, you can set priorities, you can adapt to changing conditions, and work assignments. </a:t>
            </a:r>
          </a:p>
          <a:p>
            <a:pPr marL="0" indent="0" algn="just">
              <a:buNone/>
            </a:pPr>
            <a:r>
              <a:rPr lang="en-US" sz="2800" b="1" u="sng" dirty="0">
                <a:solidFill>
                  <a:schemeClr val="tx1">
                    <a:lumMod val="95000"/>
                    <a:lumOff val="5000"/>
                  </a:schemeClr>
                </a:solidFill>
                <a:effectLst/>
                <a:latin typeface="+mj-lt"/>
                <a:cs typeface="Times New Roman" panose="02020603050405020304" pitchFamily="18" charset="0"/>
              </a:rPr>
              <a:t>7. Interpersonal Skills: </a:t>
            </a:r>
            <a:r>
              <a:rPr lang="en-US" sz="2800" dirty="0">
                <a:solidFill>
                  <a:schemeClr val="tx1">
                    <a:lumMod val="95000"/>
                    <a:lumOff val="5000"/>
                  </a:schemeClr>
                </a:solidFill>
                <a:effectLst/>
                <a:latin typeface="+mj-lt"/>
                <a:cs typeface="Times New Roman" panose="02020603050405020304" pitchFamily="18" charset="0"/>
              </a:rPr>
              <a:t>You have good interpersonal skills, you have a high emotional IQ, you know how to get along with others, and minimize conflict. Employers want to know you can relate to other people and cultures with sensitivity and awareness.</a:t>
            </a:r>
          </a:p>
          <a:p>
            <a:pPr marL="0" indent="0" algn="just">
              <a:buNone/>
            </a:pPr>
            <a:r>
              <a:rPr lang="en-US" sz="2800" b="1" u="sng" dirty="0">
                <a:solidFill>
                  <a:schemeClr val="tx1">
                    <a:lumMod val="95000"/>
                    <a:lumOff val="5000"/>
                  </a:schemeClr>
                </a:solidFill>
                <a:effectLst/>
                <a:latin typeface="+mj-lt"/>
                <a:cs typeface="Times New Roman" panose="02020603050405020304" pitchFamily="18" charset="0"/>
              </a:rPr>
              <a:t>6. Strength of Character: </a:t>
            </a:r>
            <a:r>
              <a:rPr lang="en-US" sz="2800" dirty="0">
                <a:solidFill>
                  <a:schemeClr val="tx1">
                    <a:lumMod val="95000"/>
                    <a:lumOff val="5000"/>
                  </a:schemeClr>
                </a:solidFill>
                <a:effectLst/>
                <a:latin typeface="+mj-lt"/>
                <a:cs typeface="Times New Roman" panose="02020603050405020304" pitchFamily="18" charset="0"/>
              </a:rPr>
              <a:t>you are honest, you have integrity, loyalty, strength of character. Your supervisor certainly expects you to be trustworthy and honest.</a:t>
            </a:r>
          </a:p>
          <a:p>
            <a:pPr marL="0" indent="0" algn="just">
              <a:buNone/>
            </a:pPr>
            <a:r>
              <a:rPr lang="en-US" sz="2400" dirty="0">
                <a:solidFill>
                  <a:schemeClr val="tx1">
                    <a:lumMod val="95000"/>
                    <a:lumOff val="5000"/>
                  </a:schemeClr>
                </a:solidFill>
                <a:effectLst/>
                <a:latin typeface="+mj-lt"/>
                <a:cs typeface="Times New Roman" panose="02020603050405020304" pitchFamily="18" charset="0"/>
              </a:rPr>
              <a:t> </a:t>
            </a:r>
          </a:p>
        </p:txBody>
      </p:sp>
    </p:spTree>
    <p:extLst>
      <p:ext uri="{BB962C8B-B14F-4D97-AF65-F5344CB8AC3E}">
        <p14:creationId xmlns:p14="http://schemas.microsoft.com/office/powerpoint/2010/main" val="3050068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Preparing for the Interview</a:t>
            </a:r>
          </a:p>
        </p:txBody>
      </p:sp>
      <p:sp>
        <p:nvSpPr>
          <p:cNvPr id="3" name="Content Placeholder 2"/>
          <p:cNvSpPr>
            <a:spLocks noGrp="1"/>
          </p:cNvSpPr>
          <p:nvPr>
            <p:ph idx="1"/>
          </p:nvPr>
        </p:nvSpPr>
        <p:spPr/>
        <p:txBody>
          <a:bodyPr>
            <a:normAutofit/>
          </a:bodyPr>
          <a:lstStyle/>
          <a:p>
            <a:pPr marL="0" indent="0">
              <a:buNone/>
            </a:pPr>
            <a:r>
              <a:rPr lang="en-US" sz="3200" dirty="0"/>
              <a:t>Three stages</a:t>
            </a:r>
          </a:p>
          <a:p>
            <a:pPr>
              <a:buAutoNum type="arabicPeriod"/>
            </a:pPr>
            <a:r>
              <a:rPr lang="en-US" sz="3200" dirty="0"/>
              <a:t>Pre- interview preparation</a:t>
            </a:r>
          </a:p>
          <a:p>
            <a:pPr>
              <a:buAutoNum type="arabicPeriod"/>
            </a:pPr>
            <a:r>
              <a:rPr lang="en-US" sz="3200" dirty="0"/>
              <a:t>During interview performance</a:t>
            </a:r>
          </a:p>
          <a:p>
            <a:pPr>
              <a:buAutoNum type="arabicPeriod"/>
            </a:pPr>
            <a:r>
              <a:rPr lang="en-US" sz="3200" dirty="0"/>
              <a:t>Post-interview protocols</a:t>
            </a:r>
          </a:p>
        </p:txBody>
      </p:sp>
    </p:spTree>
    <p:extLst>
      <p:ext uri="{BB962C8B-B14F-4D97-AF65-F5344CB8AC3E}">
        <p14:creationId xmlns:p14="http://schemas.microsoft.com/office/powerpoint/2010/main" val="2609266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360218"/>
            <a:ext cx="8911687" cy="692727"/>
          </a:xfrm>
        </p:spPr>
        <p:txBody>
          <a:bodyPr>
            <a:normAutofit fontScale="90000"/>
          </a:bodyPr>
          <a:lstStyle/>
          <a:p>
            <a:r>
              <a:rPr lang="en-US" b="1" dirty="0"/>
              <a:t>Preparing for the Interview</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60525855"/>
              </p:ext>
            </p:extLst>
          </p:nvPr>
        </p:nvGraphicFramePr>
        <p:xfrm>
          <a:off x="2589213" y="1260475"/>
          <a:ext cx="8915400" cy="5084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8328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429492"/>
            <a:ext cx="8911687" cy="678872"/>
          </a:xfrm>
        </p:spPr>
        <p:txBody>
          <a:bodyPr>
            <a:normAutofit fontScale="90000"/>
          </a:bodyPr>
          <a:lstStyle/>
          <a:p>
            <a:r>
              <a:rPr lang="en-US" b="1" dirty="0"/>
              <a:t>Preparing for the Interview</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47942090"/>
              </p:ext>
            </p:extLst>
          </p:nvPr>
        </p:nvGraphicFramePr>
        <p:xfrm>
          <a:off x="2589213" y="1274763"/>
          <a:ext cx="8915400" cy="5000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0872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idx="1"/>
          </p:nvPr>
        </p:nvSpPr>
        <p:spPr>
          <a:xfrm>
            <a:off x="2812472" y="1440874"/>
            <a:ext cx="7855527" cy="4475018"/>
          </a:xfrm>
        </p:spPr>
        <p:txBody>
          <a:bodyPr>
            <a:normAutofit/>
          </a:bodyPr>
          <a:lstStyle/>
          <a:p>
            <a:pPr eaLnBrk="1" hangingPunct="1">
              <a:lnSpc>
                <a:spcPct val="90000"/>
              </a:lnSpc>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Suit, two-piece matching</a:t>
            </a:r>
            <a:br>
              <a:rPr lang="en-US" altLang="en-US" sz="2400" dirty="0">
                <a:solidFill>
                  <a:schemeClr val="tx1"/>
                </a:solidFill>
                <a:latin typeface="+mj-lt"/>
                <a:ea typeface="ＭＳ Ｐゴシック" panose="020B0600070205080204" pitchFamily="34" charset="-128"/>
                <a:cs typeface="Arial" panose="020B0604020202020204" pitchFamily="34" charset="0"/>
              </a:rPr>
            </a:br>
            <a:r>
              <a:rPr lang="en-US" altLang="en-US" sz="2400" dirty="0">
                <a:solidFill>
                  <a:schemeClr val="tx1"/>
                </a:solidFill>
                <a:latin typeface="+mj-lt"/>
                <a:ea typeface="ＭＳ Ｐゴシック" panose="020B0600070205080204" pitchFamily="34" charset="-128"/>
                <a:cs typeface="Arial" panose="020B0604020202020204" pitchFamily="34" charset="0"/>
              </a:rPr>
              <a:t>of good quality</a:t>
            </a:r>
          </a:p>
          <a:p>
            <a:pPr eaLnBrk="1" hangingPunct="1">
              <a:lnSpc>
                <a:spcPct val="90000"/>
              </a:lnSpc>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Navy, dark grey, black,</a:t>
            </a:r>
            <a:br>
              <a:rPr lang="en-US" altLang="en-US" sz="2400" dirty="0">
                <a:solidFill>
                  <a:schemeClr val="tx1"/>
                </a:solidFill>
                <a:latin typeface="+mj-lt"/>
                <a:ea typeface="ＭＳ Ｐゴシック" panose="020B0600070205080204" pitchFamily="34" charset="-128"/>
                <a:cs typeface="Arial" panose="020B0604020202020204" pitchFamily="34" charset="0"/>
              </a:rPr>
            </a:br>
            <a:r>
              <a:rPr lang="en-US" altLang="en-US" sz="2400" dirty="0">
                <a:solidFill>
                  <a:schemeClr val="tx1"/>
                </a:solidFill>
                <a:latin typeface="+mj-lt"/>
                <a:ea typeface="ＭＳ Ｐゴシック" panose="020B0600070205080204" pitchFamily="34" charset="-128"/>
                <a:cs typeface="Arial" panose="020B0604020202020204" pitchFamily="34" charset="0"/>
              </a:rPr>
              <a:t>conservative solids or pinstripe</a:t>
            </a:r>
          </a:p>
          <a:p>
            <a:pPr eaLnBrk="1" hangingPunct="1">
              <a:lnSpc>
                <a:spcPct val="90000"/>
              </a:lnSpc>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Wool or wool blends</a:t>
            </a:r>
          </a:p>
          <a:p>
            <a:pPr eaLnBrk="1" hangingPunct="1">
              <a:lnSpc>
                <a:spcPct val="90000"/>
              </a:lnSpc>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Silk tie, no extremes</a:t>
            </a:r>
          </a:p>
          <a:p>
            <a:pPr eaLnBrk="1" hangingPunct="1">
              <a:lnSpc>
                <a:spcPct val="90000"/>
              </a:lnSpc>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Long sleeved shirts in white or light blue; </a:t>
            </a:r>
            <a:br>
              <a:rPr lang="en-US" altLang="en-US" sz="2400" dirty="0">
                <a:solidFill>
                  <a:schemeClr val="tx1"/>
                </a:solidFill>
                <a:latin typeface="+mj-lt"/>
                <a:ea typeface="ＭＳ Ｐゴシック" panose="020B0600070205080204" pitchFamily="34" charset="-128"/>
                <a:cs typeface="Arial" panose="020B0604020202020204" pitchFamily="34" charset="0"/>
              </a:rPr>
            </a:br>
            <a:r>
              <a:rPr lang="en-US" altLang="en-US" sz="2400" dirty="0">
                <a:solidFill>
                  <a:schemeClr val="tx1"/>
                </a:solidFill>
                <a:latin typeface="+mj-lt"/>
                <a:ea typeface="ＭＳ Ｐゴシック" panose="020B0600070205080204" pitchFamily="34" charset="-128"/>
                <a:cs typeface="Arial" panose="020B0604020202020204" pitchFamily="34" charset="0"/>
              </a:rPr>
              <a:t>solid or conservative stripes</a:t>
            </a:r>
          </a:p>
          <a:p>
            <a:pPr eaLnBrk="1" hangingPunct="1">
              <a:lnSpc>
                <a:spcPct val="90000"/>
              </a:lnSpc>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Leather, lace-up or slip-on business shoes in black, brown, cordovan-polished</a:t>
            </a:r>
            <a:r>
              <a:rPr lang="en-US" altLang="en-US" sz="2400" dirty="0">
                <a:solidFill>
                  <a:srgbClr val="FFFFFF"/>
                </a:solidFill>
                <a:latin typeface="+mj-lt"/>
                <a:ea typeface="ＭＳ Ｐゴシック" panose="020B0600070205080204" pitchFamily="34" charset="-128"/>
                <a:cs typeface="Arial" panose="020B0604020202020204" pitchFamily="34" charset="0"/>
              </a:rPr>
              <a:t>!</a:t>
            </a:r>
          </a:p>
        </p:txBody>
      </p:sp>
      <p:pic>
        <p:nvPicPr>
          <p:cNvPr id="38915" name="Picture 15" descr="C:\Documents and Settings\lbaker\Local Settings\Temporary Internet Files\Content.IE5\JCAYEJ24\MP900402343[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1676400"/>
            <a:ext cx="24765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Title 5"/>
          <p:cNvSpPr txBox="1">
            <a:spLocks/>
          </p:cNvSpPr>
          <p:nvPr/>
        </p:nvSpPr>
        <p:spPr bwMode="auto">
          <a:xfrm>
            <a:off x="1981200" y="2"/>
            <a:ext cx="8229600" cy="900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4400" b="1" dirty="0">
                <a:latin typeface="Book Antiqua" panose="02040602050305030304" pitchFamily="18" charset="0"/>
                <a:cs typeface="Times" panose="02020603050405020304" pitchFamily="18" charset="0"/>
              </a:rPr>
              <a:t>For Men</a:t>
            </a:r>
          </a:p>
        </p:txBody>
      </p:sp>
    </p:spTree>
    <p:extLst>
      <p:ext uri="{BB962C8B-B14F-4D97-AF65-F5344CB8AC3E}">
        <p14:creationId xmlns:p14="http://schemas.microsoft.com/office/powerpoint/2010/main" val="2705815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idx="1"/>
          </p:nvPr>
        </p:nvSpPr>
        <p:spPr>
          <a:xfrm>
            <a:off x="4800600" y="1385455"/>
            <a:ext cx="5410200" cy="4003963"/>
          </a:xfrm>
        </p:spPr>
        <p:txBody>
          <a:bodyPr>
            <a:noAutofit/>
          </a:bodyPr>
          <a:lstStyle/>
          <a:p>
            <a:pPr eaLnBrk="1" hangingPunct="1">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Belt should match shoes!</a:t>
            </a:r>
          </a:p>
          <a:p>
            <a:pPr eaLnBrk="1" hangingPunct="1">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 Hair well-groomed</a:t>
            </a:r>
          </a:p>
          <a:p>
            <a:pPr eaLnBrk="1" hangingPunct="1">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Conservative watch and other jewelry</a:t>
            </a:r>
          </a:p>
          <a:p>
            <a:pPr eaLnBrk="1" hangingPunct="1">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Removing earrings is safest</a:t>
            </a:r>
          </a:p>
          <a:p>
            <a:pPr eaLnBrk="1" hangingPunct="1">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Do not leave the tags on outside of apparel</a:t>
            </a:r>
          </a:p>
          <a:p>
            <a:pPr eaLnBrk="1" hangingPunct="1">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Long socks to match color of suit – no white tube socks!</a:t>
            </a:r>
          </a:p>
        </p:txBody>
      </p:sp>
      <p:pic>
        <p:nvPicPr>
          <p:cNvPr id="39939" name="Picture 4" descr="jobinterviewyou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1" y="1676400"/>
            <a:ext cx="2028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Title 5"/>
          <p:cNvSpPr txBox="1">
            <a:spLocks/>
          </p:cNvSpPr>
          <p:nvPr/>
        </p:nvSpPr>
        <p:spPr bwMode="auto">
          <a:xfrm>
            <a:off x="1981200" y="1"/>
            <a:ext cx="8229600" cy="1219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4400" b="1" dirty="0">
                <a:latin typeface="Book Antiqua" panose="02040602050305030304" pitchFamily="18" charset="0"/>
                <a:cs typeface="Times" panose="02020603050405020304" pitchFamily="18" charset="0"/>
              </a:rPr>
              <a:t>For Men</a:t>
            </a:r>
          </a:p>
        </p:txBody>
      </p:sp>
    </p:spTree>
    <p:extLst>
      <p:ext uri="{BB962C8B-B14F-4D97-AF65-F5344CB8AC3E}">
        <p14:creationId xmlns:p14="http://schemas.microsoft.com/office/powerpoint/2010/main" val="1134099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 Women</a:t>
            </a:r>
          </a:p>
        </p:txBody>
      </p:sp>
      <p:sp>
        <p:nvSpPr>
          <p:cNvPr id="3" name="Content Placeholder 2"/>
          <p:cNvSpPr>
            <a:spLocks noGrp="1"/>
          </p:cNvSpPr>
          <p:nvPr>
            <p:ph idx="1"/>
          </p:nvPr>
        </p:nvSpPr>
        <p:spPr/>
        <p:txBody>
          <a:bodyPr>
            <a:normAutofit/>
          </a:bodyPr>
          <a:lstStyle/>
          <a:p>
            <a:r>
              <a:rPr lang="en-US" sz="2800" dirty="0"/>
              <a:t>Decent and modest dressing</a:t>
            </a:r>
          </a:p>
          <a:p>
            <a:r>
              <a:rPr lang="en-US" sz="2800" dirty="0"/>
              <a:t>Business colors for Shirts-blue, grey, white, beige, earthly tones</a:t>
            </a:r>
          </a:p>
          <a:p>
            <a:r>
              <a:rPr lang="en-US" sz="2800" dirty="0"/>
              <a:t>Trousers/</a:t>
            </a:r>
            <a:r>
              <a:rPr lang="en-US" sz="2800" dirty="0" err="1"/>
              <a:t>Stolers</a:t>
            </a:r>
            <a:r>
              <a:rPr lang="en-US" sz="2800" dirty="0"/>
              <a:t>-black, white, off-white, beige</a:t>
            </a:r>
          </a:p>
          <a:p>
            <a:r>
              <a:rPr lang="en-US" sz="2800" dirty="0"/>
              <a:t>Formal jewelry (one ring/bracelet, small earrings, no necklace/chain) and watch</a:t>
            </a:r>
          </a:p>
          <a:p>
            <a:r>
              <a:rPr lang="en-US" sz="2800" dirty="0"/>
              <a:t>Hair-well-put together (no complicated styling)</a:t>
            </a:r>
          </a:p>
        </p:txBody>
      </p:sp>
    </p:spTree>
    <p:extLst>
      <p:ext uri="{BB962C8B-B14F-4D97-AF65-F5344CB8AC3E}">
        <p14:creationId xmlns:p14="http://schemas.microsoft.com/office/powerpoint/2010/main" val="2244510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idx="1"/>
          </p:nvPr>
        </p:nvSpPr>
        <p:spPr>
          <a:xfrm>
            <a:off x="4267200" y="1524001"/>
            <a:ext cx="6553200" cy="4343399"/>
          </a:xfrm>
        </p:spPr>
        <p:txBody>
          <a:bodyPr>
            <a:normAutofit/>
          </a:bodyPr>
          <a:lstStyle/>
          <a:p>
            <a:pPr eaLnBrk="1" hangingPunct="1">
              <a:lnSpc>
                <a:spcPct val="90000"/>
              </a:lnSpc>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Hair should be neat and clean</a:t>
            </a:r>
          </a:p>
          <a:p>
            <a:pPr eaLnBrk="1" hangingPunct="1">
              <a:lnSpc>
                <a:spcPct val="90000"/>
              </a:lnSpc>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Shoes should be in good condition</a:t>
            </a:r>
          </a:p>
          <a:p>
            <a:pPr eaLnBrk="1" hangingPunct="1">
              <a:lnSpc>
                <a:spcPct val="90000"/>
              </a:lnSpc>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Clean fingernails</a:t>
            </a:r>
          </a:p>
          <a:p>
            <a:pPr eaLnBrk="1" hangingPunct="1">
              <a:lnSpc>
                <a:spcPct val="90000"/>
              </a:lnSpc>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Clothes should fit properly</a:t>
            </a:r>
          </a:p>
          <a:p>
            <a:pPr eaLnBrk="1" hangingPunct="1">
              <a:lnSpc>
                <a:spcPct val="90000"/>
              </a:lnSpc>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Use appropriate deodorant</a:t>
            </a:r>
          </a:p>
          <a:p>
            <a:pPr eaLnBrk="1" hangingPunct="1">
              <a:lnSpc>
                <a:spcPct val="90000"/>
              </a:lnSpc>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Details</a:t>
            </a:r>
          </a:p>
          <a:p>
            <a:pPr lvl="1" eaLnBrk="1" hangingPunct="1">
              <a:lnSpc>
                <a:spcPct val="90000"/>
              </a:lnSpc>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	Everything clean and well-pressed</a:t>
            </a:r>
          </a:p>
          <a:p>
            <a:pPr lvl="1" eaLnBrk="1" hangingPunct="1">
              <a:lnSpc>
                <a:spcPct val="90000"/>
              </a:lnSpc>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	Slim leather briefcase if needed</a:t>
            </a:r>
          </a:p>
        </p:txBody>
      </p:sp>
      <p:pic>
        <p:nvPicPr>
          <p:cNvPr id="43011" name="Picture 5" descr="jobinterviewdressmen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2476" y="3429000"/>
            <a:ext cx="2168525"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2" name="Picture 8" descr="iStock_000001251910Lar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524001"/>
            <a:ext cx="2133600" cy="150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Title 5"/>
          <p:cNvSpPr txBox="1">
            <a:spLocks/>
          </p:cNvSpPr>
          <p:nvPr/>
        </p:nvSpPr>
        <p:spPr bwMode="auto">
          <a:xfrm>
            <a:off x="1981200" y="2"/>
            <a:ext cx="8229600" cy="1122364"/>
          </a:xfrm>
          <a:prstGeom prst="rect">
            <a:avLst/>
          </a:prstGeom>
          <a:noFill/>
          <a:ln w="9525">
            <a:noFill/>
            <a:miter lim="800000"/>
            <a:headEnd/>
            <a:tailEnd/>
          </a:ln>
        </p:spPr>
        <p:txBody>
          <a:bodyPr anchor="ctr"/>
          <a:lstStyle/>
          <a:p>
            <a:pPr algn="ctr" defTabSz="457200">
              <a:defRPr/>
            </a:pPr>
            <a:r>
              <a:rPr lang="en-US" sz="4400" b="1" dirty="0">
                <a:ea typeface="Times" pitchFamily="-107" charset="0"/>
                <a:cs typeface="ＭＳ Ｐゴシック" pitchFamily="-107" charset="-128"/>
              </a:rPr>
              <a:t>For Everyone</a:t>
            </a:r>
          </a:p>
        </p:txBody>
      </p:sp>
    </p:spTree>
    <p:extLst>
      <p:ext uri="{BB962C8B-B14F-4D97-AF65-F5344CB8AC3E}">
        <p14:creationId xmlns:p14="http://schemas.microsoft.com/office/powerpoint/2010/main" val="828228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84254"/>
          </a:xfrm>
        </p:spPr>
        <p:txBody>
          <a:bodyPr>
            <a:normAutofit fontScale="90000"/>
          </a:bodyPr>
          <a:lstStyle/>
          <a:p>
            <a:r>
              <a:rPr lang="en-US" b="1" dirty="0"/>
              <a:t>Final Look-The brand you</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802302504"/>
              </p:ext>
            </p:extLst>
          </p:nvPr>
        </p:nvGraphicFramePr>
        <p:xfrm>
          <a:off x="2589213" y="1344613"/>
          <a:ext cx="8915400" cy="45672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0207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idx="1"/>
          </p:nvPr>
        </p:nvSpPr>
        <p:spPr>
          <a:xfrm>
            <a:off x="2057400" y="1600200"/>
            <a:ext cx="7924800" cy="4731327"/>
          </a:xfrm>
        </p:spPr>
        <p:txBody>
          <a:bodyPr>
            <a:normAutofit/>
          </a:bodyPr>
          <a:lstStyle/>
          <a:p>
            <a:pPr eaLnBrk="1" hangingPunct="1">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Firmly shake hands </a:t>
            </a:r>
            <a:br>
              <a:rPr lang="en-US" altLang="en-US" sz="2400" dirty="0">
                <a:solidFill>
                  <a:schemeClr val="tx1"/>
                </a:solidFill>
                <a:latin typeface="+mj-lt"/>
                <a:ea typeface="ＭＳ Ｐゴシック" panose="020B0600070205080204" pitchFamily="34" charset="-128"/>
                <a:cs typeface="Arial" panose="020B0604020202020204" pitchFamily="34" charset="0"/>
              </a:rPr>
            </a:br>
            <a:r>
              <a:rPr lang="en-US" altLang="en-US" sz="2400" dirty="0">
                <a:solidFill>
                  <a:schemeClr val="tx1"/>
                </a:solidFill>
                <a:latin typeface="+mj-lt"/>
                <a:ea typeface="ＭＳ Ｐゴシック" panose="020B0600070205080204" pitchFamily="34" charset="-128"/>
                <a:cs typeface="Arial" panose="020B0604020202020204" pitchFamily="34" charset="0"/>
              </a:rPr>
              <a:t>with those you meet</a:t>
            </a:r>
          </a:p>
          <a:p>
            <a:pPr eaLnBrk="1" hangingPunct="1">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Greet all involved in the</a:t>
            </a:r>
            <a:br>
              <a:rPr lang="en-US" altLang="en-US" sz="2400" dirty="0">
                <a:solidFill>
                  <a:schemeClr val="tx1"/>
                </a:solidFill>
                <a:latin typeface="+mj-lt"/>
                <a:ea typeface="ＭＳ Ｐゴシック" panose="020B0600070205080204" pitchFamily="34" charset="-128"/>
                <a:cs typeface="Arial" panose="020B0604020202020204" pitchFamily="34" charset="0"/>
              </a:rPr>
            </a:br>
            <a:r>
              <a:rPr lang="en-US" altLang="en-US" sz="2400" dirty="0">
                <a:solidFill>
                  <a:schemeClr val="tx1"/>
                </a:solidFill>
                <a:latin typeface="+mj-lt"/>
                <a:ea typeface="ＭＳ Ｐゴシック" panose="020B0600070205080204" pitchFamily="34" charset="-128"/>
                <a:cs typeface="Arial" panose="020B0604020202020204" pitchFamily="34" charset="0"/>
              </a:rPr>
              <a:t>interview process and try</a:t>
            </a:r>
            <a:br>
              <a:rPr lang="en-US" altLang="en-US" sz="2400" dirty="0">
                <a:solidFill>
                  <a:schemeClr val="tx1"/>
                </a:solidFill>
                <a:latin typeface="+mj-lt"/>
                <a:ea typeface="ＭＳ Ｐゴシック" panose="020B0600070205080204" pitchFamily="34" charset="-128"/>
                <a:cs typeface="Arial" panose="020B0604020202020204" pitchFamily="34" charset="0"/>
              </a:rPr>
            </a:br>
            <a:r>
              <a:rPr lang="en-US" altLang="en-US" sz="2400" dirty="0">
                <a:solidFill>
                  <a:schemeClr val="tx1"/>
                </a:solidFill>
                <a:latin typeface="+mj-lt"/>
                <a:ea typeface="ＭＳ Ｐゴシック" panose="020B0600070205080204" pitchFamily="34" charset="-128"/>
                <a:cs typeface="Arial" panose="020B0604020202020204" pitchFamily="34" charset="0"/>
              </a:rPr>
              <a:t>to remember names</a:t>
            </a:r>
          </a:p>
          <a:p>
            <a:pPr eaLnBrk="1" hangingPunct="1">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Be friendly to everyone </a:t>
            </a:r>
            <a:br>
              <a:rPr lang="en-US" altLang="en-US" sz="2400" dirty="0">
                <a:solidFill>
                  <a:schemeClr val="tx1"/>
                </a:solidFill>
                <a:latin typeface="+mj-lt"/>
                <a:ea typeface="ＭＳ Ｐゴシック" panose="020B0600070205080204" pitchFamily="34" charset="-128"/>
                <a:cs typeface="Arial" panose="020B0604020202020204" pitchFamily="34" charset="0"/>
              </a:rPr>
            </a:br>
            <a:r>
              <a:rPr lang="en-US" altLang="en-US" sz="2400" dirty="0">
                <a:solidFill>
                  <a:schemeClr val="tx1"/>
                </a:solidFill>
                <a:latin typeface="+mj-lt"/>
                <a:ea typeface="ＭＳ Ｐゴシック" panose="020B0600070205080204" pitchFamily="34" charset="-128"/>
                <a:cs typeface="Arial" panose="020B0604020202020204" pitchFamily="34" charset="0"/>
              </a:rPr>
              <a:t>(secretaries, other employees, etc.)</a:t>
            </a:r>
          </a:p>
          <a:p>
            <a:pPr eaLnBrk="1" hangingPunct="1">
              <a:buFont typeface="Lucida Grande" pitchFamily="-107" charset="0"/>
              <a:buChar char="▸"/>
            </a:pPr>
            <a:r>
              <a:rPr lang="en-US" altLang="en-US" sz="2400" dirty="0">
                <a:solidFill>
                  <a:schemeClr val="tx1"/>
                </a:solidFill>
                <a:latin typeface="+mj-lt"/>
                <a:ea typeface="ＭＳ Ｐゴシック" panose="020B0600070205080204" pitchFamily="34" charset="-128"/>
                <a:cs typeface="Arial" panose="020B0604020202020204" pitchFamily="34" charset="0"/>
              </a:rPr>
              <a:t>Follow the interviewer’s lead (direction, selecting a seat, drink, etc.)</a:t>
            </a:r>
          </a:p>
          <a:p>
            <a:pPr eaLnBrk="1" hangingPunct="1">
              <a:buFont typeface="Lucida Grande" pitchFamily="-107" charset="0"/>
              <a:buChar char="▸"/>
            </a:pPr>
            <a:endParaRPr lang="en-US" altLang="en-US" sz="2400" dirty="0">
              <a:solidFill>
                <a:schemeClr val="tx1"/>
              </a:solidFill>
              <a:latin typeface="Arial" panose="020B0604020202020204" pitchFamily="34" charset="0"/>
              <a:ea typeface="ＭＳ Ｐゴシック" panose="020B0600070205080204" pitchFamily="34" charset="-128"/>
              <a:cs typeface="Arial" panose="020B0604020202020204" pitchFamily="34" charset="0"/>
            </a:endParaRPr>
          </a:p>
        </p:txBody>
      </p:sp>
      <p:pic>
        <p:nvPicPr>
          <p:cNvPr id="20483" name="Picture 6" descr="C:\Documents and Settings\lbaker\Local Settings\Temporary Internet Files\Content.IE5\JCAYEJ24\MP900385571[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2400" y="1600200"/>
            <a:ext cx="2014538"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Title 5"/>
          <p:cNvSpPr txBox="1">
            <a:spLocks/>
          </p:cNvSpPr>
          <p:nvPr/>
        </p:nvSpPr>
        <p:spPr bwMode="auto">
          <a:xfrm>
            <a:off x="1981200" y="2"/>
            <a:ext cx="8229600" cy="105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4400" b="1" dirty="0">
                <a:latin typeface="Book Antiqua" panose="02040602050305030304" pitchFamily="18" charset="0"/>
                <a:cs typeface="Times" panose="02020603050405020304" pitchFamily="18" charset="0"/>
              </a:rPr>
              <a:t>Beginning the Interview</a:t>
            </a:r>
          </a:p>
        </p:txBody>
      </p:sp>
    </p:spTree>
    <p:extLst>
      <p:ext uri="{BB962C8B-B14F-4D97-AF65-F5344CB8AC3E}">
        <p14:creationId xmlns:p14="http://schemas.microsoft.com/office/powerpoint/2010/main" val="348738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idx="1"/>
          </p:nvPr>
        </p:nvSpPr>
        <p:spPr>
          <a:xfrm>
            <a:off x="1905000" y="1600201"/>
            <a:ext cx="5257800" cy="5045076"/>
          </a:xfrm>
        </p:spPr>
        <p:txBody>
          <a:bodyPr>
            <a:normAutofit/>
          </a:bodyPr>
          <a:lstStyle/>
          <a:p>
            <a:pPr>
              <a:lnSpc>
                <a:spcPct val="80000"/>
              </a:lnSpc>
              <a:spcAft>
                <a:spcPts val="600"/>
              </a:spcAft>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Sit on the front third of the seat</a:t>
            </a:r>
          </a:p>
          <a:p>
            <a:pPr>
              <a:lnSpc>
                <a:spcPct val="80000"/>
              </a:lnSpc>
              <a:spcAft>
                <a:spcPts val="600"/>
              </a:spcAft>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Men: legs uncrossed, but closed</a:t>
            </a:r>
          </a:p>
          <a:p>
            <a:pPr>
              <a:lnSpc>
                <a:spcPct val="80000"/>
              </a:lnSpc>
              <a:spcAft>
                <a:spcPts val="600"/>
              </a:spcAft>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Women: legs may be uncrossed and tilted to right</a:t>
            </a:r>
          </a:p>
          <a:p>
            <a:pPr>
              <a:lnSpc>
                <a:spcPct val="80000"/>
              </a:lnSpc>
              <a:spcAft>
                <a:spcPts val="600"/>
              </a:spcAft>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Hands folded in front</a:t>
            </a:r>
          </a:p>
          <a:p>
            <a:pPr>
              <a:lnSpc>
                <a:spcPct val="80000"/>
              </a:lnSpc>
              <a:spcAft>
                <a:spcPts val="600"/>
              </a:spcAft>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Sit up straight with head, neck, and chest aligned with hips</a:t>
            </a:r>
          </a:p>
          <a:p>
            <a:pPr>
              <a:lnSpc>
                <a:spcPct val="80000"/>
              </a:lnSpc>
              <a:spcAft>
                <a:spcPts val="600"/>
              </a:spcAft>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Be careful of bad habits</a:t>
            </a:r>
          </a:p>
          <a:p>
            <a:pPr lvl="1" eaLnBrk="1" hangingPunct="1">
              <a:lnSpc>
                <a:spcPct val="80000"/>
              </a:lnSpc>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Tapping your fingers</a:t>
            </a:r>
          </a:p>
          <a:p>
            <a:pPr lvl="1" eaLnBrk="1" hangingPunct="1">
              <a:lnSpc>
                <a:spcPct val="80000"/>
              </a:lnSpc>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Biting your nails</a:t>
            </a:r>
          </a:p>
          <a:p>
            <a:pPr lvl="1" eaLnBrk="1" hangingPunct="1">
              <a:lnSpc>
                <a:spcPct val="80000"/>
              </a:lnSpc>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Playing with your hair</a:t>
            </a:r>
          </a:p>
          <a:p>
            <a:pPr lvl="1" eaLnBrk="1" hangingPunct="1">
              <a:lnSpc>
                <a:spcPct val="80000"/>
              </a:lnSpc>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Clicking your pen, etc.</a:t>
            </a:r>
          </a:p>
          <a:p>
            <a:pPr>
              <a:lnSpc>
                <a:spcPct val="80000"/>
              </a:lnSpc>
              <a:spcAft>
                <a:spcPts val="600"/>
              </a:spcAft>
              <a:buFont typeface="Lucida Grande" pitchFamily="-107" charset="0"/>
              <a:buChar char="▸"/>
            </a:pPr>
            <a:endParaRPr lang="en-US" altLang="en-US" sz="2000" dirty="0">
              <a:solidFill>
                <a:srgbClr val="FFFFFF"/>
              </a:solidFill>
              <a:latin typeface="+mj-lt"/>
              <a:ea typeface="ＭＳ Ｐゴシック" panose="020B0600070205080204" pitchFamily="34" charset="-128"/>
              <a:cs typeface="Arial" panose="020B0604020202020204" pitchFamily="34" charset="0"/>
            </a:endParaRPr>
          </a:p>
        </p:txBody>
      </p:sp>
      <p:pic>
        <p:nvPicPr>
          <p:cNvPr id="21507" name="Picture 6" descr="235099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1600200"/>
            <a:ext cx="23749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Picture 7" descr="IS669-06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6401" y="3581400"/>
            <a:ext cx="936625"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9" descr="untitled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6401" y="5181601"/>
            <a:ext cx="836613"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0" name="Picture 10" descr="hnd00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6200" y="5562601"/>
            <a:ext cx="1219200"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1" name="Picture 12" descr="tappi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7600" y="3962401"/>
            <a:ext cx="1593850" cy="120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2" name="Title 5"/>
          <p:cNvSpPr txBox="1">
            <a:spLocks/>
          </p:cNvSpPr>
          <p:nvPr/>
        </p:nvSpPr>
        <p:spPr bwMode="auto">
          <a:xfrm>
            <a:off x="1981200" y="1"/>
            <a:ext cx="8229600" cy="1295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4400" b="1" dirty="0">
                <a:latin typeface="Book Antiqua" panose="02040602050305030304" pitchFamily="18" charset="0"/>
                <a:cs typeface="Times" panose="02020603050405020304" pitchFamily="18" charset="0"/>
              </a:rPr>
              <a:t>Posture During the Interview</a:t>
            </a:r>
          </a:p>
        </p:txBody>
      </p:sp>
    </p:spTree>
    <p:extLst>
      <p:ext uri="{BB962C8B-B14F-4D97-AF65-F5344CB8AC3E}">
        <p14:creationId xmlns:p14="http://schemas.microsoft.com/office/powerpoint/2010/main" val="3409625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3436" y="46990"/>
            <a:ext cx="8596630" cy="1186180"/>
          </a:xfrm>
        </p:spPr>
        <p:txBody>
          <a:bodyPr/>
          <a:lstStyle/>
          <a:p>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EMPATHY</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0257" y="1399425"/>
            <a:ext cx="9149713" cy="4419484"/>
          </a:xfrm>
        </p:spPr>
      </p:pic>
    </p:spTree>
    <p:extLst>
      <p:ext uri="{BB962C8B-B14F-4D97-AF65-F5344CB8AC3E}">
        <p14:creationId xmlns:p14="http://schemas.microsoft.com/office/powerpoint/2010/main" val="636130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sz="half" idx="1"/>
          </p:nvPr>
        </p:nvSpPr>
        <p:spPr>
          <a:xfrm>
            <a:off x="1828800" y="1701800"/>
            <a:ext cx="2971800" cy="5080000"/>
          </a:xfrm>
        </p:spPr>
        <p:txBody>
          <a:bodyPr>
            <a:normAutofit/>
          </a:bodyPr>
          <a:lstStyle/>
          <a:p>
            <a:pPr>
              <a:lnSpc>
                <a:spcPct val="70000"/>
              </a:lnSpc>
              <a:spcAft>
                <a:spcPts val="1200"/>
              </a:spcAft>
              <a:buFont typeface="Lucida Grande" pitchFamily="-107" charset="0"/>
              <a:buChar char="▸"/>
            </a:pPr>
            <a:r>
              <a:rPr lang="en-US" altLang="en-US" sz="2000" dirty="0">
                <a:latin typeface="+mj-lt"/>
                <a:ea typeface="ＭＳ Ｐゴシック" panose="020B0600070205080204" pitchFamily="34" charset="-128"/>
                <a:cs typeface="Arial" panose="020B0604020202020204" pitchFamily="34" charset="0"/>
              </a:rPr>
              <a:t>Be on time</a:t>
            </a:r>
          </a:p>
          <a:p>
            <a:pPr>
              <a:lnSpc>
                <a:spcPct val="70000"/>
              </a:lnSpc>
              <a:spcAft>
                <a:spcPts val="1200"/>
              </a:spcAft>
              <a:buFont typeface="Lucida Grande" pitchFamily="-107" charset="0"/>
              <a:buChar char="▸"/>
            </a:pPr>
            <a:r>
              <a:rPr lang="en-US" altLang="en-US" sz="2000" dirty="0">
                <a:latin typeface="+mj-lt"/>
                <a:ea typeface="ＭＳ Ｐゴシック" panose="020B0600070205080204" pitchFamily="34" charset="-128"/>
                <a:cs typeface="Arial" panose="020B0604020202020204" pitchFamily="34" charset="0"/>
              </a:rPr>
              <a:t>Be friendly</a:t>
            </a:r>
          </a:p>
          <a:p>
            <a:pPr>
              <a:lnSpc>
                <a:spcPct val="70000"/>
              </a:lnSpc>
              <a:spcAft>
                <a:spcPts val="1200"/>
              </a:spcAft>
              <a:buFont typeface="Lucida Grande" pitchFamily="-107" charset="0"/>
              <a:buChar char="▸"/>
            </a:pPr>
            <a:r>
              <a:rPr lang="en-US" altLang="en-US" sz="2000" dirty="0">
                <a:latin typeface="+mj-lt"/>
                <a:ea typeface="ＭＳ Ｐゴシック" panose="020B0600070205080204" pitchFamily="34" charset="-128"/>
                <a:cs typeface="Arial" panose="020B0604020202020204" pitchFamily="34" charset="0"/>
              </a:rPr>
              <a:t>Show willingness to answer questions</a:t>
            </a:r>
          </a:p>
          <a:p>
            <a:pPr>
              <a:lnSpc>
                <a:spcPct val="70000"/>
              </a:lnSpc>
              <a:spcAft>
                <a:spcPts val="1200"/>
              </a:spcAft>
              <a:buFont typeface="Lucida Grande" pitchFamily="-107" charset="0"/>
              <a:buChar char="▸"/>
            </a:pPr>
            <a:r>
              <a:rPr lang="en-US" altLang="en-US" sz="2000" dirty="0">
                <a:latin typeface="+mj-lt"/>
                <a:ea typeface="ＭＳ Ｐゴシック" panose="020B0600070205080204" pitchFamily="34" charset="-128"/>
                <a:cs typeface="Arial" panose="020B0604020202020204" pitchFamily="34" charset="0"/>
              </a:rPr>
              <a:t>Be positive and honest</a:t>
            </a:r>
          </a:p>
          <a:p>
            <a:pPr>
              <a:lnSpc>
                <a:spcPct val="70000"/>
              </a:lnSpc>
              <a:spcAft>
                <a:spcPts val="1200"/>
              </a:spcAft>
              <a:buFont typeface="Lucida Grande" pitchFamily="-107" charset="0"/>
              <a:buChar char="▸"/>
            </a:pPr>
            <a:r>
              <a:rPr lang="en-US" altLang="en-US" sz="2000" dirty="0">
                <a:latin typeface="+mj-lt"/>
                <a:ea typeface="ＭＳ Ｐゴシック" panose="020B0600070205080204" pitchFamily="34" charset="-128"/>
                <a:cs typeface="Arial" panose="020B0604020202020204" pitchFamily="34" charset="0"/>
              </a:rPr>
              <a:t>Maintain eye contact</a:t>
            </a:r>
          </a:p>
          <a:p>
            <a:pPr>
              <a:lnSpc>
                <a:spcPct val="70000"/>
              </a:lnSpc>
              <a:spcAft>
                <a:spcPts val="1200"/>
              </a:spcAft>
              <a:buFont typeface="Lucida Grande" pitchFamily="-107" charset="0"/>
              <a:buChar char="▸"/>
            </a:pPr>
            <a:r>
              <a:rPr lang="en-US" altLang="en-US" sz="2000" dirty="0">
                <a:latin typeface="+mj-lt"/>
                <a:ea typeface="ＭＳ Ｐゴシック" panose="020B0600070205080204" pitchFamily="34" charset="-128"/>
                <a:cs typeface="Arial" panose="020B0604020202020204" pitchFamily="34" charset="0"/>
              </a:rPr>
              <a:t>Think and answer</a:t>
            </a:r>
          </a:p>
          <a:p>
            <a:pPr>
              <a:lnSpc>
                <a:spcPct val="70000"/>
              </a:lnSpc>
              <a:spcAft>
                <a:spcPts val="1200"/>
              </a:spcAft>
              <a:buFont typeface="Lucida Grande" pitchFamily="-107" charset="0"/>
              <a:buChar char="▸"/>
            </a:pPr>
            <a:r>
              <a:rPr lang="en-US" altLang="en-US" sz="2000" dirty="0">
                <a:latin typeface="+mj-lt"/>
                <a:ea typeface="ＭＳ Ｐゴシック" panose="020B0600070205080204" pitchFamily="34" charset="-128"/>
                <a:cs typeface="Arial" panose="020B0604020202020204" pitchFamily="34" charset="0"/>
              </a:rPr>
              <a:t>Don’t criticize previous employers</a:t>
            </a:r>
          </a:p>
        </p:txBody>
      </p:sp>
      <p:sp>
        <p:nvSpPr>
          <p:cNvPr id="24579" name="Rectangle 4"/>
          <p:cNvSpPr>
            <a:spLocks noGrp="1" noChangeArrowheads="1"/>
          </p:cNvSpPr>
          <p:nvPr>
            <p:ph sz="half" idx="2"/>
          </p:nvPr>
        </p:nvSpPr>
        <p:spPr>
          <a:xfrm>
            <a:off x="6172200" y="1701800"/>
            <a:ext cx="2743200" cy="5003800"/>
          </a:xfrm>
        </p:spPr>
        <p:txBody>
          <a:bodyPr>
            <a:normAutofit/>
          </a:bodyPr>
          <a:lstStyle/>
          <a:p>
            <a:pPr>
              <a:lnSpc>
                <a:spcPct val="80000"/>
              </a:lnSpc>
              <a:spcAft>
                <a:spcPts val="600"/>
              </a:spcAft>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Be aware of body language</a:t>
            </a:r>
          </a:p>
          <a:p>
            <a:pPr>
              <a:lnSpc>
                <a:spcPct val="80000"/>
              </a:lnSpc>
              <a:spcAft>
                <a:spcPts val="600"/>
              </a:spcAft>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Be a good listener</a:t>
            </a:r>
          </a:p>
          <a:p>
            <a:pPr>
              <a:lnSpc>
                <a:spcPct val="80000"/>
              </a:lnSpc>
              <a:spcAft>
                <a:spcPts val="600"/>
              </a:spcAft>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Emphasize your strengths</a:t>
            </a:r>
          </a:p>
          <a:p>
            <a:pPr>
              <a:lnSpc>
                <a:spcPct val="80000"/>
              </a:lnSpc>
              <a:spcAft>
                <a:spcPts val="600"/>
              </a:spcAft>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Be yourself</a:t>
            </a:r>
          </a:p>
          <a:p>
            <a:pPr>
              <a:lnSpc>
                <a:spcPct val="80000"/>
              </a:lnSpc>
              <a:spcAft>
                <a:spcPts val="600"/>
              </a:spcAft>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Don’t appear distracted observing the room, furniture, etc.</a:t>
            </a:r>
          </a:p>
          <a:p>
            <a:pPr>
              <a:lnSpc>
                <a:spcPct val="80000"/>
              </a:lnSpc>
              <a:spcAft>
                <a:spcPts val="600"/>
              </a:spcAft>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Be confident</a:t>
            </a:r>
          </a:p>
          <a:p>
            <a:pPr>
              <a:lnSpc>
                <a:spcPct val="80000"/>
              </a:lnSpc>
              <a:spcAft>
                <a:spcPts val="600"/>
              </a:spcAft>
              <a:buFont typeface="Lucida Grande" pitchFamily="-107" charset="0"/>
              <a:buChar char="▸"/>
            </a:pPr>
            <a:r>
              <a:rPr lang="en-US" altLang="en-US" sz="2000" dirty="0">
                <a:solidFill>
                  <a:schemeClr val="tx1"/>
                </a:solidFill>
                <a:latin typeface="+mj-lt"/>
                <a:ea typeface="ＭＳ Ｐゴシック" panose="020B0600070205080204" pitchFamily="34" charset="-128"/>
                <a:cs typeface="Arial" panose="020B0604020202020204" pitchFamily="34" charset="0"/>
              </a:rPr>
              <a:t>Discuss ways you can contribute</a:t>
            </a:r>
          </a:p>
        </p:txBody>
      </p:sp>
      <p:pic>
        <p:nvPicPr>
          <p:cNvPr id="24580" name="Picture 7" descr="on ti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6163" y="1752600"/>
            <a:ext cx="11049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9" descr="bored_ma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15401" y="1701800"/>
            <a:ext cx="1158875"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12" descr="gree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0600" y="5334001"/>
            <a:ext cx="12954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3" name="Picture 13" descr="smile_web_design-7495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3581401"/>
            <a:ext cx="11430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4" name="Picture 14" descr="2347565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67800" y="4660900"/>
            <a:ext cx="1111250"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5" name="Picture 16" descr="listen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39200" y="3330576"/>
            <a:ext cx="1447800"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6" name="Title 5"/>
          <p:cNvSpPr txBox="1">
            <a:spLocks/>
          </p:cNvSpPr>
          <p:nvPr/>
        </p:nvSpPr>
        <p:spPr bwMode="auto">
          <a:xfrm>
            <a:off x="1981200" y="1"/>
            <a:ext cx="82296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4400" b="1" dirty="0">
                <a:latin typeface="Book Antiqua" panose="02040602050305030304" pitchFamily="18" charset="0"/>
                <a:cs typeface="Times" panose="02020603050405020304" pitchFamily="18" charset="0"/>
              </a:rPr>
              <a:t>During the Interview</a:t>
            </a:r>
          </a:p>
        </p:txBody>
      </p:sp>
    </p:spTree>
    <p:extLst>
      <p:ext uri="{BB962C8B-B14F-4D97-AF65-F5344CB8AC3E}">
        <p14:creationId xmlns:p14="http://schemas.microsoft.com/office/powerpoint/2010/main" val="665437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7055" y="325756"/>
            <a:ext cx="6517120" cy="699482"/>
          </a:xfrm>
        </p:spPr>
        <p:txBody>
          <a:bodyPr>
            <a:normAutofit fontScale="90000"/>
          </a:bodyPr>
          <a:lstStyle/>
          <a:p>
            <a:r>
              <a:rPr lang="en-US" sz="40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During the Interview</a:t>
            </a:r>
            <a:b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b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16727" y="1025237"/>
            <a:ext cx="8714509" cy="5689254"/>
          </a:xfrm>
        </p:spPr>
        <p:txBody>
          <a:bodyPr>
            <a:noAutofit/>
          </a:bodyPr>
          <a:lstStyle/>
          <a:p>
            <a:pPr marL="457200" indent="-457200">
              <a:buFont typeface="+mj-lt"/>
              <a:buAutoNum type="arabicPeriod"/>
            </a:pPr>
            <a:r>
              <a:rPr lang="en-US" sz="2400" dirty="0">
                <a:solidFill>
                  <a:schemeClr val="tx1">
                    <a:lumMod val="95000"/>
                    <a:lumOff val="5000"/>
                  </a:schemeClr>
                </a:solidFill>
                <a:effectLst/>
                <a:latin typeface="+mj-lt"/>
                <a:cs typeface="Times New Roman" panose="02020603050405020304" pitchFamily="18" charset="0"/>
                <a:sym typeface="+mn-ea"/>
              </a:rPr>
              <a:t>RELAX!</a:t>
            </a:r>
            <a:endParaRPr lang="en-US" sz="2400" dirty="0">
              <a:solidFill>
                <a:schemeClr val="tx1">
                  <a:lumMod val="95000"/>
                  <a:lumOff val="5000"/>
                </a:schemeClr>
              </a:solidFill>
              <a:effectLst/>
              <a:latin typeface="+mj-lt"/>
              <a:cs typeface="Times New Roman" panose="02020603050405020304" pitchFamily="18" charset="0"/>
            </a:endParaRPr>
          </a:p>
          <a:p>
            <a:pPr marL="457200" indent="-457200">
              <a:buFont typeface="+mj-lt"/>
              <a:buAutoNum type="arabicPeriod"/>
            </a:pPr>
            <a:r>
              <a:rPr lang="en-US" sz="2400" dirty="0">
                <a:solidFill>
                  <a:schemeClr val="tx1">
                    <a:lumMod val="95000"/>
                    <a:lumOff val="5000"/>
                  </a:schemeClr>
                </a:solidFill>
                <a:effectLst/>
                <a:latin typeface="+mj-lt"/>
                <a:cs typeface="Times New Roman" panose="02020603050405020304" pitchFamily="18" charset="0"/>
                <a:sym typeface="+mn-ea"/>
              </a:rPr>
              <a:t>Answer the questions using the “PROVE IT” Method (give specific </a:t>
            </a:r>
            <a:r>
              <a:rPr lang="en-US" sz="2400">
                <a:solidFill>
                  <a:schemeClr val="tx1">
                    <a:lumMod val="95000"/>
                    <a:lumOff val="5000"/>
                  </a:schemeClr>
                </a:solidFill>
                <a:effectLst/>
                <a:latin typeface="+mj-lt"/>
                <a:cs typeface="Times New Roman" panose="02020603050405020304" pitchFamily="18" charset="0"/>
                <a:sym typeface="+mn-ea"/>
              </a:rPr>
              <a:t>examples-behavioral interviewing)</a:t>
            </a:r>
            <a:endParaRPr lang="en-US" sz="2400" dirty="0">
              <a:solidFill>
                <a:schemeClr val="tx1">
                  <a:lumMod val="95000"/>
                  <a:lumOff val="5000"/>
                </a:schemeClr>
              </a:solidFill>
              <a:effectLst/>
              <a:latin typeface="+mj-lt"/>
              <a:cs typeface="Times New Roman" panose="02020603050405020304" pitchFamily="18" charset="0"/>
            </a:endParaRPr>
          </a:p>
          <a:p>
            <a:pPr marL="457200" indent="-457200">
              <a:buFont typeface="+mj-lt"/>
              <a:buAutoNum type="arabicPeriod"/>
            </a:pPr>
            <a:r>
              <a:rPr lang="en-US" sz="2400" dirty="0">
                <a:solidFill>
                  <a:schemeClr val="tx1">
                    <a:lumMod val="95000"/>
                    <a:lumOff val="5000"/>
                  </a:schemeClr>
                </a:solidFill>
                <a:effectLst/>
                <a:latin typeface="+mj-lt"/>
                <a:cs typeface="Times New Roman" panose="02020603050405020304" pitchFamily="18" charset="0"/>
                <a:sym typeface="+mn-ea"/>
              </a:rPr>
              <a:t>Ask intelligent questions about the organization</a:t>
            </a:r>
            <a:endParaRPr lang="en-US" sz="2400" dirty="0">
              <a:solidFill>
                <a:schemeClr val="tx1">
                  <a:lumMod val="95000"/>
                  <a:lumOff val="5000"/>
                </a:schemeClr>
              </a:solidFill>
              <a:effectLst/>
              <a:latin typeface="+mj-lt"/>
              <a:cs typeface="Times New Roman" panose="02020603050405020304" pitchFamily="18" charset="0"/>
            </a:endParaRPr>
          </a:p>
          <a:p>
            <a:pPr marL="457200" indent="-457200">
              <a:buFont typeface="+mj-lt"/>
              <a:buAutoNum type="arabicPeriod"/>
            </a:pPr>
            <a:r>
              <a:rPr lang="en-US" sz="2400" dirty="0">
                <a:solidFill>
                  <a:schemeClr val="tx1">
                    <a:lumMod val="95000"/>
                    <a:lumOff val="5000"/>
                  </a:schemeClr>
                </a:solidFill>
                <a:effectLst/>
                <a:latin typeface="+mj-lt"/>
                <a:cs typeface="Times New Roman" panose="02020603050405020304" pitchFamily="18" charset="0"/>
                <a:sym typeface="+mn-ea"/>
              </a:rPr>
              <a:t>Don’t volunteer negative information about yourself</a:t>
            </a:r>
            <a:endParaRPr lang="en-US" sz="2400" dirty="0">
              <a:solidFill>
                <a:schemeClr val="tx1">
                  <a:lumMod val="95000"/>
                  <a:lumOff val="5000"/>
                </a:schemeClr>
              </a:solidFill>
              <a:effectLst/>
              <a:latin typeface="+mj-lt"/>
              <a:cs typeface="Times New Roman" panose="02020603050405020304" pitchFamily="18" charset="0"/>
            </a:endParaRPr>
          </a:p>
          <a:p>
            <a:pPr marL="457200" indent="-457200">
              <a:buFont typeface="+mj-lt"/>
              <a:buAutoNum type="arabicPeriod"/>
            </a:pPr>
            <a:r>
              <a:rPr lang="en-US" sz="2400" dirty="0">
                <a:solidFill>
                  <a:schemeClr val="tx1">
                    <a:lumMod val="95000"/>
                    <a:lumOff val="5000"/>
                  </a:schemeClr>
                </a:solidFill>
                <a:effectLst/>
                <a:latin typeface="+mj-lt"/>
                <a:cs typeface="Times New Roman" panose="02020603050405020304" pitchFamily="18" charset="0"/>
                <a:sym typeface="+mn-ea"/>
              </a:rPr>
              <a:t>Be honest</a:t>
            </a:r>
            <a:endParaRPr lang="en-US" sz="2400" dirty="0">
              <a:solidFill>
                <a:schemeClr val="tx1">
                  <a:lumMod val="95000"/>
                  <a:lumOff val="5000"/>
                </a:schemeClr>
              </a:solidFill>
              <a:effectLst/>
              <a:latin typeface="+mj-lt"/>
              <a:cs typeface="Times New Roman" panose="02020603050405020304" pitchFamily="18" charset="0"/>
            </a:endParaRPr>
          </a:p>
          <a:p>
            <a:pPr marL="457200" indent="-457200">
              <a:buFont typeface="+mj-lt"/>
              <a:buAutoNum type="arabicPeriod"/>
            </a:pPr>
            <a:r>
              <a:rPr lang="en-US" sz="2400" dirty="0">
                <a:solidFill>
                  <a:schemeClr val="tx1">
                    <a:lumMod val="95000"/>
                    <a:lumOff val="5000"/>
                  </a:schemeClr>
                </a:solidFill>
                <a:effectLst/>
                <a:latin typeface="+mj-lt"/>
                <a:cs typeface="Times New Roman" panose="02020603050405020304" pitchFamily="18" charset="0"/>
                <a:sym typeface="+mn-ea"/>
              </a:rPr>
              <a:t>Have eye contact with the interviewer</a:t>
            </a:r>
            <a:endParaRPr lang="en-US" sz="2400" dirty="0">
              <a:solidFill>
                <a:schemeClr val="tx1">
                  <a:lumMod val="95000"/>
                  <a:lumOff val="5000"/>
                </a:schemeClr>
              </a:solidFill>
              <a:effectLst/>
              <a:latin typeface="+mj-lt"/>
              <a:cs typeface="Times New Roman" panose="02020603050405020304" pitchFamily="18" charset="0"/>
            </a:endParaRPr>
          </a:p>
          <a:p>
            <a:pPr marL="457200" indent="-457200">
              <a:buFont typeface="+mj-lt"/>
              <a:buAutoNum type="arabicPeriod"/>
            </a:pPr>
            <a:r>
              <a:rPr lang="en-US" sz="2400" dirty="0">
                <a:solidFill>
                  <a:schemeClr val="tx1">
                    <a:lumMod val="95000"/>
                    <a:lumOff val="5000"/>
                  </a:schemeClr>
                </a:solidFill>
                <a:effectLst/>
                <a:latin typeface="+mj-lt"/>
                <a:cs typeface="Times New Roman" panose="02020603050405020304" pitchFamily="18" charset="0"/>
                <a:sym typeface="+mn-ea"/>
              </a:rPr>
              <a:t>Be believable</a:t>
            </a:r>
          </a:p>
          <a:p>
            <a:pPr marL="457200" indent="-457200">
              <a:buFont typeface="+mj-lt"/>
              <a:buAutoNum type="arabicPeriod"/>
            </a:pPr>
            <a:r>
              <a:rPr lang="en-US" sz="2400" dirty="0">
                <a:solidFill>
                  <a:schemeClr val="tx1">
                    <a:lumMod val="95000"/>
                    <a:lumOff val="5000"/>
                  </a:schemeClr>
                </a:solidFill>
                <a:effectLst/>
                <a:latin typeface="+mj-lt"/>
                <a:cs typeface="Times New Roman" panose="02020603050405020304" pitchFamily="18" charset="0"/>
                <a:sym typeface="+mn-ea"/>
              </a:rPr>
              <a:t>Say positive things about your former supervisors and working conditions</a:t>
            </a:r>
            <a:endParaRPr lang="en-US" sz="2400" dirty="0">
              <a:solidFill>
                <a:schemeClr val="tx1">
                  <a:lumMod val="95000"/>
                  <a:lumOff val="5000"/>
                </a:schemeClr>
              </a:solidFill>
              <a:effectLst/>
              <a:latin typeface="+mj-lt"/>
              <a:cs typeface="Times New Roman" panose="02020603050405020304" pitchFamily="18" charset="0"/>
            </a:endParaRPr>
          </a:p>
          <a:p>
            <a:pPr marL="457200" indent="-457200">
              <a:buFont typeface="+mj-lt"/>
              <a:buAutoNum type="arabicPeriod"/>
            </a:pPr>
            <a:r>
              <a:rPr lang="en-US" sz="2400" dirty="0">
                <a:solidFill>
                  <a:schemeClr val="tx1">
                    <a:lumMod val="95000"/>
                    <a:lumOff val="5000"/>
                  </a:schemeClr>
                </a:solidFill>
                <a:effectLst/>
                <a:latin typeface="+mj-lt"/>
                <a:cs typeface="Times New Roman" panose="02020603050405020304" pitchFamily="18" charset="0"/>
                <a:sym typeface="+mn-ea"/>
              </a:rPr>
              <a:t>Find ways to let the interviewer know you are a team player </a:t>
            </a:r>
            <a:endParaRPr lang="en-US" sz="2400" dirty="0">
              <a:solidFill>
                <a:schemeClr val="tx1">
                  <a:lumMod val="95000"/>
                  <a:lumOff val="5000"/>
                </a:schemeClr>
              </a:solidFill>
              <a:effectLst/>
              <a:latin typeface="+mj-lt"/>
              <a:cs typeface="Times New Roman" panose="02020603050405020304" pitchFamily="18" charset="0"/>
            </a:endParaRPr>
          </a:p>
          <a:p>
            <a:endParaRPr lang="en-US" sz="2400" dirty="0">
              <a:solidFill>
                <a:schemeClr val="tx1">
                  <a:lumMod val="95000"/>
                  <a:lumOff val="5000"/>
                </a:schemeClr>
              </a:solidFill>
              <a:effectLst/>
              <a:latin typeface="+mj-lt"/>
              <a:cs typeface="Times New Roman" panose="02020603050405020304" pitchFamily="18" charset="0"/>
            </a:endParaRPr>
          </a:p>
        </p:txBody>
      </p:sp>
    </p:spTree>
    <p:extLst>
      <p:ext uri="{BB962C8B-B14F-4D97-AF65-F5344CB8AC3E}">
        <p14:creationId xmlns:p14="http://schemas.microsoft.com/office/powerpoint/2010/main" val="2370438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8108" y="609600"/>
            <a:ext cx="6045893" cy="665408"/>
          </a:xfrm>
        </p:spPr>
        <p:txBody>
          <a:bodyPr>
            <a:normAutofit fontScale="90000"/>
          </a:bodyPr>
          <a:lstStyle/>
          <a:p>
            <a:r>
              <a:rPr lang="en-IE" b="1" dirty="0">
                <a:solidFill>
                  <a:schemeClr val="tx1"/>
                </a:solidFill>
                <a:latin typeface="Times New Roman" panose="02020603050405020304" pitchFamily="18" charset="0"/>
                <a:cs typeface="Times New Roman" panose="02020603050405020304" pitchFamily="18" charset="0"/>
              </a:rPr>
              <a:t>How to Answer</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89212" y="1399309"/>
            <a:ext cx="8915400" cy="4511913"/>
          </a:xfrm>
        </p:spPr>
        <p:txBody>
          <a:bodyPr>
            <a:normAutofit/>
          </a:bodyPr>
          <a:lstStyle/>
          <a:p>
            <a:pPr>
              <a:lnSpc>
                <a:spcPct val="90000"/>
              </a:lnSpc>
            </a:pPr>
            <a:r>
              <a:rPr lang="en-IE" sz="2800" dirty="0">
                <a:solidFill>
                  <a:schemeClr val="tx1"/>
                </a:solidFill>
                <a:latin typeface="Times New Roman" panose="02020603050405020304" pitchFamily="18" charset="0"/>
                <a:cs typeface="Times New Roman" panose="02020603050405020304" pitchFamily="18" charset="0"/>
              </a:rPr>
              <a:t>Listen carefully, seek clarification</a:t>
            </a:r>
          </a:p>
          <a:p>
            <a:pPr>
              <a:lnSpc>
                <a:spcPct val="90000"/>
              </a:lnSpc>
            </a:pPr>
            <a:r>
              <a:rPr lang="en-IE" sz="2800" dirty="0">
                <a:solidFill>
                  <a:schemeClr val="tx1"/>
                </a:solidFill>
                <a:latin typeface="Times New Roman" panose="02020603050405020304" pitchFamily="18" charset="0"/>
                <a:cs typeface="Times New Roman" panose="02020603050405020304" pitchFamily="18" charset="0"/>
              </a:rPr>
              <a:t>Illustrate answers with real examples and evidence</a:t>
            </a:r>
          </a:p>
          <a:p>
            <a:pPr>
              <a:lnSpc>
                <a:spcPct val="90000"/>
              </a:lnSpc>
            </a:pPr>
            <a:r>
              <a:rPr lang="en-IE" sz="2800" dirty="0">
                <a:solidFill>
                  <a:schemeClr val="tx1"/>
                </a:solidFill>
                <a:latin typeface="Times New Roman" panose="02020603050405020304" pitchFamily="18" charset="0"/>
                <a:cs typeface="Times New Roman" panose="02020603050405020304" pitchFamily="18" charset="0"/>
              </a:rPr>
              <a:t>Be positive – constructive criticism</a:t>
            </a:r>
          </a:p>
          <a:p>
            <a:pPr>
              <a:lnSpc>
                <a:spcPct val="90000"/>
              </a:lnSpc>
            </a:pPr>
            <a:r>
              <a:rPr lang="en-IE" sz="2800" dirty="0">
                <a:solidFill>
                  <a:schemeClr val="tx1"/>
                </a:solidFill>
                <a:latin typeface="Times New Roman" panose="02020603050405020304" pitchFamily="18" charset="0"/>
                <a:cs typeface="Times New Roman" panose="02020603050405020304" pitchFamily="18" charset="0"/>
              </a:rPr>
              <a:t>Keep answers specific and succinct</a:t>
            </a:r>
          </a:p>
          <a:p>
            <a:pPr>
              <a:lnSpc>
                <a:spcPct val="90000"/>
              </a:lnSpc>
            </a:pPr>
            <a:r>
              <a:rPr lang="en-IE" sz="2800" dirty="0">
                <a:solidFill>
                  <a:schemeClr val="tx1"/>
                </a:solidFill>
                <a:latin typeface="Times New Roman" panose="02020603050405020304" pitchFamily="18" charset="0"/>
                <a:cs typeface="Times New Roman" panose="02020603050405020304" pitchFamily="18" charset="0"/>
              </a:rPr>
              <a:t>Take time to respond</a:t>
            </a:r>
          </a:p>
          <a:p>
            <a:pPr>
              <a:lnSpc>
                <a:spcPct val="90000"/>
              </a:lnSpc>
            </a:pPr>
            <a:r>
              <a:rPr lang="en-IE" sz="2800" dirty="0">
                <a:solidFill>
                  <a:schemeClr val="tx1"/>
                </a:solidFill>
                <a:latin typeface="Times New Roman" panose="02020603050405020304" pitchFamily="18" charset="0"/>
                <a:cs typeface="Times New Roman" panose="02020603050405020304" pitchFamily="18" charset="0"/>
              </a:rPr>
              <a:t>Be alert to interviewer’s  body language</a:t>
            </a:r>
          </a:p>
          <a:p>
            <a:pPr>
              <a:lnSpc>
                <a:spcPct val="90000"/>
              </a:lnSpc>
            </a:pPr>
            <a:r>
              <a:rPr lang="en-IE" sz="2800" dirty="0">
                <a:solidFill>
                  <a:schemeClr val="tx1"/>
                </a:solidFill>
                <a:latin typeface="Times New Roman" panose="02020603050405020304" pitchFamily="18" charset="0"/>
                <a:cs typeface="Times New Roman" panose="02020603050405020304" pitchFamily="18" charset="0"/>
              </a:rPr>
              <a:t>Speak clearly, smile and show enthusiasm</a:t>
            </a:r>
          </a:p>
          <a:p>
            <a:pPr>
              <a:lnSpc>
                <a:spcPct val="90000"/>
              </a:lnSpc>
            </a:pPr>
            <a:r>
              <a:rPr lang="en-IE" sz="2800" dirty="0">
                <a:solidFill>
                  <a:schemeClr val="tx1"/>
                </a:solidFill>
                <a:latin typeface="Times New Roman" panose="02020603050405020304" pitchFamily="18" charset="0"/>
                <a:cs typeface="Times New Roman" panose="02020603050405020304" pitchFamily="18" charset="0"/>
              </a:rPr>
              <a:t>Know what you want to say, and find the opportunity</a:t>
            </a:r>
          </a:p>
          <a:p>
            <a:endParaRPr lang="en-US" sz="2800" dirty="0"/>
          </a:p>
        </p:txBody>
      </p:sp>
    </p:spTree>
    <p:extLst>
      <p:ext uri="{BB962C8B-B14F-4D97-AF65-F5344CB8AC3E}">
        <p14:creationId xmlns:p14="http://schemas.microsoft.com/office/powerpoint/2010/main" val="5632177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47731"/>
            <a:ext cx="8596668" cy="914400"/>
          </a:xfrm>
        </p:spPr>
        <p:txBody>
          <a:bodyPr>
            <a:normAutofit fontScale="90000"/>
          </a:bodyPr>
          <a:lstStyle/>
          <a:p>
            <a:r>
              <a:rPr lang="en-GB" b="1" dirty="0">
                <a:solidFill>
                  <a:schemeClr val="tx1"/>
                </a:solidFill>
                <a:latin typeface="Times New Roman" panose="02020603050405020304" pitchFamily="18" charset="0"/>
                <a:cs typeface="Times New Roman" panose="02020603050405020304" pitchFamily="18" charset="0"/>
              </a:rPr>
              <a:t>      Responding to Competency Q</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481071"/>
            <a:ext cx="10797742" cy="5190186"/>
          </a:xfrm>
        </p:spPr>
        <p:txBody>
          <a:bodyPr>
            <a:normAutofit/>
          </a:bodyPr>
          <a:lstStyle/>
          <a:p>
            <a:pPr marL="0" indent="0">
              <a:buNone/>
            </a:pPr>
            <a:r>
              <a:rPr lang="en-GB" sz="2800" dirty="0">
                <a:solidFill>
                  <a:schemeClr val="tx1"/>
                </a:solidFill>
                <a:latin typeface="Times New Roman" panose="02020603050405020304" pitchFamily="18" charset="0"/>
                <a:cs typeface="Times New Roman" panose="02020603050405020304" pitchFamily="18" charset="0"/>
              </a:rPr>
              <a:t>Q. </a:t>
            </a:r>
            <a:r>
              <a:rPr lang="en-GB" sz="2400" i="1" dirty="0">
                <a:solidFill>
                  <a:schemeClr val="tx1"/>
                </a:solidFill>
                <a:latin typeface="Times New Roman" panose="02020603050405020304" pitchFamily="18" charset="0"/>
                <a:cs typeface="Times New Roman" panose="02020603050405020304" pitchFamily="18" charset="0"/>
              </a:rPr>
              <a:t>Give me an example of a problem you encountered. How did you approach it.  What was the outcome?</a:t>
            </a:r>
          </a:p>
          <a:p>
            <a:pPr algn="ctr"/>
            <a:r>
              <a:rPr lang="en-GB" sz="3600" dirty="0">
                <a:solidFill>
                  <a:schemeClr val="tx1"/>
                </a:solidFill>
                <a:latin typeface="Times New Roman" panose="02020603050405020304" pitchFamily="18" charset="0"/>
                <a:cs typeface="Times New Roman" panose="02020603050405020304" pitchFamily="18" charset="0"/>
              </a:rPr>
              <a:t>STAR response</a:t>
            </a:r>
          </a:p>
          <a:p>
            <a:pPr lvl="1"/>
            <a:r>
              <a:rPr lang="en-GB" sz="2400" dirty="0">
                <a:solidFill>
                  <a:schemeClr val="tx1"/>
                </a:solidFill>
                <a:latin typeface="Times New Roman" panose="02020603050405020304" pitchFamily="18" charset="0"/>
                <a:cs typeface="Times New Roman" panose="02020603050405020304" pitchFamily="18" charset="0"/>
              </a:rPr>
              <a:t>S: Describe the situation</a:t>
            </a:r>
          </a:p>
          <a:p>
            <a:pPr lvl="1"/>
            <a:r>
              <a:rPr lang="en-GB" sz="2400" dirty="0">
                <a:solidFill>
                  <a:schemeClr val="tx1"/>
                </a:solidFill>
                <a:latin typeface="Times New Roman" panose="02020603050405020304" pitchFamily="18" charset="0"/>
                <a:cs typeface="Times New Roman" panose="02020603050405020304" pitchFamily="18" charset="0"/>
              </a:rPr>
              <a:t>T: Explain the task/problem that arose</a:t>
            </a:r>
          </a:p>
          <a:p>
            <a:pPr lvl="1"/>
            <a:r>
              <a:rPr lang="en-GB" sz="2400" dirty="0">
                <a:solidFill>
                  <a:schemeClr val="tx1"/>
                </a:solidFill>
                <a:latin typeface="Times New Roman" panose="02020603050405020304" pitchFamily="18" charset="0"/>
                <a:cs typeface="Times New Roman" panose="02020603050405020304" pitchFamily="18" charset="0"/>
              </a:rPr>
              <a:t>A: What action did you take?</a:t>
            </a:r>
          </a:p>
          <a:p>
            <a:pPr lvl="1"/>
            <a:r>
              <a:rPr lang="en-GB" sz="2400" dirty="0">
                <a:solidFill>
                  <a:schemeClr val="tx1"/>
                </a:solidFill>
                <a:latin typeface="Times New Roman" panose="02020603050405020304" pitchFamily="18" charset="0"/>
                <a:cs typeface="Times New Roman" panose="02020603050405020304" pitchFamily="18" charset="0"/>
              </a:rPr>
              <a:t>R: What was the result or outcome?</a:t>
            </a:r>
          </a:p>
          <a:p>
            <a:pPr lvl="1"/>
            <a:r>
              <a:rPr lang="en-GB" sz="2400" dirty="0">
                <a:solidFill>
                  <a:schemeClr val="tx1"/>
                </a:solidFill>
                <a:latin typeface="Times New Roman" panose="02020603050405020304" pitchFamily="18" charset="0"/>
                <a:cs typeface="Times New Roman" panose="02020603050405020304" pitchFamily="18" charset="0"/>
              </a:rPr>
              <a:t>What did you learn from this experience?</a:t>
            </a: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60927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sz="half" idx="1"/>
          </p:nvPr>
        </p:nvSpPr>
        <p:spPr>
          <a:xfrm>
            <a:off x="2057400" y="2362200"/>
            <a:ext cx="2286000" cy="3657600"/>
          </a:xfrm>
        </p:spPr>
        <p:txBody>
          <a:bodyPr/>
          <a:lstStyle/>
          <a:p>
            <a:pPr eaLnBrk="1" hangingPunct="1">
              <a:lnSpc>
                <a:spcPct val="80000"/>
              </a:lnSpc>
              <a:buFontTx/>
              <a:buNone/>
            </a:pPr>
            <a:r>
              <a:rPr lang="en-US" altLang="en-US" sz="24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2400" dirty="0">
                <a:solidFill>
                  <a:schemeClr val="tx1"/>
                </a:solidFill>
                <a:latin typeface="+mj-lt"/>
                <a:ea typeface="ＭＳ Ｐゴシック" panose="020B0600070205080204" pitchFamily="34" charset="-128"/>
                <a:cs typeface="Arial" panose="020B0604020202020204" pitchFamily="34" charset="0"/>
              </a:rPr>
              <a:t>ASK when you can expect a decision and if you should call</a:t>
            </a:r>
          </a:p>
          <a:p>
            <a:pPr eaLnBrk="1" hangingPunct="1">
              <a:lnSpc>
                <a:spcPct val="80000"/>
              </a:lnSpc>
              <a:buFontTx/>
              <a:buNone/>
            </a:pPr>
            <a:endParaRPr lang="en-US" altLang="en-US" sz="2400" dirty="0">
              <a:solidFill>
                <a:schemeClr val="tx1"/>
              </a:solidFill>
              <a:latin typeface="+mj-lt"/>
              <a:ea typeface="ＭＳ Ｐゴシック" panose="020B0600070205080204" pitchFamily="34" charset="-128"/>
              <a:cs typeface="Arial" panose="020B0604020202020204" pitchFamily="34" charset="0"/>
            </a:endParaRPr>
          </a:p>
          <a:p>
            <a:pPr eaLnBrk="1" hangingPunct="1">
              <a:lnSpc>
                <a:spcPct val="80000"/>
              </a:lnSpc>
              <a:buFontTx/>
              <a:buNone/>
            </a:pPr>
            <a:r>
              <a:rPr lang="en-US" altLang="en-US" sz="2400" dirty="0">
                <a:solidFill>
                  <a:schemeClr val="tx1"/>
                </a:solidFill>
                <a:latin typeface="+mj-lt"/>
                <a:ea typeface="ＭＳ Ｐゴシック" panose="020B0600070205080204" pitchFamily="34" charset="-128"/>
                <a:cs typeface="Arial" panose="020B0604020202020204" pitchFamily="34" charset="0"/>
              </a:rPr>
              <a:t>     Express thanks for their time</a:t>
            </a:r>
          </a:p>
          <a:p>
            <a:pPr eaLnBrk="1" hangingPunct="1">
              <a:lnSpc>
                <a:spcPct val="80000"/>
              </a:lnSpc>
              <a:buFontTx/>
              <a:buNone/>
            </a:pPr>
            <a:endParaRPr lang="en-US" altLang="en-US" sz="2400" dirty="0">
              <a:solidFill>
                <a:srgbClr val="FFFFFF"/>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33795" name="Rectangle 5"/>
          <p:cNvSpPr>
            <a:spLocks noGrp="1" noChangeArrowheads="1"/>
          </p:cNvSpPr>
          <p:nvPr>
            <p:ph sz="half" idx="2"/>
          </p:nvPr>
        </p:nvSpPr>
        <p:spPr>
          <a:xfrm>
            <a:off x="7239000" y="2438400"/>
            <a:ext cx="3048000" cy="3124200"/>
          </a:xfrm>
        </p:spPr>
        <p:txBody>
          <a:bodyPr/>
          <a:lstStyle/>
          <a:p>
            <a:pPr eaLnBrk="1" hangingPunct="1">
              <a:lnSpc>
                <a:spcPct val="80000"/>
              </a:lnSpc>
              <a:buFontTx/>
              <a:buNone/>
            </a:pPr>
            <a:r>
              <a:rPr lang="en-US" altLang="en-US" sz="24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2400" dirty="0">
                <a:solidFill>
                  <a:schemeClr val="tx1"/>
                </a:solidFill>
                <a:latin typeface="+mj-lt"/>
                <a:ea typeface="ＭＳ Ｐゴシック" panose="020B0600070205080204" pitchFamily="34" charset="-128"/>
                <a:cs typeface="Arial" panose="020B0604020202020204" pitchFamily="34" charset="0"/>
              </a:rPr>
              <a:t>FOLLOW UP the interview with a thank-you note or letter</a:t>
            </a:r>
          </a:p>
          <a:p>
            <a:pPr eaLnBrk="1" hangingPunct="1">
              <a:lnSpc>
                <a:spcPct val="80000"/>
              </a:lnSpc>
              <a:buFontTx/>
              <a:buNone/>
            </a:pPr>
            <a:endParaRPr lang="en-US" altLang="en-US" sz="2400" dirty="0">
              <a:solidFill>
                <a:schemeClr val="tx1"/>
              </a:solidFill>
              <a:latin typeface="+mj-lt"/>
              <a:ea typeface="ＭＳ Ｐゴシック" panose="020B0600070205080204" pitchFamily="34" charset="-128"/>
              <a:cs typeface="Arial" panose="020B0604020202020204" pitchFamily="34" charset="0"/>
            </a:endParaRPr>
          </a:p>
          <a:p>
            <a:pPr eaLnBrk="1" hangingPunct="1">
              <a:lnSpc>
                <a:spcPct val="80000"/>
              </a:lnSpc>
              <a:buFontTx/>
              <a:buNone/>
            </a:pPr>
            <a:r>
              <a:rPr lang="en-US" altLang="en-US" sz="2400" dirty="0">
                <a:solidFill>
                  <a:schemeClr val="tx1"/>
                </a:solidFill>
                <a:latin typeface="+mj-lt"/>
                <a:ea typeface="ＭＳ Ｐゴシック" panose="020B0600070205080204" pitchFamily="34" charset="-128"/>
                <a:cs typeface="Arial" panose="020B0604020202020204" pitchFamily="34" charset="0"/>
              </a:rPr>
              <a:t>     ANALYZE your performance in the interview (for later interviews)</a:t>
            </a:r>
          </a:p>
          <a:p>
            <a:pPr eaLnBrk="1" hangingPunct="1">
              <a:lnSpc>
                <a:spcPct val="80000"/>
              </a:lnSpc>
            </a:pPr>
            <a:endParaRPr lang="en-US" altLang="en-US" sz="2400" dirty="0">
              <a:solidFill>
                <a:schemeClr val="tx1"/>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33796" name="Rectangle 14"/>
          <p:cNvSpPr>
            <a:spLocks noChangeArrowheads="1"/>
          </p:cNvSpPr>
          <p:nvPr/>
        </p:nvSpPr>
        <p:spPr bwMode="auto">
          <a:xfrm>
            <a:off x="3810000" y="5562600"/>
            <a:ext cx="5105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lnSpc>
                <a:spcPct val="90000"/>
              </a:lnSpc>
              <a:spcBef>
                <a:spcPct val="20000"/>
              </a:spcBef>
            </a:pPr>
            <a:endParaRPr lang="en-US" altLang="en-US" sz="2000" b="1" dirty="0">
              <a:solidFill>
                <a:srgbClr val="BF0F20"/>
              </a:solidFill>
            </a:endParaRPr>
          </a:p>
          <a:p>
            <a:pPr eaLnBrk="1" hangingPunct="1">
              <a:lnSpc>
                <a:spcPct val="90000"/>
              </a:lnSpc>
              <a:spcBef>
                <a:spcPct val="20000"/>
              </a:spcBef>
            </a:pPr>
            <a:r>
              <a:rPr lang="en-US" altLang="en-US" sz="2000" b="1" dirty="0"/>
              <a:t>Learn from the process and</a:t>
            </a:r>
            <a:r>
              <a:rPr lang="en-US" altLang="en-US" b="1" dirty="0"/>
              <a:t> </a:t>
            </a:r>
            <a:r>
              <a:rPr lang="en-US" altLang="en-US" sz="2000" b="1" dirty="0"/>
              <a:t>be patient</a:t>
            </a:r>
          </a:p>
          <a:p>
            <a:pPr eaLnBrk="1" hangingPunct="1">
              <a:lnSpc>
                <a:spcPct val="90000"/>
              </a:lnSpc>
              <a:spcBef>
                <a:spcPct val="20000"/>
              </a:spcBef>
              <a:buFontTx/>
              <a:buChar char="•"/>
            </a:pPr>
            <a:endParaRPr lang="en-US" altLang="en-US" b="1" dirty="0">
              <a:solidFill>
                <a:schemeClr val="bg1"/>
              </a:solidFill>
            </a:endParaRPr>
          </a:p>
        </p:txBody>
      </p:sp>
      <p:pic>
        <p:nvPicPr>
          <p:cNvPr id="33797" name="Picture 7" descr="C:\Documents and Settings\lbaker\Local Settings\Temporary Internet Files\Content.IE5\JCAYEJ24\MP90034132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1676400"/>
            <a:ext cx="260985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Title 5"/>
          <p:cNvSpPr txBox="1">
            <a:spLocks/>
          </p:cNvSpPr>
          <p:nvPr/>
        </p:nvSpPr>
        <p:spPr bwMode="auto">
          <a:xfrm>
            <a:off x="1981200" y="1"/>
            <a:ext cx="8229600" cy="200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4400" b="1" dirty="0">
                <a:latin typeface="Book Antiqua" panose="02040602050305030304" pitchFamily="18" charset="0"/>
                <a:cs typeface="Times" panose="02020603050405020304" pitchFamily="18" charset="0"/>
              </a:rPr>
              <a:t>When the Interview is Finished</a:t>
            </a:r>
          </a:p>
        </p:txBody>
      </p:sp>
    </p:spTree>
    <p:extLst>
      <p:ext uri="{BB962C8B-B14F-4D97-AF65-F5344CB8AC3E}">
        <p14:creationId xmlns:p14="http://schemas.microsoft.com/office/powerpoint/2010/main" val="3364399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67425"/>
            <a:ext cx="8596668" cy="721217"/>
          </a:xfrm>
        </p:spPr>
        <p:txBody>
          <a:bodyPr>
            <a:normAutofit fontScale="90000"/>
          </a:bodyPr>
          <a:lstStyle/>
          <a:p>
            <a:r>
              <a:rPr lang="en-IE" b="1" dirty="0">
                <a:solidFill>
                  <a:schemeClr val="tx1"/>
                </a:solidFill>
                <a:latin typeface="Times New Roman" panose="02020603050405020304" pitchFamily="18" charset="0"/>
                <a:cs typeface="Times New Roman" panose="02020603050405020304" pitchFamily="18" charset="0"/>
              </a:rPr>
              <a:t>Typical Questions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828800" y="1030310"/>
            <a:ext cx="9448800" cy="5666703"/>
          </a:xfrm>
        </p:spPr>
        <p:txBody>
          <a:bodyPr>
            <a:normAutofit/>
          </a:bodyPr>
          <a:lstStyle/>
          <a:p>
            <a:pPr>
              <a:lnSpc>
                <a:spcPct val="90000"/>
              </a:lnSpc>
            </a:pPr>
            <a:r>
              <a:rPr lang="en-IE" sz="2000" b="1" dirty="0">
                <a:solidFill>
                  <a:schemeClr val="tx1"/>
                </a:solidFill>
                <a:latin typeface="+mj-lt"/>
                <a:cs typeface="Times New Roman" panose="02020603050405020304" pitchFamily="18" charset="0"/>
              </a:rPr>
              <a:t>About you</a:t>
            </a:r>
          </a:p>
          <a:p>
            <a:pPr lvl="1">
              <a:lnSpc>
                <a:spcPct val="90000"/>
              </a:lnSpc>
            </a:pPr>
            <a:r>
              <a:rPr lang="en-IE" sz="2000" i="1" dirty="0">
                <a:solidFill>
                  <a:schemeClr val="tx1"/>
                </a:solidFill>
                <a:latin typeface="+mj-lt"/>
                <a:cs typeface="Times New Roman" panose="02020603050405020304" pitchFamily="18" charset="0"/>
              </a:rPr>
              <a:t>Tell me about yourself  -  Bring me up to date with your CV?</a:t>
            </a:r>
          </a:p>
          <a:p>
            <a:pPr lvl="1">
              <a:lnSpc>
                <a:spcPct val="90000"/>
              </a:lnSpc>
            </a:pPr>
            <a:r>
              <a:rPr lang="en-IE" sz="2000" i="1" dirty="0">
                <a:solidFill>
                  <a:schemeClr val="tx1"/>
                </a:solidFill>
                <a:latin typeface="+mj-lt"/>
                <a:cs typeface="Times New Roman" panose="02020603050405020304" pitchFamily="18" charset="0"/>
              </a:rPr>
              <a:t>Why did you choose that particular degree programme?</a:t>
            </a:r>
          </a:p>
          <a:p>
            <a:pPr lvl="1">
              <a:lnSpc>
                <a:spcPct val="90000"/>
              </a:lnSpc>
            </a:pPr>
            <a:r>
              <a:rPr lang="en-IE" sz="2000" i="1" dirty="0">
                <a:solidFill>
                  <a:schemeClr val="tx1"/>
                </a:solidFill>
                <a:latin typeface="+mj-lt"/>
                <a:cs typeface="Times New Roman" panose="02020603050405020304" pitchFamily="18" charset="0"/>
              </a:rPr>
              <a:t>What experience have you had that is relevant to this post?</a:t>
            </a:r>
          </a:p>
          <a:p>
            <a:pPr lvl="1">
              <a:lnSpc>
                <a:spcPct val="90000"/>
              </a:lnSpc>
            </a:pPr>
            <a:r>
              <a:rPr lang="en-IE" sz="2000" i="1" dirty="0">
                <a:solidFill>
                  <a:schemeClr val="tx1"/>
                </a:solidFill>
                <a:latin typeface="+mj-lt"/>
                <a:cs typeface="Times New Roman" panose="02020603050405020304" pitchFamily="18" charset="0"/>
              </a:rPr>
              <a:t>What would you consider your major achievements to date?</a:t>
            </a:r>
          </a:p>
          <a:p>
            <a:pPr>
              <a:lnSpc>
                <a:spcPct val="90000"/>
              </a:lnSpc>
            </a:pPr>
            <a:r>
              <a:rPr lang="en-IE" sz="2000" b="1" dirty="0">
                <a:solidFill>
                  <a:schemeClr val="tx1"/>
                </a:solidFill>
                <a:latin typeface="+mj-lt"/>
                <a:cs typeface="Times New Roman" panose="02020603050405020304" pitchFamily="18" charset="0"/>
              </a:rPr>
              <a:t>About the job</a:t>
            </a:r>
          </a:p>
          <a:p>
            <a:pPr lvl="1">
              <a:lnSpc>
                <a:spcPct val="90000"/>
              </a:lnSpc>
            </a:pPr>
            <a:r>
              <a:rPr lang="en-IE" sz="2000" i="1" dirty="0">
                <a:solidFill>
                  <a:schemeClr val="tx1"/>
                </a:solidFill>
                <a:latin typeface="+mj-lt"/>
                <a:cs typeface="Times New Roman" panose="02020603050405020304" pitchFamily="18" charset="0"/>
              </a:rPr>
              <a:t>What interests you about this job?</a:t>
            </a:r>
          </a:p>
          <a:p>
            <a:pPr lvl="1">
              <a:lnSpc>
                <a:spcPct val="90000"/>
              </a:lnSpc>
            </a:pPr>
            <a:r>
              <a:rPr lang="en-IE" sz="2000" i="1" dirty="0">
                <a:solidFill>
                  <a:schemeClr val="tx1"/>
                </a:solidFill>
                <a:latin typeface="+mj-lt"/>
                <a:cs typeface="Times New Roman" panose="02020603050405020304" pitchFamily="18" charset="0"/>
              </a:rPr>
              <a:t>What do you know about this organisation?</a:t>
            </a:r>
          </a:p>
          <a:p>
            <a:pPr lvl="1">
              <a:lnSpc>
                <a:spcPct val="90000"/>
              </a:lnSpc>
            </a:pPr>
            <a:r>
              <a:rPr lang="en-IE" sz="2000" i="1" dirty="0">
                <a:solidFill>
                  <a:schemeClr val="tx1"/>
                </a:solidFill>
                <a:latin typeface="+mj-lt"/>
                <a:cs typeface="Times New Roman" panose="02020603050405020304" pitchFamily="18" charset="0"/>
              </a:rPr>
              <a:t>What other options are you considering?</a:t>
            </a:r>
          </a:p>
          <a:p>
            <a:pPr lvl="1">
              <a:lnSpc>
                <a:spcPct val="90000"/>
              </a:lnSpc>
            </a:pPr>
            <a:r>
              <a:rPr lang="en-IE" sz="2000" i="1" dirty="0">
                <a:solidFill>
                  <a:schemeClr val="tx1"/>
                </a:solidFill>
                <a:latin typeface="+mj-lt"/>
                <a:cs typeface="Times New Roman" panose="02020603050405020304" pitchFamily="18" charset="0"/>
              </a:rPr>
              <a:t>How do you see your career developing – 5 years?</a:t>
            </a:r>
          </a:p>
          <a:p>
            <a:pPr lvl="1">
              <a:lnSpc>
                <a:spcPct val="90000"/>
              </a:lnSpc>
            </a:pPr>
            <a:r>
              <a:rPr lang="en-IE" sz="2000" i="1" dirty="0">
                <a:solidFill>
                  <a:schemeClr val="tx1"/>
                </a:solidFill>
                <a:latin typeface="+mj-lt"/>
                <a:cs typeface="Times New Roman" panose="02020603050405020304" pitchFamily="18" charset="0"/>
              </a:rPr>
              <a:t>If you were Head of Department, what would be your priorities?</a:t>
            </a:r>
          </a:p>
          <a:p>
            <a:pPr>
              <a:lnSpc>
                <a:spcPct val="90000"/>
              </a:lnSpc>
            </a:pPr>
            <a:r>
              <a:rPr lang="en-IE" sz="2000" b="1" dirty="0">
                <a:solidFill>
                  <a:schemeClr val="tx1"/>
                </a:solidFill>
                <a:latin typeface="+mj-lt"/>
                <a:cs typeface="Times New Roman" panose="02020603050405020304" pitchFamily="18" charset="0"/>
              </a:rPr>
              <a:t>General knowledge</a:t>
            </a:r>
          </a:p>
          <a:p>
            <a:pPr lvl="1">
              <a:lnSpc>
                <a:spcPct val="90000"/>
              </a:lnSpc>
            </a:pPr>
            <a:r>
              <a:rPr lang="en-IE" sz="2000" i="1" dirty="0">
                <a:solidFill>
                  <a:schemeClr val="tx1"/>
                </a:solidFill>
                <a:latin typeface="+mj-lt"/>
                <a:cs typeface="Times New Roman" panose="02020603050405020304" pitchFamily="18" charset="0"/>
              </a:rPr>
              <a:t>What do you think of the Government’s policy on college fees?</a:t>
            </a:r>
          </a:p>
          <a:p>
            <a:pPr lvl="1">
              <a:lnSpc>
                <a:spcPct val="90000"/>
              </a:lnSpc>
            </a:pPr>
            <a:r>
              <a:rPr lang="en-IE" sz="2000" i="1" dirty="0">
                <a:solidFill>
                  <a:schemeClr val="tx1"/>
                </a:solidFill>
                <a:latin typeface="+mj-lt"/>
                <a:cs typeface="Times New Roman" panose="02020603050405020304" pitchFamily="18" charset="0"/>
              </a:rPr>
              <a:t>What’s your opinion of the Ryanair bid for </a:t>
            </a:r>
            <a:r>
              <a:rPr lang="en-IE" sz="2000" i="1" dirty="0" err="1">
                <a:solidFill>
                  <a:schemeClr val="tx1"/>
                </a:solidFill>
                <a:latin typeface="+mj-lt"/>
                <a:cs typeface="Times New Roman" panose="02020603050405020304" pitchFamily="18" charset="0"/>
              </a:rPr>
              <a:t>Aer</a:t>
            </a:r>
            <a:r>
              <a:rPr lang="en-IE" sz="2000" i="1" dirty="0">
                <a:solidFill>
                  <a:schemeClr val="tx1"/>
                </a:solidFill>
                <a:latin typeface="+mj-lt"/>
                <a:cs typeface="Times New Roman" panose="02020603050405020304" pitchFamily="18" charset="0"/>
              </a:rPr>
              <a:t> Lingus?</a:t>
            </a:r>
          </a:p>
        </p:txBody>
      </p:sp>
    </p:spTree>
    <p:extLst>
      <p:ext uri="{BB962C8B-B14F-4D97-AF65-F5344CB8AC3E}">
        <p14:creationId xmlns:p14="http://schemas.microsoft.com/office/powerpoint/2010/main" val="1571960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67425"/>
            <a:ext cx="8596668" cy="978795"/>
          </a:xfrm>
        </p:spPr>
        <p:txBody>
          <a:bodyPr/>
          <a:lstStyle/>
          <a:p>
            <a:r>
              <a:rPr lang="en-GB" b="1" dirty="0">
                <a:solidFill>
                  <a:schemeClr val="tx1"/>
                </a:solidFill>
                <a:latin typeface="Times New Roman" panose="02020603050405020304" pitchFamily="18" charset="0"/>
                <a:cs typeface="Times New Roman" panose="02020603050405020304" pitchFamily="18" charset="0"/>
              </a:rPr>
              <a:t>Other Type of Questions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826327" y="1146220"/>
            <a:ext cx="6447675" cy="5460641"/>
          </a:xfrm>
        </p:spPr>
        <p:txBody>
          <a:bodyPr>
            <a:normAutofit/>
          </a:bodyPr>
          <a:lstStyle/>
          <a:p>
            <a:pPr algn="just"/>
            <a:r>
              <a:rPr lang="en-GB" sz="2200" b="1" dirty="0">
                <a:latin typeface="+mj-lt"/>
              </a:rPr>
              <a:t>“</a:t>
            </a:r>
            <a:r>
              <a:rPr lang="en-GB" sz="2200" b="1" dirty="0">
                <a:solidFill>
                  <a:schemeClr val="tx1"/>
                </a:solidFill>
                <a:latin typeface="+mj-lt"/>
                <a:cs typeface="Times New Roman" panose="02020603050405020304" pitchFamily="18" charset="0"/>
              </a:rPr>
              <a:t>What if” Questions</a:t>
            </a:r>
          </a:p>
          <a:p>
            <a:pPr lvl="1" algn="just"/>
            <a:r>
              <a:rPr lang="en-GB" sz="2200" dirty="0">
                <a:solidFill>
                  <a:schemeClr val="tx1"/>
                </a:solidFill>
                <a:latin typeface="+mj-lt"/>
                <a:cs typeface="Times New Roman" panose="02020603050405020304" pitchFamily="18" charset="0"/>
              </a:rPr>
              <a:t>No experience - how are you likely to respond to a situation</a:t>
            </a:r>
          </a:p>
          <a:p>
            <a:pPr algn="just"/>
            <a:r>
              <a:rPr lang="en-GB" sz="2200" b="1" dirty="0">
                <a:solidFill>
                  <a:schemeClr val="tx1"/>
                </a:solidFill>
                <a:latin typeface="+mj-lt"/>
                <a:cs typeface="Times New Roman" panose="02020603050405020304" pitchFamily="18" charset="0"/>
              </a:rPr>
              <a:t>Probing Questions</a:t>
            </a:r>
          </a:p>
          <a:p>
            <a:pPr lvl="1" algn="just"/>
            <a:r>
              <a:rPr lang="en-GB" sz="2200" dirty="0">
                <a:solidFill>
                  <a:schemeClr val="tx1"/>
                </a:solidFill>
                <a:latin typeface="+mj-lt"/>
                <a:cs typeface="Times New Roman" panose="02020603050405020304" pitchFamily="18" charset="0"/>
              </a:rPr>
              <a:t>How exactly did you deal with the situation?</a:t>
            </a:r>
          </a:p>
          <a:p>
            <a:pPr lvl="1" algn="just"/>
            <a:r>
              <a:rPr lang="en-GB" sz="2200" dirty="0">
                <a:solidFill>
                  <a:schemeClr val="tx1"/>
                </a:solidFill>
                <a:latin typeface="+mj-lt"/>
                <a:cs typeface="Times New Roman" panose="02020603050405020304" pitchFamily="18" charset="0"/>
              </a:rPr>
              <a:t>How did you know it worked?</a:t>
            </a:r>
          </a:p>
          <a:p>
            <a:pPr lvl="1" algn="just"/>
            <a:r>
              <a:rPr lang="en-GB" sz="2200" dirty="0">
                <a:solidFill>
                  <a:schemeClr val="tx1"/>
                </a:solidFill>
                <a:latin typeface="+mj-lt"/>
                <a:cs typeface="Times New Roman" panose="02020603050405020304" pitchFamily="18" charset="0"/>
              </a:rPr>
              <a:t>How did you feel about the outcome?</a:t>
            </a:r>
          </a:p>
          <a:p>
            <a:pPr lvl="1" algn="just"/>
            <a:r>
              <a:rPr lang="en-GB" sz="2200" dirty="0">
                <a:solidFill>
                  <a:schemeClr val="tx1"/>
                </a:solidFill>
                <a:latin typeface="+mj-lt"/>
                <a:cs typeface="Times New Roman" panose="02020603050405020304" pitchFamily="18" charset="0"/>
              </a:rPr>
              <a:t>Could you have handled it differently?</a:t>
            </a:r>
          </a:p>
          <a:p>
            <a:endParaRPr lang="en-US" sz="2200" dirty="0">
              <a:latin typeface="+mj-lt"/>
            </a:endParaRPr>
          </a:p>
        </p:txBody>
      </p:sp>
    </p:spTree>
    <p:extLst>
      <p:ext uri="{BB962C8B-B14F-4D97-AF65-F5344CB8AC3E}">
        <p14:creationId xmlns:p14="http://schemas.microsoft.com/office/powerpoint/2010/main" val="17516856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NOTE!</a:t>
            </a:r>
          </a:p>
        </p:txBody>
      </p:sp>
      <p:sp>
        <p:nvSpPr>
          <p:cNvPr id="3" name="Content Placeholder 2"/>
          <p:cNvSpPr>
            <a:spLocks noGrp="1"/>
          </p:cNvSpPr>
          <p:nvPr>
            <p:ph idx="1"/>
          </p:nvPr>
        </p:nvSpPr>
        <p:spPr/>
        <p:txBody>
          <a:bodyPr>
            <a:normAutofit/>
          </a:bodyPr>
          <a:lstStyle/>
          <a:p>
            <a:r>
              <a:rPr lang="en-US" sz="4000" dirty="0"/>
              <a:t>Read the chapter in the handout</a:t>
            </a:r>
          </a:p>
          <a:p>
            <a:r>
              <a:rPr lang="en-US" sz="4000" dirty="0"/>
              <a:t>Read the responses to the commonly asked interview questions</a:t>
            </a:r>
          </a:p>
        </p:txBody>
      </p:sp>
    </p:spTree>
    <p:extLst>
      <p:ext uri="{BB962C8B-B14F-4D97-AF65-F5344CB8AC3E}">
        <p14:creationId xmlns:p14="http://schemas.microsoft.com/office/powerpoint/2010/main" val="18718185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3F20CFC1-E34F-405B-AA49-5BE0E194F1B3}"/>
    </a:ext>
  </a:extLst>
</a:theme>
</file>

<file path=docProps/app.xml><?xml version="1.0" encoding="utf-8"?>
<Properties xmlns="http://schemas.openxmlformats.org/officeDocument/2006/extended-properties" xmlns:vt="http://schemas.openxmlformats.org/officeDocument/2006/docPropsVTypes">
  <Template>TM03457510[[fn=Savon]]</Template>
  <TotalTime>1098</TotalTime>
  <Words>1772</Words>
  <Application>Microsoft Office PowerPoint</Application>
  <PresentationFormat>Widescreen</PresentationFormat>
  <Paragraphs>224</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Book Antiqua</vt:lpstr>
      <vt:lpstr>Garamond</vt:lpstr>
      <vt:lpstr>Lucida Grande</vt:lpstr>
      <vt:lpstr>Times New Roman</vt:lpstr>
      <vt:lpstr>Wingdings</vt:lpstr>
      <vt:lpstr>Savon</vt:lpstr>
      <vt:lpstr>JOB INTERVIEWS</vt:lpstr>
      <vt:lpstr>The Employment Interview</vt:lpstr>
      <vt:lpstr>Series or Sequence of Interviews</vt:lpstr>
      <vt:lpstr>Series or Sequence of Interviews</vt:lpstr>
      <vt:lpstr>Types of Employment Interviews</vt:lpstr>
      <vt:lpstr>Types of Interviews-Summary</vt:lpstr>
      <vt:lpstr>Types of Interviews-Summary</vt:lpstr>
      <vt:lpstr>Interview Media</vt:lpstr>
      <vt:lpstr>What does the Employer look for in the interview?</vt:lpstr>
      <vt:lpstr>What does the Employer look for in the interview?</vt:lpstr>
      <vt:lpstr>Matching Skills to Requirements</vt:lpstr>
      <vt:lpstr>TOP 10 MOST WANTED SKILLS IN INTERVIEW</vt:lpstr>
      <vt:lpstr>TOP 10 MOST WANTED SKILLS IN INTERVIEW</vt:lpstr>
      <vt:lpstr>Preparing for the Interview</vt:lpstr>
      <vt:lpstr>Preparing for the Interview</vt:lpstr>
      <vt:lpstr>Preparing for the Interview</vt:lpstr>
      <vt:lpstr>PowerPoint Presentation</vt:lpstr>
      <vt:lpstr>PowerPoint Presentation</vt:lpstr>
      <vt:lpstr>For Women</vt:lpstr>
      <vt:lpstr>PowerPoint Presentation</vt:lpstr>
      <vt:lpstr>Final Look-The brand you</vt:lpstr>
      <vt:lpstr>PowerPoint Presentation</vt:lpstr>
      <vt:lpstr>PowerPoint Presentation</vt:lpstr>
      <vt:lpstr>EMPATHY</vt:lpstr>
      <vt:lpstr>PowerPoint Presentation</vt:lpstr>
      <vt:lpstr>During the Interview </vt:lpstr>
      <vt:lpstr>How to Answer</vt:lpstr>
      <vt:lpstr>      Responding to Competency Q</vt:lpstr>
      <vt:lpstr>PowerPoint Presentation</vt:lpstr>
      <vt:lpstr>Typical Questions</vt:lpstr>
      <vt:lpstr>Other Type of Questions</vt:lpstr>
      <vt:lpstr>NOTE!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INTERVIEWS</dc:title>
  <dc:creator>Sameera Sultan</dc:creator>
  <cp:lastModifiedBy>M. Arham Hussain Khan</cp:lastModifiedBy>
  <cp:revision>29</cp:revision>
  <dcterms:created xsi:type="dcterms:W3CDTF">2021-04-21T04:33:48Z</dcterms:created>
  <dcterms:modified xsi:type="dcterms:W3CDTF">2023-05-25T12:53:30Z</dcterms:modified>
</cp:coreProperties>
</file>