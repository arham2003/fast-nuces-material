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Lst>
  <p:notesMasterIdLst>
    <p:notesMasterId r:id="rId40"/>
  </p:notesMasterIdLst>
  <p:sldIdLst>
    <p:sldId id="256" r:id="rId2"/>
    <p:sldId id="257" r:id="rId3"/>
    <p:sldId id="258" r:id="rId4"/>
    <p:sldId id="259" r:id="rId5"/>
    <p:sldId id="261" r:id="rId6"/>
    <p:sldId id="260" r:id="rId7"/>
    <p:sldId id="262" r:id="rId8"/>
    <p:sldId id="263"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4" r:id="rId35"/>
    <p:sldId id="295" r:id="rId36"/>
    <p:sldId id="296" r:id="rId37"/>
    <p:sldId id="297" r:id="rId38"/>
    <p:sldId id="298" r:id="rId39"/>
  </p:sldIdLst>
  <p:sldSz cx="12192000" cy="6858000"/>
  <p:notesSz cx="6858000" cy="9144000"/>
  <p:embeddedFontLst>
    <p:embeddedFont>
      <p:font typeface="MS PGothic" panose="020B0600070205080204" pitchFamily="34" charset="-128"/>
      <p:regular r:id="rId41"/>
    </p:embeddedFont>
    <p:embeddedFont>
      <p:font typeface="Garamond" panose="02020404030301010803" pitchFamily="18" charset="0"/>
      <p:regular r:id="rId42"/>
      <p:bold r:id="rId43"/>
      <p:italic r:id="rId44"/>
      <p:boldItalic r:id="rId45"/>
    </p:embeddedFont>
    <p:embeddedFont>
      <p:font typeface="Tahoma" panose="020B0604030504040204" pitchFamily="34" charset="0"/>
      <p:regular r:id="rId46"/>
      <p:bold r:id="rId47"/>
    </p:embeddedFont>
    <p:embeddedFont>
      <p:font typeface="MS PGothic" panose="020B0600070205080204" pitchFamily="34" charset="-128"/>
      <p:regular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A8D499-423A-4940-9E00-C2E22F4AE5A8}">
  <a:tblStyle styleId="{7AA8D499-423A-4940-9E00-C2E22F4AE5A8}"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FF9310EA-DE64-431A-A53C-A09F3E481D80}"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2.fntdata"/><Relationship Id="rId47" Type="http://schemas.openxmlformats.org/officeDocument/2006/relationships/font" Target="fonts/font7.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45" Type="http://schemas.openxmlformats.org/officeDocument/2006/relationships/font" Target="fonts/font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3.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6.fntdata"/><Relationship Id="rId20" Type="http://schemas.openxmlformats.org/officeDocument/2006/relationships/slide" Target="slides/slide19.xml"/><Relationship Id="rId41"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9" name="Google Shape;16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Image Placeholder 1"/>
          <p:cNvSpPr>
            <a:spLocks noGrp="1" noRot="1" noChangeAspect="1" noChangeArrowheads="1" noTextEdit="1"/>
          </p:cNvSpPr>
          <p:nvPr>
            <p:ph type="sldImg"/>
          </p:nvPr>
        </p:nvSpPr>
        <p:spPr>
          <a:xfrm>
            <a:off x="381000" y="685800"/>
            <a:ext cx="6096000" cy="3429000"/>
          </a:xfrm>
          <a:ln/>
        </p:spPr>
      </p:sp>
      <p:sp>
        <p:nvSpPr>
          <p:cNvPr id="819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8196"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F51F14A4-4769-42DD-8464-A3AAC8705561}" type="slidenum">
              <a:rPr lang="en-CA" altLang="en-US" sz="1200" smtClean="0">
                <a:latin typeface="Tahoma" panose="020B0604030504040204" pitchFamily="34" charset="0"/>
              </a:rPr>
              <a:pPr/>
              <a:t>2</a:t>
            </a:fld>
            <a:endParaRPr lang="en-CA" altLang="en-US" sz="1200" smtClean="0">
              <a:latin typeface="Tahoma" panose="020B0604030504040204" pitchFamily="34" charset="0"/>
            </a:endParaRPr>
          </a:p>
        </p:txBody>
      </p:sp>
    </p:spTree>
    <p:extLst>
      <p:ext uri="{BB962C8B-B14F-4D97-AF65-F5344CB8AC3E}">
        <p14:creationId xmlns:p14="http://schemas.microsoft.com/office/powerpoint/2010/main" val="30195120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D6150680-BFF8-4488-8EAB-1D8489901B64}" type="slidenum">
              <a:rPr lang="en-CA" altLang="en-US" sz="1200" smtClean="0">
                <a:latin typeface="Tahoma" panose="020B0604030504040204" pitchFamily="34" charset="0"/>
              </a:rPr>
              <a:pPr/>
              <a:t>3</a:t>
            </a:fld>
            <a:endParaRPr lang="en-CA" altLang="en-US" sz="1200" smtClean="0">
              <a:latin typeface="Tahoma" panose="020B0604030504040204" pitchFamily="34" charset="0"/>
            </a:endParaRPr>
          </a:p>
        </p:txBody>
      </p:sp>
      <p:sp>
        <p:nvSpPr>
          <p:cNvPr id="10243" name="Rectangle 2"/>
          <p:cNvSpPr>
            <a:spLocks noChangeArrowheads="1" noTextEdit="1"/>
          </p:cNvSpPr>
          <p:nvPr>
            <p:ph type="sldImg"/>
          </p:nvPr>
        </p:nvSpPr>
        <p:spPr>
          <a:xfrm>
            <a:off x="381000" y="685800"/>
            <a:ext cx="6096000" cy="3429000"/>
          </a:xfrm>
          <a:ln/>
        </p:spPr>
      </p:sp>
      <p:sp>
        <p:nvSpPr>
          <p:cNvPr id="102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0227149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7BB05442-C501-4755-801B-BE62BD824FBD}" type="slidenum">
              <a:rPr lang="en-CA" altLang="en-US" sz="1200" smtClean="0">
                <a:latin typeface="Tahoma" panose="020B0604030504040204" pitchFamily="34" charset="0"/>
              </a:rPr>
              <a:pPr/>
              <a:t>4</a:t>
            </a:fld>
            <a:endParaRPr lang="en-CA" altLang="en-US" sz="1200" smtClean="0">
              <a:latin typeface="Tahoma" panose="020B0604030504040204" pitchFamily="34" charset="0"/>
            </a:endParaRPr>
          </a:p>
        </p:txBody>
      </p:sp>
      <p:sp>
        <p:nvSpPr>
          <p:cNvPr id="12291" name="Rectangle 1026"/>
          <p:cNvSpPr>
            <a:spLocks noChangeArrowheads="1" noTextEdit="1"/>
          </p:cNvSpPr>
          <p:nvPr>
            <p:ph type="sldImg"/>
          </p:nvPr>
        </p:nvSpPr>
        <p:spPr>
          <a:xfrm>
            <a:off x="381000" y="685800"/>
            <a:ext cx="6096000" cy="3429000"/>
          </a:xfrm>
          <a:ln/>
        </p:spPr>
      </p:sp>
      <p:sp>
        <p:nvSpPr>
          <p:cNvPr id="12292"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816935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7325AF36-189D-47EA-AECC-AAF1907AF3A6}" type="slidenum">
              <a:rPr lang="en-CA" altLang="en-US" sz="1200" smtClean="0">
                <a:latin typeface="Tahoma" panose="020B0604030504040204" pitchFamily="34" charset="0"/>
              </a:rPr>
              <a:pPr/>
              <a:t>6</a:t>
            </a:fld>
            <a:endParaRPr lang="en-CA" altLang="en-US" sz="1200" smtClean="0">
              <a:latin typeface="Tahoma" panose="020B0604030504040204" pitchFamily="34" charset="0"/>
            </a:endParaRPr>
          </a:p>
        </p:txBody>
      </p:sp>
      <p:sp>
        <p:nvSpPr>
          <p:cNvPr id="14339" name="Rectangle 2"/>
          <p:cNvSpPr>
            <a:spLocks noChangeArrowheads="1" noTextEdit="1"/>
          </p:cNvSpPr>
          <p:nvPr>
            <p:ph type="sldImg"/>
          </p:nvPr>
        </p:nvSpPr>
        <p:spPr>
          <a:xfrm>
            <a:off x="381000" y="685800"/>
            <a:ext cx="6096000" cy="3429000"/>
          </a:xfrm>
          <a:ln/>
        </p:spPr>
      </p:sp>
      <p:sp>
        <p:nvSpPr>
          <p:cNvPr id="143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6716479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C51D420D-CDE7-4556-9790-26CF511AA31C}" type="slidenum">
              <a:rPr lang="en-CA" altLang="en-US" sz="1200" smtClean="0">
                <a:latin typeface="Tahoma" panose="020B0604030504040204" pitchFamily="34" charset="0"/>
              </a:rPr>
              <a:pPr/>
              <a:t>9</a:t>
            </a:fld>
            <a:endParaRPr lang="en-CA" altLang="en-US" sz="1200" smtClean="0">
              <a:latin typeface="Tahoma" panose="020B0604030504040204" pitchFamily="34" charset="0"/>
            </a:endParaRPr>
          </a:p>
        </p:txBody>
      </p:sp>
      <p:sp>
        <p:nvSpPr>
          <p:cNvPr id="16387" name="Rectangle 1026"/>
          <p:cNvSpPr>
            <a:spLocks noChangeArrowheads="1" noTextEdit="1"/>
          </p:cNvSpPr>
          <p:nvPr>
            <p:ph type="sldImg"/>
          </p:nvPr>
        </p:nvSpPr>
        <p:spPr>
          <a:xfrm>
            <a:off x="381000" y="685800"/>
            <a:ext cx="6096000" cy="3429000"/>
          </a:xfrm>
          <a:ln/>
        </p:spPr>
      </p:sp>
      <p:sp>
        <p:nvSpPr>
          <p:cNvPr id="16388"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8969095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5080D30F-E73F-4649-B7E8-A98ADB0C12E9}" type="slidenum">
              <a:rPr lang="en-CA" altLang="en-US" sz="1200" smtClean="0">
                <a:latin typeface="Tahoma" panose="020B0604030504040204" pitchFamily="34" charset="0"/>
              </a:rPr>
              <a:pPr/>
              <a:t>10</a:t>
            </a:fld>
            <a:endParaRPr lang="en-CA" altLang="en-US" sz="1200" smtClean="0">
              <a:latin typeface="Tahoma" panose="020B0604030504040204" pitchFamily="34" charset="0"/>
            </a:endParaRPr>
          </a:p>
        </p:txBody>
      </p:sp>
      <p:sp>
        <p:nvSpPr>
          <p:cNvPr id="18435" name="Rectangle 2"/>
          <p:cNvSpPr>
            <a:spLocks noChangeArrowheads="1" noTextEdit="1"/>
          </p:cNvSpPr>
          <p:nvPr>
            <p:ph type="sldImg"/>
          </p:nvPr>
        </p:nvSpPr>
        <p:spPr>
          <a:xfrm>
            <a:off x="381000" y="685800"/>
            <a:ext cx="6096000" cy="3429000"/>
          </a:xfrm>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098810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CA363D2F-18C8-4CD5-810D-E6E035155EE2}" type="slidenum">
              <a:rPr lang="en-CA" altLang="en-US" sz="1200" smtClean="0">
                <a:latin typeface="Tahoma" panose="020B0604030504040204" pitchFamily="34" charset="0"/>
              </a:rPr>
              <a:pPr/>
              <a:t>11</a:t>
            </a:fld>
            <a:endParaRPr lang="en-CA" altLang="en-US" sz="1200" smtClean="0">
              <a:latin typeface="Tahoma" panose="020B0604030504040204" pitchFamily="34" charset="0"/>
            </a:endParaRPr>
          </a:p>
        </p:txBody>
      </p:sp>
      <p:sp>
        <p:nvSpPr>
          <p:cNvPr id="20483" name="Rectangle 1026"/>
          <p:cNvSpPr>
            <a:spLocks noChangeArrowheads="1" noTextEdit="1"/>
          </p:cNvSpPr>
          <p:nvPr>
            <p:ph type="sldImg"/>
          </p:nvPr>
        </p:nvSpPr>
        <p:spPr>
          <a:xfrm>
            <a:off x="381000" y="685800"/>
            <a:ext cx="6096000" cy="3429000"/>
          </a:xfrm>
          <a:ln/>
        </p:spPr>
      </p:sp>
      <p:sp>
        <p:nvSpPr>
          <p:cNvPr id="20484" name="Rectangle 1027"/>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9819040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8411E884-A5AA-4EAB-AE58-82E1403D1BE3}" type="slidenum">
              <a:rPr lang="en-CA" altLang="en-US" sz="1200" smtClean="0">
                <a:latin typeface="Tahoma" panose="020B0604030504040204" pitchFamily="34" charset="0"/>
              </a:rPr>
              <a:pPr/>
              <a:t>12</a:t>
            </a:fld>
            <a:endParaRPr lang="en-CA" altLang="en-US" sz="1200" smtClean="0">
              <a:latin typeface="Tahoma" panose="020B0604030504040204" pitchFamily="34" charset="0"/>
            </a:endParaRPr>
          </a:p>
        </p:txBody>
      </p:sp>
      <p:sp>
        <p:nvSpPr>
          <p:cNvPr id="22531" name="Rectangle 2"/>
          <p:cNvSpPr>
            <a:spLocks noChangeArrowheads="1" noTextEdit="1"/>
          </p:cNvSpPr>
          <p:nvPr>
            <p:ph type="sldImg"/>
          </p:nvPr>
        </p:nvSpPr>
        <p:spPr>
          <a:xfrm>
            <a:off x="381000" y="685800"/>
            <a:ext cx="6096000" cy="3429000"/>
          </a:xfrm>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064730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F29B0291-6597-4062-88C9-3976D94658CD}" type="slidenum">
              <a:rPr lang="en-CA" altLang="en-US" sz="1200" smtClean="0">
                <a:latin typeface="Tahoma" panose="020B0604030504040204" pitchFamily="34" charset="0"/>
              </a:rPr>
              <a:pPr/>
              <a:t>25</a:t>
            </a:fld>
            <a:endParaRPr lang="en-CA" altLang="en-US" sz="1200" smtClean="0">
              <a:latin typeface="Tahoma" panose="020B0604030504040204" pitchFamily="34" charset="0"/>
            </a:endParaRPr>
          </a:p>
        </p:txBody>
      </p:sp>
      <p:sp>
        <p:nvSpPr>
          <p:cNvPr id="43011" name="Rectangle 2"/>
          <p:cNvSpPr>
            <a:spLocks noChangeArrowheads="1" noTextEdit="1"/>
          </p:cNvSpPr>
          <p:nvPr>
            <p:ph type="sldImg"/>
          </p:nvPr>
        </p:nvSpPr>
        <p:spPr>
          <a:xfrm>
            <a:off x="381000" y="685800"/>
            <a:ext cx="6096000" cy="3429000"/>
          </a:xfrm>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17244917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DB6EE041-FA11-4589-90EC-B898D4C7920B}" type="slidenum">
              <a:rPr lang="en-CA" altLang="en-US" sz="1200" smtClean="0">
                <a:latin typeface="Tahoma" panose="020B0604030504040204" pitchFamily="34" charset="0"/>
              </a:rPr>
              <a:pPr/>
              <a:t>26</a:t>
            </a:fld>
            <a:endParaRPr lang="en-CA" altLang="en-US" sz="1200" smtClean="0">
              <a:latin typeface="Tahoma" panose="020B0604030504040204" pitchFamily="34" charset="0"/>
            </a:endParaRPr>
          </a:p>
        </p:txBody>
      </p:sp>
      <p:sp>
        <p:nvSpPr>
          <p:cNvPr id="46083" name="Rectangle 2"/>
          <p:cNvSpPr>
            <a:spLocks noChangeArrowheads="1" noTextEdit="1"/>
          </p:cNvSpPr>
          <p:nvPr>
            <p:ph type="sldImg"/>
          </p:nvPr>
        </p:nvSpPr>
        <p:spPr>
          <a:xfrm>
            <a:off x="381000" y="685800"/>
            <a:ext cx="6096000" cy="3429000"/>
          </a:xfrm>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5399124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10C60F76-7A1B-49F3-B9B0-D979073F4481}" type="slidenum">
              <a:rPr lang="en-CA" altLang="en-US" sz="1200" smtClean="0">
                <a:latin typeface="Tahoma" panose="020B0604030504040204" pitchFamily="34" charset="0"/>
              </a:rPr>
              <a:pPr/>
              <a:t>28</a:t>
            </a:fld>
            <a:endParaRPr lang="en-CA" altLang="en-US" sz="1200" smtClean="0">
              <a:latin typeface="Tahoma" panose="020B0604030504040204" pitchFamily="34" charset="0"/>
            </a:endParaRPr>
          </a:p>
        </p:txBody>
      </p:sp>
      <p:sp>
        <p:nvSpPr>
          <p:cNvPr id="49155" name="Rectangle 2"/>
          <p:cNvSpPr>
            <a:spLocks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9358109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423EDF0B-FDEF-4C85-BE89-CBA705BA228E}" type="slidenum">
              <a:rPr lang="en-CA" altLang="en-US" sz="1200" smtClean="0">
                <a:latin typeface="Tahoma" panose="020B0604030504040204" pitchFamily="34" charset="0"/>
              </a:rPr>
              <a:pPr/>
              <a:t>29</a:t>
            </a:fld>
            <a:endParaRPr lang="en-CA" altLang="en-US" sz="1200" smtClean="0">
              <a:latin typeface="Tahoma" panose="020B0604030504040204" pitchFamily="34" charset="0"/>
            </a:endParaRPr>
          </a:p>
        </p:txBody>
      </p:sp>
      <p:sp>
        <p:nvSpPr>
          <p:cNvPr id="51203" name="Rectangle 2"/>
          <p:cNvSpPr>
            <a:spLocks noChangeArrowheads="1" noTextEdit="1"/>
          </p:cNvSpPr>
          <p:nvPr>
            <p:ph type="sldImg"/>
          </p:nvPr>
        </p:nvSpPr>
        <p:spPr>
          <a:xfrm>
            <a:off x="381000" y="685800"/>
            <a:ext cx="6096000" cy="3429000"/>
          </a:xfrm>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7736953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2A026919-6224-43EB-BBA7-2DFC49407792}" type="slidenum">
              <a:rPr lang="en-CA" altLang="en-US" sz="1200" smtClean="0">
                <a:latin typeface="Tahoma" panose="020B0604030504040204" pitchFamily="34" charset="0"/>
              </a:rPr>
              <a:pPr/>
              <a:t>30</a:t>
            </a:fld>
            <a:endParaRPr lang="en-CA" altLang="en-US" sz="1200" smtClean="0">
              <a:latin typeface="Tahoma" panose="020B0604030504040204" pitchFamily="34" charset="0"/>
            </a:endParaRPr>
          </a:p>
        </p:txBody>
      </p:sp>
      <p:sp>
        <p:nvSpPr>
          <p:cNvPr id="53251" name="Rectangle 2"/>
          <p:cNvSpPr>
            <a:spLocks noChangeArrowheads="1" noTextEdit="1"/>
          </p:cNvSpPr>
          <p:nvPr>
            <p:ph type="sldImg"/>
          </p:nvPr>
        </p:nvSpPr>
        <p:spPr>
          <a:xfrm>
            <a:off x="381000" y="685800"/>
            <a:ext cx="6096000" cy="3429000"/>
          </a:xfrm>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2979815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5B6798D0-11E5-44CC-929A-46F42EC67E56}" type="slidenum">
              <a:rPr lang="en-CA" altLang="en-US" sz="1200" smtClean="0">
                <a:latin typeface="Tahoma" panose="020B0604030504040204" pitchFamily="34" charset="0"/>
              </a:rPr>
              <a:pPr/>
              <a:t>31</a:t>
            </a:fld>
            <a:endParaRPr lang="en-CA" altLang="en-US" sz="1200" smtClean="0">
              <a:latin typeface="Tahoma" panose="020B0604030504040204" pitchFamily="34" charset="0"/>
            </a:endParaRPr>
          </a:p>
        </p:txBody>
      </p:sp>
      <p:sp>
        <p:nvSpPr>
          <p:cNvPr id="55299" name="Rectangle 2"/>
          <p:cNvSpPr>
            <a:spLocks noChangeArrowheads="1" noTextEdit="1"/>
          </p:cNvSpPr>
          <p:nvPr>
            <p:ph type="sldImg"/>
          </p:nvPr>
        </p:nvSpPr>
        <p:spPr>
          <a:xfrm>
            <a:off x="381000" y="685800"/>
            <a:ext cx="6096000" cy="3429000"/>
          </a:xfrm>
          <a:ln/>
        </p:spPr>
      </p:sp>
      <p:sp>
        <p:nvSpPr>
          <p:cNvPr id="5530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8107823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44573360-7EAB-4D32-B556-21E951F34F99}" type="slidenum">
              <a:rPr lang="en-CA" altLang="en-US" sz="1200" smtClean="0">
                <a:latin typeface="Tahoma" panose="020B0604030504040204" pitchFamily="34" charset="0"/>
              </a:rPr>
              <a:pPr/>
              <a:t>33</a:t>
            </a:fld>
            <a:endParaRPr lang="en-CA" altLang="en-US" sz="1200" smtClean="0">
              <a:latin typeface="Tahoma" panose="020B0604030504040204" pitchFamily="34" charset="0"/>
            </a:endParaRPr>
          </a:p>
        </p:txBody>
      </p:sp>
      <p:sp>
        <p:nvSpPr>
          <p:cNvPr id="58371" name="Rectangle 2"/>
          <p:cNvSpPr>
            <a:spLocks noChangeArrowheads="1" noTextEdit="1"/>
          </p:cNvSpPr>
          <p:nvPr>
            <p:ph type="sldImg"/>
          </p:nvPr>
        </p:nvSpPr>
        <p:spPr>
          <a:xfrm>
            <a:off x="381000" y="685800"/>
            <a:ext cx="6096000" cy="3429000"/>
          </a:xfrm>
          <a:ln/>
        </p:spPr>
      </p:sp>
      <p:sp>
        <p:nvSpPr>
          <p:cNvPr id="583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312520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51EE0B5E-7D62-45FA-BEBD-E756ACB4A2A4}" type="slidenum">
              <a:rPr lang="en-CA" altLang="en-US" sz="1200" smtClean="0">
                <a:latin typeface="Tahoma" panose="020B0604030504040204" pitchFamily="34" charset="0"/>
              </a:rPr>
              <a:pPr/>
              <a:t>34</a:t>
            </a:fld>
            <a:endParaRPr lang="en-CA" altLang="en-US" sz="1200" smtClean="0">
              <a:latin typeface="Tahoma" panose="020B0604030504040204" pitchFamily="34" charset="0"/>
            </a:endParaRPr>
          </a:p>
        </p:txBody>
      </p:sp>
      <p:sp>
        <p:nvSpPr>
          <p:cNvPr id="68611" name="Rectangle 2"/>
          <p:cNvSpPr>
            <a:spLocks noChangeArrowheads="1" noTextEdit="1"/>
          </p:cNvSpPr>
          <p:nvPr>
            <p:ph type="sldImg"/>
          </p:nvPr>
        </p:nvSpPr>
        <p:spPr>
          <a:xfrm>
            <a:off x="381000" y="685800"/>
            <a:ext cx="6096000" cy="3429000"/>
          </a:xfrm>
          <a:ln/>
        </p:spPr>
      </p:sp>
      <p:sp>
        <p:nvSpPr>
          <p:cNvPr id="686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2902535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F4BBA653-CF52-4D32-B260-32DC81F7B294}" type="slidenum">
              <a:rPr lang="en-CA" altLang="en-US" sz="1200" smtClean="0">
                <a:latin typeface="Tahoma" panose="020B0604030504040204" pitchFamily="34" charset="0"/>
              </a:rPr>
              <a:pPr/>
              <a:t>35</a:t>
            </a:fld>
            <a:endParaRPr lang="en-CA" altLang="en-US" sz="1200" smtClean="0">
              <a:latin typeface="Tahoma" panose="020B0604030504040204" pitchFamily="34" charset="0"/>
            </a:endParaRPr>
          </a:p>
        </p:txBody>
      </p:sp>
      <p:sp>
        <p:nvSpPr>
          <p:cNvPr id="70659" name="Rectangle 2"/>
          <p:cNvSpPr>
            <a:spLocks noChangeArrowheads="1" noTextEdit="1"/>
          </p:cNvSpPr>
          <p:nvPr>
            <p:ph type="sldImg"/>
          </p:nvPr>
        </p:nvSpPr>
        <p:spPr>
          <a:xfrm>
            <a:off x="381000" y="685800"/>
            <a:ext cx="6096000" cy="3429000"/>
          </a:xfrm>
          <a:ln/>
        </p:spPr>
      </p:sp>
      <p:sp>
        <p:nvSpPr>
          <p:cNvPr id="706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169620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EA753436-3249-40BA-AFCD-FB36B56B0195}" type="slidenum">
              <a:rPr lang="en-CA" altLang="en-US" sz="1200" smtClean="0">
                <a:latin typeface="Tahoma" panose="020B0604030504040204" pitchFamily="34" charset="0"/>
              </a:rPr>
              <a:pPr/>
              <a:t>36</a:t>
            </a:fld>
            <a:endParaRPr lang="en-CA" altLang="en-US" sz="1200" smtClean="0">
              <a:latin typeface="Tahoma" panose="020B0604030504040204" pitchFamily="34" charset="0"/>
            </a:endParaRPr>
          </a:p>
        </p:txBody>
      </p:sp>
      <p:sp>
        <p:nvSpPr>
          <p:cNvPr id="72707" name="Rectangle 2"/>
          <p:cNvSpPr>
            <a:spLocks noChangeArrowheads="1" noTextEdit="1"/>
          </p:cNvSpPr>
          <p:nvPr>
            <p:ph type="sldImg"/>
          </p:nvPr>
        </p:nvSpPr>
        <p:spPr>
          <a:xfrm>
            <a:off x="381000" y="685800"/>
            <a:ext cx="6096000" cy="3429000"/>
          </a:xfrm>
          <a:ln/>
        </p:spPr>
      </p:sp>
      <p:sp>
        <p:nvSpPr>
          <p:cNvPr id="727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1662273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5D0CC928-3D1D-4F0D-B74B-0AD063769D91}" type="slidenum">
              <a:rPr lang="en-CA" altLang="en-US" sz="1200" smtClean="0">
                <a:latin typeface="Tahoma" panose="020B0604030504040204" pitchFamily="34" charset="0"/>
              </a:rPr>
              <a:pPr/>
              <a:t>37</a:t>
            </a:fld>
            <a:endParaRPr lang="en-CA" altLang="en-US" sz="1200" smtClean="0">
              <a:latin typeface="Tahoma" panose="020B0604030504040204" pitchFamily="34" charset="0"/>
            </a:endParaRPr>
          </a:p>
        </p:txBody>
      </p:sp>
      <p:sp>
        <p:nvSpPr>
          <p:cNvPr id="74755" name="Rectangle 2"/>
          <p:cNvSpPr>
            <a:spLocks noChangeArrowheads="1" noTextEdit="1"/>
          </p:cNvSpPr>
          <p:nvPr>
            <p:ph type="sldImg"/>
          </p:nvPr>
        </p:nvSpPr>
        <p:spPr>
          <a:xfrm>
            <a:off x="381000" y="685800"/>
            <a:ext cx="6096000" cy="3429000"/>
          </a:xfrm>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2717586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cs typeface="MS PGothic" panose="020B0600070205080204" pitchFamily="34" charset="-128"/>
              </a:defRPr>
            </a:lvl9pPr>
          </a:lstStyle>
          <a:p>
            <a:fld id="{5A1FB7A4-2137-4F7D-BE9F-FB0754CB167D}" type="slidenum">
              <a:rPr lang="en-CA" altLang="en-US" sz="1200" smtClean="0">
                <a:latin typeface="Tahoma" panose="020B0604030504040204" pitchFamily="34" charset="0"/>
              </a:rPr>
              <a:pPr/>
              <a:t>38</a:t>
            </a:fld>
            <a:endParaRPr lang="en-CA" altLang="en-US" sz="1200" smtClean="0">
              <a:latin typeface="Tahoma" panose="020B0604030504040204" pitchFamily="34" charset="0"/>
            </a:endParaRPr>
          </a:p>
        </p:txBody>
      </p:sp>
      <p:sp>
        <p:nvSpPr>
          <p:cNvPr id="76803" name="Rectangle 2"/>
          <p:cNvSpPr>
            <a:spLocks noChangeArrowheads="1" noTextEdit="1"/>
          </p:cNvSpPr>
          <p:nvPr>
            <p:ph type="sldImg"/>
          </p:nvPr>
        </p:nvSpPr>
        <p:spPr>
          <a:xfrm>
            <a:off x="381000" y="685800"/>
            <a:ext cx="6096000" cy="3429000"/>
          </a:xfrm>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0673689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6"/>
        <p:cNvGrpSpPr/>
        <p:nvPr/>
      </p:nvGrpSpPr>
      <p:grpSpPr>
        <a:xfrm>
          <a:off x="0" y="0"/>
          <a:ext cx="0" cy="0"/>
          <a:chOff x="0" y="0"/>
          <a:chExt cx="0" cy="0"/>
        </a:xfrm>
      </p:grpSpPr>
      <p:grpSp>
        <p:nvGrpSpPr>
          <p:cNvPr id="17" name="Google Shape;17;p2"/>
          <p:cNvGrpSpPr/>
          <p:nvPr/>
        </p:nvGrpSpPr>
        <p:grpSpPr>
          <a:xfrm>
            <a:off x="-16934" y="0"/>
            <a:ext cx="12231160" cy="6856214"/>
            <a:chOff x="-16934" y="0"/>
            <a:chExt cx="12231160" cy="6856214"/>
          </a:xfrm>
        </p:grpSpPr>
        <p:pic>
          <p:nvPicPr>
            <p:cNvPr id="18" name="Google Shape;18;p2" descr="HD-PanelTitleR1.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9" name="Google Shape;19;p2"/>
            <p:cNvSpPr/>
            <p:nvPr/>
          </p:nvSpPr>
          <p:spPr>
            <a:xfrm>
              <a:off x="2328332" y="1540931"/>
              <a:ext cx="7543802" cy="3835401"/>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 name="Google Shape;20;p2" descr="HDRibbonTitle-UniformTrim.png"/>
            <p:cNvPicPr preferRelativeResize="0"/>
            <p:nvPr/>
          </p:nvPicPr>
          <p:blipFill rotWithShape="1">
            <a:blip r:embed="rId3">
              <a:alphaModFix/>
            </a:blip>
            <a:srcRect/>
            <a:stretch/>
          </p:blipFill>
          <p:spPr>
            <a:xfrm>
              <a:off x="-16934" y="3147609"/>
              <a:ext cx="2478024" cy="612648"/>
            </a:xfrm>
            <a:prstGeom prst="rect">
              <a:avLst/>
            </a:prstGeom>
            <a:noFill/>
            <a:ln>
              <a:noFill/>
            </a:ln>
          </p:spPr>
        </p:pic>
        <p:pic>
          <p:nvPicPr>
            <p:cNvPr id="21" name="Google Shape;21;p2" descr="HDRibbonTitle-UniformTrim.png"/>
            <p:cNvPicPr preferRelativeResize="0"/>
            <p:nvPr/>
          </p:nvPicPr>
          <p:blipFill rotWithShape="1">
            <a:blip r:embed="rId3">
              <a:alphaModFix/>
            </a:blip>
            <a:srcRect/>
            <a:stretch/>
          </p:blipFill>
          <p:spPr>
            <a:xfrm>
              <a:off x="9736202" y="3147609"/>
              <a:ext cx="2478024" cy="612648"/>
            </a:xfrm>
            <a:prstGeom prst="rect">
              <a:avLst/>
            </a:prstGeom>
            <a:noFill/>
            <a:ln>
              <a:noFill/>
            </a:ln>
          </p:spPr>
        </p:pic>
      </p:grpSp>
      <p:sp>
        <p:nvSpPr>
          <p:cNvPr id="22" name="Google Shape;22;p2"/>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lvl1pPr lvl="0" algn="ctr">
              <a:lnSpc>
                <a:spcPct val="100000"/>
              </a:lnSpc>
              <a:spcBef>
                <a:spcPts val="0"/>
              </a:spcBef>
              <a:spcAft>
                <a:spcPts val="0"/>
              </a:spcAft>
              <a:buClr>
                <a:srgbClr val="262626"/>
              </a:buClr>
              <a:buSzPts val="5400"/>
              <a:buFont typeface="Garamond"/>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
          <p:cNvSpPr txBox="1">
            <a:spLocks noGrp="1"/>
          </p:cNvSpPr>
          <p:nvPr>
            <p:ph type="subTitle" idx="1"/>
          </p:nvPr>
        </p:nvSpPr>
        <p:spPr>
          <a:xfrm>
            <a:off x="2692398" y="3657597"/>
            <a:ext cx="6815669" cy="1320802"/>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20"/>
              </a:spcBef>
              <a:spcAft>
                <a:spcPts val="0"/>
              </a:spcAft>
              <a:buSzPts val="2415"/>
              <a:buNone/>
              <a:defRPr sz="2100">
                <a:solidFill>
                  <a:schemeClr val="dk1"/>
                </a:solidFill>
              </a:defRPr>
            </a:lvl1pPr>
            <a:lvl2pPr lvl="1" algn="ctr">
              <a:lnSpc>
                <a:spcPct val="100000"/>
              </a:lnSpc>
              <a:spcBef>
                <a:spcPts val="600"/>
              </a:spcBef>
              <a:spcAft>
                <a:spcPts val="0"/>
              </a:spcAft>
              <a:buSzPts val="2300"/>
              <a:buNone/>
              <a:defRPr>
                <a:solidFill>
                  <a:srgbClr val="888888"/>
                </a:solidFill>
              </a:defRPr>
            </a:lvl2pPr>
            <a:lvl3pPr lvl="2" algn="ctr">
              <a:lnSpc>
                <a:spcPct val="100000"/>
              </a:lnSpc>
              <a:spcBef>
                <a:spcPts val="600"/>
              </a:spcBef>
              <a:spcAft>
                <a:spcPts val="0"/>
              </a:spcAft>
              <a:buSzPts val="2070"/>
              <a:buNone/>
              <a:defRPr>
                <a:solidFill>
                  <a:srgbClr val="888888"/>
                </a:solidFill>
              </a:defRPr>
            </a:lvl3pPr>
            <a:lvl4pPr lvl="3" algn="ctr">
              <a:lnSpc>
                <a:spcPct val="100000"/>
              </a:lnSpc>
              <a:spcBef>
                <a:spcPts val="600"/>
              </a:spcBef>
              <a:spcAft>
                <a:spcPts val="0"/>
              </a:spcAft>
              <a:buSzPts val="1840"/>
              <a:buNone/>
              <a:defRPr>
                <a:solidFill>
                  <a:srgbClr val="888888"/>
                </a:solidFill>
              </a:defRPr>
            </a:lvl4pPr>
            <a:lvl5pPr lvl="4" algn="ctr">
              <a:lnSpc>
                <a:spcPct val="100000"/>
              </a:lnSpc>
              <a:spcBef>
                <a:spcPts val="600"/>
              </a:spcBef>
              <a:spcAft>
                <a:spcPts val="0"/>
              </a:spcAft>
              <a:buSzPts val="1610"/>
              <a:buNone/>
              <a:defRPr>
                <a:solidFill>
                  <a:srgbClr val="888888"/>
                </a:solidFill>
              </a:defRPr>
            </a:lvl5pPr>
            <a:lvl6pPr lvl="5" algn="ctr">
              <a:lnSpc>
                <a:spcPct val="100000"/>
              </a:lnSpc>
              <a:spcBef>
                <a:spcPts val="600"/>
              </a:spcBef>
              <a:spcAft>
                <a:spcPts val="0"/>
              </a:spcAft>
              <a:buSzPts val="1610"/>
              <a:buNone/>
              <a:defRPr>
                <a:solidFill>
                  <a:srgbClr val="888888"/>
                </a:solidFill>
              </a:defRPr>
            </a:lvl6pPr>
            <a:lvl7pPr lvl="6" algn="ctr">
              <a:lnSpc>
                <a:spcPct val="100000"/>
              </a:lnSpc>
              <a:spcBef>
                <a:spcPts val="600"/>
              </a:spcBef>
              <a:spcAft>
                <a:spcPts val="0"/>
              </a:spcAft>
              <a:buSzPts val="1610"/>
              <a:buNone/>
              <a:defRPr>
                <a:solidFill>
                  <a:srgbClr val="888888"/>
                </a:solidFill>
              </a:defRPr>
            </a:lvl7pPr>
            <a:lvl8pPr lvl="7" algn="ctr">
              <a:lnSpc>
                <a:spcPct val="100000"/>
              </a:lnSpc>
              <a:spcBef>
                <a:spcPts val="600"/>
              </a:spcBef>
              <a:spcAft>
                <a:spcPts val="0"/>
              </a:spcAft>
              <a:buSzPts val="1610"/>
              <a:buNone/>
              <a:defRPr>
                <a:solidFill>
                  <a:srgbClr val="888888"/>
                </a:solidFill>
              </a:defRPr>
            </a:lvl8pPr>
            <a:lvl9pPr lvl="8" algn="ctr">
              <a:lnSpc>
                <a:spcPct val="100000"/>
              </a:lnSpc>
              <a:spcBef>
                <a:spcPts val="600"/>
              </a:spcBef>
              <a:spcAft>
                <a:spcPts val="600"/>
              </a:spcAft>
              <a:buSzPts val="1610"/>
              <a:buNone/>
              <a:defRPr>
                <a:solidFill>
                  <a:srgbClr val="888888"/>
                </a:solidFill>
              </a:defRPr>
            </a:lvl9pPr>
          </a:lstStyle>
          <a:p>
            <a:endParaRPr/>
          </a:p>
        </p:txBody>
      </p:sp>
      <p:sp>
        <p:nvSpPr>
          <p:cNvPr id="24" name="Google Shape;24;p2"/>
          <p:cNvSpPr txBox="1">
            <a:spLocks noGrp="1"/>
          </p:cNvSpPr>
          <p:nvPr>
            <p:ph type="dt" idx="10"/>
          </p:nvPr>
        </p:nvSpPr>
        <p:spPr>
          <a:xfrm>
            <a:off x="7983232" y="5037663"/>
            <a:ext cx="897467"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
          <p:cNvSpPr txBox="1">
            <a:spLocks noGrp="1"/>
          </p:cNvSpPr>
          <p:nvPr>
            <p:ph type="ftr" idx="11"/>
          </p:nvPr>
        </p:nvSpPr>
        <p:spPr>
          <a:xfrm>
            <a:off x="2692397" y="5037663"/>
            <a:ext cx="5214635"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
          <p:cNvSpPr txBox="1">
            <a:spLocks noGrp="1"/>
          </p:cNvSpPr>
          <p:nvPr>
            <p:ph type="sldNum" idx="12"/>
          </p:nvPr>
        </p:nvSpPr>
        <p:spPr>
          <a:xfrm>
            <a:off x="8956900" y="5037663"/>
            <a:ext cx="55116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27" name="Google Shape;27;p2"/>
          <p:cNvCxnSpPr/>
          <p:nvPr/>
        </p:nvCxnSpPr>
        <p:spPr>
          <a:xfrm>
            <a:off x="2692399" y="3522131"/>
            <a:ext cx="681566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9"/>
        <p:cNvGrpSpPr/>
        <p:nvPr/>
      </p:nvGrpSpPr>
      <p:grpSpPr>
        <a:xfrm>
          <a:off x="0" y="0"/>
          <a:ext cx="0" cy="0"/>
          <a:chOff x="0" y="0"/>
          <a:chExt cx="0" cy="0"/>
        </a:xfrm>
      </p:grpSpPr>
      <p:sp>
        <p:nvSpPr>
          <p:cNvPr id="70" name="Google Shape;70;p9"/>
          <p:cNvSpPr txBox="1">
            <a:spLocks noGrp="1"/>
          </p:cNvSpPr>
          <p:nvPr>
            <p:ph type="title"/>
          </p:nvPr>
        </p:nvSpPr>
        <p:spPr>
          <a:xfrm>
            <a:off x="2015069" y="1752606"/>
            <a:ext cx="8158688" cy="1822514"/>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4400"/>
              <a:buFont typeface="Garamond"/>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9"/>
          <p:cNvSpPr txBox="1">
            <a:spLocks noGrp="1"/>
          </p:cNvSpPr>
          <p:nvPr>
            <p:ph type="body" idx="1"/>
          </p:nvPr>
        </p:nvSpPr>
        <p:spPr>
          <a:xfrm>
            <a:off x="2015067" y="3846051"/>
            <a:ext cx="8158690" cy="954547"/>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480"/>
              </a:spcBef>
              <a:spcAft>
                <a:spcPts val="0"/>
              </a:spcAft>
              <a:buSzPts val="2760"/>
              <a:buNone/>
              <a:defRPr sz="24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72" name="Google Shape;72;p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75" name="Google Shape;75;p9"/>
          <p:cNvCxnSpPr/>
          <p:nvPr/>
        </p:nvCxnSpPr>
        <p:spPr>
          <a:xfrm>
            <a:off x="2012723" y="3710585"/>
            <a:ext cx="8163380"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76"/>
        <p:cNvGrpSpPr/>
        <p:nvPr/>
      </p:nvGrpSpPr>
      <p:grpSpPr>
        <a:xfrm>
          <a:off x="0" y="0"/>
          <a:ext cx="0" cy="0"/>
          <a:chOff x="0" y="0"/>
          <a:chExt cx="0" cy="0"/>
        </a:xfrm>
      </p:grpSpPr>
      <p:sp>
        <p:nvSpPr>
          <p:cNvPr id="77" name="Google Shape;77;p10"/>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129540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72"/>
              </a:spcBef>
              <a:spcAft>
                <a:spcPts val="0"/>
              </a:spcAft>
              <a:buSzPts val="3220"/>
              <a:buNone/>
              <a:defRPr sz="2800" b="0">
                <a:solidFill>
                  <a:schemeClr val="accent1"/>
                </a:solidFill>
              </a:defRPr>
            </a:lvl1pPr>
            <a:lvl2pPr marL="914400" lvl="1" indent="-228600" algn="l">
              <a:lnSpc>
                <a:spcPct val="100000"/>
              </a:lnSpc>
              <a:spcBef>
                <a:spcPts val="600"/>
              </a:spcBef>
              <a:spcAft>
                <a:spcPts val="0"/>
              </a:spcAft>
              <a:buSzPts val="2300"/>
              <a:buNone/>
              <a:defRPr sz="2000" b="1"/>
            </a:lvl2pPr>
            <a:lvl3pPr marL="1371600" lvl="2" indent="-228600" algn="l">
              <a:lnSpc>
                <a:spcPct val="100000"/>
              </a:lnSpc>
              <a:spcBef>
                <a:spcPts val="600"/>
              </a:spcBef>
              <a:spcAft>
                <a:spcPts val="0"/>
              </a:spcAft>
              <a:buSzPts val="2070"/>
              <a:buNone/>
              <a:defRPr sz="1800" b="1"/>
            </a:lvl3pPr>
            <a:lvl4pPr marL="1828800" lvl="3" indent="-228600" algn="l">
              <a:lnSpc>
                <a:spcPct val="100000"/>
              </a:lnSpc>
              <a:spcBef>
                <a:spcPts val="600"/>
              </a:spcBef>
              <a:spcAft>
                <a:spcPts val="0"/>
              </a:spcAft>
              <a:buSzPts val="1840"/>
              <a:buNone/>
              <a:defRPr sz="1600" b="1"/>
            </a:lvl4pPr>
            <a:lvl5pPr marL="2286000" lvl="4" indent="-228600" algn="l">
              <a:lnSpc>
                <a:spcPct val="100000"/>
              </a:lnSpc>
              <a:spcBef>
                <a:spcPts val="600"/>
              </a:spcBef>
              <a:spcAft>
                <a:spcPts val="0"/>
              </a:spcAft>
              <a:buSzPts val="1840"/>
              <a:buNone/>
              <a:defRPr sz="1600" b="1"/>
            </a:lvl5pPr>
            <a:lvl6pPr marL="2743200" lvl="5" indent="-228600" algn="l">
              <a:lnSpc>
                <a:spcPct val="100000"/>
              </a:lnSpc>
              <a:spcBef>
                <a:spcPts val="600"/>
              </a:spcBef>
              <a:spcAft>
                <a:spcPts val="0"/>
              </a:spcAft>
              <a:buSzPts val="1840"/>
              <a:buNone/>
              <a:defRPr sz="1600" b="1"/>
            </a:lvl6pPr>
            <a:lvl7pPr marL="3200400" lvl="6" indent="-228600" algn="l">
              <a:lnSpc>
                <a:spcPct val="100000"/>
              </a:lnSpc>
              <a:spcBef>
                <a:spcPts val="600"/>
              </a:spcBef>
              <a:spcAft>
                <a:spcPts val="0"/>
              </a:spcAft>
              <a:buSzPts val="1840"/>
              <a:buNone/>
              <a:defRPr sz="1600" b="1"/>
            </a:lvl7pPr>
            <a:lvl8pPr marL="3657600" lvl="7" indent="-228600" algn="l">
              <a:lnSpc>
                <a:spcPct val="100000"/>
              </a:lnSpc>
              <a:spcBef>
                <a:spcPts val="600"/>
              </a:spcBef>
              <a:spcAft>
                <a:spcPts val="0"/>
              </a:spcAft>
              <a:buSzPts val="1840"/>
              <a:buNone/>
              <a:defRPr sz="1600" b="1"/>
            </a:lvl8pPr>
            <a:lvl9pPr marL="4114800" lvl="8" indent="-228600" algn="l">
              <a:lnSpc>
                <a:spcPct val="100000"/>
              </a:lnSpc>
              <a:spcBef>
                <a:spcPts val="600"/>
              </a:spcBef>
              <a:spcAft>
                <a:spcPts val="600"/>
              </a:spcAft>
              <a:buSzPts val="1840"/>
              <a:buNone/>
              <a:defRPr sz="1600" b="1"/>
            </a:lvl9pPr>
          </a:lstStyle>
          <a:p>
            <a:endParaRPr/>
          </a:p>
        </p:txBody>
      </p:sp>
      <p:sp>
        <p:nvSpPr>
          <p:cNvPr id="79" name="Google Shape;79;p10"/>
          <p:cNvSpPr txBox="1">
            <a:spLocks noGrp="1"/>
          </p:cNvSpPr>
          <p:nvPr>
            <p:ph type="body" idx="2"/>
          </p:nvPr>
        </p:nvSpPr>
        <p:spPr>
          <a:xfrm>
            <a:off x="129540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80" name="Google Shape;80;p10"/>
          <p:cNvSpPr txBox="1">
            <a:spLocks noGrp="1"/>
          </p:cNvSpPr>
          <p:nvPr>
            <p:ph type="body" idx="3"/>
          </p:nvPr>
        </p:nvSpPr>
        <p:spPr>
          <a:xfrm>
            <a:off x="6180670" y="2658533"/>
            <a:ext cx="4718304"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672"/>
              </a:spcBef>
              <a:spcAft>
                <a:spcPts val="0"/>
              </a:spcAft>
              <a:buSzPts val="3220"/>
              <a:buNone/>
              <a:defRPr sz="2800" b="0">
                <a:solidFill>
                  <a:schemeClr val="accent1"/>
                </a:solidFill>
              </a:defRPr>
            </a:lvl1pPr>
            <a:lvl2pPr marL="914400" lvl="1" indent="-228600" algn="l">
              <a:lnSpc>
                <a:spcPct val="100000"/>
              </a:lnSpc>
              <a:spcBef>
                <a:spcPts val="600"/>
              </a:spcBef>
              <a:spcAft>
                <a:spcPts val="0"/>
              </a:spcAft>
              <a:buSzPts val="2300"/>
              <a:buNone/>
              <a:defRPr sz="2000" b="1"/>
            </a:lvl2pPr>
            <a:lvl3pPr marL="1371600" lvl="2" indent="-228600" algn="l">
              <a:lnSpc>
                <a:spcPct val="100000"/>
              </a:lnSpc>
              <a:spcBef>
                <a:spcPts val="600"/>
              </a:spcBef>
              <a:spcAft>
                <a:spcPts val="0"/>
              </a:spcAft>
              <a:buSzPts val="2070"/>
              <a:buNone/>
              <a:defRPr sz="1800" b="1"/>
            </a:lvl3pPr>
            <a:lvl4pPr marL="1828800" lvl="3" indent="-228600" algn="l">
              <a:lnSpc>
                <a:spcPct val="100000"/>
              </a:lnSpc>
              <a:spcBef>
                <a:spcPts val="600"/>
              </a:spcBef>
              <a:spcAft>
                <a:spcPts val="0"/>
              </a:spcAft>
              <a:buSzPts val="1840"/>
              <a:buNone/>
              <a:defRPr sz="1600" b="1"/>
            </a:lvl4pPr>
            <a:lvl5pPr marL="2286000" lvl="4" indent="-228600" algn="l">
              <a:lnSpc>
                <a:spcPct val="100000"/>
              </a:lnSpc>
              <a:spcBef>
                <a:spcPts val="600"/>
              </a:spcBef>
              <a:spcAft>
                <a:spcPts val="0"/>
              </a:spcAft>
              <a:buSzPts val="1840"/>
              <a:buNone/>
              <a:defRPr sz="1600" b="1"/>
            </a:lvl5pPr>
            <a:lvl6pPr marL="2743200" lvl="5" indent="-228600" algn="l">
              <a:lnSpc>
                <a:spcPct val="100000"/>
              </a:lnSpc>
              <a:spcBef>
                <a:spcPts val="600"/>
              </a:spcBef>
              <a:spcAft>
                <a:spcPts val="0"/>
              </a:spcAft>
              <a:buSzPts val="1840"/>
              <a:buNone/>
              <a:defRPr sz="1600" b="1"/>
            </a:lvl6pPr>
            <a:lvl7pPr marL="3200400" lvl="6" indent="-228600" algn="l">
              <a:lnSpc>
                <a:spcPct val="100000"/>
              </a:lnSpc>
              <a:spcBef>
                <a:spcPts val="600"/>
              </a:spcBef>
              <a:spcAft>
                <a:spcPts val="0"/>
              </a:spcAft>
              <a:buSzPts val="1840"/>
              <a:buNone/>
              <a:defRPr sz="1600" b="1"/>
            </a:lvl7pPr>
            <a:lvl8pPr marL="3657600" lvl="7" indent="-228600" algn="l">
              <a:lnSpc>
                <a:spcPct val="100000"/>
              </a:lnSpc>
              <a:spcBef>
                <a:spcPts val="600"/>
              </a:spcBef>
              <a:spcAft>
                <a:spcPts val="0"/>
              </a:spcAft>
              <a:buSzPts val="1840"/>
              <a:buNone/>
              <a:defRPr sz="1600" b="1"/>
            </a:lvl8pPr>
            <a:lvl9pPr marL="4114800" lvl="8" indent="-228600" algn="l">
              <a:lnSpc>
                <a:spcPct val="100000"/>
              </a:lnSpc>
              <a:spcBef>
                <a:spcPts val="600"/>
              </a:spcBef>
              <a:spcAft>
                <a:spcPts val="600"/>
              </a:spcAft>
              <a:buSzPts val="1840"/>
              <a:buNone/>
              <a:defRPr sz="1600" b="1"/>
            </a:lvl9pPr>
          </a:lstStyle>
          <a:p>
            <a:endParaRPr/>
          </a:p>
        </p:txBody>
      </p:sp>
      <p:sp>
        <p:nvSpPr>
          <p:cNvPr id="81" name="Google Shape;81;p10"/>
          <p:cNvSpPr txBox="1">
            <a:spLocks noGrp="1"/>
          </p:cNvSpPr>
          <p:nvPr>
            <p:ph type="body" idx="4"/>
          </p:nvPr>
        </p:nvSpPr>
        <p:spPr>
          <a:xfrm>
            <a:off x="6180670" y="3243262"/>
            <a:ext cx="4718304" cy="263260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82" name="Google Shape;82;p1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85" name="Google Shape;85;p10"/>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p1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1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9" name="Google Shape;89;p1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90"/>
        <p:cNvGrpSpPr/>
        <p:nvPr/>
      </p:nvGrpSpPr>
      <p:grpSpPr>
        <a:xfrm>
          <a:off x="0" y="0"/>
          <a:ext cx="0" cy="0"/>
          <a:chOff x="0" y="0"/>
          <a:chExt cx="0" cy="0"/>
        </a:xfrm>
      </p:grpSpPr>
      <p:sp>
        <p:nvSpPr>
          <p:cNvPr id="91" name="Google Shape;91;p12"/>
          <p:cNvSpPr txBox="1">
            <a:spLocks noGrp="1"/>
          </p:cNvSpPr>
          <p:nvPr>
            <p:ph type="title"/>
          </p:nvPr>
        </p:nvSpPr>
        <p:spPr>
          <a:xfrm>
            <a:off x="1293811" y="1388534"/>
            <a:ext cx="3718455"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400"/>
              <a:buFont typeface="Garamond"/>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2"/>
          <p:cNvSpPr txBox="1">
            <a:spLocks noGrp="1"/>
          </p:cNvSpPr>
          <p:nvPr>
            <p:ph type="body" idx="1"/>
          </p:nvPr>
        </p:nvSpPr>
        <p:spPr>
          <a:xfrm>
            <a:off x="5418668" y="982131"/>
            <a:ext cx="5469466" cy="4893735"/>
          </a:xfrm>
          <a:prstGeom prst="rect">
            <a:avLst/>
          </a:prstGeom>
          <a:noFill/>
          <a:ln>
            <a:noFill/>
          </a:ln>
        </p:spPr>
        <p:txBody>
          <a:bodyPr spcFirstLastPara="1" wrap="square" lIns="91425" tIns="45700" rIns="91425" bIns="45700" anchor="ctr"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93" name="Google Shape;93;p12"/>
          <p:cNvSpPr txBox="1">
            <a:spLocks noGrp="1"/>
          </p:cNvSpPr>
          <p:nvPr>
            <p:ph type="body" idx="2"/>
          </p:nvPr>
        </p:nvSpPr>
        <p:spPr>
          <a:xfrm>
            <a:off x="1293811" y="3031065"/>
            <a:ext cx="3718455" cy="2438404"/>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20"/>
              </a:spcBef>
              <a:spcAft>
                <a:spcPts val="0"/>
              </a:spcAft>
              <a:buSzPts val="1840"/>
              <a:buNone/>
              <a:defRPr sz="1600"/>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a:endParaRPr/>
          </a:p>
        </p:txBody>
      </p:sp>
      <p:sp>
        <p:nvSpPr>
          <p:cNvPr id="94" name="Google Shape;94;p12"/>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12"/>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2"/>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97" name="Google Shape;97;p12"/>
          <p:cNvCxnSpPr/>
          <p:nvPr/>
        </p:nvCxnSpPr>
        <p:spPr>
          <a:xfrm>
            <a:off x="1396169" y="2912533"/>
            <a:ext cx="35144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98"/>
        <p:cNvGrpSpPr/>
        <p:nvPr/>
      </p:nvGrpSpPr>
      <p:grpSpPr>
        <a:xfrm>
          <a:off x="0" y="0"/>
          <a:ext cx="0" cy="0"/>
          <a:chOff x="0" y="0"/>
          <a:chExt cx="0" cy="0"/>
        </a:xfrm>
      </p:grpSpPr>
      <p:sp>
        <p:nvSpPr>
          <p:cNvPr id="99" name="Google Shape;99;p13"/>
          <p:cNvSpPr txBox="1">
            <a:spLocks noGrp="1"/>
          </p:cNvSpPr>
          <p:nvPr>
            <p:ph type="title"/>
          </p:nvPr>
        </p:nvSpPr>
        <p:spPr>
          <a:xfrm>
            <a:off x="1295399" y="1883832"/>
            <a:ext cx="6241816" cy="1371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800"/>
              <a:buFont typeface="Garamond"/>
              <a:buNone/>
              <a:defRPr sz="28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3"/>
          <p:cNvSpPr>
            <a:spLocks noGrp="1"/>
          </p:cNvSpPr>
          <p:nvPr>
            <p:ph type="pic" idx="2"/>
          </p:nvPr>
        </p:nvSpPr>
        <p:spPr>
          <a:xfrm>
            <a:off x="8094831" y="1041400"/>
            <a:ext cx="3063347" cy="4775200"/>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101" name="Google Shape;101;p13"/>
          <p:cNvSpPr txBox="1">
            <a:spLocks noGrp="1"/>
          </p:cNvSpPr>
          <p:nvPr>
            <p:ph type="body" idx="1"/>
          </p:nvPr>
        </p:nvSpPr>
        <p:spPr>
          <a:xfrm>
            <a:off x="1295399" y="3255432"/>
            <a:ext cx="6241816" cy="1828800"/>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360"/>
              </a:spcBef>
              <a:spcAft>
                <a:spcPts val="0"/>
              </a:spcAft>
              <a:buSzPts val="2070"/>
              <a:buNone/>
              <a:defRPr sz="1800"/>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a:endParaRPr/>
          </a:p>
        </p:txBody>
      </p:sp>
      <p:sp>
        <p:nvSpPr>
          <p:cNvPr id="102" name="Google Shape;102;p13"/>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3"/>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13"/>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105"/>
        <p:cNvGrpSpPr/>
        <p:nvPr/>
      </p:nvGrpSpPr>
      <p:grpSpPr>
        <a:xfrm>
          <a:off x="0" y="0"/>
          <a:ext cx="0" cy="0"/>
          <a:chOff x="0" y="0"/>
          <a:chExt cx="0" cy="0"/>
        </a:xfrm>
      </p:grpSpPr>
      <p:sp>
        <p:nvSpPr>
          <p:cNvPr id="106" name="Google Shape;106;p14"/>
          <p:cNvSpPr txBox="1">
            <a:spLocks noGrp="1"/>
          </p:cNvSpPr>
          <p:nvPr>
            <p:ph type="title"/>
          </p:nvPr>
        </p:nvSpPr>
        <p:spPr>
          <a:xfrm>
            <a:off x="1295401" y="4815415"/>
            <a:ext cx="9609666" cy="566738"/>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rgbClr val="262626"/>
              </a:buClr>
              <a:buSzPts val="2400"/>
              <a:buFont typeface="Garamond"/>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7" name="Google Shape;107;p14"/>
          <p:cNvSpPr>
            <a:spLocks noGrp="1"/>
          </p:cNvSpPr>
          <p:nvPr>
            <p:ph type="pic" idx="2"/>
          </p:nvPr>
        </p:nvSpPr>
        <p:spPr>
          <a:xfrm>
            <a:off x="1041427" y="1041399"/>
            <a:ext cx="10105972" cy="3335869"/>
          </a:xfrm>
          <a:prstGeom prst="roundRect">
            <a:avLst>
              <a:gd name="adj" fmla="val 0"/>
            </a:avLst>
          </a:prstGeom>
          <a:noFill/>
          <a:ln w="57150" cap="flat" cmpd="thickThin">
            <a:solidFill>
              <a:srgbClr val="7F7F7F"/>
            </a:solidFill>
            <a:prstDash val="solid"/>
            <a:miter lim="800000"/>
            <a:headEnd type="none" w="sm" len="sm"/>
            <a:tailEnd type="none" w="sm" len="sm"/>
          </a:ln>
        </p:spPr>
      </p:sp>
      <p:sp>
        <p:nvSpPr>
          <p:cNvPr id="108" name="Google Shape;108;p14"/>
          <p:cNvSpPr txBox="1">
            <a:spLocks noGrp="1"/>
          </p:cNvSpPr>
          <p:nvPr>
            <p:ph type="body" idx="1"/>
          </p:nvPr>
        </p:nvSpPr>
        <p:spPr>
          <a:xfrm>
            <a:off x="1295401" y="5382153"/>
            <a:ext cx="9609666" cy="493712"/>
          </a:xfrm>
          <a:prstGeom prst="rect">
            <a:avLst/>
          </a:prstGeom>
          <a:noFill/>
          <a:ln>
            <a:noFill/>
          </a:ln>
        </p:spPr>
        <p:txBody>
          <a:bodyPr spcFirstLastPara="1" wrap="square" lIns="91425" tIns="45700" rIns="91425" bIns="45700" anchor="t" anchorCtr="0">
            <a:normAutofit/>
          </a:bodyPr>
          <a:lstStyle>
            <a:lvl1pPr marL="457200" lvl="0" indent="-228600" algn="ctr">
              <a:lnSpc>
                <a:spcPct val="100000"/>
              </a:lnSpc>
              <a:spcBef>
                <a:spcPts val="280"/>
              </a:spcBef>
              <a:spcAft>
                <a:spcPts val="0"/>
              </a:spcAft>
              <a:buSzPts val="1610"/>
              <a:buNone/>
              <a:defRPr sz="1400"/>
            </a:lvl1pPr>
            <a:lvl2pPr marL="914400" lvl="1" indent="-228600" algn="l">
              <a:lnSpc>
                <a:spcPct val="100000"/>
              </a:lnSpc>
              <a:spcBef>
                <a:spcPts val="600"/>
              </a:spcBef>
              <a:spcAft>
                <a:spcPts val="0"/>
              </a:spcAft>
              <a:buSzPts val="1380"/>
              <a:buNone/>
              <a:defRPr sz="1200"/>
            </a:lvl2pPr>
            <a:lvl3pPr marL="1371600" lvl="2" indent="-228600" algn="l">
              <a:lnSpc>
                <a:spcPct val="100000"/>
              </a:lnSpc>
              <a:spcBef>
                <a:spcPts val="600"/>
              </a:spcBef>
              <a:spcAft>
                <a:spcPts val="0"/>
              </a:spcAft>
              <a:buSzPts val="1150"/>
              <a:buNone/>
              <a:defRPr sz="1000"/>
            </a:lvl3pPr>
            <a:lvl4pPr marL="1828800" lvl="3" indent="-228600" algn="l">
              <a:lnSpc>
                <a:spcPct val="100000"/>
              </a:lnSpc>
              <a:spcBef>
                <a:spcPts val="600"/>
              </a:spcBef>
              <a:spcAft>
                <a:spcPts val="0"/>
              </a:spcAft>
              <a:buSzPts val="1035"/>
              <a:buNone/>
              <a:defRPr sz="900"/>
            </a:lvl4pPr>
            <a:lvl5pPr marL="2286000" lvl="4" indent="-228600" algn="l">
              <a:lnSpc>
                <a:spcPct val="100000"/>
              </a:lnSpc>
              <a:spcBef>
                <a:spcPts val="600"/>
              </a:spcBef>
              <a:spcAft>
                <a:spcPts val="0"/>
              </a:spcAft>
              <a:buSzPts val="1035"/>
              <a:buNone/>
              <a:defRPr sz="900"/>
            </a:lvl5pPr>
            <a:lvl6pPr marL="2743200" lvl="5" indent="-228600" algn="l">
              <a:lnSpc>
                <a:spcPct val="100000"/>
              </a:lnSpc>
              <a:spcBef>
                <a:spcPts val="600"/>
              </a:spcBef>
              <a:spcAft>
                <a:spcPts val="0"/>
              </a:spcAft>
              <a:buSzPts val="1035"/>
              <a:buNone/>
              <a:defRPr sz="900"/>
            </a:lvl6pPr>
            <a:lvl7pPr marL="3200400" lvl="6" indent="-228600" algn="l">
              <a:lnSpc>
                <a:spcPct val="100000"/>
              </a:lnSpc>
              <a:spcBef>
                <a:spcPts val="600"/>
              </a:spcBef>
              <a:spcAft>
                <a:spcPts val="0"/>
              </a:spcAft>
              <a:buSzPts val="1035"/>
              <a:buNone/>
              <a:defRPr sz="900"/>
            </a:lvl7pPr>
            <a:lvl8pPr marL="3657600" lvl="7" indent="-228600" algn="l">
              <a:lnSpc>
                <a:spcPct val="100000"/>
              </a:lnSpc>
              <a:spcBef>
                <a:spcPts val="600"/>
              </a:spcBef>
              <a:spcAft>
                <a:spcPts val="0"/>
              </a:spcAft>
              <a:buSzPts val="1035"/>
              <a:buNone/>
              <a:defRPr sz="900"/>
            </a:lvl8pPr>
            <a:lvl9pPr marL="4114800" lvl="8" indent="-228600" algn="l">
              <a:lnSpc>
                <a:spcPct val="100000"/>
              </a:lnSpc>
              <a:spcBef>
                <a:spcPts val="600"/>
              </a:spcBef>
              <a:spcAft>
                <a:spcPts val="600"/>
              </a:spcAft>
              <a:buSzPts val="1035"/>
              <a:buNone/>
              <a:defRPr sz="900"/>
            </a:lvl9pPr>
          </a:lstStyle>
          <a:p>
            <a:endParaRPr/>
          </a:p>
        </p:txBody>
      </p:sp>
      <p:sp>
        <p:nvSpPr>
          <p:cNvPr id="109" name="Google Shape;109;p14"/>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0" name="Google Shape;110;p14"/>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14"/>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112"/>
        <p:cNvGrpSpPr/>
        <p:nvPr/>
      </p:nvGrpSpPr>
      <p:grpSpPr>
        <a:xfrm>
          <a:off x="0" y="0"/>
          <a:ext cx="0" cy="0"/>
          <a:chOff x="0" y="0"/>
          <a:chExt cx="0" cy="0"/>
        </a:xfrm>
      </p:grpSpPr>
      <p:sp>
        <p:nvSpPr>
          <p:cNvPr id="113" name="Google Shape;113;p15"/>
          <p:cNvSpPr txBox="1">
            <a:spLocks noGrp="1"/>
          </p:cNvSpPr>
          <p:nvPr>
            <p:ph type="title"/>
          </p:nvPr>
        </p:nvSpPr>
        <p:spPr>
          <a:xfrm>
            <a:off x="1303868" y="982132"/>
            <a:ext cx="9592732" cy="29548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3200"/>
              <a:buFont typeface="Garamond"/>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4" name="Google Shape;114;p15"/>
          <p:cNvSpPr txBox="1">
            <a:spLocks noGrp="1"/>
          </p:cNvSpPr>
          <p:nvPr>
            <p:ph type="body" idx="1"/>
          </p:nvPr>
        </p:nvSpPr>
        <p:spPr>
          <a:xfrm>
            <a:off x="1303868" y="4343399"/>
            <a:ext cx="9592732" cy="153246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300"/>
              <a:buNone/>
              <a:defRPr sz="20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15" name="Google Shape;115;p15"/>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6" name="Google Shape;116;p15"/>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7" name="Google Shape;117;p15"/>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18" name="Google Shape;118;p15"/>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119"/>
        <p:cNvGrpSpPr/>
        <p:nvPr/>
      </p:nvGrpSpPr>
      <p:grpSpPr>
        <a:xfrm>
          <a:off x="0" y="0"/>
          <a:ext cx="0" cy="0"/>
          <a:chOff x="0" y="0"/>
          <a:chExt cx="0" cy="0"/>
        </a:xfrm>
      </p:grpSpPr>
      <p:sp>
        <p:nvSpPr>
          <p:cNvPr id="120" name="Google Shape;120;p16"/>
          <p:cNvSpPr txBox="1">
            <a:spLocks noGrp="1"/>
          </p:cNvSpPr>
          <p:nvPr>
            <p:ph type="title"/>
          </p:nvPr>
        </p:nvSpPr>
        <p:spPr>
          <a:xfrm>
            <a:off x="1446213" y="982132"/>
            <a:ext cx="9296398" cy="2370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Garamond"/>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1" name="Google Shape;121;p16"/>
          <p:cNvSpPr txBox="1">
            <a:spLocks noGrp="1"/>
          </p:cNvSpPr>
          <p:nvPr>
            <p:ph type="body" idx="1"/>
          </p:nvPr>
        </p:nvSpPr>
        <p:spPr>
          <a:xfrm>
            <a:off x="1674812" y="3352800"/>
            <a:ext cx="8839202" cy="584200"/>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400"/>
              </a:spcBef>
              <a:spcAft>
                <a:spcPts val="0"/>
              </a:spcAft>
              <a:buSzPts val="2300"/>
              <a:buFont typeface="Garamond"/>
              <a:buNone/>
              <a:defRPr sz="2000"/>
            </a:lvl1pPr>
            <a:lvl2pPr marL="914400" lvl="1" indent="-228600" algn="l">
              <a:lnSpc>
                <a:spcPct val="100000"/>
              </a:lnSpc>
              <a:spcBef>
                <a:spcPts val="600"/>
              </a:spcBef>
              <a:spcAft>
                <a:spcPts val="0"/>
              </a:spcAft>
              <a:buSzPts val="2300"/>
              <a:buFont typeface="Garamond"/>
              <a:buNone/>
              <a:defRPr/>
            </a:lvl2pPr>
            <a:lvl3pPr marL="1371600" lvl="2" indent="-228600" algn="l">
              <a:lnSpc>
                <a:spcPct val="100000"/>
              </a:lnSpc>
              <a:spcBef>
                <a:spcPts val="600"/>
              </a:spcBef>
              <a:spcAft>
                <a:spcPts val="0"/>
              </a:spcAft>
              <a:buSzPts val="2070"/>
              <a:buFont typeface="Garamond"/>
              <a:buNone/>
              <a:defRPr/>
            </a:lvl3pPr>
            <a:lvl4pPr marL="1828800" lvl="3" indent="-228600" algn="l">
              <a:lnSpc>
                <a:spcPct val="100000"/>
              </a:lnSpc>
              <a:spcBef>
                <a:spcPts val="600"/>
              </a:spcBef>
              <a:spcAft>
                <a:spcPts val="0"/>
              </a:spcAft>
              <a:buSzPts val="1840"/>
              <a:buFont typeface="Garamond"/>
              <a:buNone/>
              <a:defRPr/>
            </a:lvl4pPr>
            <a:lvl5pPr marL="2286000" lvl="4" indent="-228600" algn="l">
              <a:lnSpc>
                <a:spcPct val="100000"/>
              </a:lnSpc>
              <a:spcBef>
                <a:spcPts val="600"/>
              </a:spcBef>
              <a:spcAft>
                <a:spcPts val="0"/>
              </a:spcAft>
              <a:buSzPts val="1610"/>
              <a:buFont typeface="Garamond"/>
              <a:buNone/>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122" name="Google Shape;122;p16"/>
          <p:cNvSpPr txBox="1">
            <a:spLocks noGrp="1"/>
          </p:cNvSpPr>
          <p:nvPr>
            <p:ph type="body" idx="2"/>
          </p:nvPr>
        </p:nvSpPr>
        <p:spPr>
          <a:xfrm>
            <a:off x="1295401" y="4343399"/>
            <a:ext cx="9609666" cy="1532467"/>
          </a:xfrm>
          <a:prstGeom prst="rect">
            <a:avLst/>
          </a:prstGeom>
          <a:noFill/>
          <a:ln>
            <a:noFill/>
          </a:ln>
        </p:spPr>
        <p:txBody>
          <a:bodyPr spcFirstLastPara="1" wrap="square" lIns="91425" tIns="45700" rIns="91425" bIns="45700" anchor="ctr" anchorCtr="0">
            <a:normAutofit/>
          </a:bodyPr>
          <a:lstStyle>
            <a:lvl1pPr marL="457200" lvl="0" indent="-228600" algn="ctr">
              <a:lnSpc>
                <a:spcPct val="100000"/>
              </a:lnSpc>
              <a:spcBef>
                <a:spcPts val="400"/>
              </a:spcBef>
              <a:spcAft>
                <a:spcPts val="0"/>
              </a:spcAft>
              <a:buSzPts val="2300"/>
              <a:buNone/>
              <a:defRPr sz="20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23" name="Google Shape;123;p16"/>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4" name="Google Shape;124;p16"/>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16"/>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
        <p:nvSpPr>
          <p:cNvPr id="126" name="Google Shape;126;p16"/>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sp>
        <p:nvSpPr>
          <p:cNvPr id="127" name="Google Shape;127;p16"/>
          <p:cNvSpPr txBox="1"/>
          <p:nvPr/>
        </p:nvSpPr>
        <p:spPr>
          <a:xfrm>
            <a:off x="10600267" y="282787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cxnSp>
        <p:nvCxnSpPr>
          <p:cNvPr id="128" name="Google Shape;128;p16"/>
          <p:cNvCxnSpPr/>
          <p:nvPr/>
        </p:nvCxnSpPr>
        <p:spPr>
          <a:xfrm>
            <a:off x="1396169" y="4140199"/>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29"/>
        <p:cNvGrpSpPr/>
        <p:nvPr/>
      </p:nvGrpSpPr>
      <p:grpSpPr>
        <a:xfrm>
          <a:off x="0" y="0"/>
          <a:ext cx="0" cy="0"/>
          <a:chOff x="0" y="0"/>
          <a:chExt cx="0" cy="0"/>
        </a:xfrm>
      </p:grpSpPr>
      <p:sp>
        <p:nvSpPr>
          <p:cNvPr id="130" name="Google Shape;130;p17"/>
          <p:cNvSpPr txBox="1">
            <a:spLocks noGrp="1"/>
          </p:cNvSpPr>
          <p:nvPr>
            <p:ph type="title"/>
          </p:nvPr>
        </p:nvSpPr>
        <p:spPr>
          <a:xfrm>
            <a:off x="1295402" y="3308581"/>
            <a:ext cx="9609668" cy="1468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rgbClr val="262626"/>
              </a:buClr>
              <a:buSzPts val="3200"/>
              <a:buFont typeface="Garamond"/>
              <a:buNone/>
              <a:defRPr sz="32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17"/>
          <p:cNvSpPr txBox="1">
            <a:spLocks noGrp="1"/>
          </p:cNvSpPr>
          <p:nvPr>
            <p:ph type="body" idx="1"/>
          </p:nvPr>
        </p:nvSpPr>
        <p:spPr>
          <a:xfrm>
            <a:off x="1295401" y="4777381"/>
            <a:ext cx="9609668"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400"/>
              </a:spcBef>
              <a:spcAft>
                <a:spcPts val="0"/>
              </a:spcAft>
              <a:buSzPts val="2300"/>
              <a:buNone/>
              <a:defRPr sz="20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32" name="Google Shape;132;p17"/>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p17"/>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4" name="Google Shape;134;p17"/>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35"/>
        <p:cNvGrpSpPr/>
        <p:nvPr/>
      </p:nvGrpSpPr>
      <p:grpSpPr>
        <a:xfrm>
          <a:off x="0" y="0"/>
          <a:ext cx="0" cy="0"/>
          <a:chOff x="0" y="0"/>
          <a:chExt cx="0" cy="0"/>
        </a:xfrm>
      </p:grpSpPr>
      <p:sp>
        <p:nvSpPr>
          <p:cNvPr id="136" name="Google Shape;136;p18"/>
          <p:cNvSpPr txBox="1">
            <a:spLocks noGrp="1"/>
          </p:cNvSpPr>
          <p:nvPr>
            <p:ph type="title"/>
          </p:nvPr>
        </p:nvSpPr>
        <p:spPr>
          <a:xfrm>
            <a:off x="1446213" y="982132"/>
            <a:ext cx="9296398" cy="2243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3200"/>
              <a:buFont typeface="Garamond"/>
              <a:buNone/>
              <a:defRPr sz="3200" b="0" cap="none">
                <a:solidFill>
                  <a:schemeClr val="dk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7" name="Google Shape;137;p18"/>
          <p:cNvSpPr txBox="1">
            <a:spLocks noGrp="1"/>
          </p:cNvSpPr>
          <p:nvPr>
            <p:ph type="body" idx="1"/>
          </p:nvPr>
        </p:nvSpPr>
        <p:spPr>
          <a:xfrm>
            <a:off x="1295401" y="3639312"/>
            <a:ext cx="9609668" cy="88696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2760"/>
              <a:buNone/>
              <a:defRPr sz="24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38" name="Google Shape;138;p18"/>
          <p:cNvSpPr txBox="1">
            <a:spLocks noGrp="1"/>
          </p:cNvSpPr>
          <p:nvPr>
            <p:ph type="body" idx="2"/>
          </p:nvPr>
        </p:nvSpPr>
        <p:spPr>
          <a:xfrm>
            <a:off x="1295401" y="4529667"/>
            <a:ext cx="9609668" cy="13462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070"/>
              <a:buNone/>
              <a:defRPr sz="18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39" name="Google Shape;139;p18"/>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0" name="Google Shape;140;p18"/>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1" name="Google Shape;141;p18"/>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
        <p:nvSpPr>
          <p:cNvPr id="142" name="Google Shape;142;p18"/>
          <p:cNvSpPr txBox="1"/>
          <p:nvPr/>
        </p:nvSpPr>
        <p:spPr>
          <a:xfrm>
            <a:off x="862013" y="879961"/>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sp>
        <p:nvSpPr>
          <p:cNvPr id="143" name="Google Shape;143;p18"/>
          <p:cNvSpPr txBox="1"/>
          <p:nvPr/>
        </p:nvSpPr>
        <p:spPr>
          <a:xfrm>
            <a:off x="10600267" y="2599261"/>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0"/>
              <a:buFont typeface="Arial"/>
              <a:buNone/>
            </a:pPr>
            <a:r>
              <a:rPr lang="en-US" sz="8000" b="0" i="0" u="none" strike="noStrike" cap="none">
                <a:solidFill>
                  <a:schemeClr val="dk1"/>
                </a:solidFill>
                <a:latin typeface="Garamond"/>
                <a:ea typeface="Garamond"/>
                <a:cs typeface="Garamond"/>
                <a:sym typeface="Garamond"/>
              </a:rPr>
              <a:t>”</a:t>
            </a:r>
            <a:endParaRPr sz="1400" b="0" i="0" u="none" strike="noStrike" cap="none">
              <a:solidFill>
                <a:srgbClr val="000000"/>
              </a:solidFill>
              <a:latin typeface="Arial"/>
              <a:ea typeface="Arial"/>
              <a:cs typeface="Arial"/>
              <a:sym typeface="Arial"/>
            </a:endParaRPr>
          </a:p>
        </p:txBody>
      </p:sp>
      <p:cxnSp>
        <p:nvCxnSpPr>
          <p:cNvPr id="144" name="Google Shape;144;p18"/>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45"/>
        <p:cNvGrpSpPr/>
        <p:nvPr/>
      </p:nvGrpSpPr>
      <p:grpSpPr>
        <a:xfrm>
          <a:off x="0" y="0"/>
          <a:ext cx="0" cy="0"/>
          <a:chOff x="0" y="0"/>
          <a:chExt cx="0" cy="0"/>
        </a:xfrm>
      </p:grpSpPr>
      <p:sp>
        <p:nvSpPr>
          <p:cNvPr id="146" name="Google Shape;146;p19"/>
          <p:cNvSpPr txBox="1">
            <a:spLocks noGrp="1"/>
          </p:cNvSpPr>
          <p:nvPr>
            <p:ph type="title"/>
          </p:nvPr>
        </p:nvSpPr>
        <p:spPr>
          <a:xfrm>
            <a:off x="1295401" y="982132"/>
            <a:ext cx="9609666" cy="2243668"/>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p19"/>
          <p:cNvSpPr txBox="1">
            <a:spLocks noGrp="1"/>
          </p:cNvSpPr>
          <p:nvPr>
            <p:ph type="body" idx="1"/>
          </p:nvPr>
        </p:nvSpPr>
        <p:spPr>
          <a:xfrm>
            <a:off x="1295401" y="3630168"/>
            <a:ext cx="9609668" cy="841248"/>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0"/>
              </a:spcBef>
              <a:spcAft>
                <a:spcPts val="0"/>
              </a:spcAft>
              <a:buSzPts val="3220"/>
              <a:buNone/>
              <a:defRPr sz="28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48" name="Google Shape;148;p19"/>
          <p:cNvSpPr txBox="1">
            <a:spLocks noGrp="1"/>
          </p:cNvSpPr>
          <p:nvPr>
            <p:ph type="body" idx="2"/>
          </p:nvPr>
        </p:nvSpPr>
        <p:spPr>
          <a:xfrm>
            <a:off x="1295400" y="4470399"/>
            <a:ext cx="9609670" cy="1405467"/>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2070"/>
              <a:buNone/>
              <a:defRPr sz="1800">
                <a:solidFill>
                  <a:schemeClr val="dk1"/>
                </a:solidFill>
              </a:defRPr>
            </a:lvl1pPr>
            <a:lvl2pPr marL="914400" lvl="1" indent="-228600" algn="l">
              <a:lnSpc>
                <a:spcPct val="100000"/>
              </a:lnSpc>
              <a:spcBef>
                <a:spcPts val="600"/>
              </a:spcBef>
              <a:spcAft>
                <a:spcPts val="0"/>
              </a:spcAft>
              <a:buSzPts val="2070"/>
              <a:buNone/>
              <a:defRPr sz="1800">
                <a:solidFill>
                  <a:srgbClr val="888888"/>
                </a:solidFill>
              </a:defRPr>
            </a:lvl2pPr>
            <a:lvl3pPr marL="1371600" lvl="2" indent="-228600" algn="l">
              <a:lnSpc>
                <a:spcPct val="100000"/>
              </a:lnSpc>
              <a:spcBef>
                <a:spcPts val="600"/>
              </a:spcBef>
              <a:spcAft>
                <a:spcPts val="0"/>
              </a:spcAft>
              <a:buSzPts val="1840"/>
              <a:buNone/>
              <a:defRPr sz="1600">
                <a:solidFill>
                  <a:srgbClr val="888888"/>
                </a:solidFill>
              </a:defRPr>
            </a:lvl3pPr>
            <a:lvl4pPr marL="1828800" lvl="3" indent="-228600" algn="l">
              <a:lnSpc>
                <a:spcPct val="100000"/>
              </a:lnSpc>
              <a:spcBef>
                <a:spcPts val="600"/>
              </a:spcBef>
              <a:spcAft>
                <a:spcPts val="0"/>
              </a:spcAft>
              <a:buSzPts val="1610"/>
              <a:buNone/>
              <a:defRPr sz="1400">
                <a:solidFill>
                  <a:srgbClr val="888888"/>
                </a:solidFill>
              </a:defRPr>
            </a:lvl4pPr>
            <a:lvl5pPr marL="2286000" lvl="4" indent="-228600" algn="l">
              <a:lnSpc>
                <a:spcPct val="100000"/>
              </a:lnSpc>
              <a:spcBef>
                <a:spcPts val="600"/>
              </a:spcBef>
              <a:spcAft>
                <a:spcPts val="0"/>
              </a:spcAft>
              <a:buSzPts val="1610"/>
              <a:buNone/>
              <a:defRPr sz="1400">
                <a:solidFill>
                  <a:srgbClr val="888888"/>
                </a:solidFill>
              </a:defRPr>
            </a:lvl5pPr>
            <a:lvl6pPr marL="2743200" lvl="5" indent="-228600" algn="l">
              <a:lnSpc>
                <a:spcPct val="100000"/>
              </a:lnSpc>
              <a:spcBef>
                <a:spcPts val="600"/>
              </a:spcBef>
              <a:spcAft>
                <a:spcPts val="0"/>
              </a:spcAft>
              <a:buSzPts val="1610"/>
              <a:buNone/>
              <a:defRPr sz="1400">
                <a:solidFill>
                  <a:srgbClr val="888888"/>
                </a:solidFill>
              </a:defRPr>
            </a:lvl6pPr>
            <a:lvl7pPr marL="3200400" lvl="6" indent="-228600" algn="l">
              <a:lnSpc>
                <a:spcPct val="100000"/>
              </a:lnSpc>
              <a:spcBef>
                <a:spcPts val="600"/>
              </a:spcBef>
              <a:spcAft>
                <a:spcPts val="0"/>
              </a:spcAft>
              <a:buSzPts val="1610"/>
              <a:buNone/>
              <a:defRPr sz="1400">
                <a:solidFill>
                  <a:srgbClr val="888888"/>
                </a:solidFill>
              </a:defRPr>
            </a:lvl7pPr>
            <a:lvl8pPr marL="3657600" lvl="7" indent="-228600" algn="l">
              <a:lnSpc>
                <a:spcPct val="100000"/>
              </a:lnSpc>
              <a:spcBef>
                <a:spcPts val="600"/>
              </a:spcBef>
              <a:spcAft>
                <a:spcPts val="0"/>
              </a:spcAft>
              <a:buSzPts val="1610"/>
              <a:buNone/>
              <a:defRPr sz="1400">
                <a:solidFill>
                  <a:srgbClr val="888888"/>
                </a:solidFill>
              </a:defRPr>
            </a:lvl8pPr>
            <a:lvl9pPr marL="4114800" lvl="8" indent="-228600" algn="l">
              <a:lnSpc>
                <a:spcPct val="100000"/>
              </a:lnSpc>
              <a:spcBef>
                <a:spcPts val="600"/>
              </a:spcBef>
              <a:spcAft>
                <a:spcPts val="600"/>
              </a:spcAft>
              <a:buSzPts val="1610"/>
              <a:buNone/>
              <a:defRPr sz="1400">
                <a:solidFill>
                  <a:srgbClr val="888888"/>
                </a:solidFill>
              </a:defRPr>
            </a:lvl9pPr>
          </a:lstStyle>
          <a:p>
            <a:endParaRPr/>
          </a:p>
        </p:txBody>
      </p:sp>
      <p:sp>
        <p:nvSpPr>
          <p:cNvPr id="149" name="Google Shape;149;p19"/>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0" name="Google Shape;150;p19"/>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p19"/>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52" name="Google Shape;152;p19"/>
          <p:cNvCxnSpPr/>
          <p:nvPr/>
        </p:nvCxnSpPr>
        <p:spPr>
          <a:xfrm>
            <a:off x="1396169" y="3429000"/>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53"/>
        <p:cNvGrpSpPr/>
        <p:nvPr/>
      </p:nvGrpSpPr>
      <p:grpSpPr>
        <a:xfrm>
          <a:off x="0" y="0"/>
          <a:ext cx="0" cy="0"/>
          <a:chOff x="0" y="0"/>
          <a:chExt cx="0" cy="0"/>
        </a:xfrm>
      </p:grpSpPr>
      <p:sp>
        <p:nvSpPr>
          <p:cNvPr id="154" name="Google Shape;154;p20"/>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4400"/>
              <a:buFont typeface="Garamond"/>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5" name="Google Shape;155;p20"/>
          <p:cNvSpPr txBox="1">
            <a:spLocks noGrp="1"/>
          </p:cNvSpPr>
          <p:nvPr>
            <p:ph type="body" idx="1"/>
          </p:nvPr>
        </p:nvSpPr>
        <p:spPr>
          <a:xfrm rot="5400000">
            <a:off x="4436531" y="-584198"/>
            <a:ext cx="3318936" cy="9601196"/>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156" name="Google Shape;156;p20"/>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7" name="Google Shape;157;p20"/>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8" name="Google Shape;158;p20"/>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59" name="Google Shape;159;p20"/>
          <p:cNvCxnSpPr/>
          <p:nvPr/>
        </p:nvCxnSpPr>
        <p:spPr>
          <a:xfrm>
            <a:off x="1396169" y="2421466"/>
            <a:ext cx="9407298" cy="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0"/>
        <p:cNvGrpSpPr/>
        <p:nvPr/>
      </p:nvGrpSpPr>
      <p:grpSpPr>
        <a:xfrm>
          <a:off x="0" y="0"/>
          <a:ext cx="0" cy="0"/>
          <a:chOff x="0" y="0"/>
          <a:chExt cx="0" cy="0"/>
        </a:xfrm>
      </p:grpSpPr>
      <p:sp>
        <p:nvSpPr>
          <p:cNvPr id="161" name="Google Shape;161;p21"/>
          <p:cNvSpPr txBox="1">
            <a:spLocks noGrp="1"/>
          </p:cNvSpPr>
          <p:nvPr>
            <p:ph type="title"/>
          </p:nvPr>
        </p:nvSpPr>
        <p:spPr>
          <a:xfrm rot="5400000">
            <a:off x="7497936" y="2483551"/>
            <a:ext cx="4893735" cy="189089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262626"/>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2" name="Google Shape;162;p21"/>
          <p:cNvSpPr txBox="1">
            <a:spLocks noGrp="1"/>
          </p:cNvSpPr>
          <p:nvPr>
            <p:ph type="body" idx="1"/>
          </p:nvPr>
        </p:nvSpPr>
        <p:spPr>
          <a:xfrm rot="5400000">
            <a:off x="2565043" y="-287513"/>
            <a:ext cx="4893734" cy="7433025"/>
          </a:xfrm>
          <a:prstGeom prst="rect">
            <a:avLst/>
          </a:prstGeom>
          <a:noFill/>
          <a:ln>
            <a:noFill/>
          </a:ln>
        </p:spPr>
        <p:txBody>
          <a:bodyPr spcFirstLastPara="1" wrap="square" lIns="91425" tIns="45700" rIns="91425" bIns="45700" anchor="t" anchorCtr="0">
            <a:normAutofit/>
          </a:bodyPr>
          <a:lstStyle>
            <a:lvl1pPr marL="457200" lvl="0" indent="-360045" algn="l">
              <a:lnSpc>
                <a:spcPct val="100000"/>
              </a:lnSpc>
              <a:spcBef>
                <a:spcPts val="360"/>
              </a:spcBef>
              <a:spcAft>
                <a:spcPts val="0"/>
              </a:spcAft>
              <a:buSzPts val="2070"/>
              <a:buChar char="•"/>
              <a:defRPr/>
            </a:lvl1pPr>
            <a:lvl2pPr marL="914400" lvl="1" indent="-360044" algn="l">
              <a:lnSpc>
                <a:spcPct val="100000"/>
              </a:lnSpc>
              <a:spcBef>
                <a:spcPts val="600"/>
              </a:spcBef>
              <a:spcAft>
                <a:spcPts val="0"/>
              </a:spcAft>
              <a:buSzPts val="2070"/>
              <a:buChar char="•"/>
              <a:defRPr/>
            </a:lvl2pPr>
            <a:lvl3pPr marL="1371600" lvl="2" indent="-360044" algn="l">
              <a:lnSpc>
                <a:spcPct val="100000"/>
              </a:lnSpc>
              <a:spcBef>
                <a:spcPts val="600"/>
              </a:spcBef>
              <a:spcAft>
                <a:spcPts val="0"/>
              </a:spcAft>
              <a:buSzPts val="2070"/>
              <a:buChar char="•"/>
              <a:defRPr/>
            </a:lvl3pPr>
            <a:lvl4pPr marL="1828800" lvl="3" indent="-360044" algn="l">
              <a:lnSpc>
                <a:spcPct val="100000"/>
              </a:lnSpc>
              <a:spcBef>
                <a:spcPts val="600"/>
              </a:spcBef>
              <a:spcAft>
                <a:spcPts val="0"/>
              </a:spcAft>
              <a:buSzPts val="2070"/>
              <a:buChar char="•"/>
              <a:defRPr/>
            </a:lvl4pPr>
            <a:lvl5pPr marL="2286000" lvl="4" indent="-360045" algn="l">
              <a:lnSpc>
                <a:spcPct val="100000"/>
              </a:lnSpc>
              <a:spcBef>
                <a:spcPts val="600"/>
              </a:spcBef>
              <a:spcAft>
                <a:spcPts val="0"/>
              </a:spcAft>
              <a:buSzPts val="2070"/>
              <a:buChar char="•"/>
              <a:defRPr/>
            </a:lvl5pPr>
            <a:lvl6pPr marL="2743200" lvl="5" indent="-360045" algn="l">
              <a:lnSpc>
                <a:spcPct val="100000"/>
              </a:lnSpc>
              <a:spcBef>
                <a:spcPts val="600"/>
              </a:spcBef>
              <a:spcAft>
                <a:spcPts val="0"/>
              </a:spcAft>
              <a:buSzPts val="2070"/>
              <a:buChar char="•"/>
              <a:defRPr/>
            </a:lvl6pPr>
            <a:lvl7pPr marL="3200400" lvl="6" indent="-360045" algn="l">
              <a:lnSpc>
                <a:spcPct val="100000"/>
              </a:lnSpc>
              <a:spcBef>
                <a:spcPts val="600"/>
              </a:spcBef>
              <a:spcAft>
                <a:spcPts val="0"/>
              </a:spcAft>
              <a:buSzPts val="2070"/>
              <a:buChar char="•"/>
              <a:defRPr/>
            </a:lvl7pPr>
            <a:lvl8pPr marL="3657600" lvl="7" indent="-360045" algn="l">
              <a:lnSpc>
                <a:spcPct val="100000"/>
              </a:lnSpc>
              <a:spcBef>
                <a:spcPts val="600"/>
              </a:spcBef>
              <a:spcAft>
                <a:spcPts val="0"/>
              </a:spcAft>
              <a:buSzPts val="2070"/>
              <a:buChar char="•"/>
              <a:defRPr/>
            </a:lvl8pPr>
            <a:lvl9pPr marL="4114800" lvl="8" indent="-360045" algn="l">
              <a:lnSpc>
                <a:spcPct val="100000"/>
              </a:lnSpc>
              <a:spcBef>
                <a:spcPts val="600"/>
              </a:spcBef>
              <a:spcAft>
                <a:spcPts val="600"/>
              </a:spcAft>
              <a:buSzPts val="2070"/>
              <a:buChar char="•"/>
              <a:defRPr/>
            </a:lvl9pPr>
          </a:lstStyle>
          <a:p>
            <a:endParaRPr/>
          </a:p>
        </p:txBody>
      </p:sp>
      <p:sp>
        <p:nvSpPr>
          <p:cNvPr id="163" name="Google Shape;163;p2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4" name="Google Shape;164;p2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p2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cxnSp>
        <p:nvCxnSpPr>
          <p:cNvPr id="166" name="Google Shape;166;p21"/>
          <p:cNvCxnSpPr/>
          <p:nvPr/>
        </p:nvCxnSpPr>
        <p:spPr>
          <a:xfrm>
            <a:off x="8863890" y="990600"/>
            <a:ext cx="0" cy="4876800"/>
          </a:xfrm>
          <a:prstGeom prst="straightConnector1">
            <a:avLst/>
          </a:prstGeom>
          <a:noFill/>
          <a:ln w="15875" cap="flat" cmpd="sng">
            <a:solidFill>
              <a:schemeClr val="accent1"/>
            </a:solidFill>
            <a:prstDash val="solid"/>
            <a:round/>
            <a:headEnd type="none" w="sm" len="sm"/>
            <a:tailEnd type="none" w="sm" len="sm"/>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3">
            <a:extLst>
              <a:ext uri="{FF2B5EF4-FFF2-40B4-BE49-F238E27FC236}">
                <a16:creationId xmlns:a16="http://schemas.microsoft.com/office/drawing/2014/main" id="{EA88C04D-D209-4F6C-96D2-7974D9715432}"/>
              </a:ext>
            </a:extLst>
          </p:cNvPr>
          <p:cNvSpPr>
            <a:spLocks noGrp="1" noChangeArrowheads="1"/>
          </p:cNvSpPr>
          <p:nvPr>
            <p:ph type="sldNum" sz="quarter" idx="10"/>
          </p:nvPr>
        </p:nvSpPr>
        <p:spPr>
          <a:ln/>
        </p:spPr>
        <p:txBody>
          <a:bodyPr/>
          <a:lstStyle>
            <a:lvl1pPr>
              <a:defRPr/>
            </a:lvl1pPr>
          </a:lstStyle>
          <a:p>
            <a:pPr>
              <a:defRPr/>
            </a:pPr>
            <a:r>
              <a:rPr lang="en-US" altLang="en-US"/>
              <a:t>Slide 2- </a:t>
            </a:r>
            <a:fld id="{2479951A-FDD3-4F05-A3C5-48107C911E05}" type="slidenum">
              <a:rPr lang="en-US" altLang="en-US" smtClean="0"/>
              <a:pPr>
                <a:defRPr/>
              </a:pPr>
              <a:t>‹#›</a:t>
            </a:fld>
            <a:endParaRPr lang="en-CA" altLang="en-US"/>
          </a:p>
        </p:txBody>
      </p:sp>
    </p:spTree>
    <p:extLst>
      <p:ext uri="{BB962C8B-B14F-4D97-AF65-F5344CB8AC3E}">
        <p14:creationId xmlns:p14="http://schemas.microsoft.com/office/powerpoint/2010/main" val="1255805265"/>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7">
            <a:alphaModFix/>
          </a:blip>
          <a:stretch>
            <a:fillRect/>
          </a:stretch>
        </a:blipFill>
        <a:effectLst/>
      </p:bgPr>
    </p:bg>
    <p:spTree>
      <p:nvGrpSpPr>
        <p:cNvPr id="1" name="Shape 5"/>
        <p:cNvGrpSpPr/>
        <p:nvPr/>
      </p:nvGrpSpPr>
      <p:grpSpPr>
        <a:xfrm>
          <a:off x="0" y="0"/>
          <a:ext cx="0" cy="0"/>
          <a:chOff x="0" y="0"/>
          <a:chExt cx="0" cy="0"/>
        </a:xfrm>
      </p:grpSpPr>
      <p:grpSp>
        <p:nvGrpSpPr>
          <p:cNvPr id="6" name="Google Shape;6;p1"/>
          <p:cNvGrpSpPr/>
          <p:nvPr/>
        </p:nvGrpSpPr>
        <p:grpSpPr>
          <a:xfrm>
            <a:off x="-15736" y="0"/>
            <a:ext cx="12229962" cy="6856214"/>
            <a:chOff x="-15736" y="0"/>
            <a:chExt cx="12229962" cy="6856214"/>
          </a:xfrm>
        </p:grpSpPr>
        <p:pic>
          <p:nvPicPr>
            <p:cNvPr id="7" name="Google Shape;7;p1" descr="HD-PanelContent.png"/>
            <p:cNvPicPr preferRelativeResize="0"/>
            <p:nvPr/>
          </p:nvPicPr>
          <p:blipFill rotWithShape="1">
            <a:blip r:embed="rId18">
              <a:alphaModFix/>
            </a:blip>
            <a:srcRect/>
            <a:stretch/>
          </p:blipFill>
          <p:spPr>
            <a:xfrm>
              <a:off x="0" y="0"/>
              <a:ext cx="12188825" cy="6856214"/>
            </a:xfrm>
            <a:prstGeom prst="rect">
              <a:avLst/>
            </a:prstGeom>
            <a:noFill/>
            <a:ln>
              <a:noFill/>
            </a:ln>
          </p:spPr>
        </p:pic>
        <p:sp>
          <p:nvSpPr>
            <p:cNvPr id="8" name="Google Shape;8;p1"/>
            <p:cNvSpPr/>
            <p:nvPr/>
          </p:nvSpPr>
          <p:spPr>
            <a:xfrm>
              <a:off x="608012" y="609600"/>
              <a:ext cx="10972800" cy="5638800"/>
            </a:xfrm>
            <a:prstGeom prst="rect">
              <a:avLst/>
            </a:prstGeom>
            <a:noFill/>
            <a:ln w="15875" cap="flat" cmpd="sng">
              <a:solidFill>
                <a:schemeClr val="accen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 name="Google Shape;9;p1" descr="HDRibbonContent-UniformTrim.png"/>
            <p:cNvPicPr preferRelativeResize="0"/>
            <p:nvPr/>
          </p:nvPicPr>
          <p:blipFill rotWithShape="1">
            <a:blip r:embed="rId19">
              <a:alphaModFix/>
            </a:blip>
            <a:srcRect/>
            <a:stretch/>
          </p:blipFill>
          <p:spPr>
            <a:xfrm>
              <a:off x="-15736" y="3153832"/>
              <a:ext cx="777240" cy="606425"/>
            </a:xfrm>
            <a:prstGeom prst="rect">
              <a:avLst/>
            </a:prstGeom>
            <a:noFill/>
            <a:ln>
              <a:noFill/>
            </a:ln>
          </p:spPr>
        </p:pic>
        <p:pic>
          <p:nvPicPr>
            <p:cNvPr id="10" name="Google Shape;10;p1" descr="HDRibbonContent-UniformTrim.png"/>
            <p:cNvPicPr preferRelativeResize="0"/>
            <p:nvPr/>
          </p:nvPicPr>
          <p:blipFill rotWithShape="1">
            <a:blip r:embed="rId19">
              <a:alphaModFix/>
            </a:blip>
            <a:srcRect/>
            <a:stretch/>
          </p:blipFill>
          <p:spPr>
            <a:xfrm>
              <a:off x="11436986" y="3153832"/>
              <a:ext cx="777240" cy="606425"/>
            </a:xfrm>
            <a:prstGeom prst="rect">
              <a:avLst/>
            </a:prstGeom>
            <a:noFill/>
            <a:ln>
              <a:noFill/>
            </a:ln>
          </p:spPr>
        </p:pic>
      </p:grpSp>
      <p:sp>
        <p:nvSpPr>
          <p:cNvPr id="11" name="Google Shape;11;p1"/>
          <p:cNvSpPr txBox="1">
            <a:spLocks noGrp="1"/>
          </p:cNvSpPr>
          <p:nvPr>
            <p:ph type="title"/>
          </p:nvPr>
        </p:nvSpPr>
        <p:spPr>
          <a:xfrm>
            <a:off x="1295402" y="982132"/>
            <a:ext cx="9601196" cy="1303867"/>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rgbClr val="262626"/>
              </a:buClr>
              <a:buSzPts val="4400"/>
              <a:buFont typeface="Garamond"/>
              <a:buNone/>
              <a:defRPr sz="4400" b="0" i="0" u="none" strike="noStrike" cap="none">
                <a:solidFill>
                  <a:srgbClr val="262626"/>
                </a:solidFill>
                <a:latin typeface="Garamond"/>
                <a:ea typeface="Garamond"/>
                <a:cs typeface="Garamond"/>
                <a:sym typeface="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2" name="Google Shape;12;p1"/>
          <p:cNvSpPr txBox="1">
            <a:spLocks noGrp="1"/>
          </p:cNvSpPr>
          <p:nvPr>
            <p:ph type="body" idx="1"/>
          </p:nvPr>
        </p:nvSpPr>
        <p:spPr>
          <a:xfrm>
            <a:off x="1295401" y="2556932"/>
            <a:ext cx="9601196" cy="3318936"/>
          </a:xfrm>
          <a:prstGeom prst="rect">
            <a:avLst/>
          </a:prstGeom>
          <a:noFill/>
          <a:ln>
            <a:noFill/>
          </a:ln>
        </p:spPr>
        <p:txBody>
          <a:bodyPr spcFirstLastPara="1" wrap="square" lIns="91425" tIns="45700" rIns="91425" bIns="45700" anchor="t" anchorCtr="0">
            <a:normAutofit/>
          </a:bodyPr>
          <a:lstStyle>
            <a:lvl1pPr marL="457200" marR="0" lvl="0" indent="-403860" algn="l" rtl="0">
              <a:lnSpc>
                <a:spcPct val="100000"/>
              </a:lnSpc>
              <a:spcBef>
                <a:spcPts val="480"/>
              </a:spcBef>
              <a:spcAft>
                <a:spcPts val="0"/>
              </a:spcAft>
              <a:buClr>
                <a:schemeClr val="accent1"/>
              </a:buClr>
              <a:buSzPts val="2760"/>
              <a:buFont typeface="Arial"/>
              <a:buChar char="•"/>
              <a:defRPr sz="2400" b="0" i="0" u="none" strike="noStrike" cap="none">
                <a:solidFill>
                  <a:srgbClr val="262626"/>
                </a:solidFill>
                <a:latin typeface="Garamond"/>
                <a:ea typeface="Garamond"/>
                <a:cs typeface="Garamond"/>
                <a:sym typeface="Garamond"/>
              </a:defRPr>
            </a:lvl1pPr>
            <a:lvl2pPr marL="914400" marR="0" lvl="1" indent="-374650" algn="l" rtl="0">
              <a:lnSpc>
                <a:spcPct val="100000"/>
              </a:lnSpc>
              <a:spcBef>
                <a:spcPts val="600"/>
              </a:spcBef>
              <a:spcAft>
                <a:spcPts val="0"/>
              </a:spcAft>
              <a:buClr>
                <a:schemeClr val="accent1"/>
              </a:buClr>
              <a:buSzPts val="2300"/>
              <a:buFont typeface="Arial"/>
              <a:buChar char="•"/>
              <a:defRPr sz="2000" b="0" i="0" u="none" strike="noStrike" cap="none">
                <a:solidFill>
                  <a:srgbClr val="262626"/>
                </a:solidFill>
                <a:latin typeface="Garamond"/>
                <a:ea typeface="Garamond"/>
                <a:cs typeface="Garamond"/>
                <a:sym typeface="Garamond"/>
              </a:defRPr>
            </a:lvl2pPr>
            <a:lvl3pPr marL="1371600" marR="0" lvl="2" indent="-360044" algn="l" rtl="0">
              <a:lnSpc>
                <a:spcPct val="100000"/>
              </a:lnSpc>
              <a:spcBef>
                <a:spcPts val="600"/>
              </a:spcBef>
              <a:spcAft>
                <a:spcPts val="0"/>
              </a:spcAft>
              <a:buClr>
                <a:schemeClr val="accent1"/>
              </a:buClr>
              <a:buSzPts val="2070"/>
              <a:buFont typeface="Arial"/>
              <a:buChar char="•"/>
              <a:defRPr sz="1800" b="0" i="0" u="none" strike="noStrike" cap="none">
                <a:solidFill>
                  <a:srgbClr val="262626"/>
                </a:solidFill>
                <a:latin typeface="Garamond"/>
                <a:ea typeface="Garamond"/>
                <a:cs typeface="Garamond"/>
                <a:sym typeface="Garamond"/>
              </a:defRPr>
            </a:lvl3pPr>
            <a:lvl4pPr marL="1828800" marR="0" lvl="3" indent="-345439" algn="l" rtl="0">
              <a:lnSpc>
                <a:spcPct val="100000"/>
              </a:lnSpc>
              <a:spcBef>
                <a:spcPts val="600"/>
              </a:spcBef>
              <a:spcAft>
                <a:spcPts val="0"/>
              </a:spcAft>
              <a:buClr>
                <a:schemeClr val="accent1"/>
              </a:buClr>
              <a:buSzPts val="1840"/>
              <a:buFont typeface="Arial"/>
              <a:buChar char="•"/>
              <a:defRPr sz="1600" b="0" i="0" u="none" strike="noStrike" cap="none">
                <a:solidFill>
                  <a:srgbClr val="262626"/>
                </a:solidFill>
                <a:latin typeface="Garamond"/>
                <a:ea typeface="Garamond"/>
                <a:cs typeface="Garamond"/>
                <a:sym typeface="Garamond"/>
              </a:defRPr>
            </a:lvl4pPr>
            <a:lvl5pPr marL="2286000" marR="0" lvl="4" indent="-330835"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5pPr>
            <a:lvl6pPr marL="2743200" marR="0" lvl="5" indent="-330835"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6pPr>
            <a:lvl7pPr marL="3200400" marR="0" lvl="6" indent="-330835"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7pPr>
            <a:lvl8pPr marL="3657600" marR="0" lvl="7" indent="-330834" algn="l" rtl="0">
              <a:lnSpc>
                <a:spcPct val="100000"/>
              </a:lnSpc>
              <a:spcBef>
                <a:spcPts val="600"/>
              </a:spcBef>
              <a:spcAft>
                <a:spcPts val="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8pPr>
            <a:lvl9pPr marL="4114800" marR="0" lvl="8" indent="-330834" algn="l" rtl="0">
              <a:lnSpc>
                <a:spcPct val="100000"/>
              </a:lnSpc>
              <a:spcBef>
                <a:spcPts val="600"/>
              </a:spcBef>
              <a:spcAft>
                <a:spcPts val="600"/>
              </a:spcAft>
              <a:buClr>
                <a:schemeClr val="accent1"/>
              </a:buClr>
              <a:buSzPts val="1610"/>
              <a:buFont typeface="Arial"/>
              <a:buChar char="•"/>
              <a:defRPr sz="1400" b="0" i="0" u="none" strike="noStrike" cap="none">
                <a:solidFill>
                  <a:srgbClr val="262626"/>
                </a:solidFill>
                <a:latin typeface="Garamond"/>
                <a:ea typeface="Garamond"/>
                <a:cs typeface="Garamond"/>
                <a:sym typeface="Garamond"/>
              </a:defRPr>
            </a:lvl9pPr>
          </a:lstStyle>
          <a:p>
            <a:endParaRPr/>
          </a:p>
        </p:txBody>
      </p:sp>
      <p:sp>
        <p:nvSpPr>
          <p:cNvPr id="13" name="Google Shape;13;p1"/>
          <p:cNvSpPr txBox="1">
            <a:spLocks noGrp="1"/>
          </p:cNvSpPr>
          <p:nvPr>
            <p:ph type="dt" idx="10"/>
          </p:nvPr>
        </p:nvSpPr>
        <p:spPr>
          <a:xfrm>
            <a:off x="8677501" y="5969000"/>
            <a:ext cx="1600200" cy="279400"/>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Garamond"/>
                <a:ea typeface="Garamond"/>
                <a:cs typeface="Garamond"/>
                <a:sym typeface="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9pPr>
          </a:lstStyle>
          <a:p>
            <a:endParaRPr/>
          </a:p>
        </p:txBody>
      </p:sp>
      <p:sp>
        <p:nvSpPr>
          <p:cNvPr id="14" name="Google Shape;14;p1"/>
          <p:cNvSpPr txBox="1">
            <a:spLocks noGrp="1"/>
          </p:cNvSpPr>
          <p:nvPr>
            <p:ph type="ftr" idx="11"/>
          </p:nvPr>
        </p:nvSpPr>
        <p:spPr>
          <a:xfrm>
            <a:off x="1295401" y="5969000"/>
            <a:ext cx="7305900" cy="2794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00" b="0" i="0" u="none" strike="noStrike" cap="none">
                <a:solidFill>
                  <a:schemeClr val="dk1"/>
                </a:solidFill>
                <a:latin typeface="Garamond"/>
                <a:ea typeface="Garamond"/>
                <a:cs typeface="Garamond"/>
                <a:sym typeface="Garamond"/>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aramond"/>
                <a:ea typeface="Garamond"/>
                <a:cs typeface="Garamond"/>
                <a:sym typeface="Garamond"/>
              </a:defRPr>
            </a:lvl9pPr>
          </a:lstStyle>
          <a:p>
            <a:endParaRPr/>
          </a:p>
        </p:txBody>
      </p:sp>
      <p:sp>
        <p:nvSpPr>
          <p:cNvPr id="15" name="Google Shape;15;p1"/>
          <p:cNvSpPr txBox="1">
            <a:spLocks noGrp="1"/>
          </p:cNvSpPr>
          <p:nvPr>
            <p:ph type="sldNum" idx="12"/>
          </p:nvPr>
        </p:nvSpPr>
        <p:spPr>
          <a:xfrm>
            <a:off x="10353901" y="5969000"/>
            <a:ext cx="542697" cy="2794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1"/>
                </a:solidFill>
                <a:latin typeface="Garamond"/>
                <a:ea typeface="Garamond"/>
                <a:cs typeface="Garamond"/>
                <a:sym typeface="Garamond"/>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 id="2147483666" r:id="rId13"/>
    <p:sldLayoutId id="2147483667" r:id="rId14"/>
    <p:sldLayoutId id="2147483669"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txBox="1">
            <a:spLocks noGrp="1"/>
          </p:cNvSpPr>
          <p:nvPr>
            <p:ph type="ctrTitle"/>
          </p:nvPr>
        </p:nvSpPr>
        <p:spPr>
          <a:xfrm>
            <a:off x="2692398" y="1871131"/>
            <a:ext cx="6815669" cy="1515533"/>
          </a:xfrm>
          <a:prstGeom prst="rect">
            <a:avLst/>
          </a:prstGeom>
          <a:noFill/>
          <a:ln>
            <a:noFill/>
          </a:ln>
        </p:spPr>
        <p:txBody>
          <a:bodyPr spcFirstLastPara="1" wrap="square" lIns="91425" tIns="45700" rIns="91425" bIns="45700" anchor="b" anchorCtr="0">
            <a:noAutofit/>
          </a:bodyPr>
          <a:lstStyle/>
          <a:p>
            <a:pPr marL="0" lvl="0" indent="0" algn="ctr" rtl="0">
              <a:lnSpc>
                <a:spcPct val="100000"/>
              </a:lnSpc>
              <a:spcBef>
                <a:spcPts val="0"/>
              </a:spcBef>
              <a:spcAft>
                <a:spcPts val="0"/>
              </a:spcAft>
              <a:buClr>
                <a:srgbClr val="262626"/>
              </a:buClr>
              <a:buSzPts val="4000"/>
              <a:buFont typeface="Garamond"/>
              <a:buNone/>
            </a:pPr>
            <a:r>
              <a:rPr lang="en-US" sz="4500" dirty="0" smtClean="0"/>
              <a:t>Database Systems</a:t>
            </a:r>
            <a:endParaRPr sz="4500" dirty="0"/>
          </a:p>
          <a:p>
            <a:pPr marL="0" lvl="0" indent="0" algn="ctr" rtl="0">
              <a:lnSpc>
                <a:spcPct val="100000"/>
              </a:lnSpc>
              <a:spcBef>
                <a:spcPts val="0"/>
              </a:spcBef>
              <a:spcAft>
                <a:spcPts val="0"/>
              </a:spcAft>
              <a:buClr>
                <a:srgbClr val="262626"/>
              </a:buClr>
              <a:buSzPts val="4000"/>
              <a:buFont typeface="Garamond"/>
              <a:buNone/>
            </a:pPr>
            <a:r>
              <a:rPr lang="en-US" sz="4500" dirty="0"/>
              <a:t>(</a:t>
            </a:r>
            <a:r>
              <a:rPr lang="en-US" sz="4500" dirty="0" smtClean="0">
                <a:solidFill>
                  <a:srgbClr val="0D0D0D"/>
                </a:solidFill>
              </a:rPr>
              <a:t>CS2005</a:t>
            </a:r>
            <a:r>
              <a:rPr lang="en-US" sz="4500" dirty="0" smtClean="0"/>
              <a:t>)</a:t>
            </a:r>
            <a:endParaRPr sz="4500" dirty="0"/>
          </a:p>
        </p:txBody>
      </p:sp>
      <p:sp>
        <p:nvSpPr>
          <p:cNvPr id="172" name="Google Shape;172;p22"/>
          <p:cNvSpPr txBox="1">
            <a:spLocks noGrp="1"/>
          </p:cNvSpPr>
          <p:nvPr>
            <p:ph type="subTitle" idx="1"/>
          </p:nvPr>
        </p:nvSpPr>
        <p:spPr>
          <a:xfrm>
            <a:off x="2692400" y="3657600"/>
            <a:ext cx="6815700" cy="1515600"/>
          </a:xfrm>
          <a:prstGeom prst="rect">
            <a:avLst/>
          </a:prstGeom>
          <a:noFill/>
          <a:ln>
            <a:noFill/>
          </a:ln>
        </p:spPr>
        <p:txBody>
          <a:bodyPr spcFirstLastPara="1" wrap="square" lIns="91425" tIns="45700" rIns="91425" bIns="45700" anchor="t" anchorCtr="0">
            <a:noAutofit/>
          </a:bodyPr>
          <a:lstStyle/>
          <a:p>
            <a:pPr marL="0" lvl="0" indent="0" algn="ctr" rtl="0">
              <a:lnSpc>
                <a:spcPct val="80000"/>
              </a:lnSpc>
              <a:spcBef>
                <a:spcPts val="0"/>
              </a:spcBef>
              <a:spcAft>
                <a:spcPts val="0"/>
              </a:spcAft>
              <a:buSzPts val="1328"/>
              <a:buNone/>
            </a:pPr>
            <a:endParaRPr sz="2400" dirty="0"/>
          </a:p>
          <a:p>
            <a:pPr marL="0" lvl="0" indent="0" algn="ctr" rtl="0">
              <a:lnSpc>
                <a:spcPct val="80000"/>
              </a:lnSpc>
              <a:spcBef>
                <a:spcPts val="0"/>
              </a:spcBef>
              <a:spcAft>
                <a:spcPts val="0"/>
              </a:spcAft>
              <a:buSzPts val="1328"/>
              <a:buNone/>
            </a:pPr>
            <a:r>
              <a:rPr lang="en-US" sz="2400" dirty="0"/>
              <a:t>Week – </a:t>
            </a:r>
            <a:r>
              <a:rPr lang="en-US" sz="2400" dirty="0" smtClean="0"/>
              <a:t>02</a:t>
            </a:r>
            <a:endParaRPr sz="2400" dirty="0"/>
          </a:p>
          <a:p>
            <a:pPr marL="0" lvl="0" indent="0" algn="ctr" rtl="0">
              <a:lnSpc>
                <a:spcPct val="80000"/>
              </a:lnSpc>
              <a:spcBef>
                <a:spcPts val="831"/>
              </a:spcBef>
              <a:spcAft>
                <a:spcPts val="0"/>
              </a:spcAft>
              <a:buSzPts val="1328"/>
              <a:buNone/>
            </a:pPr>
            <a:endParaRPr sz="2400" dirty="0"/>
          </a:p>
          <a:p>
            <a:pPr marL="0" lvl="0" indent="0" algn="ctr" rtl="0">
              <a:lnSpc>
                <a:spcPct val="80000"/>
              </a:lnSpc>
              <a:spcBef>
                <a:spcPts val="831"/>
              </a:spcBef>
              <a:spcAft>
                <a:spcPts val="0"/>
              </a:spcAft>
              <a:buSzPts val="1328"/>
              <a:buNone/>
            </a:pPr>
            <a:r>
              <a:rPr lang="en-US" sz="2400" dirty="0"/>
              <a:t>Instructor: </a:t>
            </a:r>
            <a:r>
              <a:rPr lang="en-US" sz="2400" b="1" dirty="0"/>
              <a:t>Basit Ali </a:t>
            </a:r>
            <a:endParaRPr sz="2400" dirty="0"/>
          </a:p>
          <a:p>
            <a:pPr marL="0" lvl="0" indent="0" algn="l" rtl="0">
              <a:lnSpc>
                <a:spcPct val="80000"/>
              </a:lnSpc>
              <a:spcBef>
                <a:spcPts val="864"/>
              </a:spcBef>
              <a:spcAft>
                <a:spcPts val="0"/>
              </a:spcAft>
              <a:buSzPts val="1518"/>
              <a:buNone/>
            </a:pPr>
            <a:r>
              <a:rPr lang="en-US" sz="2400" dirty="0"/>
              <a:t>	</a:t>
            </a:r>
            <a:endParaRPr sz="2400" dirty="0"/>
          </a:p>
          <a:p>
            <a:pPr marL="0" lvl="0" indent="0" algn="ctr" rtl="0">
              <a:lnSpc>
                <a:spcPct val="80000"/>
              </a:lnSpc>
              <a:spcBef>
                <a:spcPts val="831"/>
              </a:spcBef>
              <a:spcAft>
                <a:spcPts val="0"/>
              </a:spcAft>
              <a:buSzPts val="1328"/>
              <a:buNone/>
            </a:pPr>
            <a:endParaRPr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noChangeArrowheads="1"/>
          </p:cNvSpPr>
          <p:nvPr>
            <p:ph type="title"/>
          </p:nvPr>
        </p:nvSpPr>
        <p:spPr/>
        <p:txBody>
          <a:bodyPr/>
          <a:lstStyle/>
          <a:p>
            <a:r>
              <a:rPr lang="en-US" altLang="en-US" smtClean="0"/>
              <a:t> </a:t>
            </a:r>
          </a:p>
        </p:txBody>
      </p:sp>
      <p:sp>
        <p:nvSpPr>
          <p:cNvPr id="3" name="Content Placeholder 2">
            <a:extLst>
              <a:ext uri="{FF2B5EF4-FFF2-40B4-BE49-F238E27FC236}">
                <a16:creationId xmlns:a16="http://schemas.microsoft.com/office/drawing/2014/main" id="{38C4C4A4-2606-4B5F-9C6E-3FD7EA94512F}"/>
              </a:ext>
            </a:extLst>
          </p:cNvPr>
          <p:cNvSpPr>
            <a:spLocks noGrp="1"/>
          </p:cNvSpPr>
          <p:nvPr>
            <p:ph idx="1"/>
          </p:nvPr>
        </p:nvSpPr>
        <p:spPr>
          <a:xfrm>
            <a:off x="1295402" y="502738"/>
            <a:ext cx="9601196" cy="3318936"/>
          </a:xfrm>
        </p:spPr>
        <p:txBody>
          <a:bodyPr>
            <a:noAutofit/>
          </a:bodyPr>
          <a:lstStyle/>
          <a:p>
            <a:pPr>
              <a:defRPr/>
            </a:pPr>
            <a:endParaRPr lang="en-US" sz="2800" dirty="0">
              <a:ea typeface="+mn-ea"/>
              <a:cs typeface="+mn-cs"/>
            </a:endParaRPr>
          </a:p>
          <a:p>
            <a:pPr>
              <a:defRPr/>
            </a:pPr>
            <a:endParaRPr lang="en-US" sz="2800" dirty="0">
              <a:ea typeface="+mn-ea"/>
              <a:cs typeface="+mn-cs"/>
            </a:endParaRPr>
          </a:p>
          <a:p>
            <a:pPr>
              <a:defRPr/>
            </a:pPr>
            <a:endParaRPr lang="en-US" sz="2800" dirty="0">
              <a:ea typeface="+mn-ea"/>
              <a:cs typeface="+mn-cs"/>
            </a:endParaRPr>
          </a:p>
          <a:p>
            <a:pPr marL="0" indent="0" algn="ctr">
              <a:buNone/>
              <a:defRPr/>
            </a:pPr>
            <a:r>
              <a:rPr lang="en-US" sz="3600" b="1" dirty="0">
                <a:ea typeface="+mn-ea"/>
                <a:cs typeface="+mn-cs"/>
              </a:rPr>
              <a:t>CHAPTER 2</a:t>
            </a:r>
          </a:p>
          <a:p>
            <a:pPr marL="0" indent="0" algn="ctr">
              <a:buNone/>
              <a:defRPr/>
            </a:pPr>
            <a:endParaRPr lang="en-US" sz="3600" b="1" dirty="0">
              <a:ea typeface="+mn-ea"/>
              <a:cs typeface="+mn-cs"/>
            </a:endParaRPr>
          </a:p>
          <a:p>
            <a:pPr algn="ctr" eaLnBrk="1" hangingPunct="1">
              <a:buFont typeface="Wingdings" charset="0"/>
              <a:buNone/>
              <a:defRPr/>
            </a:pPr>
            <a:r>
              <a:rPr lang="en-US" sz="4000" dirty="0">
                <a:ea typeface="ＭＳ Ｐゴシック" charset="0"/>
                <a:cs typeface="ＭＳ Ｐゴシック" charset="0"/>
              </a:rPr>
              <a:t>Database System Concepts </a:t>
            </a:r>
            <a:br>
              <a:rPr lang="en-US" sz="4000" dirty="0">
                <a:ea typeface="ＭＳ Ｐゴシック" charset="0"/>
                <a:cs typeface="ＭＳ Ｐゴシック" charset="0"/>
              </a:rPr>
            </a:br>
            <a:r>
              <a:rPr lang="en-US" sz="4000" dirty="0">
                <a:ea typeface="ＭＳ Ｐゴシック" charset="0"/>
                <a:cs typeface="ＭＳ Ｐゴシック" charset="0"/>
              </a:rPr>
              <a:t>and Architecture</a:t>
            </a:r>
          </a:p>
        </p:txBody>
      </p:sp>
    </p:spTree>
    <p:extLst>
      <p:ext uri="{BB962C8B-B14F-4D97-AF65-F5344CB8AC3E}">
        <p14:creationId xmlns:p14="http://schemas.microsoft.com/office/powerpoint/2010/main" val="2427207731"/>
      </p:ext>
    </p:extLst>
  </p:cSld>
  <p:clrMapOvr>
    <a:masterClrMapping/>
  </p:clrMapOvr>
  <p:transition spd="med"/>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4"/>
          <p:cNvSpPr>
            <a:spLocks noGrp="1" noChangeArrowheads="1"/>
          </p:cNvSpPr>
          <p:nvPr>
            <p:ph type="title"/>
          </p:nvPr>
        </p:nvSpPr>
        <p:spPr/>
        <p:txBody>
          <a:bodyPr/>
          <a:lstStyle/>
          <a:p>
            <a:pPr eaLnBrk="1" hangingPunct="1"/>
            <a:r>
              <a:rPr lang="en-US" altLang="en-US" dirty="0" smtClean="0"/>
              <a:t>Data Models</a:t>
            </a:r>
          </a:p>
        </p:txBody>
      </p:sp>
      <p:sp>
        <p:nvSpPr>
          <p:cNvPr id="9220" name="Rectangle 5"/>
          <p:cNvSpPr>
            <a:spLocks noGrp="1" noChangeArrowheads="1"/>
          </p:cNvSpPr>
          <p:nvPr>
            <p:ph type="body" idx="1"/>
          </p:nvPr>
        </p:nvSpPr>
        <p:spPr>
          <a:xfrm>
            <a:off x="1295401" y="2285999"/>
            <a:ext cx="9601196" cy="3733061"/>
          </a:xfrm>
        </p:spPr>
        <p:txBody>
          <a:bodyPr>
            <a:normAutofit fontScale="92500"/>
          </a:bodyPr>
          <a:lstStyle/>
          <a:p>
            <a:pPr algn="just" eaLnBrk="1" hangingPunct="1"/>
            <a:r>
              <a:rPr lang="en-US" altLang="en-US" b="1" dirty="0"/>
              <a:t>Data </a:t>
            </a:r>
            <a:r>
              <a:rPr lang="en-US" altLang="en-US" b="1" dirty="0" smtClean="0"/>
              <a:t>Model</a:t>
            </a:r>
            <a:endParaRPr lang="en-US" altLang="en-US" b="1" dirty="0"/>
          </a:p>
          <a:p>
            <a:pPr lvl="1" algn="just" eaLnBrk="1" hangingPunct="1"/>
            <a:r>
              <a:rPr lang="en-US" altLang="en-US" sz="2200" dirty="0"/>
              <a:t>A set of concepts to describe the </a:t>
            </a:r>
            <a:r>
              <a:rPr lang="en-US" altLang="en-US" sz="2200" b="1" i="1" dirty="0"/>
              <a:t>structure</a:t>
            </a:r>
            <a:r>
              <a:rPr lang="en-US" altLang="en-US" sz="2200" dirty="0"/>
              <a:t> of a database, the </a:t>
            </a:r>
            <a:r>
              <a:rPr lang="en-US" altLang="en-US" sz="2200" b="1" i="1" dirty="0"/>
              <a:t>operations </a:t>
            </a:r>
            <a:r>
              <a:rPr lang="en-US" altLang="en-US" sz="2200" dirty="0"/>
              <a:t>for manipulating these structures, and certain </a:t>
            </a:r>
            <a:r>
              <a:rPr lang="en-US" altLang="en-US" sz="2200" b="1" i="1" dirty="0"/>
              <a:t>constraints</a:t>
            </a:r>
            <a:r>
              <a:rPr lang="en-US" altLang="en-US" sz="2200" dirty="0"/>
              <a:t> that the database should obey</a:t>
            </a:r>
            <a:r>
              <a:rPr lang="en-US" altLang="en-US" sz="2200" dirty="0" smtClean="0"/>
              <a:t>.</a:t>
            </a:r>
          </a:p>
          <a:p>
            <a:pPr lvl="1" algn="just" eaLnBrk="1" hangingPunct="1"/>
            <a:endParaRPr lang="en-US" altLang="en-US" sz="2200" dirty="0"/>
          </a:p>
          <a:p>
            <a:pPr algn="just" eaLnBrk="1" hangingPunct="1"/>
            <a:r>
              <a:rPr lang="en-US" altLang="en-US" b="1" dirty="0"/>
              <a:t>Data Model Structure and </a:t>
            </a:r>
            <a:r>
              <a:rPr lang="en-US" altLang="en-US" b="1" dirty="0" smtClean="0"/>
              <a:t>Constraints</a:t>
            </a:r>
            <a:endParaRPr lang="en-US" altLang="en-US" b="1" dirty="0"/>
          </a:p>
          <a:p>
            <a:pPr lvl="1" algn="just" eaLnBrk="1" hangingPunct="1"/>
            <a:r>
              <a:rPr lang="en-US" altLang="en-US" sz="2200" dirty="0"/>
              <a:t>Constructs are used to define the database structure</a:t>
            </a:r>
          </a:p>
          <a:p>
            <a:pPr lvl="1" algn="just" eaLnBrk="1" hangingPunct="1"/>
            <a:r>
              <a:rPr lang="en-US" altLang="en-US" sz="2200" dirty="0"/>
              <a:t>Constructs typically include </a:t>
            </a:r>
            <a:r>
              <a:rPr lang="en-US" altLang="en-US" sz="2200" b="1" i="1" dirty="0"/>
              <a:t>elements </a:t>
            </a:r>
            <a:r>
              <a:rPr lang="en-US" altLang="en-US" sz="2200" dirty="0"/>
              <a:t>(and their </a:t>
            </a:r>
            <a:r>
              <a:rPr lang="en-US" altLang="en-US" sz="2200" b="1" i="1" dirty="0"/>
              <a:t>data types</a:t>
            </a:r>
            <a:r>
              <a:rPr lang="en-US" altLang="en-US" sz="2200" dirty="0"/>
              <a:t>) as well as groups of elements (e.g. </a:t>
            </a:r>
            <a:r>
              <a:rPr lang="en-US" altLang="en-US" sz="2200" b="1" i="1" dirty="0"/>
              <a:t>entity, record, table</a:t>
            </a:r>
            <a:r>
              <a:rPr lang="en-US" altLang="en-US" sz="2200" dirty="0"/>
              <a:t>), and </a:t>
            </a:r>
            <a:r>
              <a:rPr lang="en-US" altLang="en-US" sz="2200" b="1" i="1" dirty="0"/>
              <a:t>relationships</a:t>
            </a:r>
            <a:r>
              <a:rPr lang="en-US" altLang="en-US" sz="2200" dirty="0"/>
              <a:t> among such groups</a:t>
            </a:r>
          </a:p>
          <a:p>
            <a:pPr lvl="1" algn="just" eaLnBrk="1" hangingPunct="1"/>
            <a:r>
              <a:rPr lang="en-US" altLang="en-US" sz="2200" dirty="0"/>
              <a:t>Constraints specify some restrictions on valid data; these constraints must be enforced at all times</a:t>
            </a:r>
          </a:p>
        </p:txBody>
      </p:sp>
    </p:spTree>
    <p:extLst>
      <p:ext uri="{BB962C8B-B14F-4D97-AF65-F5344CB8AC3E}">
        <p14:creationId xmlns:p14="http://schemas.microsoft.com/office/powerpoint/2010/main" val="1784541326"/>
      </p:ext>
    </p:extLst>
  </p:cSld>
  <p:clrMapOvr>
    <a:masterClrMapping/>
  </p:clrMapOvr>
  <p:transition spd="med"/>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2"/>
          <p:cNvSpPr>
            <a:spLocks noGrp="1" noChangeArrowheads="1"/>
          </p:cNvSpPr>
          <p:nvPr>
            <p:ph type="title"/>
          </p:nvPr>
        </p:nvSpPr>
        <p:spPr/>
        <p:txBody>
          <a:bodyPr/>
          <a:lstStyle/>
          <a:p>
            <a:pPr eaLnBrk="1" hangingPunct="1"/>
            <a:r>
              <a:rPr lang="en-US" altLang="en-US" smtClean="0"/>
              <a:t>Data Models (continued)</a:t>
            </a:r>
          </a:p>
        </p:txBody>
      </p:sp>
      <p:sp>
        <p:nvSpPr>
          <p:cNvPr id="11268" name="Rectangle 3"/>
          <p:cNvSpPr>
            <a:spLocks noGrp="1" noChangeArrowheads="1"/>
          </p:cNvSpPr>
          <p:nvPr>
            <p:ph type="body" idx="1"/>
          </p:nvPr>
        </p:nvSpPr>
        <p:spPr/>
        <p:txBody>
          <a:bodyPr>
            <a:normAutofit lnSpcReduction="10000"/>
          </a:bodyPr>
          <a:lstStyle/>
          <a:p>
            <a:pPr algn="just" eaLnBrk="1" hangingPunct="1"/>
            <a:r>
              <a:rPr lang="en-US" altLang="en-US" sz="2800" b="1" dirty="0" smtClean="0"/>
              <a:t>Data Model </a:t>
            </a:r>
            <a:r>
              <a:rPr lang="en-US" altLang="en-US" sz="2800" b="1" dirty="0" smtClean="0"/>
              <a:t>Operations</a:t>
            </a:r>
            <a:endParaRPr lang="en-US" altLang="en-US" sz="2800" b="1" dirty="0" smtClean="0"/>
          </a:p>
          <a:p>
            <a:pPr lvl="1" algn="just" eaLnBrk="1" hangingPunct="1"/>
            <a:endParaRPr lang="en-US" altLang="en-US" sz="2400" dirty="0" smtClean="0"/>
          </a:p>
          <a:p>
            <a:pPr lvl="1" algn="just" eaLnBrk="1" hangingPunct="1"/>
            <a:r>
              <a:rPr lang="en-US" altLang="en-US" sz="2400" dirty="0" smtClean="0"/>
              <a:t>These </a:t>
            </a:r>
            <a:r>
              <a:rPr lang="en-US" altLang="en-US" sz="2400" dirty="0" smtClean="0"/>
              <a:t>operations are used for specifying database </a:t>
            </a:r>
            <a:r>
              <a:rPr lang="en-US" altLang="en-US" sz="2400" i="1" dirty="0" smtClean="0"/>
              <a:t>retrievals</a:t>
            </a:r>
            <a:r>
              <a:rPr lang="en-US" altLang="en-US" sz="2400" dirty="0" smtClean="0"/>
              <a:t> and </a:t>
            </a:r>
            <a:r>
              <a:rPr lang="en-US" altLang="en-US" sz="2400" i="1" dirty="0" smtClean="0"/>
              <a:t>updates</a:t>
            </a:r>
            <a:r>
              <a:rPr lang="en-US" altLang="en-US" sz="2400" dirty="0" smtClean="0"/>
              <a:t> by referring to the constructs of the data model</a:t>
            </a:r>
            <a:r>
              <a:rPr lang="en-US" altLang="en-US" sz="2400" dirty="0" smtClean="0"/>
              <a:t>.</a:t>
            </a:r>
          </a:p>
          <a:p>
            <a:pPr lvl="1" algn="just" eaLnBrk="1" hangingPunct="1"/>
            <a:endParaRPr lang="en-US" altLang="en-US" sz="2400" dirty="0" smtClean="0"/>
          </a:p>
          <a:p>
            <a:pPr lvl="1" algn="just" eaLnBrk="1" hangingPunct="1"/>
            <a:r>
              <a:rPr lang="en-US" altLang="en-US" sz="2400" dirty="0" smtClean="0"/>
              <a:t>Operations on the data model may include </a:t>
            </a:r>
            <a:r>
              <a:rPr lang="en-US" altLang="en-US" sz="2400" b="1" i="1" dirty="0" smtClean="0"/>
              <a:t>basic model operations </a:t>
            </a:r>
            <a:r>
              <a:rPr lang="en-US" altLang="en-US" sz="2400" dirty="0" smtClean="0"/>
              <a:t>(e.g. generic insert, delete, update) and</a:t>
            </a:r>
            <a:r>
              <a:rPr lang="en-US" altLang="en-US" sz="2400" b="1" i="1" dirty="0" smtClean="0"/>
              <a:t> user-defined operations </a:t>
            </a:r>
            <a:r>
              <a:rPr lang="en-US" altLang="en-US" sz="2400" dirty="0" smtClean="0"/>
              <a:t>(e.g. </a:t>
            </a:r>
            <a:r>
              <a:rPr lang="en-US" altLang="en-US" sz="2400" dirty="0" err="1" smtClean="0"/>
              <a:t>compute_student_gpa</a:t>
            </a:r>
            <a:r>
              <a:rPr lang="en-US" altLang="en-US" sz="2400" dirty="0" smtClean="0"/>
              <a:t>, </a:t>
            </a:r>
            <a:r>
              <a:rPr lang="en-US" altLang="en-US" sz="2400" dirty="0" err="1" smtClean="0"/>
              <a:t>update_inventory</a:t>
            </a:r>
            <a:r>
              <a:rPr lang="en-US" altLang="en-US" sz="2400" dirty="0" smtClean="0"/>
              <a:t>)</a:t>
            </a:r>
            <a:endParaRPr lang="en-US" altLang="en-US" sz="2400" b="1" i="1" dirty="0" smtClean="0"/>
          </a:p>
        </p:txBody>
      </p:sp>
    </p:spTree>
    <p:extLst>
      <p:ext uri="{BB962C8B-B14F-4D97-AF65-F5344CB8AC3E}">
        <p14:creationId xmlns:p14="http://schemas.microsoft.com/office/powerpoint/2010/main" val="1405654262"/>
      </p:ext>
    </p:extLst>
  </p:cSld>
  <p:clrMapOvr>
    <a:masterClrMapping/>
  </p:clrMapOvr>
  <p:transition spd="med"/>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Categories of Data Models</a:t>
            </a:r>
            <a:endParaRPr lang="en-US" dirty="0"/>
          </a:p>
        </p:txBody>
      </p:sp>
      <p:pic>
        <p:nvPicPr>
          <p:cNvPr id="1026" name="Picture 2" descr="Lightbox"/>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56769" y="2787588"/>
            <a:ext cx="6667130" cy="24591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237742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4"/>
          <p:cNvSpPr>
            <a:spLocks noGrp="1" noChangeArrowheads="1"/>
          </p:cNvSpPr>
          <p:nvPr>
            <p:ph type="title"/>
          </p:nvPr>
        </p:nvSpPr>
        <p:spPr>
          <a:xfrm>
            <a:off x="1108970" y="573759"/>
            <a:ext cx="9601196" cy="1303867"/>
          </a:xfrm>
        </p:spPr>
        <p:txBody>
          <a:bodyPr/>
          <a:lstStyle/>
          <a:p>
            <a:pPr eaLnBrk="1" hangingPunct="1"/>
            <a:r>
              <a:rPr lang="en-US" dirty="0"/>
              <a:t>Conceptual data models</a:t>
            </a:r>
            <a:endParaRPr lang="en-US" altLang="en-US" dirty="0" smtClean="0"/>
          </a:p>
        </p:txBody>
      </p:sp>
      <p:sp>
        <p:nvSpPr>
          <p:cNvPr id="8196" name="Rectangle 5">
            <a:extLst>
              <a:ext uri="{FF2B5EF4-FFF2-40B4-BE49-F238E27FC236}">
                <a16:creationId xmlns:a16="http://schemas.microsoft.com/office/drawing/2014/main" id="{26239C29-647E-4918-B961-22C0B8BA9C26}"/>
              </a:ext>
            </a:extLst>
          </p:cNvPr>
          <p:cNvSpPr>
            <a:spLocks noGrp="1" noChangeArrowheads="1"/>
          </p:cNvSpPr>
          <p:nvPr>
            <p:ph type="body" idx="1"/>
          </p:nvPr>
        </p:nvSpPr>
        <p:spPr>
          <a:xfrm>
            <a:off x="683588" y="1815482"/>
            <a:ext cx="10306967" cy="4532052"/>
          </a:xfrm>
        </p:spPr>
        <p:txBody>
          <a:bodyPr>
            <a:normAutofit/>
          </a:bodyPr>
          <a:lstStyle/>
          <a:p>
            <a:pPr lvl="1" algn="just" eaLnBrk="1" hangingPunct="1">
              <a:lnSpc>
                <a:spcPct val="90000"/>
              </a:lnSpc>
              <a:defRPr/>
            </a:pPr>
            <a:r>
              <a:rPr lang="en-US" dirty="0"/>
              <a:t>They are also referred to as domain models and offer a big-picture view of what the system will contain, how it will be organized, and which business rules are involved</a:t>
            </a:r>
            <a:r>
              <a:rPr lang="en-US" dirty="0" smtClean="0"/>
              <a:t>.</a:t>
            </a:r>
          </a:p>
          <a:p>
            <a:pPr lvl="1" algn="just" eaLnBrk="1" hangingPunct="1">
              <a:lnSpc>
                <a:spcPct val="90000"/>
              </a:lnSpc>
              <a:defRPr/>
            </a:pPr>
            <a:endParaRPr lang="en-US" altLang="en-US" sz="2400" b="1" dirty="0">
              <a:solidFill>
                <a:schemeClr val="tx2"/>
              </a:solidFill>
              <a:ea typeface="+mn-ea"/>
              <a:cs typeface="+mn-cs"/>
            </a:endParaRPr>
          </a:p>
          <a:p>
            <a:pPr lvl="1" algn="just" eaLnBrk="1" hangingPunct="1">
              <a:lnSpc>
                <a:spcPct val="90000"/>
              </a:lnSpc>
              <a:defRPr/>
            </a:pPr>
            <a:r>
              <a:rPr lang="en-US" dirty="0"/>
              <a:t>Conceptual models are usually created as part of the process of gathering initial project requirements</a:t>
            </a:r>
            <a:r>
              <a:rPr lang="en-US" dirty="0" smtClean="0"/>
              <a:t>.</a:t>
            </a:r>
          </a:p>
          <a:p>
            <a:pPr lvl="1" algn="just" eaLnBrk="1" hangingPunct="1">
              <a:lnSpc>
                <a:spcPct val="90000"/>
              </a:lnSpc>
              <a:defRPr/>
            </a:pPr>
            <a:endParaRPr lang="en-US" altLang="en-US" sz="2400" b="1" dirty="0">
              <a:solidFill>
                <a:schemeClr val="tx2"/>
              </a:solidFill>
              <a:ea typeface="+mn-ea"/>
              <a:cs typeface="+mn-cs"/>
            </a:endParaRPr>
          </a:p>
          <a:p>
            <a:pPr lvl="1" algn="just" eaLnBrk="1" hangingPunct="1">
              <a:lnSpc>
                <a:spcPct val="90000"/>
              </a:lnSpc>
              <a:defRPr/>
            </a:pPr>
            <a:endParaRPr lang="en-US" altLang="en-US" sz="2400" b="1" dirty="0">
              <a:solidFill>
                <a:schemeClr val="tx2"/>
              </a:solidFill>
              <a:ea typeface="+mn-ea"/>
              <a:cs typeface="+mn-cs"/>
            </a:endParaRPr>
          </a:p>
        </p:txBody>
      </p:sp>
      <p:pic>
        <p:nvPicPr>
          <p:cNvPr id="2" name="Picture 1"/>
          <p:cNvPicPr>
            <a:picLocks noChangeAspect="1"/>
          </p:cNvPicPr>
          <p:nvPr/>
        </p:nvPicPr>
        <p:blipFill>
          <a:blip r:embed="rId3"/>
          <a:stretch>
            <a:fillRect/>
          </a:stretch>
        </p:blipFill>
        <p:spPr>
          <a:xfrm>
            <a:off x="3977197" y="3445990"/>
            <a:ext cx="4344877" cy="2713231"/>
          </a:xfrm>
          <a:prstGeom prst="rect">
            <a:avLst/>
          </a:prstGeom>
        </p:spPr>
      </p:pic>
    </p:spTree>
    <p:extLst>
      <p:ext uri="{BB962C8B-B14F-4D97-AF65-F5344CB8AC3E}">
        <p14:creationId xmlns:p14="http://schemas.microsoft.com/office/powerpoint/2010/main" val="97408398"/>
      </p:ext>
    </p:extLst>
  </p:cSld>
  <p:clrMapOvr>
    <a:masterClrMapping/>
  </p:clrMapOvr>
  <p:transition spd="med"/>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Representational/Logical Data Models</a:t>
            </a:r>
            <a:endParaRPr lang="en-US" dirty="0"/>
          </a:p>
        </p:txBody>
      </p:sp>
      <p:sp>
        <p:nvSpPr>
          <p:cNvPr id="3" name="Content Placeholder 2"/>
          <p:cNvSpPr>
            <a:spLocks noGrp="1"/>
          </p:cNvSpPr>
          <p:nvPr>
            <p:ph idx="1"/>
          </p:nvPr>
        </p:nvSpPr>
        <p:spPr/>
        <p:txBody>
          <a:bodyPr/>
          <a:lstStyle/>
          <a:p>
            <a:r>
              <a:rPr lang="en-US" dirty="0"/>
              <a:t>They are less abstract and provide greater detail about the concepts and relationships in the domain under consideration. </a:t>
            </a:r>
            <a:endParaRPr lang="en-US" dirty="0" smtClean="0"/>
          </a:p>
          <a:p>
            <a:endParaRPr lang="en-US" dirty="0"/>
          </a:p>
          <a:p>
            <a:endParaRPr lang="en-US" dirty="0"/>
          </a:p>
        </p:txBody>
      </p:sp>
      <p:pic>
        <p:nvPicPr>
          <p:cNvPr id="4" name="Picture 3"/>
          <p:cNvPicPr>
            <a:picLocks noChangeAspect="1"/>
          </p:cNvPicPr>
          <p:nvPr/>
        </p:nvPicPr>
        <p:blipFill>
          <a:blip r:embed="rId2"/>
          <a:stretch>
            <a:fillRect/>
          </a:stretch>
        </p:blipFill>
        <p:spPr>
          <a:xfrm>
            <a:off x="3755253" y="3428736"/>
            <a:ext cx="4536489" cy="2718065"/>
          </a:xfrm>
          <a:prstGeom prst="rect">
            <a:avLst/>
          </a:prstGeom>
        </p:spPr>
      </p:pic>
    </p:spTree>
    <p:extLst>
      <p:ext uri="{BB962C8B-B14F-4D97-AF65-F5344CB8AC3E}">
        <p14:creationId xmlns:p14="http://schemas.microsoft.com/office/powerpoint/2010/main" val="1025274397"/>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Physical data models</a:t>
            </a:r>
            <a:endParaRPr lang="en-US" dirty="0"/>
          </a:p>
        </p:txBody>
      </p:sp>
      <p:sp>
        <p:nvSpPr>
          <p:cNvPr id="3" name="Content Placeholder 2"/>
          <p:cNvSpPr>
            <a:spLocks noGrp="1"/>
          </p:cNvSpPr>
          <p:nvPr>
            <p:ph idx="1"/>
          </p:nvPr>
        </p:nvSpPr>
        <p:spPr>
          <a:xfrm>
            <a:off x="1295402" y="2285999"/>
            <a:ext cx="9601196" cy="3318936"/>
          </a:xfrm>
        </p:spPr>
        <p:txBody>
          <a:bodyPr/>
          <a:lstStyle/>
          <a:p>
            <a:r>
              <a:rPr lang="en-US" dirty="0"/>
              <a:t>They provide a schema for how the data will be physically stored within a database. </a:t>
            </a:r>
            <a:endParaRPr lang="en-US" dirty="0" smtClean="0"/>
          </a:p>
          <a:p>
            <a:endParaRPr lang="en-US" dirty="0"/>
          </a:p>
        </p:txBody>
      </p:sp>
      <p:pic>
        <p:nvPicPr>
          <p:cNvPr id="4" name="Picture 3"/>
          <p:cNvPicPr>
            <a:picLocks noChangeAspect="1"/>
          </p:cNvPicPr>
          <p:nvPr/>
        </p:nvPicPr>
        <p:blipFill>
          <a:blip r:embed="rId2"/>
          <a:stretch>
            <a:fillRect/>
          </a:stretch>
        </p:blipFill>
        <p:spPr>
          <a:xfrm>
            <a:off x="3506680" y="3007007"/>
            <a:ext cx="5586368" cy="3210891"/>
          </a:xfrm>
          <a:prstGeom prst="rect">
            <a:avLst/>
          </a:prstGeom>
        </p:spPr>
      </p:pic>
    </p:spTree>
    <p:extLst>
      <p:ext uri="{BB962C8B-B14F-4D97-AF65-F5344CB8AC3E}">
        <p14:creationId xmlns:p14="http://schemas.microsoft.com/office/powerpoint/2010/main" val="3452493735"/>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4"/>
          <p:cNvSpPr>
            <a:spLocks noGrp="1" noChangeArrowheads="1"/>
          </p:cNvSpPr>
          <p:nvPr>
            <p:ph type="title"/>
          </p:nvPr>
        </p:nvSpPr>
        <p:spPr/>
        <p:txBody>
          <a:bodyPr/>
          <a:lstStyle/>
          <a:p>
            <a:pPr eaLnBrk="1" hangingPunct="1"/>
            <a:r>
              <a:rPr lang="en-US" altLang="en-US" dirty="0" smtClean="0"/>
              <a:t>Schemas versus Instances</a:t>
            </a:r>
          </a:p>
        </p:txBody>
      </p:sp>
      <p:sp>
        <p:nvSpPr>
          <p:cNvPr id="15364" name="Rectangle 5"/>
          <p:cNvSpPr>
            <a:spLocks noGrp="1" noChangeArrowheads="1"/>
          </p:cNvSpPr>
          <p:nvPr>
            <p:ph type="body" idx="1"/>
          </p:nvPr>
        </p:nvSpPr>
        <p:spPr>
          <a:xfrm>
            <a:off x="1295401" y="2432644"/>
            <a:ext cx="9704031" cy="3488761"/>
          </a:xfrm>
        </p:spPr>
        <p:txBody>
          <a:bodyPr>
            <a:normAutofit fontScale="92500"/>
          </a:bodyPr>
          <a:lstStyle/>
          <a:p>
            <a:pPr algn="just" eaLnBrk="1" hangingPunct="1">
              <a:lnSpc>
                <a:spcPct val="90000"/>
              </a:lnSpc>
            </a:pPr>
            <a:r>
              <a:rPr lang="en-US" altLang="en-US" dirty="0" smtClean="0"/>
              <a:t>Database </a:t>
            </a:r>
            <a:r>
              <a:rPr lang="en-US" altLang="en-US" dirty="0" smtClean="0"/>
              <a:t>Schema</a:t>
            </a:r>
            <a:endParaRPr lang="en-US" altLang="en-US" dirty="0" smtClean="0"/>
          </a:p>
          <a:p>
            <a:pPr lvl="1" algn="just" eaLnBrk="1" hangingPunct="1">
              <a:lnSpc>
                <a:spcPct val="90000"/>
              </a:lnSpc>
            </a:pPr>
            <a:r>
              <a:rPr lang="en-US" altLang="en-US" dirty="0" smtClean="0"/>
              <a:t>The </a:t>
            </a:r>
            <a:r>
              <a:rPr lang="en-US" altLang="en-US" b="1" i="1" dirty="0" smtClean="0"/>
              <a:t>description</a:t>
            </a:r>
            <a:r>
              <a:rPr lang="en-US" altLang="en-US" dirty="0" smtClean="0"/>
              <a:t> of a database.</a:t>
            </a:r>
          </a:p>
          <a:p>
            <a:pPr lvl="1" algn="just" eaLnBrk="1" hangingPunct="1">
              <a:lnSpc>
                <a:spcPct val="90000"/>
              </a:lnSpc>
            </a:pPr>
            <a:r>
              <a:rPr lang="en-US" altLang="en-US" dirty="0" smtClean="0"/>
              <a:t>Includes descriptions of the database structure, data types, and the constraints on the </a:t>
            </a:r>
            <a:r>
              <a:rPr lang="en-US" altLang="en-US" dirty="0" smtClean="0"/>
              <a:t>database.</a:t>
            </a:r>
          </a:p>
          <a:p>
            <a:pPr lvl="1" algn="just" eaLnBrk="1" hangingPunct="1">
              <a:lnSpc>
                <a:spcPct val="90000"/>
              </a:lnSpc>
            </a:pPr>
            <a:endParaRPr lang="en-US" altLang="en-US" dirty="0" smtClean="0"/>
          </a:p>
          <a:p>
            <a:pPr algn="just" eaLnBrk="1" hangingPunct="1">
              <a:lnSpc>
                <a:spcPct val="90000"/>
              </a:lnSpc>
            </a:pPr>
            <a:r>
              <a:rPr lang="en-US" altLang="en-US" dirty="0" smtClean="0"/>
              <a:t>Schema </a:t>
            </a:r>
            <a:r>
              <a:rPr lang="en-US" altLang="en-US" dirty="0" smtClean="0"/>
              <a:t>Diagram</a:t>
            </a:r>
            <a:endParaRPr lang="en-US" altLang="en-US" dirty="0" smtClean="0"/>
          </a:p>
          <a:p>
            <a:pPr lvl="1" algn="just" eaLnBrk="1" hangingPunct="1">
              <a:lnSpc>
                <a:spcPct val="90000"/>
              </a:lnSpc>
            </a:pPr>
            <a:r>
              <a:rPr lang="en-US" altLang="en-US" dirty="0" smtClean="0"/>
              <a:t>An </a:t>
            </a:r>
            <a:r>
              <a:rPr lang="en-US" altLang="en-US" b="1" i="1" dirty="0" smtClean="0"/>
              <a:t>illustrative</a:t>
            </a:r>
            <a:r>
              <a:rPr lang="en-US" altLang="en-US" dirty="0" smtClean="0"/>
              <a:t> display of (most aspects of) a database schema</a:t>
            </a:r>
            <a:r>
              <a:rPr lang="en-US" altLang="en-US" dirty="0" smtClean="0"/>
              <a:t>.</a:t>
            </a:r>
          </a:p>
          <a:p>
            <a:pPr marL="539750" lvl="1" indent="0" algn="just" eaLnBrk="1" hangingPunct="1">
              <a:lnSpc>
                <a:spcPct val="90000"/>
              </a:lnSpc>
              <a:buNone/>
            </a:pPr>
            <a:endParaRPr lang="en-US" altLang="en-US" dirty="0" smtClean="0"/>
          </a:p>
          <a:p>
            <a:pPr algn="just" eaLnBrk="1" hangingPunct="1">
              <a:lnSpc>
                <a:spcPct val="90000"/>
              </a:lnSpc>
            </a:pPr>
            <a:r>
              <a:rPr lang="en-US" altLang="en-US" dirty="0" smtClean="0"/>
              <a:t>Schema </a:t>
            </a:r>
            <a:r>
              <a:rPr lang="en-US" altLang="en-US" dirty="0" smtClean="0"/>
              <a:t>Construct</a:t>
            </a:r>
            <a:endParaRPr lang="en-US" altLang="en-US" dirty="0" smtClean="0"/>
          </a:p>
          <a:p>
            <a:pPr lvl="1" algn="just" eaLnBrk="1" hangingPunct="1">
              <a:lnSpc>
                <a:spcPct val="90000"/>
              </a:lnSpc>
            </a:pPr>
            <a:r>
              <a:rPr lang="en-US" altLang="en-US" dirty="0" smtClean="0"/>
              <a:t>A </a:t>
            </a:r>
            <a:r>
              <a:rPr lang="en-US" altLang="en-US" b="1" i="1" dirty="0" smtClean="0"/>
              <a:t>component</a:t>
            </a:r>
            <a:r>
              <a:rPr lang="en-US" altLang="en-US" dirty="0" smtClean="0"/>
              <a:t> of the schema or an object within the schema, e.g., STUDENT, COURSE.</a:t>
            </a:r>
          </a:p>
        </p:txBody>
      </p:sp>
    </p:spTree>
    <p:extLst>
      <p:ext uri="{BB962C8B-B14F-4D97-AF65-F5344CB8AC3E}">
        <p14:creationId xmlns:p14="http://schemas.microsoft.com/office/powerpoint/2010/main" val="982092924"/>
      </p:ext>
    </p:extLst>
  </p:cSld>
  <p:clrMapOvr>
    <a:masterClrMapping/>
  </p:clrMapOvr>
  <p:transition spd="med"/>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4"/>
          <p:cNvSpPr>
            <a:spLocks noGrp="1" noChangeArrowheads="1"/>
          </p:cNvSpPr>
          <p:nvPr>
            <p:ph type="title"/>
          </p:nvPr>
        </p:nvSpPr>
        <p:spPr/>
        <p:txBody>
          <a:bodyPr/>
          <a:lstStyle/>
          <a:p>
            <a:pPr eaLnBrk="1" hangingPunct="1"/>
            <a:r>
              <a:rPr lang="en-US" altLang="en-US" smtClean="0"/>
              <a:t>Schemas versus Instances</a:t>
            </a:r>
          </a:p>
        </p:txBody>
      </p:sp>
      <p:sp>
        <p:nvSpPr>
          <p:cNvPr id="17412" name="Rectangle 5"/>
          <p:cNvSpPr>
            <a:spLocks noGrp="1" noChangeArrowheads="1"/>
          </p:cNvSpPr>
          <p:nvPr>
            <p:ph type="body" idx="1"/>
          </p:nvPr>
        </p:nvSpPr>
        <p:spPr/>
        <p:txBody>
          <a:bodyPr/>
          <a:lstStyle/>
          <a:p>
            <a:pPr algn="just" eaLnBrk="1" hangingPunct="1"/>
            <a:r>
              <a:rPr lang="en-US" altLang="en-US" dirty="0" smtClean="0"/>
              <a:t>Database </a:t>
            </a:r>
            <a:r>
              <a:rPr lang="en-US" altLang="en-US" dirty="0" smtClean="0"/>
              <a:t>State</a:t>
            </a:r>
            <a:endParaRPr lang="en-US" altLang="en-US" dirty="0" smtClean="0"/>
          </a:p>
          <a:p>
            <a:pPr lvl="1" algn="just" eaLnBrk="1" hangingPunct="1"/>
            <a:endParaRPr lang="en-US" altLang="en-US" dirty="0" smtClean="0"/>
          </a:p>
          <a:p>
            <a:pPr lvl="1" algn="just" eaLnBrk="1" hangingPunct="1"/>
            <a:r>
              <a:rPr lang="en-US" altLang="en-US" dirty="0" smtClean="0"/>
              <a:t>The </a:t>
            </a:r>
            <a:r>
              <a:rPr lang="en-US" altLang="en-US" dirty="0" smtClean="0"/>
              <a:t>actual data stored in a database at a </a:t>
            </a:r>
            <a:r>
              <a:rPr lang="en-US" altLang="en-US" b="1" i="1" dirty="0" smtClean="0"/>
              <a:t>particular moment in time</a:t>
            </a:r>
            <a:r>
              <a:rPr lang="en-US" altLang="en-US" dirty="0" smtClean="0"/>
              <a:t>. This includes the collection of all the data in the database.</a:t>
            </a:r>
          </a:p>
          <a:p>
            <a:pPr lvl="1" algn="just" eaLnBrk="1" hangingPunct="1"/>
            <a:endParaRPr lang="en-US" altLang="en-US" dirty="0" smtClean="0"/>
          </a:p>
          <a:p>
            <a:pPr lvl="1" algn="just" eaLnBrk="1" hangingPunct="1"/>
            <a:r>
              <a:rPr lang="en-US" altLang="en-US" dirty="0" smtClean="0"/>
              <a:t>Also </a:t>
            </a:r>
            <a:r>
              <a:rPr lang="en-US" altLang="en-US" dirty="0" smtClean="0"/>
              <a:t>called database instance (or occurrence or snapshot).</a:t>
            </a:r>
          </a:p>
          <a:p>
            <a:pPr lvl="2" algn="just" eaLnBrk="1" hangingPunct="1"/>
            <a:r>
              <a:rPr lang="en-US" altLang="en-US" dirty="0" smtClean="0"/>
              <a:t>The term </a:t>
            </a:r>
            <a:r>
              <a:rPr lang="en-US" altLang="en-US" i="1" dirty="0" smtClean="0"/>
              <a:t>instance </a:t>
            </a:r>
            <a:r>
              <a:rPr lang="en-US" altLang="en-US" dirty="0" smtClean="0"/>
              <a:t> is also applied to individual database components, e.g. </a:t>
            </a:r>
            <a:r>
              <a:rPr lang="en-US" altLang="en-US" i="1" dirty="0" smtClean="0"/>
              <a:t>record instance, table instance, entity instance</a:t>
            </a:r>
            <a:endParaRPr lang="en-US" altLang="en-US" dirty="0" smtClean="0"/>
          </a:p>
        </p:txBody>
      </p:sp>
    </p:spTree>
    <p:extLst>
      <p:ext uri="{BB962C8B-B14F-4D97-AF65-F5344CB8AC3E}">
        <p14:creationId xmlns:p14="http://schemas.microsoft.com/office/powerpoint/2010/main" val="1383674249"/>
      </p:ext>
    </p:extLst>
  </p:cSld>
  <p:clrMapOvr>
    <a:masterClrMapping/>
  </p:clrMapOvr>
  <p:transition spd="med"/>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
          <p:cNvSpPr>
            <a:spLocks noGrp="1" noChangeArrowheads="1"/>
          </p:cNvSpPr>
          <p:nvPr>
            <p:ph type="title"/>
          </p:nvPr>
        </p:nvSpPr>
        <p:spPr>
          <a:xfrm>
            <a:off x="1295401" y="1115297"/>
            <a:ext cx="9601196" cy="1303867"/>
          </a:xfrm>
        </p:spPr>
        <p:txBody>
          <a:bodyPr>
            <a:normAutofit fontScale="90000"/>
          </a:bodyPr>
          <a:lstStyle/>
          <a:p>
            <a:pPr eaLnBrk="1" hangingPunct="1"/>
            <a:r>
              <a:rPr lang="en-US" altLang="en-US" dirty="0" smtClean="0"/>
              <a:t>Database Schema </a:t>
            </a:r>
            <a:br>
              <a:rPr lang="en-US" altLang="en-US" dirty="0" smtClean="0"/>
            </a:br>
            <a:r>
              <a:rPr lang="en-US" altLang="en-US" dirty="0" smtClean="0"/>
              <a:t>vs. </a:t>
            </a:r>
            <a:r>
              <a:rPr lang="en-US" altLang="en-US" dirty="0" smtClean="0"/>
              <a:t/>
            </a:r>
            <a:br>
              <a:rPr lang="en-US" altLang="en-US" dirty="0" smtClean="0"/>
            </a:br>
            <a:r>
              <a:rPr lang="en-US" altLang="en-US" dirty="0" smtClean="0"/>
              <a:t>Database </a:t>
            </a:r>
            <a:r>
              <a:rPr lang="en-US" altLang="en-US" dirty="0" smtClean="0"/>
              <a:t>State</a:t>
            </a:r>
          </a:p>
        </p:txBody>
      </p:sp>
      <p:sp>
        <p:nvSpPr>
          <p:cNvPr id="19460" name="Rectangle 5"/>
          <p:cNvSpPr>
            <a:spLocks noGrp="1" noChangeArrowheads="1"/>
          </p:cNvSpPr>
          <p:nvPr>
            <p:ph type="body" idx="1"/>
          </p:nvPr>
        </p:nvSpPr>
        <p:spPr/>
        <p:txBody>
          <a:bodyPr/>
          <a:lstStyle/>
          <a:p>
            <a:pPr eaLnBrk="1" hangingPunct="1"/>
            <a:endParaRPr lang="en-US" altLang="en-US" dirty="0" smtClean="0"/>
          </a:p>
          <a:p>
            <a:pPr eaLnBrk="1" hangingPunct="1"/>
            <a:r>
              <a:rPr lang="en-US" altLang="en-US" dirty="0" smtClean="0"/>
              <a:t>Database </a:t>
            </a:r>
            <a:r>
              <a:rPr lang="en-US" altLang="en-US" dirty="0" smtClean="0"/>
              <a:t>State: </a:t>
            </a:r>
          </a:p>
          <a:p>
            <a:pPr lvl="1" eaLnBrk="1" hangingPunct="1"/>
            <a:r>
              <a:rPr lang="en-US" altLang="en-US" dirty="0" smtClean="0"/>
              <a:t>Refers to the </a:t>
            </a:r>
            <a:r>
              <a:rPr lang="en-US" altLang="en-US" b="1" i="1" dirty="0" smtClean="0"/>
              <a:t>content</a:t>
            </a:r>
            <a:r>
              <a:rPr lang="en-US" altLang="en-US" dirty="0" smtClean="0"/>
              <a:t> of a database at a moment in time.</a:t>
            </a:r>
          </a:p>
          <a:p>
            <a:pPr eaLnBrk="1" hangingPunct="1"/>
            <a:r>
              <a:rPr lang="en-US" altLang="en-US" dirty="0" smtClean="0"/>
              <a:t>Initial Database State:</a:t>
            </a:r>
          </a:p>
          <a:p>
            <a:pPr lvl="1" eaLnBrk="1" hangingPunct="1"/>
            <a:r>
              <a:rPr lang="en-US" altLang="en-US" dirty="0" smtClean="0"/>
              <a:t>Refers to the database state when it is initially loaded into the system.</a:t>
            </a:r>
          </a:p>
          <a:p>
            <a:pPr eaLnBrk="1" hangingPunct="1"/>
            <a:r>
              <a:rPr lang="en-US" altLang="en-US" dirty="0" smtClean="0"/>
              <a:t>Valid State:</a:t>
            </a:r>
          </a:p>
          <a:p>
            <a:pPr lvl="1" eaLnBrk="1" hangingPunct="1"/>
            <a:r>
              <a:rPr lang="en-US" altLang="en-US" dirty="0" smtClean="0"/>
              <a:t>A state that satisfies the structure and constraints of the database.</a:t>
            </a:r>
          </a:p>
        </p:txBody>
      </p:sp>
    </p:spTree>
    <p:extLst>
      <p:ext uri="{BB962C8B-B14F-4D97-AF65-F5344CB8AC3E}">
        <p14:creationId xmlns:p14="http://schemas.microsoft.com/office/powerpoint/2010/main" val="3956088310"/>
      </p:ext>
    </p:extLst>
  </p:cSld>
  <p:clrMapOvr>
    <a:masterClrMapping/>
  </p:clrMapOvr>
  <p:transition spd="med"/>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4"/>
          <p:cNvSpPr>
            <a:spLocks noGrp="1" noChangeArrowheads="1"/>
          </p:cNvSpPr>
          <p:nvPr>
            <p:ph type="title"/>
          </p:nvPr>
        </p:nvSpPr>
        <p:spPr/>
        <p:txBody>
          <a:bodyPr>
            <a:normAutofit fontScale="90000"/>
          </a:bodyPr>
          <a:lstStyle/>
          <a:p>
            <a:pPr eaLnBrk="1" hangingPunct="1"/>
            <a:r>
              <a:rPr lang="en-US" altLang="en-US" smtClean="0"/>
              <a:t>Database Schema </a:t>
            </a:r>
            <a:br>
              <a:rPr lang="en-US" altLang="en-US" smtClean="0"/>
            </a:br>
            <a:r>
              <a:rPr lang="en-US" altLang="en-US" smtClean="0"/>
              <a:t>vs. Database State (continued)</a:t>
            </a:r>
          </a:p>
        </p:txBody>
      </p:sp>
      <p:sp>
        <p:nvSpPr>
          <p:cNvPr id="21508" name="Rectangle 5"/>
          <p:cNvSpPr>
            <a:spLocks noGrp="1" noChangeArrowheads="1"/>
          </p:cNvSpPr>
          <p:nvPr>
            <p:ph type="body" idx="1"/>
          </p:nvPr>
        </p:nvSpPr>
        <p:spPr/>
        <p:txBody>
          <a:bodyPr/>
          <a:lstStyle/>
          <a:p>
            <a:pPr eaLnBrk="1" hangingPunct="1"/>
            <a:r>
              <a:rPr lang="en-US" altLang="en-US" smtClean="0"/>
              <a:t>Distinction</a:t>
            </a:r>
          </a:p>
          <a:p>
            <a:pPr lvl="1" eaLnBrk="1" hangingPunct="1"/>
            <a:r>
              <a:rPr lang="en-US" altLang="en-US" smtClean="0"/>
              <a:t>The </a:t>
            </a:r>
            <a:r>
              <a:rPr lang="en-US" altLang="en-US" b="1" i="1" smtClean="0"/>
              <a:t>database schema</a:t>
            </a:r>
            <a:r>
              <a:rPr lang="en-US" altLang="en-US" smtClean="0"/>
              <a:t> changes very infrequently. </a:t>
            </a:r>
          </a:p>
          <a:p>
            <a:pPr lvl="1" eaLnBrk="1" hangingPunct="1"/>
            <a:r>
              <a:rPr lang="en-US" altLang="en-US" smtClean="0"/>
              <a:t>The </a:t>
            </a:r>
            <a:r>
              <a:rPr lang="en-US" altLang="en-US" b="1" i="1" smtClean="0"/>
              <a:t>database state</a:t>
            </a:r>
            <a:r>
              <a:rPr lang="en-US" altLang="en-US" smtClean="0"/>
              <a:t> changes every time the database is updated. </a:t>
            </a:r>
          </a:p>
          <a:p>
            <a:pPr lvl="1" eaLnBrk="1" hangingPunct="1"/>
            <a:endParaRPr lang="en-US" altLang="en-US" smtClean="0"/>
          </a:p>
          <a:p>
            <a:pPr eaLnBrk="1" hangingPunct="1"/>
            <a:r>
              <a:rPr lang="en-US" altLang="en-US" b="1" smtClean="0"/>
              <a:t>Schema</a:t>
            </a:r>
            <a:r>
              <a:rPr lang="en-US" altLang="en-US" smtClean="0"/>
              <a:t> is also called </a:t>
            </a:r>
            <a:r>
              <a:rPr lang="en-US" altLang="en-US" b="1" smtClean="0"/>
              <a:t>intension</a:t>
            </a:r>
            <a:r>
              <a:rPr lang="en-US" altLang="en-US" smtClean="0"/>
              <a:t>.</a:t>
            </a:r>
          </a:p>
          <a:p>
            <a:pPr eaLnBrk="1" hangingPunct="1"/>
            <a:r>
              <a:rPr lang="en-US" altLang="en-US" b="1" smtClean="0"/>
              <a:t>State</a:t>
            </a:r>
            <a:r>
              <a:rPr lang="en-US" altLang="en-US" smtClean="0"/>
              <a:t> is also called </a:t>
            </a:r>
            <a:r>
              <a:rPr lang="en-US" altLang="en-US" b="1" smtClean="0"/>
              <a:t>extension</a:t>
            </a:r>
            <a:r>
              <a:rPr lang="en-US" altLang="en-US" smtClean="0"/>
              <a:t>.</a:t>
            </a:r>
          </a:p>
        </p:txBody>
      </p:sp>
    </p:spTree>
    <p:extLst>
      <p:ext uri="{BB962C8B-B14F-4D97-AF65-F5344CB8AC3E}">
        <p14:creationId xmlns:p14="http://schemas.microsoft.com/office/powerpoint/2010/main" val="349184658"/>
      </p:ext>
    </p:extLst>
  </p:cSld>
  <p:clrMapOvr>
    <a:masterClrMapping/>
  </p:clrMapOvr>
  <p:transition spd="med"/>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a:xfrm>
            <a:off x="1295402" y="601133"/>
            <a:ext cx="9601196" cy="1303867"/>
          </a:xfrm>
        </p:spPr>
        <p:txBody>
          <a:bodyPr/>
          <a:lstStyle/>
          <a:p>
            <a:pPr eaLnBrk="1" hangingPunct="1"/>
            <a:r>
              <a:rPr lang="en-US" altLang="en-US" dirty="0" smtClean="0"/>
              <a:t>Example of a Database Schema</a:t>
            </a:r>
          </a:p>
        </p:txBody>
      </p:sp>
      <p:pic>
        <p:nvPicPr>
          <p:cNvPr id="23556" name="Picture 6" descr="fig02_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800" y="1798468"/>
            <a:ext cx="7772400" cy="420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14011324"/>
      </p:ext>
    </p:extLst>
  </p:cSld>
  <p:clrMapOvr>
    <a:masterClrMapping/>
  </p:clrMapOvr>
  <p:transition spd="med"/>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2"/>
          <p:cNvSpPr>
            <a:spLocks noGrp="1" noChangeArrowheads="1"/>
          </p:cNvSpPr>
          <p:nvPr>
            <p:ph type="title"/>
          </p:nvPr>
        </p:nvSpPr>
        <p:spPr>
          <a:xfrm>
            <a:off x="1295078" y="864093"/>
            <a:ext cx="4866026" cy="2289175"/>
          </a:xfrm>
        </p:spPr>
        <p:txBody>
          <a:bodyPr/>
          <a:lstStyle/>
          <a:p>
            <a:pPr eaLnBrk="1" hangingPunct="1"/>
            <a:r>
              <a:rPr lang="en-US" altLang="en-US" dirty="0" smtClean="0"/>
              <a:t>Example of a database state</a:t>
            </a:r>
          </a:p>
        </p:txBody>
      </p:sp>
      <p:pic>
        <p:nvPicPr>
          <p:cNvPr id="24580" name="Picture 4" descr="fig01_0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7624" y="683581"/>
            <a:ext cx="4734691" cy="544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6545736"/>
      </p:ext>
    </p:extLst>
  </p:cSld>
  <p:clrMapOvr>
    <a:masterClrMapping/>
  </p:clrMapOvr>
  <p:transition spd="med"/>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1150808"/>
            <a:ext cx="9601196" cy="1303867"/>
          </a:xfrm>
        </p:spPr>
        <p:txBody>
          <a:bodyPr>
            <a:normAutofit/>
          </a:bodyPr>
          <a:lstStyle/>
          <a:p>
            <a:r>
              <a:rPr lang="en-US" dirty="0"/>
              <a:t>Three schema </a:t>
            </a:r>
            <a:r>
              <a:rPr lang="en-US" dirty="0" smtClean="0"/>
              <a:t>Architecture</a:t>
            </a:r>
            <a:endParaRPr lang="en-US" dirty="0"/>
          </a:p>
        </p:txBody>
      </p:sp>
      <p:sp>
        <p:nvSpPr>
          <p:cNvPr id="3" name="Content Placeholder 2"/>
          <p:cNvSpPr>
            <a:spLocks noGrp="1"/>
          </p:cNvSpPr>
          <p:nvPr>
            <p:ph idx="1"/>
          </p:nvPr>
        </p:nvSpPr>
        <p:spPr/>
        <p:txBody>
          <a:bodyPr/>
          <a:lstStyle/>
          <a:p>
            <a:pPr algn="just"/>
            <a:r>
              <a:rPr lang="en-US" dirty="0"/>
              <a:t>The three schema architecture is also called ANSI/SPARC architecture or three-level architecture.</a:t>
            </a:r>
          </a:p>
          <a:p>
            <a:pPr algn="just"/>
            <a:r>
              <a:rPr lang="en-US" dirty="0"/>
              <a:t>This framework is used to describe the structure of a specific database system.</a:t>
            </a:r>
          </a:p>
          <a:p>
            <a:pPr algn="just"/>
            <a:r>
              <a:rPr lang="en-US" dirty="0"/>
              <a:t>The three schema architecture is also used to separate the user applications and physical database.</a:t>
            </a:r>
          </a:p>
          <a:p>
            <a:pPr algn="just"/>
            <a:r>
              <a:rPr lang="en-US" dirty="0"/>
              <a:t>The three schema architecture contains three-levels. It breaks the database down into three different categories.</a:t>
            </a:r>
          </a:p>
          <a:p>
            <a:pPr algn="just"/>
            <a:endParaRPr lang="en-US" dirty="0"/>
          </a:p>
        </p:txBody>
      </p:sp>
    </p:spTree>
    <p:extLst>
      <p:ext uri="{BB962C8B-B14F-4D97-AF65-F5344CB8AC3E}">
        <p14:creationId xmlns:p14="http://schemas.microsoft.com/office/powerpoint/2010/main" val="3795930412"/>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schema Architecture</a:t>
            </a:r>
          </a:p>
        </p:txBody>
      </p:sp>
      <p:pic>
        <p:nvPicPr>
          <p:cNvPr id="4" name="Content Placeholder 3"/>
          <p:cNvPicPr>
            <a:picLocks noGrp="1" noChangeAspect="1"/>
          </p:cNvPicPr>
          <p:nvPr>
            <p:ph idx="1"/>
          </p:nvPr>
        </p:nvPicPr>
        <p:blipFill>
          <a:blip r:embed="rId2"/>
          <a:stretch>
            <a:fillRect/>
          </a:stretch>
        </p:blipFill>
        <p:spPr>
          <a:xfrm>
            <a:off x="3850365" y="2557463"/>
            <a:ext cx="4491269" cy="3317875"/>
          </a:xfrm>
          <a:prstGeom prst="rect">
            <a:avLst/>
          </a:prstGeom>
        </p:spPr>
      </p:pic>
    </p:spTree>
    <p:extLst>
      <p:ext uri="{BB962C8B-B14F-4D97-AF65-F5344CB8AC3E}">
        <p14:creationId xmlns:p14="http://schemas.microsoft.com/office/powerpoint/2010/main" val="2166533496"/>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Three schema Architecture</a:t>
            </a:r>
          </a:p>
        </p:txBody>
      </p:sp>
      <p:sp>
        <p:nvSpPr>
          <p:cNvPr id="3" name="Content Placeholder 2"/>
          <p:cNvSpPr>
            <a:spLocks noGrp="1"/>
          </p:cNvSpPr>
          <p:nvPr>
            <p:ph idx="1"/>
          </p:nvPr>
        </p:nvSpPr>
        <p:spPr/>
        <p:txBody>
          <a:bodyPr>
            <a:normAutofit fontScale="85000" lnSpcReduction="10000"/>
          </a:bodyPr>
          <a:lstStyle/>
          <a:p>
            <a:pPr algn="just"/>
            <a:r>
              <a:rPr lang="en-US" dirty="0"/>
              <a:t>The main objective of three level architecture is to enable multiple users to access the same data with a personalized view while storing the underlying data only once</a:t>
            </a:r>
            <a:r>
              <a:rPr lang="en-US" dirty="0" smtClean="0"/>
              <a:t>.</a:t>
            </a:r>
          </a:p>
          <a:p>
            <a:pPr algn="just"/>
            <a:endParaRPr lang="en-US" dirty="0"/>
          </a:p>
          <a:p>
            <a:pPr algn="just"/>
            <a:r>
              <a:rPr lang="en-US" dirty="0"/>
              <a:t>Different users need different views of the same data.</a:t>
            </a:r>
          </a:p>
          <a:p>
            <a:pPr algn="just"/>
            <a:endParaRPr lang="en-US" dirty="0" smtClean="0"/>
          </a:p>
          <a:p>
            <a:pPr algn="just"/>
            <a:r>
              <a:rPr lang="en-US" dirty="0"/>
              <a:t>The users of the database should not worry about the physical implementation and internal workings of the database such as data compression and encryption techniques, hashing, optimization of the internal structures etc.</a:t>
            </a:r>
          </a:p>
          <a:p>
            <a:pPr algn="just"/>
            <a:endParaRPr lang="en-US" dirty="0" smtClean="0"/>
          </a:p>
          <a:p>
            <a:pPr algn="just"/>
            <a:r>
              <a:rPr lang="en-US" dirty="0"/>
              <a:t>All users should be able to access the same data according to their requirements.</a:t>
            </a:r>
          </a:p>
          <a:p>
            <a:pPr algn="just"/>
            <a:endParaRPr lang="en-US" dirty="0"/>
          </a:p>
        </p:txBody>
      </p:sp>
    </p:spTree>
    <p:extLst>
      <p:ext uri="{BB962C8B-B14F-4D97-AF65-F5344CB8AC3E}">
        <p14:creationId xmlns:p14="http://schemas.microsoft.com/office/powerpoint/2010/main" val="3484463788"/>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38920" y="1056524"/>
            <a:ext cx="9601196" cy="1303867"/>
          </a:xfrm>
        </p:spPr>
        <p:txBody>
          <a:bodyPr>
            <a:normAutofit/>
          </a:bodyPr>
          <a:lstStyle/>
          <a:p>
            <a:r>
              <a:rPr lang="en-US" dirty="0"/>
              <a:t>1. Internal </a:t>
            </a:r>
            <a:r>
              <a:rPr lang="en-US" dirty="0" smtClean="0"/>
              <a:t>Level</a:t>
            </a:r>
            <a:endParaRPr lang="en-US" dirty="0"/>
          </a:p>
        </p:txBody>
      </p:sp>
      <p:sp>
        <p:nvSpPr>
          <p:cNvPr id="3" name="Content Placeholder 2"/>
          <p:cNvSpPr>
            <a:spLocks noGrp="1"/>
          </p:cNvSpPr>
          <p:nvPr>
            <p:ph idx="1"/>
          </p:nvPr>
        </p:nvSpPr>
        <p:spPr/>
        <p:txBody>
          <a:bodyPr/>
          <a:lstStyle/>
          <a:p>
            <a:pPr algn="just"/>
            <a:r>
              <a:rPr lang="en-US" dirty="0"/>
              <a:t>The internal level has an internal schema which describes the physical storage structure of the database.</a:t>
            </a:r>
          </a:p>
          <a:p>
            <a:pPr algn="just"/>
            <a:r>
              <a:rPr lang="en-US" dirty="0"/>
              <a:t>The internal schema is also known as a physical schema.</a:t>
            </a:r>
          </a:p>
          <a:p>
            <a:pPr algn="just"/>
            <a:r>
              <a:rPr lang="en-US" dirty="0"/>
              <a:t>It uses the physical data model. It is used to define that how the data will be stored in a block.</a:t>
            </a:r>
          </a:p>
          <a:p>
            <a:pPr algn="just"/>
            <a:r>
              <a:rPr lang="en-US" dirty="0"/>
              <a:t>The physical level is used to describe complex low-level data structures in detail.</a:t>
            </a:r>
          </a:p>
          <a:p>
            <a:pPr algn="just"/>
            <a:endParaRPr lang="en-US" dirty="0"/>
          </a:p>
        </p:txBody>
      </p:sp>
      <p:pic>
        <p:nvPicPr>
          <p:cNvPr id="4" name="Picture 3"/>
          <p:cNvPicPr>
            <a:picLocks noChangeAspect="1"/>
          </p:cNvPicPr>
          <p:nvPr/>
        </p:nvPicPr>
        <p:blipFill>
          <a:blip r:embed="rId2"/>
          <a:stretch>
            <a:fillRect/>
          </a:stretch>
        </p:blipFill>
        <p:spPr>
          <a:xfrm>
            <a:off x="6495433" y="632613"/>
            <a:ext cx="4401164" cy="1924319"/>
          </a:xfrm>
          <a:prstGeom prst="rect">
            <a:avLst/>
          </a:prstGeom>
        </p:spPr>
      </p:pic>
    </p:spTree>
    <p:extLst>
      <p:ext uri="{BB962C8B-B14F-4D97-AF65-F5344CB8AC3E}">
        <p14:creationId xmlns:p14="http://schemas.microsoft.com/office/powerpoint/2010/main" val="245805189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03766" y="951902"/>
            <a:ext cx="9601196" cy="1303867"/>
          </a:xfrm>
        </p:spPr>
        <p:txBody>
          <a:bodyPr>
            <a:normAutofit/>
          </a:bodyPr>
          <a:lstStyle/>
          <a:p>
            <a:r>
              <a:rPr lang="en-US" dirty="0"/>
              <a:t>2. Conceptual </a:t>
            </a:r>
            <a:r>
              <a:rPr lang="en-US" dirty="0" smtClean="0"/>
              <a:t>Level</a:t>
            </a:r>
            <a:endParaRPr lang="en-US" dirty="0"/>
          </a:p>
        </p:txBody>
      </p:sp>
      <p:sp>
        <p:nvSpPr>
          <p:cNvPr id="3" name="Content Placeholder 2"/>
          <p:cNvSpPr>
            <a:spLocks noGrp="1"/>
          </p:cNvSpPr>
          <p:nvPr>
            <p:ph idx="1"/>
          </p:nvPr>
        </p:nvSpPr>
        <p:spPr/>
        <p:txBody>
          <a:bodyPr/>
          <a:lstStyle/>
          <a:p>
            <a:r>
              <a:rPr lang="en-US" dirty="0"/>
              <a:t>The conceptual schema describes the design of a database at the conceptual level. Conceptual level is also known as logical level.</a:t>
            </a:r>
          </a:p>
          <a:p>
            <a:endParaRPr lang="en-US" dirty="0" smtClean="0"/>
          </a:p>
          <a:p>
            <a:r>
              <a:rPr lang="en-US" dirty="0" smtClean="0"/>
              <a:t>The </a:t>
            </a:r>
            <a:r>
              <a:rPr lang="en-US" dirty="0"/>
              <a:t>conceptual schema describes the structure of the whole database.</a:t>
            </a:r>
          </a:p>
          <a:p>
            <a:endParaRPr lang="en-US" dirty="0" smtClean="0"/>
          </a:p>
          <a:p>
            <a:r>
              <a:rPr lang="en-US" dirty="0" smtClean="0"/>
              <a:t>The </a:t>
            </a:r>
            <a:r>
              <a:rPr lang="en-US" dirty="0"/>
              <a:t>conceptual level describes what data are to be stored in the database and also describes what relationship exists among those data.</a:t>
            </a:r>
          </a:p>
          <a:p>
            <a:endParaRPr lang="en-US" dirty="0"/>
          </a:p>
        </p:txBody>
      </p:sp>
      <p:pic>
        <p:nvPicPr>
          <p:cNvPr id="4" name="Picture 3"/>
          <p:cNvPicPr>
            <a:picLocks noChangeAspect="1"/>
          </p:cNvPicPr>
          <p:nvPr/>
        </p:nvPicPr>
        <p:blipFill>
          <a:blip r:embed="rId2"/>
          <a:stretch>
            <a:fillRect/>
          </a:stretch>
        </p:blipFill>
        <p:spPr>
          <a:xfrm>
            <a:off x="7245165" y="697160"/>
            <a:ext cx="3651432" cy="1813352"/>
          </a:xfrm>
          <a:prstGeom prst="rect">
            <a:avLst/>
          </a:prstGeom>
        </p:spPr>
      </p:pic>
    </p:spTree>
    <p:extLst>
      <p:ext uri="{BB962C8B-B14F-4D97-AF65-F5344CB8AC3E}">
        <p14:creationId xmlns:p14="http://schemas.microsoft.com/office/powerpoint/2010/main" val="356008223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5401" y="801904"/>
            <a:ext cx="9601196" cy="1303867"/>
          </a:xfrm>
        </p:spPr>
        <p:txBody>
          <a:bodyPr>
            <a:normAutofit/>
          </a:bodyPr>
          <a:lstStyle/>
          <a:p>
            <a:r>
              <a:rPr lang="en-US" dirty="0"/>
              <a:t>3. External </a:t>
            </a:r>
            <a:r>
              <a:rPr lang="en-US" dirty="0" smtClean="0"/>
              <a:t>Level</a:t>
            </a:r>
            <a:endParaRPr lang="en-US" dirty="0"/>
          </a:p>
        </p:txBody>
      </p:sp>
      <p:sp>
        <p:nvSpPr>
          <p:cNvPr id="3" name="Content Placeholder 2"/>
          <p:cNvSpPr>
            <a:spLocks noGrp="1"/>
          </p:cNvSpPr>
          <p:nvPr>
            <p:ph idx="1"/>
          </p:nvPr>
        </p:nvSpPr>
        <p:spPr>
          <a:xfrm>
            <a:off x="1295401" y="2876528"/>
            <a:ext cx="9601196" cy="3318936"/>
          </a:xfrm>
        </p:spPr>
        <p:txBody>
          <a:bodyPr/>
          <a:lstStyle/>
          <a:p>
            <a:pPr algn="just"/>
            <a:r>
              <a:rPr lang="en-US" dirty="0" smtClean="0"/>
              <a:t>An </a:t>
            </a:r>
            <a:r>
              <a:rPr lang="en-US" dirty="0"/>
              <a:t>external schema is also known as view schema.</a:t>
            </a:r>
          </a:p>
          <a:p>
            <a:pPr algn="just"/>
            <a:endParaRPr lang="en-US" dirty="0" smtClean="0"/>
          </a:p>
          <a:p>
            <a:pPr algn="just"/>
            <a:r>
              <a:rPr lang="en-US" dirty="0" smtClean="0"/>
              <a:t>Each </a:t>
            </a:r>
            <a:r>
              <a:rPr lang="en-US" dirty="0"/>
              <a:t>view schema describes the database part that a particular user group is interested and hides the remaining database from that user group.</a:t>
            </a:r>
          </a:p>
          <a:p>
            <a:pPr algn="just"/>
            <a:endParaRPr lang="en-US" dirty="0" smtClean="0"/>
          </a:p>
          <a:p>
            <a:pPr algn="just"/>
            <a:r>
              <a:rPr lang="en-US" dirty="0" smtClean="0"/>
              <a:t>The </a:t>
            </a:r>
            <a:r>
              <a:rPr lang="en-US" dirty="0"/>
              <a:t>view schema describes the end user interaction with database systems.</a:t>
            </a:r>
          </a:p>
          <a:p>
            <a:pPr algn="just"/>
            <a:endParaRPr lang="en-US" dirty="0"/>
          </a:p>
        </p:txBody>
      </p:sp>
      <p:pic>
        <p:nvPicPr>
          <p:cNvPr id="4" name="Picture 3"/>
          <p:cNvPicPr>
            <a:picLocks noChangeAspect="1"/>
          </p:cNvPicPr>
          <p:nvPr/>
        </p:nvPicPr>
        <p:blipFill>
          <a:blip r:embed="rId2"/>
          <a:stretch>
            <a:fillRect/>
          </a:stretch>
        </p:blipFill>
        <p:spPr>
          <a:xfrm>
            <a:off x="1823440" y="2019669"/>
            <a:ext cx="8545118" cy="619211"/>
          </a:xfrm>
          <a:prstGeom prst="rect">
            <a:avLst/>
          </a:prstGeom>
        </p:spPr>
      </p:pic>
    </p:spTree>
    <p:extLst>
      <p:ext uri="{BB962C8B-B14F-4D97-AF65-F5344CB8AC3E}">
        <p14:creationId xmlns:p14="http://schemas.microsoft.com/office/powerpoint/2010/main" val="4108896125"/>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Data Independence</a:t>
            </a:r>
            <a:endParaRPr lang="en-US" dirty="0"/>
          </a:p>
        </p:txBody>
      </p:sp>
      <p:sp>
        <p:nvSpPr>
          <p:cNvPr id="3" name="Content Placeholder 2"/>
          <p:cNvSpPr>
            <a:spLocks noGrp="1"/>
          </p:cNvSpPr>
          <p:nvPr>
            <p:ph idx="1"/>
          </p:nvPr>
        </p:nvSpPr>
        <p:spPr/>
        <p:txBody>
          <a:bodyPr/>
          <a:lstStyle/>
          <a:p>
            <a:pPr eaLnBrk="1" hangingPunct="1">
              <a:lnSpc>
                <a:spcPct val="90000"/>
              </a:lnSpc>
            </a:pPr>
            <a:r>
              <a:rPr lang="en-US" altLang="en-US" b="1" dirty="0"/>
              <a:t>Logical Data </a:t>
            </a:r>
            <a:r>
              <a:rPr lang="en-US" altLang="en-US" b="1" dirty="0" smtClean="0"/>
              <a:t>Independence</a:t>
            </a:r>
            <a:endParaRPr lang="en-US" altLang="en-US" b="1" dirty="0"/>
          </a:p>
          <a:p>
            <a:pPr lvl="1" eaLnBrk="1" hangingPunct="1">
              <a:lnSpc>
                <a:spcPct val="90000"/>
              </a:lnSpc>
            </a:pPr>
            <a:r>
              <a:rPr lang="en-US" altLang="en-US" dirty="0"/>
              <a:t>The capacity to change the conceptual schema without having to change the external schemas and their associated application programs</a:t>
            </a:r>
            <a:r>
              <a:rPr lang="en-US" altLang="en-US" dirty="0" smtClean="0"/>
              <a:t>.</a:t>
            </a:r>
          </a:p>
          <a:p>
            <a:pPr lvl="1" eaLnBrk="1" hangingPunct="1">
              <a:lnSpc>
                <a:spcPct val="90000"/>
              </a:lnSpc>
            </a:pPr>
            <a:endParaRPr lang="en-US" altLang="en-US" dirty="0"/>
          </a:p>
          <a:p>
            <a:pPr eaLnBrk="1" hangingPunct="1">
              <a:lnSpc>
                <a:spcPct val="90000"/>
              </a:lnSpc>
            </a:pPr>
            <a:r>
              <a:rPr lang="en-US" altLang="en-US" b="1" dirty="0"/>
              <a:t>Physical Data </a:t>
            </a:r>
            <a:r>
              <a:rPr lang="en-US" altLang="en-US" b="1" dirty="0" smtClean="0"/>
              <a:t>Independence</a:t>
            </a:r>
            <a:endParaRPr lang="en-US" altLang="en-US" b="1" dirty="0"/>
          </a:p>
          <a:p>
            <a:pPr lvl="1" eaLnBrk="1" hangingPunct="1">
              <a:lnSpc>
                <a:spcPct val="90000"/>
              </a:lnSpc>
            </a:pPr>
            <a:r>
              <a:rPr lang="en-US" altLang="en-US" dirty="0"/>
              <a:t>The capacity to change the internal schema without having to change the conceptual schema.</a:t>
            </a:r>
          </a:p>
          <a:p>
            <a:pPr lvl="1" eaLnBrk="1" hangingPunct="1">
              <a:lnSpc>
                <a:spcPct val="90000"/>
              </a:lnSpc>
            </a:pPr>
            <a:r>
              <a:rPr lang="en-US" altLang="en-US" dirty="0"/>
              <a:t>For example, the internal schema may be changed when certain file structures are reorganized or new indexes are created to improve database performance</a:t>
            </a:r>
          </a:p>
          <a:p>
            <a:endParaRPr lang="en-US" dirty="0"/>
          </a:p>
        </p:txBody>
      </p:sp>
    </p:spTree>
    <p:extLst>
      <p:ext uri="{BB962C8B-B14F-4D97-AF65-F5344CB8AC3E}">
        <p14:creationId xmlns:p14="http://schemas.microsoft.com/office/powerpoint/2010/main" val="2281108037"/>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DBMS Languages</a:t>
            </a:r>
            <a:endParaRPr lang="en-US" dirty="0"/>
          </a:p>
        </p:txBody>
      </p:sp>
      <p:sp>
        <p:nvSpPr>
          <p:cNvPr id="3" name="Content Placeholder 2"/>
          <p:cNvSpPr>
            <a:spLocks noGrp="1"/>
          </p:cNvSpPr>
          <p:nvPr>
            <p:ph idx="1"/>
          </p:nvPr>
        </p:nvSpPr>
        <p:spPr/>
        <p:txBody>
          <a:bodyPr/>
          <a:lstStyle/>
          <a:p>
            <a:pPr algn="just" eaLnBrk="1" hangingPunct="1"/>
            <a:r>
              <a:rPr lang="en-US" altLang="en-US" dirty="0"/>
              <a:t>Data Definition Language (DDL)</a:t>
            </a:r>
          </a:p>
          <a:p>
            <a:pPr algn="just" eaLnBrk="1" hangingPunct="1"/>
            <a:endParaRPr lang="en-US" altLang="en-US" dirty="0" smtClean="0"/>
          </a:p>
          <a:p>
            <a:pPr algn="just" eaLnBrk="1" hangingPunct="1"/>
            <a:r>
              <a:rPr lang="en-US" altLang="en-US" dirty="0" smtClean="0"/>
              <a:t>Data </a:t>
            </a:r>
            <a:r>
              <a:rPr lang="en-US" altLang="en-US" dirty="0"/>
              <a:t>Manipulation Language (DML)</a:t>
            </a:r>
          </a:p>
          <a:p>
            <a:pPr lvl="1" algn="just" eaLnBrk="1" hangingPunct="1"/>
            <a:r>
              <a:rPr lang="en-US" altLang="en-US" dirty="0"/>
              <a:t>High-Level or Non-procedural Languages: These include the relational language SQL</a:t>
            </a:r>
          </a:p>
          <a:p>
            <a:pPr lvl="2" algn="just" eaLnBrk="1" hangingPunct="1"/>
            <a:r>
              <a:rPr lang="en-US" altLang="en-US" dirty="0"/>
              <a:t>May be used in a standalone way or may be embedded in a programming language</a:t>
            </a:r>
          </a:p>
          <a:p>
            <a:pPr lvl="1" algn="just" eaLnBrk="1" hangingPunct="1"/>
            <a:r>
              <a:rPr lang="en-US" altLang="en-US" dirty="0"/>
              <a:t>Low Level or Procedural Languages:</a:t>
            </a:r>
          </a:p>
          <a:p>
            <a:pPr lvl="2" algn="just" eaLnBrk="1" hangingPunct="1"/>
            <a:r>
              <a:rPr lang="en-US" altLang="en-US" dirty="0"/>
              <a:t>These must be embedded in a programming language</a:t>
            </a:r>
          </a:p>
          <a:p>
            <a:pPr algn="just" eaLnBrk="1" hangingPunct="1"/>
            <a:endParaRPr lang="en-US" altLang="en-US" dirty="0"/>
          </a:p>
          <a:p>
            <a:pPr algn="just" eaLnBrk="1" hangingPunct="1"/>
            <a:endParaRPr lang="en-US" altLang="en-US" dirty="0"/>
          </a:p>
          <a:p>
            <a:pPr algn="just"/>
            <a:endParaRPr lang="en-US" dirty="0"/>
          </a:p>
        </p:txBody>
      </p:sp>
    </p:spTree>
    <p:extLst>
      <p:ext uri="{BB962C8B-B14F-4D97-AF65-F5344CB8AC3E}">
        <p14:creationId xmlns:p14="http://schemas.microsoft.com/office/powerpoint/2010/main" val="2936557796"/>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DBMS Programming Language Interfaces</a:t>
            </a:r>
            <a:endParaRPr lang="en-US" dirty="0"/>
          </a:p>
        </p:txBody>
      </p:sp>
      <p:sp>
        <p:nvSpPr>
          <p:cNvPr id="3" name="Content Placeholder 2"/>
          <p:cNvSpPr>
            <a:spLocks noGrp="1"/>
          </p:cNvSpPr>
          <p:nvPr>
            <p:ph idx="1"/>
          </p:nvPr>
        </p:nvSpPr>
        <p:spPr/>
        <p:txBody>
          <a:bodyPr/>
          <a:lstStyle/>
          <a:p>
            <a:pPr eaLnBrk="1" hangingPunct="1"/>
            <a:r>
              <a:rPr lang="en-US" altLang="en-US" dirty="0"/>
              <a:t>Programmer interfaces for embedding DML in a programming languages:</a:t>
            </a:r>
          </a:p>
          <a:p>
            <a:pPr lvl="1" eaLnBrk="1" hangingPunct="1"/>
            <a:r>
              <a:rPr lang="en-US" altLang="en-US" b="1" dirty="0"/>
              <a:t>Embedded Approach</a:t>
            </a:r>
            <a:r>
              <a:rPr lang="en-US" altLang="en-US" dirty="0"/>
              <a:t>: </a:t>
            </a:r>
            <a:r>
              <a:rPr lang="en-US" altLang="en-US" dirty="0" err="1"/>
              <a:t>e.g</a:t>
            </a:r>
            <a:r>
              <a:rPr lang="en-US" altLang="en-US" dirty="0"/>
              <a:t> embedded SQL (for C, C++, etc.), SQLJ (for Java)</a:t>
            </a:r>
          </a:p>
          <a:p>
            <a:pPr lvl="1" eaLnBrk="1" hangingPunct="1"/>
            <a:r>
              <a:rPr lang="en-US" altLang="en-US" b="1" dirty="0"/>
              <a:t>Procedure Call Approach</a:t>
            </a:r>
            <a:r>
              <a:rPr lang="en-US" altLang="en-US" dirty="0"/>
              <a:t>: e.g. JDBC for Java, ODBC (Open </a:t>
            </a:r>
            <a:r>
              <a:rPr lang="en-US" altLang="en-US" dirty="0" err="1"/>
              <a:t>Databse</a:t>
            </a:r>
            <a:r>
              <a:rPr lang="en-US" altLang="en-US" dirty="0"/>
              <a:t> Connectivity) for other programming languages as API’s (application programming interfaces)</a:t>
            </a:r>
          </a:p>
          <a:p>
            <a:pPr lvl="1" eaLnBrk="1" hangingPunct="1"/>
            <a:r>
              <a:rPr lang="en-US" altLang="en-US" b="1" dirty="0"/>
              <a:t>Database Programming Language Approach</a:t>
            </a:r>
            <a:r>
              <a:rPr lang="en-US" altLang="en-US" dirty="0"/>
              <a:t>: e.g. ORACLE has PL/SQL, a programming language based on SQL; language incorporates SQL and its data types as integral components</a:t>
            </a:r>
          </a:p>
          <a:p>
            <a:pPr lvl="1" eaLnBrk="1" hangingPunct="1"/>
            <a:r>
              <a:rPr lang="en-US" altLang="en-US" b="1" dirty="0"/>
              <a:t>Scripting Languages: </a:t>
            </a:r>
            <a:r>
              <a:rPr lang="en-US" altLang="en-US" dirty="0"/>
              <a:t>PHP (client-side scripting) and Python (server-side scripting) are used to write database programs.</a:t>
            </a:r>
          </a:p>
          <a:p>
            <a:pPr eaLnBrk="1" hangingPunct="1"/>
            <a:endParaRPr lang="en-US" altLang="en-US" dirty="0"/>
          </a:p>
          <a:p>
            <a:endParaRPr lang="en-US" dirty="0"/>
          </a:p>
        </p:txBody>
      </p:sp>
    </p:spTree>
    <p:extLst>
      <p:ext uri="{BB962C8B-B14F-4D97-AF65-F5344CB8AC3E}">
        <p14:creationId xmlns:p14="http://schemas.microsoft.com/office/powerpoint/2010/main" val="2400073345"/>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7288" y="618147"/>
            <a:ext cx="9601196" cy="1303867"/>
          </a:xfrm>
        </p:spPr>
        <p:txBody>
          <a:bodyPr/>
          <a:lstStyle/>
          <a:p>
            <a:r>
              <a:rPr lang="en-US" altLang="en-US" dirty="0"/>
              <a:t>Typical DBMS Component Modules</a:t>
            </a:r>
            <a:endParaRPr lang="en-US" dirty="0"/>
          </a:p>
        </p:txBody>
      </p:sp>
      <p:pic>
        <p:nvPicPr>
          <p:cNvPr id="4" name="Picture 4" descr="fig02_0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622089" y="1738378"/>
            <a:ext cx="4483223" cy="44906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98718437"/>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7" name="Rectangle 4"/>
          <p:cNvSpPr>
            <a:spLocks noGrp="1" noChangeArrowheads="1"/>
          </p:cNvSpPr>
          <p:nvPr>
            <p:ph type="title"/>
          </p:nvPr>
        </p:nvSpPr>
        <p:spPr/>
        <p:txBody>
          <a:bodyPr>
            <a:normAutofit fontScale="90000"/>
          </a:bodyPr>
          <a:lstStyle/>
          <a:p>
            <a:pPr eaLnBrk="1" hangingPunct="1"/>
            <a:r>
              <a:rPr lang="en-US" altLang="en-US" dirty="0" smtClean="0"/>
              <a:t>Centralized and </a:t>
            </a:r>
            <a:br>
              <a:rPr lang="en-US" altLang="en-US" dirty="0" smtClean="0"/>
            </a:br>
            <a:r>
              <a:rPr lang="en-US" altLang="en-US" dirty="0" smtClean="0"/>
              <a:t>Client-Server DBMS Architectures </a:t>
            </a:r>
          </a:p>
        </p:txBody>
      </p:sp>
      <p:sp>
        <p:nvSpPr>
          <p:cNvPr id="41988" name="Rectangle 5"/>
          <p:cNvSpPr>
            <a:spLocks noGrp="1" noChangeArrowheads="1"/>
          </p:cNvSpPr>
          <p:nvPr>
            <p:ph type="body" idx="1"/>
          </p:nvPr>
        </p:nvSpPr>
        <p:spPr/>
        <p:txBody>
          <a:bodyPr/>
          <a:lstStyle/>
          <a:p>
            <a:pPr eaLnBrk="1" hangingPunct="1"/>
            <a:r>
              <a:rPr lang="en-US" altLang="en-US" dirty="0" smtClean="0"/>
              <a:t>Centralized </a:t>
            </a:r>
            <a:r>
              <a:rPr lang="en-US" altLang="en-US" dirty="0" smtClean="0"/>
              <a:t>DBMS</a:t>
            </a:r>
            <a:endParaRPr lang="en-US" altLang="en-US" dirty="0" smtClean="0"/>
          </a:p>
          <a:p>
            <a:pPr lvl="1" eaLnBrk="1" hangingPunct="1"/>
            <a:endParaRPr lang="en-US" altLang="en-US" dirty="0" smtClean="0"/>
          </a:p>
          <a:p>
            <a:pPr lvl="1" eaLnBrk="1" hangingPunct="1"/>
            <a:r>
              <a:rPr lang="en-US" altLang="en-US" dirty="0" smtClean="0"/>
              <a:t>Combines </a:t>
            </a:r>
            <a:r>
              <a:rPr lang="en-US" altLang="en-US" dirty="0" smtClean="0"/>
              <a:t>everything into single system including- DBMS software, hardware, application programs, and user interface processing software.</a:t>
            </a:r>
          </a:p>
          <a:p>
            <a:pPr lvl="1" eaLnBrk="1" hangingPunct="1"/>
            <a:r>
              <a:rPr lang="en-US" altLang="en-US" dirty="0" smtClean="0"/>
              <a:t>User can still connect through a remote terminal – however, all processing is done at centralized site.</a:t>
            </a:r>
          </a:p>
        </p:txBody>
      </p:sp>
    </p:spTree>
    <p:extLst>
      <p:ext uri="{BB962C8B-B14F-4D97-AF65-F5344CB8AC3E}">
        <p14:creationId xmlns:p14="http://schemas.microsoft.com/office/powerpoint/2010/main" val="218015900"/>
      </p:ext>
    </p:extLst>
  </p:cSld>
  <p:clrMapOvr>
    <a:masterClrMapping/>
  </p:clrMapOvr>
  <p:transition spd="med"/>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1028"/>
          <p:cNvSpPr>
            <a:spLocks noGrp="1" noChangeArrowheads="1"/>
          </p:cNvSpPr>
          <p:nvPr>
            <p:ph type="title"/>
          </p:nvPr>
        </p:nvSpPr>
        <p:spPr>
          <a:xfrm>
            <a:off x="1295401" y="1133053"/>
            <a:ext cx="9601196" cy="1303867"/>
          </a:xfrm>
        </p:spPr>
        <p:txBody>
          <a:bodyPr/>
          <a:lstStyle/>
          <a:p>
            <a:pPr eaLnBrk="1" hangingPunct="1"/>
            <a:r>
              <a:rPr lang="en-US" altLang="en-US" sz="3200" dirty="0"/>
              <a:t>Basic 2-tier Client-Server Architectures</a:t>
            </a:r>
          </a:p>
        </p:txBody>
      </p:sp>
      <p:sp>
        <p:nvSpPr>
          <p:cNvPr id="45060" name="Rectangle 1029"/>
          <p:cNvSpPr>
            <a:spLocks noGrp="1" noChangeArrowheads="1"/>
          </p:cNvSpPr>
          <p:nvPr>
            <p:ph type="body" idx="1"/>
          </p:nvPr>
        </p:nvSpPr>
        <p:spPr/>
        <p:txBody>
          <a:bodyPr/>
          <a:lstStyle/>
          <a:p>
            <a:pPr eaLnBrk="1" hangingPunct="1"/>
            <a:r>
              <a:rPr lang="en-US" altLang="en-US" dirty="0" smtClean="0"/>
              <a:t>Specialized Servers with Specialized functions</a:t>
            </a:r>
          </a:p>
          <a:p>
            <a:pPr lvl="1" eaLnBrk="1" hangingPunct="1"/>
            <a:r>
              <a:rPr lang="en-US" altLang="en-US" dirty="0" smtClean="0"/>
              <a:t>Print server</a:t>
            </a:r>
          </a:p>
          <a:p>
            <a:pPr lvl="1" eaLnBrk="1" hangingPunct="1"/>
            <a:r>
              <a:rPr lang="en-US" altLang="en-US" dirty="0" smtClean="0"/>
              <a:t>File server</a:t>
            </a:r>
          </a:p>
          <a:p>
            <a:pPr lvl="1" eaLnBrk="1" hangingPunct="1"/>
            <a:r>
              <a:rPr lang="en-US" altLang="en-US" dirty="0" smtClean="0"/>
              <a:t>DBMS server</a:t>
            </a:r>
          </a:p>
          <a:p>
            <a:pPr lvl="1" eaLnBrk="1" hangingPunct="1"/>
            <a:r>
              <a:rPr lang="en-US" altLang="en-US" dirty="0" smtClean="0"/>
              <a:t>Web server</a:t>
            </a:r>
          </a:p>
          <a:p>
            <a:pPr lvl="1" eaLnBrk="1" hangingPunct="1"/>
            <a:r>
              <a:rPr lang="en-US" altLang="en-US" dirty="0" smtClean="0"/>
              <a:t>Email server</a:t>
            </a:r>
          </a:p>
          <a:p>
            <a:pPr eaLnBrk="1" hangingPunct="1"/>
            <a:r>
              <a:rPr lang="en-US" altLang="en-US" dirty="0" smtClean="0"/>
              <a:t>Clients can access the specialized servers as needed</a:t>
            </a:r>
          </a:p>
        </p:txBody>
      </p:sp>
    </p:spTree>
    <p:extLst>
      <p:ext uri="{BB962C8B-B14F-4D97-AF65-F5344CB8AC3E}">
        <p14:creationId xmlns:p14="http://schemas.microsoft.com/office/powerpoint/2010/main" val="1140179436"/>
      </p:ext>
    </p:extLst>
  </p:cSld>
  <p:clrMapOvr>
    <a:masterClrMapping/>
  </p:clrMapOvr>
  <p:transition spd="med"/>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pPr eaLnBrk="1" hangingPunct="1"/>
            <a:r>
              <a:rPr lang="en-US" altLang="en-US" sz="3200"/>
              <a:t>Logical two-tier client server architecture</a:t>
            </a:r>
          </a:p>
        </p:txBody>
      </p:sp>
      <p:pic>
        <p:nvPicPr>
          <p:cNvPr id="47108" name="Picture 4" descr="fig02_0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0750" y="2989943"/>
            <a:ext cx="7810500" cy="173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8646870"/>
      </p:ext>
    </p:extLst>
  </p:cSld>
  <p:clrMapOvr>
    <a:masterClrMapping/>
  </p:clrMapOvr>
  <p:transition spd="med"/>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1028"/>
          <p:cNvSpPr>
            <a:spLocks noGrp="1" noChangeArrowheads="1"/>
          </p:cNvSpPr>
          <p:nvPr>
            <p:ph type="title"/>
          </p:nvPr>
        </p:nvSpPr>
        <p:spPr/>
        <p:txBody>
          <a:bodyPr/>
          <a:lstStyle/>
          <a:p>
            <a:pPr eaLnBrk="1" hangingPunct="1"/>
            <a:r>
              <a:rPr lang="en-US" altLang="en-US" smtClean="0"/>
              <a:t>Clients</a:t>
            </a:r>
          </a:p>
        </p:txBody>
      </p:sp>
      <p:sp>
        <p:nvSpPr>
          <p:cNvPr id="48132" name="Rectangle 1029"/>
          <p:cNvSpPr>
            <a:spLocks noGrp="1" noChangeArrowheads="1"/>
          </p:cNvSpPr>
          <p:nvPr>
            <p:ph type="body" idx="1"/>
          </p:nvPr>
        </p:nvSpPr>
        <p:spPr/>
        <p:txBody>
          <a:bodyPr/>
          <a:lstStyle/>
          <a:p>
            <a:pPr eaLnBrk="1" hangingPunct="1"/>
            <a:r>
              <a:rPr lang="en-US" altLang="en-US" smtClean="0"/>
              <a:t>Provide appropriate interfaces through a client software module to access and utilize the various server resources. </a:t>
            </a:r>
          </a:p>
          <a:p>
            <a:pPr eaLnBrk="1" hangingPunct="1"/>
            <a:r>
              <a:rPr lang="en-US" altLang="en-US" smtClean="0"/>
              <a:t>Clients may be diskless machines or PCs or Workstations with disks with only the client software installed.</a:t>
            </a:r>
          </a:p>
          <a:p>
            <a:pPr eaLnBrk="1" hangingPunct="1"/>
            <a:r>
              <a:rPr lang="en-US" altLang="en-US" smtClean="0"/>
              <a:t>Connected to the servers via some form of a network.</a:t>
            </a:r>
          </a:p>
          <a:p>
            <a:pPr lvl="1" eaLnBrk="1" hangingPunct="1"/>
            <a:r>
              <a:rPr lang="en-US" altLang="en-US" smtClean="0"/>
              <a:t>(LAN: local area network, wireless network, etc.)</a:t>
            </a:r>
          </a:p>
        </p:txBody>
      </p:sp>
    </p:spTree>
    <p:extLst>
      <p:ext uri="{BB962C8B-B14F-4D97-AF65-F5344CB8AC3E}">
        <p14:creationId xmlns:p14="http://schemas.microsoft.com/office/powerpoint/2010/main" val="730619398"/>
      </p:ext>
    </p:extLst>
  </p:cSld>
  <p:clrMapOvr>
    <a:masterClrMapping/>
  </p:clrMapOvr>
  <p:transition spd="med"/>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Rectangle 4"/>
          <p:cNvSpPr>
            <a:spLocks noGrp="1" noChangeArrowheads="1"/>
          </p:cNvSpPr>
          <p:nvPr>
            <p:ph type="title"/>
          </p:nvPr>
        </p:nvSpPr>
        <p:spPr/>
        <p:txBody>
          <a:bodyPr/>
          <a:lstStyle/>
          <a:p>
            <a:pPr eaLnBrk="1" hangingPunct="1"/>
            <a:r>
              <a:rPr lang="en-US" altLang="en-US" smtClean="0"/>
              <a:t>DBMS Server</a:t>
            </a:r>
          </a:p>
        </p:txBody>
      </p:sp>
      <p:sp>
        <p:nvSpPr>
          <p:cNvPr id="50180" name="Rectangle 5"/>
          <p:cNvSpPr>
            <a:spLocks noGrp="1" noChangeArrowheads="1"/>
          </p:cNvSpPr>
          <p:nvPr>
            <p:ph type="body" idx="1"/>
          </p:nvPr>
        </p:nvSpPr>
        <p:spPr/>
        <p:txBody>
          <a:bodyPr/>
          <a:lstStyle/>
          <a:p>
            <a:pPr eaLnBrk="1" hangingPunct="1">
              <a:lnSpc>
                <a:spcPct val="90000"/>
              </a:lnSpc>
            </a:pPr>
            <a:r>
              <a:rPr lang="en-US" altLang="en-US"/>
              <a:t>Provides database query and transaction services to the clients</a:t>
            </a:r>
          </a:p>
          <a:p>
            <a:pPr eaLnBrk="1" hangingPunct="1">
              <a:lnSpc>
                <a:spcPct val="90000"/>
              </a:lnSpc>
            </a:pPr>
            <a:r>
              <a:rPr lang="en-US" altLang="en-US"/>
              <a:t>Relational DBMS servers are often called SQL servers, query servers, or transaction servers</a:t>
            </a:r>
          </a:p>
          <a:p>
            <a:pPr eaLnBrk="1" hangingPunct="1">
              <a:lnSpc>
                <a:spcPct val="90000"/>
              </a:lnSpc>
            </a:pPr>
            <a:r>
              <a:rPr lang="en-US" altLang="en-US"/>
              <a:t>Applications running on clients utilize an Application Program Interface (</a:t>
            </a:r>
            <a:r>
              <a:rPr lang="en-US" altLang="en-US" b="1"/>
              <a:t>API</a:t>
            </a:r>
            <a:r>
              <a:rPr lang="en-US" altLang="en-US"/>
              <a:t>) to access server databases via standard interface such as:</a:t>
            </a:r>
          </a:p>
          <a:p>
            <a:pPr lvl="1" eaLnBrk="1" hangingPunct="1">
              <a:lnSpc>
                <a:spcPct val="90000"/>
              </a:lnSpc>
            </a:pPr>
            <a:r>
              <a:rPr lang="en-US" altLang="en-US" sz="2200"/>
              <a:t>ODBC: Open Database Connectivity standard</a:t>
            </a:r>
          </a:p>
          <a:p>
            <a:pPr lvl="1" eaLnBrk="1" hangingPunct="1">
              <a:lnSpc>
                <a:spcPct val="90000"/>
              </a:lnSpc>
            </a:pPr>
            <a:r>
              <a:rPr lang="en-US" altLang="en-US" sz="2200"/>
              <a:t>JDBC: for Java programming access</a:t>
            </a:r>
          </a:p>
        </p:txBody>
      </p:sp>
    </p:spTree>
    <p:extLst>
      <p:ext uri="{BB962C8B-B14F-4D97-AF65-F5344CB8AC3E}">
        <p14:creationId xmlns:p14="http://schemas.microsoft.com/office/powerpoint/2010/main" val="3947488128"/>
      </p:ext>
    </p:extLst>
  </p:cSld>
  <p:clrMapOvr>
    <a:masterClrMapping/>
  </p:clrMapOvr>
  <p:transition spd="med"/>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7" name="Rectangle 1028"/>
          <p:cNvSpPr>
            <a:spLocks noGrp="1" noChangeArrowheads="1"/>
          </p:cNvSpPr>
          <p:nvPr>
            <p:ph type="title"/>
          </p:nvPr>
        </p:nvSpPr>
        <p:spPr/>
        <p:txBody>
          <a:bodyPr/>
          <a:lstStyle/>
          <a:p>
            <a:pPr eaLnBrk="1" hangingPunct="1"/>
            <a:r>
              <a:rPr lang="en-US" altLang="en-US" smtClean="0"/>
              <a:t>Two Tier Client-Server Architecture</a:t>
            </a:r>
          </a:p>
        </p:txBody>
      </p:sp>
      <p:sp>
        <p:nvSpPr>
          <p:cNvPr id="52228" name="Rectangle 1029"/>
          <p:cNvSpPr>
            <a:spLocks noGrp="1" noChangeArrowheads="1"/>
          </p:cNvSpPr>
          <p:nvPr>
            <p:ph type="body" idx="1"/>
          </p:nvPr>
        </p:nvSpPr>
        <p:spPr/>
        <p:txBody>
          <a:bodyPr/>
          <a:lstStyle/>
          <a:p>
            <a:pPr eaLnBrk="1" hangingPunct="1">
              <a:lnSpc>
                <a:spcPct val="90000"/>
              </a:lnSpc>
            </a:pPr>
            <a:r>
              <a:rPr lang="en-US" altLang="en-US" smtClean="0"/>
              <a:t>Client and server must install appropriate client module and server module software for ODBC or JDBC</a:t>
            </a:r>
          </a:p>
          <a:p>
            <a:pPr eaLnBrk="1" hangingPunct="1"/>
            <a:r>
              <a:rPr lang="en-US" altLang="en-US" smtClean="0"/>
              <a:t>A client program may connect to several DBMSs, sometimes called the data sources.</a:t>
            </a:r>
          </a:p>
          <a:p>
            <a:pPr eaLnBrk="1" hangingPunct="1"/>
            <a:r>
              <a:rPr lang="en-US" altLang="en-US" smtClean="0"/>
              <a:t>In general, data sources can be files or other non-DBMS software that manages data.</a:t>
            </a:r>
          </a:p>
          <a:p>
            <a:pPr eaLnBrk="1" hangingPunct="1"/>
            <a:r>
              <a:rPr lang="en-US" altLang="en-US" smtClean="0"/>
              <a:t>See Chapter 10 for details on Database Programming</a:t>
            </a:r>
          </a:p>
        </p:txBody>
      </p:sp>
    </p:spTree>
    <p:extLst>
      <p:ext uri="{BB962C8B-B14F-4D97-AF65-F5344CB8AC3E}">
        <p14:creationId xmlns:p14="http://schemas.microsoft.com/office/powerpoint/2010/main" val="824034534"/>
      </p:ext>
    </p:extLst>
  </p:cSld>
  <p:clrMapOvr>
    <a:masterClrMapping/>
  </p:clrMapOvr>
  <p:transition spd="med"/>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4"/>
          <p:cNvSpPr>
            <a:spLocks noGrp="1" noChangeArrowheads="1"/>
          </p:cNvSpPr>
          <p:nvPr>
            <p:ph type="title"/>
          </p:nvPr>
        </p:nvSpPr>
        <p:spPr>
          <a:xfrm>
            <a:off x="1286524" y="746135"/>
            <a:ext cx="9601196" cy="1303867"/>
          </a:xfrm>
        </p:spPr>
        <p:txBody>
          <a:bodyPr/>
          <a:lstStyle/>
          <a:p>
            <a:pPr eaLnBrk="1" hangingPunct="1"/>
            <a:r>
              <a:rPr lang="en-US" altLang="en-US" dirty="0" smtClean="0"/>
              <a:t>Three Tier Client-Server Architecture</a:t>
            </a:r>
          </a:p>
        </p:txBody>
      </p:sp>
      <p:sp>
        <p:nvSpPr>
          <p:cNvPr id="54276" name="Rectangle 5"/>
          <p:cNvSpPr>
            <a:spLocks noGrp="1" noChangeArrowheads="1"/>
          </p:cNvSpPr>
          <p:nvPr>
            <p:ph type="body" idx="1"/>
          </p:nvPr>
        </p:nvSpPr>
        <p:spPr>
          <a:xfrm>
            <a:off x="1682326" y="1863571"/>
            <a:ext cx="8809591" cy="4876800"/>
          </a:xfrm>
        </p:spPr>
        <p:txBody>
          <a:bodyPr>
            <a:normAutofit/>
          </a:bodyPr>
          <a:lstStyle/>
          <a:p>
            <a:pPr algn="just" eaLnBrk="1" hangingPunct="1"/>
            <a:r>
              <a:rPr lang="en-US" altLang="en-US" sz="2000" dirty="0"/>
              <a:t>Common for Web applications</a:t>
            </a:r>
          </a:p>
          <a:p>
            <a:pPr algn="just" eaLnBrk="1" hangingPunct="1"/>
            <a:r>
              <a:rPr lang="en-US" altLang="en-US" sz="2000" dirty="0"/>
              <a:t>Intermediate Layer called Application Server or Web Server: </a:t>
            </a:r>
          </a:p>
          <a:p>
            <a:pPr lvl="1" algn="just" eaLnBrk="1" hangingPunct="1"/>
            <a:r>
              <a:rPr lang="en-US" altLang="en-US" dirty="0"/>
              <a:t>Stores the web connectivity software and the business logic part of the application used to access the corresponding data from the database server</a:t>
            </a:r>
          </a:p>
          <a:p>
            <a:pPr lvl="1" algn="just" eaLnBrk="1" hangingPunct="1"/>
            <a:r>
              <a:rPr lang="en-US" altLang="en-US" dirty="0"/>
              <a:t>Acts like a conduit for sending partially processed data between the database server and the client.</a:t>
            </a:r>
          </a:p>
          <a:p>
            <a:pPr algn="just" eaLnBrk="1" hangingPunct="1"/>
            <a:r>
              <a:rPr lang="en-US" altLang="en-US" sz="2000" dirty="0"/>
              <a:t>Three-tier Architecture Can Enhance Security: </a:t>
            </a:r>
          </a:p>
          <a:p>
            <a:pPr lvl="1" algn="just" eaLnBrk="1" hangingPunct="1"/>
            <a:r>
              <a:rPr lang="en-US" altLang="en-US" dirty="0"/>
              <a:t>Database server only accessible via middle tier</a:t>
            </a:r>
          </a:p>
          <a:p>
            <a:pPr lvl="1" algn="just" eaLnBrk="1" hangingPunct="1"/>
            <a:r>
              <a:rPr lang="en-US" altLang="en-US" dirty="0"/>
              <a:t>Clients cannot directly access database server</a:t>
            </a:r>
          </a:p>
          <a:p>
            <a:pPr lvl="1" algn="just" eaLnBrk="1" hangingPunct="1"/>
            <a:r>
              <a:rPr lang="en-US" altLang="en-US" dirty="0"/>
              <a:t>Clients contain user interfaces and Web browsers</a:t>
            </a:r>
          </a:p>
          <a:p>
            <a:pPr lvl="1" algn="just" eaLnBrk="1" hangingPunct="1"/>
            <a:r>
              <a:rPr lang="en-US" altLang="en-US" dirty="0"/>
              <a:t>The client is typically a PC or a mobile device connected to the Web</a:t>
            </a:r>
          </a:p>
        </p:txBody>
      </p:sp>
    </p:spTree>
    <p:extLst>
      <p:ext uri="{BB962C8B-B14F-4D97-AF65-F5344CB8AC3E}">
        <p14:creationId xmlns:p14="http://schemas.microsoft.com/office/powerpoint/2010/main" val="2174773717"/>
      </p:ext>
    </p:extLst>
  </p:cSld>
  <p:clrMapOvr>
    <a:masterClrMapping/>
  </p:clrMapOvr>
  <p:transition spd="med"/>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Rectangle 2"/>
          <p:cNvSpPr>
            <a:spLocks noGrp="1" noChangeArrowheads="1"/>
          </p:cNvSpPr>
          <p:nvPr>
            <p:ph type="title"/>
          </p:nvPr>
        </p:nvSpPr>
        <p:spPr>
          <a:xfrm>
            <a:off x="1295402" y="543983"/>
            <a:ext cx="9601196" cy="1303867"/>
          </a:xfrm>
        </p:spPr>
        <p:txBody>
          <a:bodyPr/>
          <a:lstStyle/>
          <a:p>
            <a:pPr eaLnBrk="1" hangingPunct="1"/>
            <a:r>
              <a:rPr lang="en-US" altLang="en-US" dirty="0" smtClean="0"/>
              <a:t>Three-tier client-server architecture</a:t>
            </a:r>
          </a:p>
        </p:txBody>
      </p:sp>
      <p:pic>
        <p:nvPicPr>
          <p:cNvPr id="56324" name="Picture 4" descr="fig02_0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3726" y="1847850"/>
            <a:ext cx="8194675" cy="4400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6035022"/>
      </p:ext>
    </p:extLst>
  </p:cSld>
  <p:clrMapOvr>
    <a:masterClrMapping/>
  </p:clrMapOvr>
  <p:transition spd="med"/>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7" name="Rectangle 2"/>
          <p:cNvSpPr>
            <a:spLocks noGrp="1" noChangeArrowheads="1"/>
          </p:cNvSpPr>
          <p:nvPr>
            <p:ph type="title"/>
          </p:nvPr>
        </p:nvSpPr>
        <p:spPr/>
        <p:txBody>
          <a:bodyPr>
            <a:normAutofit fontScale="90000"/>
          </a:bodyPr>
          <a:lstStyle/>
          <a:p>
            <a:pPr eaLnBrk="1" hangingPunct="1"/>
            <a:r>
              <a:rPr lang="en-US" altLang="en-US" smtClean="0"/>
              <a:t>Variations of Distributed DBMSs (DDBMSs)</a:t>
            </a:r>
          </a:p>
        </p:txBody>
      </p:sp>
      <p:sp>
        <p:nvSpPr>
          <p:cNvPr id="57348" name="Rectangle 3"/>
          <p:cNvSpPr>
            <a:spLocks noGrp="1" noChangeArrowheads="1"/>
          </p:cNvSpPr>
          <p:nvPr>
            <p:ph type="body" idx="1"/>
          </p:nvPr>
        </p:nvSpPr>
        <p:spPr>
          <a:xfrm>
            <a:off x="1295402" y="2285999"/>
            <a:ext cx="9601196" cy="3318936"/>
          </a:xfrm>
        </p:spPr>
        <p:txBody>
          <a:bodyPr/>
          <a:lstStyle/>
          <a:p>
            <a:pPr eaLnBrk="1" hangingPunct="1"/>
            <a:r>
              <a:rPr lang="en-US" altLang="en-US" dirty="0" smtClean="0"/>
              <a:t>Homogeneous DDBMS</a:t>
            </a:r>
          </a:p>
          <a:p>
            <a:pPr eaLnBrk="1" hangingPunct="1"/>
            <a:r>
              <a:rPr lang="en-US" altLang="en-US" dirty="0" smtClean="0"/>
              <a:t>Heterogeneous DDBMS</a:t>
            </a:r>
          </a:p>
          <a:p>
            <a:pPr eaLnBrk="1" hangingPunct="1"/>
            <a:r>
              <a:rPr lang="en-US" altLang="en-US" dirty="0" smtClean="0"/>
              <a:t>Federated or </a:t>
            </a:r>
            <a:r>
              <a:rPr lang="en-US" altLang="en-US" dirty="0" err="1" smtClean="0"/>
              <a:t>Multidatabase</a:t>
            </a:r>
            <a:r>
              <a:rPr lang="en-US" altLang="en-US" dirty="0" smtClean="0"/>
              <a:t> Systems</a:t>
            </a:r>
          </a:p>
          <a:p>
            <a:pPr lvl="1" eaLnBrk="1" hangingPunct="1"/>
            <a:r>
              <a:rPr lang="en-US" altLang="en-US" dirty="0" smtClean="0"/>
              <a:t>Participating Databases are loosely coupled with high degree of autonomy.</a:t>
            </a:r>
          </a:p>
          <a:p>
            <a:pPr eaLnBrk="1" hangingPunct="1"/>
            <a:r>
              <a:rPr lang="en-US" altLang="en-US" dirty="0" smtClean="0"/>
              <a:t>Distributed Database Systems have now come to be known as client-server based database systems because:</a:t>
            </a:r>
          </a:p>
          <a:p>
            <a:pPr lvl="1" eaLnBrk="1" hangingPunct="1"/>
            <a:r>
              <a:rPr lang="en-US" altLang="en-US" dirty="0" smtClean="0"/>
              <a:t>They do not support a totally distributed environment, but rather a set of database servers supporting a set of clients.</a:t>
            </a:r>
          </a:p>
          <a:p>
            <a:pPr eaLnBrk="1" hangingPunct="1"/>
            <a:endParaRPr lang="en-US" altLang="en-US" dirty="0" smtClean="0"/>
          </a:p>
        </p:txBody>
      </p:sp>
    </p:spTree>
    <p:extLst>
      <p:ext uri="{BB962C8B-B14F-4D97-AF65-F5344CB8AC3E}">
        <p14:creationId xmlns:p14="http://schemas.microsoft.com/office/powerpoint/2010/main" val="1247800601"/>
      </p:ext>
    </p:extLst>
  </p:cSld>
  <p:clrMapOvr>
    <a:masterClrMapping/>
  </p:clrMapOvr>
  <p:transition spd="med"/>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7" name="Rectangle 2"/>
          <p:cNvSpPr>
            <a:spLocks noGrp="1" noChangeArrowheads="1"/>
          </p:cNvSpPr>
          <p:nvPr>
            <p:ph type="title"/>
          </p:nvPr>
        </p:nvSpPr>
        <p:spPr/>
        <p:txBody>
          <a:bodyPr/>
          <a:lstStyle/>
          <a:p>
            <a:pPr eaLnBrk="1" hangingPunct="1"/>
            <a:r>
              <a:rPr lang="en-US" altLang="en-US" smtClean="0"/>
              <a:t>History of Data Models </a:t>
            </a:r>
          </a:p>
        </p:txBody>
      </p:sp>
      <p:sp>
        <p:nvSpPr>
          <p:cNvPr id="67588" name="Rectangle 3"/>
          <p:cNvSpPr>
            <a:spLocks noGrp="1" noChangeArrowheads="1"/>
          </p:cNvSpPr>
          <p:nvPr>
            <p:ph type="body" idx="1"/>
          </p:nvPr>
        </p:nvSpPr>
        <p:spPr/>
        <p:txBody>
          <a:bodyPr/>
          <a:lstStyle/>
          <a:p>
            <a:pPr eaLnBrk="1" hangingPunct="1"/>
            <a:r>
              <a:rPr lang="en-US" altLang="en-US" b="1" smtClean="0"/>
              <a:t>Hierarchical Data Model:</a:t>
            </a:r>
          </a:p>
          <a:p>
            <a:pPr lvl="1" eaLnBrk="1" hangingPunct="1"/>
            <a:r>
              <a:rPr lang="en-US" altLang="en-US" smtClean="0"/>
              <a:t>Initially implemented in a joint effort by IBM and North American Rockwell around 1965. Resulted in the IMS family of systems.</a:t>
            </a:r>
          </a:p>
          <a:p>
            <a:pPr lvl="1" eaLnBrk="1" hangingPunct="1"/>
            <a:r>
              <a:rPr lang="en-US" altLang="en-US" smtClean="0"/>
              <a:t>IBM’s IMS product had (and still has) a very large customer base worldwide</a:t>
            </a:r>
          </a:p>
          <a:p>
            <a:pPr lvl="1" eaLnBrk="1" hangingPunct="1"/>
            <a:r>
              <a:rPr lang="en-US" altLang="en-US" smtClean="0"/>
              <a:t>Hierarchical model was formalized based on the IMS system</a:t>
            </a:r>
          </a:p>
          <a:p>
            <a:pPr lvl="1" eaLnBrk="1" hangingPunct="1"/>
            <a:r>
              <a:rPr lang="en-US" altLang="en-US" smtClean="0"/>
              <a:t>Other systems based on this model: System 2k (SAS inc.)</a:t>
            </a:r>
          </a:p>
        </p:txBody>
      </p:sp>
    </p:spTree>
    <p:extLst>
      <p:ext uri="{BB962C8B-B14F-4D97-AF65-F5344CB8AC3E}">
        <p14:creationId xmlns:p14="http://schemas.microsoft.com/office/powerpoint/2010/main" val="363641160"/>
      </p:ext>
    </p:extLst>
  </p:cSld>
  <p:clrMapOvr>
    <a:masterClrMapping/>
  </p:clrMapOvr>
  <p:transition spd="med"/>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5" name="Rectangle 1026"/>
          <p:cNvSpPr>
            <a:spLocks noGrp="1" noChangeArrowheads="1"/>
          </p:cNvSpPr>
          <p:nvPr>
            <p:ph type="title"/>
          </p:nvPr>
        </p:nvSpPr>
        <p:spPr/>
        <p:txBody>
          <a:bodyPr/>
          <a:lstStyle/>
          <a:p>
            <a:pPr eaLnBrk="1" hangingPunct="1"/>
            <a:r>
              <a:rPr lang="en-US" altLang="en-US" smtClean="0"/>
              <a:t>Hierarchical Model</a:t>
            </a:r>
          </a:p>
        </p:txBody>
      </p:sp>
      <p:sp>
        <p:nvSpPr>
          <p:cNvPr id="69636" name="Rectangle 1027"/>
          <p:cNvSpPr>
            <a:spLocks noGrp="1" noChangeArrowheads="1"/>
          </p:cNvSpPr>
          <p:nvPr>
            <p:ph type="body" idx="1"/>
          </p:nvPr>
        </p:nvSpPr>
        <p:spPr/>
        <p:txBody>
          <a:bodyPr>
            <a:normAutofit fontScale="85000" lnSpcReduction="20000"/>
          </a:bodyPr>
          <a:lstStyle/>
          <a:p>
            <a:pPr eaLnBrk="1" hangingPunct="1"/>
            <a:r>
              <a:rPr lang="en-US" altLang="en-US"/>
              <a:t>Advantages:</a:t>
            </a:r>
          </a:p>
          <a:p>
            <a:pPr lvl="1" eaLnBrk="1" hangingPunct="1"/>
            <a:r>
              <a:rPr lang="en-US" altLang="en-US" sz="2200"/>
              <a:t>Simple to construct and operate</a:t>
            </a:r>
          </a:p>
          <a:p>
            <a:pPr lvl="1" eaLnBrk="1" hangingPunct="1"/>
            <a:r>
              <a:rPr lang="en-US" altLang="en-US" sz="2200"/>
              <a:t>Corresponds to a number of natural hierarchically organized domains, e.g., organization (“org”) chart</a:t>
            </a:r>
          </a:p>
          <a:p>
            <a:pPr lvl="1" eaLnBrk="1" hangingPunct="1"/>
            <a:r>
              <a:rPr lang="en-US" altLang="en-US" sz="2200"/>
              <a:t>Language is simple: </a:t>
            </a:r>
          </a:p>
          <a:p>
            <a:pPr lvl="2" eaLnBrk="1" hangingPunct="1"/>
            <a:r>
              <a:rPr lang="en-US" altLang="en-US" sz="2000"/>
              <a:t>Uses constructs like GET, GET UNIQUE, GET NEXT, GET NEXT WITHIN PARENT, etc.</a:t>
            </a:r>
          </a:p>
          <a:p>
            <a:pPr eaLnBrk="1" hangingPunct="1"/>
            <a:r>
              <a:rPr lang="en-US" altLang="en-US"/>
              <a:t>Disadvantages:</a:t>
            </a:r>
          </a:p>
          <a:p>
            <a:pPr lvl="1" eaLnBrk="1" hangingPunct="1"/>
            <a:r>
              <a:rPr lang="en-US" altLang="en-US" sz="2200"/>
              <a:t>Navigational and procedural nature of processing</a:t>
            </a:r>
          </a:p>
          <a:p>
            <a:pPr lvl="1" eaLnBrk="1" hangingPunct="1"/>
            <a:r>
              <a:rPr lang="en-US" altLang="en-US" sz="2200"/>
              <a:t>Database is visualized as a linear arrangement of records</a:t>
            </a:r>
          </a:p>
          <a:p>
            <a:pPr lvl="1" eaLnBrk="1" hangingPunct="1"/>
            <a:r>
              <a:rPr lang="en-US" altLang="en-US" sz="2200"/>
              <a:t>Little scope for "query optimization"</a:t>
            </a:r>
          </a:p>
        </p:txBody>
      </p:sp>
    </p:spTree>
    <p:extLst>
      <p:ext uri="{BB962C8B-B14F-4D97-AF65-F5344CB8AC3E}">
        <p14:creationId xmlns:p14="http://schemas.microsoft.com/office/powerpoint/2010/main" val="3443076734"/>
      </p:ext>
    </p:extLst>
  </p:cSld>
  <p:clrMapOvr>
    <a:masterClrMapping/>
  </p:clrMapOvr>
  <p:transition spd="med"/>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3" name="Rectangle 2"/>
          <p:cNvSpPr>
            <a:spLocks noGrp="1" noChangeArrowheads="1"/>
          </p:cNvSpPr>
          <p:nvPr>
            <p:ph type="title"/>
          </p:nvPr>
        </p:nvSpPr>
        <p:spPr/>
        <p:txBody>
          <a:bodyPr/>
          <a:lstStyle/>
          <a:p>
            <a:pPr eaLnBrk="1" hangingPunct="1"/>
            <a:r>
              <a:rPr lang="en-US" altLang="en-US" smtClean="0"/>
              <a:t>History of Data Models </a:t>
            </a:r>
          </a:p>
        </p:txBody>
      </p:sp>
      <p:sp>
        <p:nvSpPr>
          <p:cNvPr id="71684" name="Rectangle 3"/>
          <p:cNvSpPr>
            <a:spLocks noGrp="1" noChangeArrowheads="1"/>
          </p:cNvSpPr>
          <p:nvPr>
            <p:ph type="body" idx="1"/>
          </p:nvPr>
        </p:nvSpPr>
        <p:spPr/>
        <p:txBody>
          <a:bodyPr>
            <a:normAutofit fontScale="92500"/>
          </a:bodyPr>
          <a:lstStyle/>
          <a:p>
            <a:pPr eaLnBrk="1" hangingPunct="1"/>
            <a:r>
              <a:rPr lang="en-US" altLang="en-US" b="1"/>
              <a:t>Relational Model: </a:t>
            </a:r>
          </a:p>
          <a:p>
            <a:pPr lvl="1" eaLnBrk="1" hangingPunct="1"/>
            <a:r>
              <a:rPr lang="en-US" altLang="en-US" sz="2200"/>
              <a:t>Proposed in 1970 by E.F. Codd (IBM), first commercial system in 1981-82.</a:t>
            </a:r>
          </a:p>
          <a:p>
            <a:pPr lvl="1" eaLnBrk="1" hangingPunct="1"/>
            <a:r>
              <a:rPr lang="en-US" altLang="en-US" sz="2200"/>
              <a:t>Now in several commercial products (e.g. DB2, ORACLE, MS SQL Server, SYBASE, INFORMIX).</a:t>
            </a:r>
          </a:p>
          <a:p>
            <a:pPr lvl="1" eaLnBrk="1" hangingPunct="1"/>
            <a:r>
              <a:rPr lang="en-US" altLang="en-US" sz="2200"/>
              <a:t>Several free open source implementations, e.g. MySQL, PostgreSQL</a:t>
            </a:r>
          </a:p>
          <a:p>
            <a:pPr lvl="1" eaLnBrk="1" hangingPunct="1"/>
            <a:r>
              <a:rPr lang="en-US" altLang="en-US" sz="2200"/>
              <a:t>Currently most dominant for developing database applications.</a:t>
            </a:r>
          </a:p>
          <a:p>
            <a:pPr lvl="1" eaLnBrk="1" hangingPunct="1"/>
            <a:r>
              <a:rPr lang="en-US" altLang="en-US" sz="2200"/>
              <a:t>SQL relational standards: SQL-89 (SQL1), SQL-92 (SQL2), SQL-99, SQL3, …</a:t>
            </a:r>
          </a:p>
          <a:p>
            <a:pPr lvl="1" eaLnBrk="1" hangingPunct="1"/>
            <a:r>
              <a:rPr lang="en-US" altLang="en-US" sz="2200"/>
              <a:t>Chapters 5 through 11 describe this model in detail</a:t>
            </a:r>
          </a:p>
        </p:txBody>
      </p:sp>
    </p:spTree>
    <p:extLst>
      <p:ext uri="{BB962C8B-B14F-4D97-AF65-F5344CB8AC3E}">
        <p14:creationId xmlns:p14="http://schemas.microsoft.com/office/powerpoint/2010/main" val="982904786"/>
      </p:ext>
    </p:extLst>
  </p:cSld>
  <p:clrMapOvr>
    <a:masterClrMapping/>
  </p:clrMapOvr>
  <p:transition spd="med"/>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1026"/>
          <p:cNvSpPr>
            <a:spLocks noGrp="1" noChangeArrowheads="1"/>
          </p:cNvSpPr>
          <p:nvPr>
            <p:ph type="title"/>
          </p:nvPr>
        </p:nvSpPr>
        <p:spPr/>
        <p:txBody>
          <a:bodyPr/>
          <a:lstStyle/>
          <a:p>
            <a:pPr eaLnBrk="1" hangingPunct="1"/>
            <a:r>
              <a:rPr lang="en-US" altLang="en-US" smtClean="0"/>
              <a:t>History of Data Models</a:t>
            </a:r>
          </a:p>
        </p:txBody>
      </p:sp>
      <p:sp>
        <p:nvSpPr>
          <p:cNvPr id="73732" name="Rectangle 1027"/>
          <p:cNvSpPr>
            <a:spLocks noGrp="1" noChangeArrowheads="1"/>
          </p:cNvSpPr>
          <p:nvPr>
            <p:ph type="body" idx="1"/>
          </p:nvPr>
        </p:nvSpPr>
        <p:spPr/>
        <p:txBody>
          <a:bodyPr>
            <a:normAutofit fontScale="92500"/>
          </a:bodyPr>
          <a:lstStyle/>
          <a:p>
            <a:pPr eaLnBrk="1" hangingPunct="1"/>
            <a:r>
              <a:rPr lang="en-US" altLang="en-US" b="1"/>
              <a:t>Object-oriented Data Models:</a:t>
            </a:r>
          </a:p>
          <a:p>
            <a:pPr lvl="1" eaLnBrk="1" hangingPunct="1"/>
            <a:r>
              <a:rPr lang="en-US" altLang="en-US" sz="2200"/>
              <a:t>Several models have been proposed for implementing in a database system. </a:t>
            </a:r>
          </a:p>
          <a:p>
            <a:pPr lvl="1" eaLnBrk="1" hangingPunct="1"/>
            <a:r>
              <a:rPr lang="en-US" altLang="en-US" sz="2200"/>
              <a:t>One set comprises models of persistent O-O Programming Languages such as C++ (e.g., in OBJECTSTORE or VERSANT), and Smalltalk (e.g., in GEMSTONE).</a:t>
            </a:r>
          </a:p>
          <a:p>
            <a:pPr lvl="1" eaLnBrk="1" hangingPunct="1"/>
            <a:r>
              <a:rPr lang="en-US" altLang="en-US" sz="2200"/>
              <a:t>Additionally, systems like O2, ORION (at MCC - then ITASCA), IRIS (at H.P.- used in Open OODB).</a:t>
            </a:r>
          </a:p>
          <a:p>
            <a:pPr lvl="1" eaLnBrk="1" hangingPunct="1"/>
            <a:r>
              <a:rPr lang="en-US" altLang="en-US" sz="2200"/>
              <a:t>Object Database Standard: ODMG-93, ODMG-version 2.0, ODMG-version 3.0.</a:t>
            </a:r>
          </a:p>
          <a:p>
            <a:pPr lvl="1" eaLnBrk="1" hangingPunct="1"/>
            <a:r>
              <a:rPr lang="en-US" altLang="en-US" sz="2200"/>
              <a:t>Chapter 12 describes this model.</a:t>
            </a:r>
          </a:p>
        </p:txBody>
      </p:sp>
    </p:spTree>
    <p:extLst>
      <p:ext uri="{BB962C8B-B14F-4D97-AF65-F5344CB8AC3E}">
        <p14:creationId xmlns:p14="http://schemas.microsoft.com/office/powerpoint/2010/main" val="2676104037"/>
      </p:ext>
    </p:extLst>
  </p:cSld>
  <p:clrMapOvr>
    <a:masterClrMapping/>
  </p:clrMapOvr>
  <p:transition spd="med"/>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9" name="Rectangle 2"/>
          <p:cNvSpPr>
            <a:spLocks noGrp="1" noChangeArrowheads="1"/>
          </p:cNvSpPr>
          <p:nvPr>
            <p:ph type="title"/>
          </p:nvPr>
        </p:nvSpPr>
        <p:spPr/>
        <p:txBody>
          <a:bodyPr/>
          <a:lstStyle/>
          <a:p>
            <a:pPr eaLnBrk="1" hangingPunct="1"/>
            <a:r>
              <a:rPr lang="en-US" altLang="en-US" smtClean="0"/>
              <a:t>History of Data Models</a:t>
            </a:r>
          </a:p>
        </p:txBody>
      </p:sp>
      <p:sp>
        <p:nvSpPr>
          <p:cNvPr id="75780" name="Rectangle 3"/>
          <p:cNvSpPr>
            <a:spLocks noGrp="1" noChangeArrowheads="1"/>
          </p:cNvSpPr>
          <p:nvPr>
            <p:ph type="body" idx="1"/>
          </p:nvPr>
        </p:nvSpPr>
        <p:spPr/>
        <p:txBody>
          <a:bodyPr>
            <a:normAutofit lnSpcReduction="10000"/>
          </a:bodyPr>
          <a:lstStyle/>
          <a:p>
            <a:pPr eaLnBrk="1" hangingPunct="1"/>
            <a:r>
              <a:rPr lang="en-US" altLang="en-US" b="1" smtClean="0"/>
              <a:t>Object-Relational Models: </a:t>
            </a:r>
          </a:p>
          <a:p>
            <a:pPr lvl="1" eaLnBrk="1" hangingPunct="1"/>
            <a:r>
              <a:rPr lang="en-US" altLang="en-US" smtClean="0"/>
              <a:t>The trend to mix object models with relational was started with Informix Universal Server.</a:t>
            </a:r>
          </a:p>
          <a:p>
            <a:pPr lvl="1" eaLnBrk="1" hangingPunct="1"/>
            <a:r>
              <a:rPr lang="en-US" altLang="en-US" smtClean="0"/>
              <a:t>Relational systems incorporated concepts from object databases leading to object-relational.</a:t>
            </a:r>
          </a:p>
          <a:p>
            <a:pPr lvl="1" eaLnBrk="1" hangingPunct="1"/>
            <a:r>
              <a:rPr lang="en-US" altLang="en-US" smtClean="0"/>
              <a:t>Exemplified in the versions of Oracle, DB2, and SQL Server and other DBMSs.</a:t>
            </a:r>
          </a:p>
          <a:p>
            <a:pPr lvl="1" eaLnBrk="1" hangingPunct="1"/>
            <a:r>
              <a:rPr lang="en-US" altLang="en-US" smtClean="0"/>
              <a:t>Current trend by Relational DBMS vendors is to extend relational DBMSs with capability to process XML, Text and other data types.</a:t>
            </a:r>
          </a:p>
          <a:p>
            <a:pPr lvl="1" eaLnBrk="1" hangingPunct="1"/>
            <a:r>
              <a:rPr lang="en-US" altLang="en-US" smtClean="0"/>
              <a:t>The term “Object-relational” is receding in the marketplace.</a:t>
            </a:r>
          </a:p>
        </p:txBody>
      </p:sp>
    </p:spTree>
    <p:extLst>
      <p:ext uri="{BB962C8B-B14F-4D97-AF65-F5344CB8AC3E}">
        <p14:creationId xmlns:p14="http://schemas.microsoft.com/office/powerpoint/2010/main" val="2416804761"/>
      </p:ext>
    </p:extLst>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188</TotalTime>
  <Words>1919</Words>
  <Application>Microsoft Office PowerPoint</Application>
  <PresentationFormat>Widescreen</PresentationFormat>
  <Paragraphs>231</Paragraphs>
  <Slides>38</Slides>
  <Notes>21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MS PGothic</vt:lpstr>
      <vt:lpstr>Wingdings</vt:lpstr>
      <vt:lpstr>Garamond</vt:lpstr>
      <vt:lpstr>Tahoma</vt:lpstr>
      <vt:lpstr>MS PGothic</vt:lpstr>
      <vt:lpstr>Organic</vt:lpstr>
      <vt:lpstr>Database Systems (CS2005)</vt:lpstr>
      <vt:lpstr> </vt:lpstr>
      <vt:lpstr>Data Models</vt:lpstr>
      <vt:lpstr>Data Models (continued)</vt:lpstr>
      <vt:lpstr>Categories of Data Models</vt:lpstr>
      <vt:lpstr>Conceptual data models</vt:lpstr>
      <vt:lpstr>Representational/Logical Data Models</vt:lpstr>
      <vt:lpstr>Physical data models</vt:lpstr>
      <vt:lpstr>Schemas versus Instances</vt:lpstr>
      <vt:lpstr>Schemas versus Instances</vt:lpstr>
      <vt:lpstr>Database Schema  vs.  Database State</vt:lpstr>
      <vt:lpstr>Database Schema  vs. Database State (continued)</vt:lpstr>
      <vt:lpstr>Example of a Database Schema</vt:lpstr>
      <vt:lpstr>Example of a database state</vt:lpstr>
      <vt:lpstr>Three schema Architecture</vt:lpstr>
      <vt:lpstr>Three schema Architecture</vt:lpstr>
      <vt:lpstr>Three schema Architecture</vt:lpstr>
      <vt:lpstr>1. Internal Level</vt:lpstr>
      <vt:lpstr>2. Conceptual Level</vt:lpstr>
      <vt:lpstr>3. External Level</vt:lpstr>
      <vt:lpstr>Data Independence</vt:lpstr>
      <vt:lpstr>DBMS Languages</vt:lpstr>
      <vt:lpstr>DBMS Programming Language Interfaces</vt:lpstr>
      <vt:lpstr>Typical DBMS Component Modules</vt:lpstr>
      <vt:lpstr>Centralized and  Client-Server DBMS Architectures </vt:lpstr>
      <vt:lpstr>Basic 2-tier Client-Server Architectures</vt:lpstr>
      <vt:lpstr>Logical two-tier client server architecture</vt:lpstr>
      <vt:lpstr>Clients</vt:lpstr>
      <vt:lpstr>DBMS Server</vt:lpstr>
      <vt:lpstr>Two Tier Client-Server Architecture</vt:lpstr>
      <vt:lpstr>Three Tier Client-Server Architecture</vt:lpstr>
      <vt:lpstr>Three-tier client-server architecture</vt:lpstr>
      <vt:lpstr>Variations of Distributed DBMSs (DDBMSs)</vt:lpstr>
      <vt:lpstr>History of Data Models </vt:lpstr>
      <vt:lpstr>Hierarchical Model</vt:lpstr>
      <vt:lpstr>History of Data Models </vt:lpstr>
      <vt:lpstr>History of Data Models</vt:lpstr>
      <vt:lpstr>History of Data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Database Systems (CS2005)</dc:title>
  <cp:lastModifiedBy>Fast</cp:lastModifiedBy>
  <cp:revision>47</cp:revision>
  <dcterms:modified xsi:type="dcterms:W3CDTF">2024-08-28T04:58:08Z</dcterms:modified>
</cp:coreProperties>
</file>